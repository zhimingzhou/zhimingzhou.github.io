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00.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xml" ContentType="application/inkml+xml"/>
  <Override PartName="/ppt/ink/ink110.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xml" ContentType="application/inkml+xml"/>
  <Override PartName="/ppt/ink/ink30.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xml" ContentType="application/inkml+xml"/>
  <Override PartName="/ppt/ink/ink40.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xml" ContentType="application/inkml+xml"/>
  <Override PartName="/ppt/ink/ink50.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xml" ContentType="application/inkml+xml"/>
  <Override PartName="/ppt/ink/ink60.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xml" ContentType="application/inkml+xml"/>
  <Override PartName="/ppt/ink/ink70.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xml" ContentType="application/inkml+xml"/>
  <Override PartName="/ppt/ink/ink80.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xml" ContentType="application/inkml+xml"/>
  <Override PartName="/ppt/ink/ink90.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5" r:id="rId5"/>
    <p:sldId id="258" r:id="rId6"/>
    <p:sldId id="259" r:id="rId7"/>
    <p:sldId id="260" r:id="rId8"/>
    <p:sldId id="261" r:id="rId9"/>
    <p:sldId id="262" r:id="rId10"/>
    <p:sldId id="264" r:id="rId11"/>
    <p:sldId id="267" r:id="rId12"/>
    <p:sldId id="266" r:id="rId13"/>
    <p:sldId id="268" r:id="rId14"/>
    <p:sldId id="269" r:id="rId15"/>
    <p:sldId id="272" r:id="rId16"/>
    <p:sldId id="273" r:id="rId17"/>
    <p:sldId id="274" r:id="rId18"/>
    <p:sldId id="271" r:id="rId19"/>
    <p:sldId id="275" r:id="rId20"/>
    <p:sldId id="276" r:id="rId21"/>
    <p:sldId id="277" r:id="rId22"/>
    <p:sldId id="278" r:id="rId23"/>
    <p:sldId id="279" r:id="rId24"/>
    <p:sldId id="280" r:id="rId25"/>
    <p:sldId id="281" r:id="rId26"/>
    <p:sldId id="283" r:id="rId27"/>
    <p:sldId id="284" r:id="rId28"/>
    <p:sldId id="285" r:id="rId29"/>
    <p:sldId id="286" r:id="rId30"/>
    <p:sldId id="288" r:id="rId31"/>
    <p:sldId id="287" r:id="rId32"/>
    <p:sldId id="289" r:id="rId33"/>
    <p:sldId id="290" r:id="rId34"/>
    <p:sldId id="291" r:id="rId35"/>
    <p:sldId id="292" r:id="rId36"/>
    <p:sldId id="294" r:id="rId37"/>
    <p:sldId id="293" r:id="rId38"/>
    <p:sldId id="295" r:id="rId39"/>
    <p:sldId id="296" r:id="rId40"/>
    <p:sldId id="298" r:id="rId41"/>
    <p:sldId id="297" r:id="rId42"/>
    <p:sldId id="299" r:id="rId43"/>
    <p:sldId id="300" r:id="rId44"/>
    <p:sldId id="301" r:id="rId45"/>
    <p:sldId id="303" r:id="rId46"/>
    <p:sldId id="307" r:id="rId47"/>
    <p:sldId id="306" r:id="rId48"/>
    <p:sldId id="308" r:id="rId49"/>
    <p:sldId id="309" r:id="rId50"/>
    <p:sldId id="310" r:id="rId51"/>
    <p:sldId id="312" r:id="rId52"/>
    <p:sldId id="311"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2"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BEBE"/>
    <a:srgbClr val="DCDCDC"/>
    <a:srgbClr val="FFFFFF"/>
    <a:srgbClr val="F0F0F0"/>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42"/>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447.000 666.000,'-0.047'-0.012,"-0.301"-0.069,-0.157-0.032,-0.093-0.012,-0.046-0.002,-0.009 0.009,0.014 0.012,0.169 0.044,-0.355-0.016,-0.077 0.015,-0.043 0.013,-0.017 0.013,0.235 0.016,-0.399 0.049,-0.128 0.084,-0.621 0.191,-0.014 0.107,0.073 0.073,0.115 0.045,1.393-0.423,-0.760 0.385,0.027 0.113,-0.331 0.435,0.075 0.163,0.082 0.121,0.083 0.084,0.076 0.055,0.417-0.547,0.007 0.004,-0.434 0.612,-0.002-0.055,0.003-0.084,0.006-0.098,0.010-0.098,0.583-0.694,-0.334 0.307,-0.232 0.204,-0.054 0.050,-0.600 0.751,0.094 0.163,0.164 0.130,0.314-0.223,0.161-0.037,0.154-0.065,0.136-0.077,0.115 0.349,0.230-0.572,0.062 0.014,0.016 0.876,0.129 0.110,0.109 0.091,0.090 0.070,-0.048-1.614,0.095 1.736,0.028 0.266,-0.005-0.185,-0.018-0.278,-0.024-0.307,-0.036-0.639,-0.017-0.223,0.006-0.037,0.000-0.306,0.007-0.265,0.011-0.217,0.011-0.170,0.010-0.126,0.010-0.089,-0.097-0.152,0.069 0.180,-0.008 0.086,-0.010 0.100,0.044 0.241,0.067 0.242,0.081 0.250,0.086 0.237,-0.063-0.346,0.222 0.561,0.113 0.129,0.272 0.502,0.045-0.063,-0.002-0.142,-0.035-0.185,-0.366-0.795,0.100 0.083,0.022-0.087,0.321 0.248,0.009-0.198,-0.012-0.188,-0.025-0.167,-0.549-0.437,0.528 0.290,0.117-0.001,0.667 0.235,0.278 0.038,0.240 0.035,0.194 0.032,0.151 0.027,-1.079-0.439,1.107 0.269,-0.050-0.083,-0.145-0.091,-0.199-0.087,-0.214-0.078,0.304-0.083,-0.256-0.120,0.238-0.047,0.731-0.024,0.215-0.050,0.143-0.040,0.086-0.031,-1.025-0.050,2.416-0.091,0.248-0.044,-0.012-0.015,-0.174 0.002,-0.260 0.015,-1.456 0.056,0.241 0.010,4.014-0.011,1.357-0.036,0.494-0.068,-0.092-0.085,-0.460-0.089,-5.341 0.203,3.099-0.235,-0.361-0.057,0.648-0.162,-0.519-0.058,-0.493-0.044,-0.441-0.031,-1.961 0.262,0.684-0.080,0.179 0.023,3.153-0.224,0.563 0.124,0.409 0.130,0.282 0.127,-7.061 0.321,5.178-0.143,0.235 0.050,1.506 0.031,-0.168 0.051,-0.339 0.037,-0.423 0.028,-0.454 0.020,-0.327 0.013,-0.831-0.036,-0.499-0.061,-0.426-0.076,-0.349-0.080,-0.276-0.078,-3.488 0.246,4.007-0.302,-0.018-0.008,-0.214 0.009,-0.324 0.021,-0.369 0.027,-0.373 0.028,-2.877 0.235,3.432-0.159,0.754 0.034,0.614 0.032,2.520 0.068,1.144 0.126,0.995 0.129,-1.858-0.006,0.078-0.004,-0.022-0.024,-0.091-0.036,-0.749-0.035,0.590-0.050,-0.402-0.071,-0.361-0.060,-0.313-0.048,-0.262-0.039,-0.212-0.028,-3.593 0.124,3.421-0.100,0.239 0.009,1.577-0.015,0.044 0.030,-0.087 0.031,-0.167 0.031,-0.207 0.028,-3.083 0.043,-0.119 0.009,2.398-0.003,-0.571 0.016,-0.648 0.012,-0.656 0.008,-0.618 0.006,-3.611-0.004,3.254-0.075,-0.305-0.051,-0.366-0.035,-0.383-0.025,-0.371-0.014,-0.337-0.007,-1.151 0.109,2.887-0.152,1.246-0.011,1.074 0.008,0.375 0.023,0.114 0.025,-0.158 0.029,-0.340 0.029,1.077 0.012,-1.447 0.050,0.207 0.021,1.070-0.005,-0.466-0.007,-0.665-0.016,-0.754-0.021,-3.230 0.054,2.167-0.102,-0.117-0.022,1.328-0.063,0.187 0.011,0.231 0.027,0.241 0.033,0.228 0.034,0.202 0.034,0.171 0.028,0.119 0.026,0.399 0.019,0.428 0.015,0.413 0.011,-1.166 0.006,1.879 0.006,-0.508 0.004,-0.863 0.001,-1.027 0.001,-1.054 0.000,-0.998-0.001,-3.563-0.020,3.948-0.283,0.757-0.181,2.136-0.288,0.179-0.050,-0.177 0.027,-0.396 0.076,-5.925 0.574,6.318-0.450,0.070 0.109,-0.759 0.128,-0.205 0.082,-0.243 0.071,-0.256 0.060,-0.245 0.049,-2.312 0.047,-0.166 0.014,1.938 0.012,-0.248 0.021,-0.215 0.014,-0.179 0.006,-0.143 0.004,-1.914-0.011,-0.089-0.001,1.400 0.009,-0.418-0.004,-0.464-0.003,-0.465-0.003,-0.431-0.004,-1.349-0.008,0.907-0.025,1.158-0.044,0.293-0.024,1.428-0.052,-0.046-0.003,-0.239 0.012,-0.892 0.033,-0.129 0.014,0.321 0.009,-0.750 0.024,-0.203 0.011,-0.218 0.011,-0.217 0.008,-0.119-0.011,-0.118-0.025,-0.080-0.031,0.310-0.064,-0.202-0.037,-0.211-0.026,-0.201-0.021,-1.136 0.136,0.968-0.180,0.156-0.090,0.363-0.193,-0.037-0.130,-0.115-0.120,-0.156-0.104,-0.178-0.086,-0.402 0.086,-0.188-0.034,0.000-0.355,-0.341 0.104,-0.201 0.009,-0.174 0.032,-0.144 0.047,-0.106-0.175,-0.121 0.059,-0.083 0.056,-0.050 0.050,-0.028 0.041,-0.010 0.031,0.000 0.025,0.025 0.233,-0.153-0.348,-0.220-0.177,-0.257-0.182,-0.262-0.172,0.470 0.936,-0.978-1.055,-0.478-0.260,-1.618-1.092,-0.646-0.071,-0.440 0.089,-0.276 0.176,0.340 0.462,-0.064 0.198,-0.670 0.069,-0.615 0.152,-0.672 0.120,-0.653 0.092,-1.185-0.018,-0.946-0.003,-1.682-0.135,-0.311 0.100,-0.020 0.120,0.155 0.121,3.989 0.662,-0.353 0.041,-4.783-0.430,0.008 0.187,-1.271 0.074,-1.223 0.088,-1.119 0.092,5.059 0.373,-0.279 0.057,-0.228 0.060,-0.179 0.057,-7.594-0.115,1.199 0.140,1.780 0.117,2.021 0.096,5.890 0.097,-2.706 0.014,-0.046 0.032,-3.167 0.030,-0.370 0.024,-0.324 0.014,-0.273 0.007,-0.217 0.000,2.355-0.011,-4.205 0.004,-0.419-0.005,-0.055-0.006,0.181-0.006,0.321-0.005,5.426-0.007,0.147-0.001,-5.554-0.001,0.660-0.003,0.843-0.002,0.886-0.001,9.227 0.000,-9.023 0.146,3.106 0.024,0.414 0.030,-0.803 0.100,0.661 0.091,0.669 0.100,0.638 0.096,2.578-0.093,0.286 0.027,-3.177 0.300,-0.581 0.092,0.880-0.054,1.061-0.086,1.079-0.100,6.397-0.554,-3.702 0.246,-0.083-0.049,-1.992 0.018,-0.189-0.080,-0.133-0.068,-0.087-0.057,-0.050-0.047,-0.024-0.037,4.397-0.030,-4.631-0.005,-0.135-0.016,-0.056-0.011,0.002-0.006,0.041-0.003,0.064 0.001,0.125 0.000,0.693 0.003,0.801 0.004,0.815 0.003,0.769 0.003,0.684 0.003,0.582 0.003,-0.426 0.002,-0.378 0.002,-0.600 0.001,-0.679 0.001,-0.668 0.000,-0.601 0.001,2.860 0.000,-2.902-0.001,-0.064 0.001,0.214 0.000,0.383-0.001,0.468 0.001,0.574-0.001,0.665 0.001,0.654-0.001,0.600 0.000,0.525 0.000,0.438 0.000,1.961 0.000,-1.806 0.000,-0.956 0.000,-0.016 0.000,0.142 0.000,0.226 0.000,0.264 0.000,2.135 0.000,-1.188 0.000,-0.148 0.000,-0.134 0.000,-0.119 0.000,-1.197 0.015,0.041 0.024,0.163 0.029,0.235 0.030,-0.024 0.036,0.495 0.001,0.492-0.009,0.452-0.017,0.389-0.019,0.320-0.018,0.249-0.019,0.188-0.014,0.131-0.014,0.561-0.028</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393.000 762.000,'0.012'0.006,"0.019"0.009,0.020 0.011,0.021 0.010,0.019 0.009,0.015 0.008,0.013 0.007,0.010 0.005,0.007 0.003,0.006 0.002,0.002 0.003,0.003 0.000,0.000 0.000,0.000 0.001,-0.038-0.010,0.024 0.026,0.178 0.145,0.196 0.155,0.544 0.409,0.498 0.366,0.482 0.350,-0.364-0.258,0.092 0.097,0.563 0.495,0.054 0.113,-0.191-0.085,-0.256-0.145,-0.274-0.170,-1.348-1.273,1.123 1.025,-0.256-0.270,-0.246-0.254,-0.217-0.225,-0.182-0.185,-0.144-0.146,-0.109-0.109,-0.089-0.075,-0.037-0.043,-0.020-0.029,-0.008-0.017,-0.001-0.008,0.143-0.005,0.007 0.011,0.046 0.004,0.033 0.003,0.142 0.000,0.084 0.007,0.084 0.005,0.077 0.006,0.097-0.065,0.137-0.068,0.359-0.139,0.014-0.080,-0.053-0.061,-0.093-0.044,-0.961 0.376,0.818-0.416,-0.010-0.049,0.162-0.155,-0.025-0.041,-0.030-0.024,-0.032-0.013,-0.032 0.068,-0.082 0.091,-0.118 0.108,-0.130 0.109,-0.129 0.101,-0.116 0.089,-0.415 0.188,0.341-0.092,0.004 0.045,0.052 0.034,-0.034 0.033,-0.042 0.024,-0.043 0.013,-0.042 0.008,-0.269-0.019,0.305 0.021,0.005 0.000,-0.014-0.002,-0.023-0.004,-0.029-0.004,-0.029-0.003,-0.117-0.007,0.008-0.001,0.150 0.016,0.028 0.021,0.023 0.024,0.016 0.027,0.011 0.024,-0.317-0.090,0.367 0.173,0.184 0.112,0.054 0.032,0.013-0.002,-0.015-0.022,-0.033-0.035,-0.041-0.042,-0.017-0.039,-0.030-0.043,-0.025-0.041,-0.018-0.034,-0.014-0.028,-0.010-0.023,-0.005-0.039,-0.004-0.050,-0.001-0.050,0.000-0.049,0.001-0.045,0.001-0.038,0.277-0.091,0.228-0.061,0.125-0.014,0.069 0.007,0.027 0.020,0.001 0.026,-0.983 0.280,0.508-0.145,0.613-0.159,-0.018 0.026,-0.078 0.044,-0.107 0.052,-0.120 0.052,-0.116 0.048,-0.084 0.022,-0.112 0.012,-0.096 0.000,-0.079-0.008,-0.059-0.010,-0.395 0.107,0.344-0.147,0.024-0.025,0.023-0.008,0.004 0.010,-0.003 0.020,-0.007 0.023,-0.009 0.025,-0.064 0.037,0.002 0.018,0.114 0.002,-0.069 0.026,-0.083 0.018,-0.085 0.015,-0.078 0.010,-0.068 0.006,-0.055 0.004,-0.042 0.001,-0.031 0.001,-0.022-0.001,-0.015 0.000,-0.007-0.002,-0.004-0.001,-0.001-0.000,0.002-0.002,0.001-0.001,0.003 0.000,0.002-0.001,0.003 0.001,0.002-0.001,0.001-0.001,0.002 0.001,0.000 0.000,0.002 0.000,0.000-0.001,0.000 0.001,0.000 0.000,0.000 0.000,0.000 0.000,0.000 0.000,0.000 0.000,0.000 0.000,0.000 0.000,-0.001 0.000,0.001 0.000,0.000 0.000,-0.001 0.000,0.001 0.000,0.000 0.000,-0.001 0.000,0.001 0.000,-0.043 0.000,-0.064 0.000,-0.072 0.000,-0.070 0.000,-0.111 0.000,-0.115 0.000,-0.079 0.000,-0.049 0.000,-0.024 0.000,-0.009 0.000,0.209 0.000,-0.304 0.000,0.040 0.000,0.067 0.000,0.078 0.000,0.079 0.000,0.075 0.000,-0.550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387.000 770.000,'0.008'0.000,"0.012"0.000,0.014 0.000,0.013 0.000,0.011 0.000,0.011 0.000,0.008 0.000,0.006 0.000,0.004 0.000,0.004 0.000,0.001 0.000,0.160 0.000,0.309 0.000,0.538 0.012,0.436 0.021,0.394 0.023,0.343 0.025,0.288 0.025,-0.052 0.015,0.472 0.028,2.438 0.136,0.633 0.049,0.360 0.036,0.161 0.025,0.023 0.016,-1.588-0.108,1.639 0.068,-0.440-0.060,-0.521-0.064,-0.525-0.061,-0.479-0.053,-0.410-0.045,-1.119-0.041,0.828-0.014,0.226-0.015,0.229-0.013,0.216-0.008,0.192-0.005,-2.283 0.051,7.681 0.383,2.081 0.211,0.973 0.129,0.204 0.067,-0.296 0.023,-10.665-0.693,6.848 0.378,0.652-0.040,6.332 0.155,-0.282-0.126,-0.971-0.124,-1.307-0.109,-1.401-0.094,-5.936-0.113,-0.329-0.020,2.797-0.004,-0.366-0.033,-0.269-0.024,-0.186-0.015,-0.119-0.011,-0.633-0.003,3.802 0.034,0.777 0.067,0.548 0.078,0.361 0.078,0.216 0.070,0.109 0.060,-1.561-0.031,-0.537-0.022,-0.607-0.039,-0.608-0.044,-0.563-0.045,-0.493-0.044,-1.311-0.041,-0.843-0.029,-0.869-0.024,-0.832-0.018,-0.752-0.015,-0.651-0.010,-2.696-0.004,3.497 0.016,1.143 0.028,5.670 0.103,1.437 0.063,0.652 0.050,0.117 0.035,-0.214 0.026,-0.397 0.016,-1.769-0.047,-0.673-0.033,-0.663-0.039,-0.607-0.042,-0.527-0.040,-0.438-0.034,-1.062-0.033,-0.893-0.023,-0.932-0.018,-0.895-0.014,-0.809-0.010,-2.733-0.007,4.534-0.090,0.606-0.042,0.087-0.018,-0.245 0.002,-0.437 0.013,-0.520 0.019,-3.810 0.093,2.426-0.068,0.361-0.011,4.049-0.102,0.411 0.006,-0.010 0.021,-0.263 0.028,-0.399 0.029,-3.287 0.064,3.937-0.035,0.078 0.001,-0.110-0.005,-0.216-0.009,-0.260-0.012,-0.264-0.011,-1.018 0.008,-0.002-0.008,0.074-0.008,0.117-0.008,0.139-0.005,0.143-0.006,0.225-0.003,-0.608 0.018,-0.756 0.022,-0.786 0.024,-0.744 0.022,-2.523 0.025,-0.815 0.019,2.759-0.155,0.548-0.091,2.270-0.241,0.261-0.083,-0.053-0.040,-0.257-0.010,-0.371 0.010,-2.438 0.246,-0.153 0.002,2.470-0.266,-0.163 0.079,-0.121 0.096,-0.085 0.100,-0.056 0.094,-0.033 0.081,-4.401 0.171,5.412-0.058,0.867 0.092,0.589 0.088,0.368 0.081,0.200 0.068,0.386 0.026,0.183-0.002,-0.774-0.043,-0.737-0.050,-0.899-0.057,-0.945-0.058,-0.910-0.056,-2.104-0.051,-0.312-0.055,0.746-0.182,-0.753-0.049,-0.641-0.005,-0.522 0.021,-0.410 0.038,-0.310 0.025,-0.270 0.047,-0.185 0.042,-0.115 0.036,-0.063 0.029,-0.026 0.021,-0.001 0.017,0.015 0.010,0.022 0.007,0.025 0.003,0.025 0.002,0.023 0.000,0.019 0.000,0.016-0.002,0.012-0.002,0.008-0.001,0.007-0.001,0.018 0.003,0.025 0.007,0.025 0.009,0.026 0.008,0.020 0.007,0.019 0.006,0.440 0.009</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430.000 1042.000,'0.000'-0.030,"0.000"-0.048,-0.025-0.051,-0.039-0.005,-0.044 0.012,-0.042 0.025,-0.039 0.028,-0.032 0.027,-0.026 0.027,-0.020 0.021,-0.015 0.019,-0.010 0.014,-0.006 0.009,-0.003 0.008,-0.002 0.005,-0.001 0.002,0.002 0.002,0.001 0.000,0.001-0.001,0.036 0.023,-0.379 0.218,-0.217 0.189,-0.416 0.360,-0.208 0.243,-0.151 0.206,-0.103 0.163,1.398-1.178,-1.450 1.234,-0.062 0.053,0.034-0.033,0.097-0.089,0.132-0.120,0.147-0.133,1.133-0.942,-0.962 0.829,-0.012 0.033,-0.356 0.369,-0.021 0.078,-0.009 0.069,0.000 0.054,0.005 0.045,-0.022 0.120,-0.027 0.186,0.081 0.082,0.101 0.058,0.106 0.037,0.100 0.023,0.603-0.964,0.040-0.005,-0.319 0.962,0.123 0.000,0.108-0.071,0.088-0.114,0.070-0.131,0.224-0.769,-0.163 0.327,-0.022-0.110,-0.200 0.243,0.009-0.185,0.028-0.169,0.035-0.147,0.570-0.901,-0.366 0.607,0.018-0.004,-0.109 0.266,0.053 0.001,0.055-0.006,0.054-0.009,0.140-0.259,0.043 0.005,-0.004 0.152,0.038-0.042,0.027-0.057,0.019-0.061,0.011-0.060,0.008-0.057,0.114-0.542,-0.090 0.497,0.015-0.033,0.019-0.047,0.017-0.054,0.016-0.055,0.032-0.207,-0.004 0.230,0.005 0.101,-0.001 0.705,0.010 0.105,0.006 0.084,0.004 0.026,0.004-0.017,-0.001-0.573,0.001-0.035,0.004 0.584,-0.001-0.140,0.000-0.147,-0.001-0.139,-0.001-0.121,-0.002-0.422,0.000-0.003,0.016 0.357,0.024-0.017,0.028-0.027,0.027-0.033,0.026-0.033,-0.094-0.584,0.180 0.440,0.106 0.095,0.467 0.393,0.447 0.153,0.471 0.127,0.458 0.100,0.422 0.075,-1.996-1.187,1.389 0.737,0.159 0.033,2.031 0.908,-0.055-0.126,-0.284-0.206,-0.399-0.235,-0.434-0.234,-1.306-0.564,0.464 0.060,0.165-0.062,1.347 0.136,0.226-0.148,0.129-0.143,0.057-0.128,0.007-0.109,-0.027-0.087,1.316-0.068,0.562-0.060,0.300-0.039,0.117-0.025,-3.952 0.012,4.473-0.024,0.254-0.003,-0.035-0.000,-0.211 0.004,-0.306 0.005,-0.343 0.005,-5.008 0.018,4.908-0.104,3.562-0.181,0.361-0.098,-0.317-0.060,-0.702-0.033,-0.880-0.013,-1.301 0.039,-0.952 0.034,-0.877 0.041,-0.764 0.043,-0.629 0.041,-0.498 0.034,-1.768 0.167,1.499-0.052,0.379 0.022,2.908-0.024,0.736 0.043,0.477 0.035,0.279 0.028,-6.248 0.035,4.355-0.058,0.045-0.071,0.598-0.077,-0.528-0.026,-0.670-0.001,-0.721 0.012,-0.711 0.025,-1.439 0.042,-0.122-0.030,1.273-0.202,0.048-0.061,0.121-0.044,0.162-0.028,0.176-0.017,0.173-0.009,0.070 0.051,0.245 0.051,0.250 0.065,0.237 0.066,0.215 0.065,0.185 0.060,0.521 0.045,0.049 0.050,-0.011 0.038,-0.052 0.029,-0.070 0.022,-0.080 0.014,-1.350 0.004,-0.259 0.005,-0.283 0.001,0.860-0.055,-0.262-0.095,-0.197-0.108,-0.141-0.109,-0.156-0.032,-0.051 0.007,-0.022 0.033,-0.002 0.049,0.010 0.053,0.018 0.053,-0.122 0.084,1.068 0.020,3.639 0.000,0.678 0.031,0.054 0.023,-0.347 0.017,-0.579 0.013,-0.833 0.007,-1.156 0.005,-0.854 0.002,-0.790 0.000,-0.697 0.000,-0.586-0.001,-2.669-0.009,2.931 0.008,0.215-0.003,-0.038 0.000,-0.102-0.003,-0.135-0.001,-0.144-0.001,-1.431-0.014,0.090-0.024,1.501-0.085,0.404-0.062,0.385-0.054,0.348-0.048,0.299-0.037,0.525-0.109,-0.305-0.035,-0.537-0.001,-0.644 0.017,-0.667 0.030,-0.630 0.036,-1.687 0.227,1.164-0.210,-0.469 0.081,0.129-0.002,1.637-0.172,0.224 0.045,0.106 0.060,0.024 0.065,0.061 0.062,0.081 0.057,0.222 0.037,0.296 0.021,0.322 0.010,0.315 0.001,0.286-0.004,0.249-0.007,-0.080-0.087,0.188-0.090,0.050-0.079,-0.046-0.067,-0.106-0.055,-4.472 0.381,2.576-0.258,0.088-0.033,2.842-0.338,-0.472 0.030,-0.716 0.075,-0.811 0.098,-0.805 0.104,-0.218 0.087,0.203 0.068,0.434 0.051,0.545 0.037,0.573 0.025,0.545 0.014,0.626-0.051,0.281-0.082,0.165-0.096,0.080-0.098,0.019-0.090,-0.017-0.078,-5.850 0.522,3.745-0.406,-0.370 0.000,0.939-0.173,-0.913 0.055,-0.884 0.069,-0.787 0.071,-2.519 0.415,1.222-0.246,-0.087-0.017,0.400-0.150,-0.176-0.022,-0.173-0.012,-0.162-0.005,-0.145-0.002,-0.121 0.003,-0.041-0.032,-0.202 0.047,-0.195 0.057,-0.174 0.056,-0.148 0.053,-0.437 0.292,0.339-0.265,0.076-0.069,0.178-0.164,0.086-0.095,0.072-0.085,0.056-0.072,0.044-0.060,-0.099 0.078,0.166-0.182,-0.053 0.022,-0.080 0.046,-0.089 0.059,-0.090 0.064,-0.085 0.060,-0.490 0.574,0.586-0.746,0.028-0.058,-0.018 0.011,-0.048 0.058,-0.066 0.086,-0.072 0.097,-0.325 0.415,0.133-0.207,-0.016 0.011,0.187-0.308,0.035-0.076,0.043-0.085,0.047-0.084,0.044-0.076,0.040-0.064,-0.104-0.077,-0.061-0.152,-0.080-0.112,-0.085-0.077,-0.082-0.051,-0.106 0.189,-0.125-0.427,-0.209-0.192,-0.227-0.186,-0.225-0.171,-0.208-0.148,-0.185-0.127,0.517 1.546,-0.974-2.001,-0.043 0.196,0.066 0.308,0.127 0.348,0.151 0.343,0.099 0.325,0.426 0.731,0.017 0.068,-0.420-0.414,-0.058 0.136,-0.069 0.116,-0.072 0.093,0.667 0.537,-0.873-0.486,-0.367-0.105,-1.446-0.534,-0.883-0.203,-0.805-0.171,-0.691-0.136,4.499 1.625,-3.279-1.123,-0.458-0.106,-2.453-0.695,-0.275 0.044,-0.005 0.128,0.171 0.175,0.273 0.194,1.615 0.505,-0.271 0.027,-3.710-0.538,-0.117 0.222,0.169 0.251,0.330 0.249,0.399 0.226,3.780 0.410,-4.250-0.236,-0.479 0.053,-0.342 0.033,-0.230 0.019,-0.142 0.008,2.028 0.109,-2.156-0.098,0.448 0.047,0.746 0.067,0.884 0.073,0.906 0.073,4.302 0.177,-6.247-0.012,-0.768 0.170,-1.508 0.290,-0.049 0.295,0.218 0.277,0.361 0.241,9.163-0.939,-8.897 1.184,0.256 0.081,0.635-0.040,0.821-0.113,0.874-0.150,0.840-0.161,2.613-0.376,-0.008-0.024,-2.613 0.186,-1.119-0.059,-1.259-0.062,-1.264-0.061,-1.184-0.053,4.510-0.232,-0.032-0.008,-4.554 0.188,0.657-0.016,0.928-0.018,1.045-0.018,1.051-0.016,3.646-0.173,0.291 0.003,-2.467 0.206,0.757 0.004,0.713-0.005,0.635-0.009,0.535-0.012,3.702-0.377,-2.026 0.195,-0.195 0.026,-0.163 0.014,-0.132 0.000,-3.560 0.270,-0.436-0.034,-0.247-0.047,-0.109-0.052,2.639-0.180,-0.158-0.001,-2.223 0.099,0.499-0.042,0.747-0.052,0.849-0.054,3.278-0.148,-2.151 0.076,0.098 0.009,-0.728 0.047,0.140 0.006,0.147 0.002,0.141 0.001,0.128-0.001,1.531-0.052,-0.067 0.036,-2.403 0.253,0.284 0.032,0.471-0.006,0.543-0.029,0.542-0.040,1.375-0.204,-1.713 0.086,0.016-0.058,0.216-0.056,0.331-0.048,0.378-0.042,2.309-0.079,-2.503 0.033,-1.873-0.013,-0.128-0.023,0.290-0.015,0.520-0.009,0.617-0.005,2.984 0.011,-0.715-0.002,-1.528-0.007,-0.033 0.001,-0.475-0.001,0.198 0.001,0.260 0.002,0.287 0.002,-0.105 0.074,-0.058 0.057,0.242 0.020,0.267 0.000,0.262-0.013,0.234-0.018,1.496-0.093,-0.913 0.059,-0.052 0.023,-0.809 0.084,-0.269 0.026,-0.261 0.018,-0.237 0.007,-0.206 0.004,0.259-0.031,0.183-0.023,0.260-0.026,0.294-0.029,0.297-0.028,0.280-0.024,0.520-0.014,0.125 0.020,-0.195 0.061,0.119 0.005,0.073-0.009,0.038-0.015,0.011-0.020,0.039-0.018,0.097-0.020,0.108-0.020,0.108-0.014,0.097-0.014,0.085-0.009,0.070-0.007,0.054-0.005,0.041-0.003,0.028-0.002,0.020-0.001,0.012 0.000,0.030 0.003,-1.082-0.016</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755.000 865.000,'0.030'0.000,"0.048"0.000,0.105 0.000,0.120 0.000,0.127 0.000,0.121 0.000,0.110 0.000,-0.044 0.000,0.270 0.000,0.160 0.000,0.154 0.000,0.143 0.000,0.123 0.000,0.852 0.000,0.689 0.028,0.230 0.043,0.025 0.048,-0.104 0.048,-0.177 0.043,-0.203 0.037,0.279 0.114,1.048 0.155,3.208 0.373,1.095 0.059,0.634-0.026,0.290-0.080,0.045-0.109,-2.574-0.263,0.017-0.065,2.278 0.018,0.058-0.100,0.005-0.087,-0.033-0.072,-0.054-0.059,-2.194-0.052,0.059-0.021,2.468-0.022,-0.545-0.022,-0.747-0.014,-0.827-0.007,-0.823-0.003,-0.764 0.001,-0.325 0.012,1.080 0.001,5.893 0.016,1.009 0.040,0.199 0.043,-0.308 0.041,-8.235-0.073,4.382 0.038,0.416-0.002,3.929 0.025,-0.381-0.011,-0.788-0.014,-1.003-0.014,-1.075-0.015,-4.343-0.024,-0.337-0.005,2.963-0.010,-0.399-0.031,-0.285-0.032,-0.194-0.031,-0.120-0.029,-2.231 0.024,-0.094-0.002,2.444-0.041,-0.874 0.013,-1.017 0.019,-1.018 0.020,-0.930 0.018,-3.233 0.058,3.712 0.135,0.829 0.093,1.657 0.128,-0.086 0.029,-0.488-0.008,-0.717-0.030,-0.815-0.045,-0.824-0.050,4.707 0.303</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301.000 779.000,'0.074'0.000,"0.115"0.000,0.317-0.025,0.425-0.038,0.459-0.044,0.451-0.046,0.410-0.041,0.354-0.038,-0.976 0.063,0.061-0.044,1.195-0.238,-0.110-0.043,-0.216-0.007,-0.268 0.019,-0.281 0.032,-0.167 0.034,-0.162 0.049,-0.112 0.050,-0.069 0.044,-0.038 0.038,-0.016 0.032,-0.000 0.024,0.074 0.020,0.036 0.009,-0.020 0.005,-0.050 0.002,-0.070-0.001,-0.074-0.003,-0.563 0.063,-0.014 0.004,0.417-0.032,-0.066 0.018,-0.079 0.017,-0.080 0.017,-0.077 0.016,1.975 0.007</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1002.000 836.000,'0.011'0.011,"0.017"0.017,0.021 0.021,0.019 0.019,0.018 0.018,0.016 0.016,0.014 0.014,0.017 0.031,0.062 0.084,0.305 0.353,0.203 0.204,0.191 0.175,0.173 0.144,0.147 0.114,-0.069-0.088,0.080 0.068,0.427 0.339,0.267 0.142,0.278 0.138,0.269 0.122,0.244 0.108,0.214 0.090,0.103 0.007,0.025-0.048,-0.031-0.079,-0.063-0.098,-0.083-0.103,-0.090-0.099,0.515 0.068,0.136-0.093,-0.224-0.221,-0.348-0.242,-0.398-0.232,-0.398-0.209,-1.656-0.646,1.743 0.364,0.135-0.127,0.103-0.143,-0.015-0.154,-0.058-0.145,-0.084-0.130,-0.095-0.114,-1.679 0.230,0.949-0.286,0.048-0.163,0.866-0.609,-0.001-0.213,-0.058-0.121,-0.092-0.052,-0.110-0.002,-0.351 0.221,-0.069 0.031,0.585-0.467,0.056-0.036,0.078-0.043,0.085-0.042,0.082-0.037,-1.580 1.199,1.568-0.995,0.053 0.110,-0.006 0.143,-0.047 0.152,-0.068 0.148,-0.003 0.179,0.052 0.138,-0.233 0.202,-0.270 0.177,-0.266 0.146,-0.243 0.113,-0.614 0.108,0.498 0.013,-0.011 0.038,0.116 0.068,-0.057 0.078,-0.069 0.078,-0.068 0.071,-1.020-0.211,1.147 0.393,0.017 0.083,-0.063 0.028,-0.113-0.008,-0.137-0.034,-0.142-0.045,-0.183-0.056,0.047 0.072,0.307 0.231,0.163 0.134,0.168 0.123,0.159 0.110,0.142 0.092,-0.543-0.399,0.090 0.015,1.342 0.608,0.117-0.140,0.006-0.195,-0.065-0.211,-0.102-0.204,-1.199-0.348,0.694 0.025,-0.133-0.141,-0.153-0.127,-0.154-0.110,-0.145-0.093,-0.131-0.073,-0.796 0.101,1.010-0.252,0.084-0.031,0.064 0.009,0.047 0.033,0.032 0.047,0.019 0.053,0.072 0.066,0.118 0.040,0.305 0.024,-0.194 0.038,-0.275 0.032,-0.305 0.023,-0.999 0.017,0.782 0.004,-0.168 0.009,-0.167 0.005,-0.154 0.003,-0.136 0.000,-0.101 0.001,-0.130-0.002,-0.109-0.003,-0.085-0.001,-0.066-0.002,-0.045-0.002,0.175-0.002</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974.000 1234.000,'0.000'-0.017,"0.000"-0.027,0.000-0.028,0.000-0.030,0.000-0.026,0.074 0.005,0.115 0.007,0.133 0.012,0.136 0.016,0.126 0.017,-0.193 0.033,0.048 0.007,0.471 0.004,0.104 0.034,0.065 0.033,0.034 0.030,0.013 0.028,-0.002 0.022,-0.901-0.094,1.223 0.250,0.453 0.194,0.347 0.176,0.297 0.159,0.241 0.134,-0.137-0.007,-0.136-0.012,-0.208-0.044,-0.239-0.061,-0.243-0.068,-0.226-0.067,-0.199-0.061,0.657 0.152,1.685 0.442,0.753 0.071,0.431-0.049,0.195-0.123,0.026-0.160,-2.095-0.483,-0.016-0.132,2.097-0.220,0.012-0.427,-0.033-0.381,-0.059-0.328,-0.070-0.265,-0.930 0.114,1.706-0.564,0.231-0.013,0.177 0.072,0.129 0.121,0.088 0.137,-0.750 0.282,-0.443 0.197,-0.436 0.167,-0.776 0.197,-0.765 0.168,-0.697 0.139,-1.231 0.149,-0.130 0.031,-0.105 0.026,0.422 0.036,-0.256 0.065,-0.223 0.055,-0.187 0.041,-0.149 0.032,0.077 0.155,0.258 0.205,0.450 0.277,0.516 0.292,0.528 0.284,0.501 0.260,0.452 0.229,-1.903-1.039,2.741 1.443,-0.063-0.072,-0.292-0.192,-0.412-0.252,-0.457-0.270,-0.448-0.262,-0.111-0.194,-0.069-0.161,-0.090-0.152,-0.096-0.136,-0.094-0.114,-0.909-0.227,-0.047-0.037,0.866 0.053,-0.090-0.091,-0.087-0.069,-0.075-0.051,-0.064-0.035,-1.415-0.010,1.438-0.015,-0.067-0.012,-0.117-0.006,-0.138 0.001,-0.139 0.002,-1.059 0.023,0.546-0.009,0.542-0.005,0.019 0.004,-0.043 0.003,-0.079 0.003,-0.100 0.002,-0.106 0.003,-0.803 0.003,0.755-0.002,-0.111 0.002,-0.123 0.001,-0.123 0.000,-0.113 0.001,-0.100 0.000,-0.085-0.001,-0.067 0.001,-0.012 0.000,0.002 0.000,0.024 0.000,0.032-0.001,-0.235 0.000,0.240 0.001,0.054-0.001,0.196 0.022,0.012 0.034,-0.021 0.038,-0.037 0.037,-0.083-0.008,-0.014-0.003,-0.008-0.010,-0.003-0.015,0.000-0.016,0.004-0.016,0.002-0.014,1.255 0.009</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409.000 392.000,'-0.017'0.000,"-0.025"0.000,-0.028 0.000,-0.029 0.000,-0.027 0.000,-0.021 0.000,-0.019 0.000,-0.013 0.000,-0.011 0.000,-0.007 0.000,-0.061 0.000,-0.080 0.000,-0.090 0.000,-0.086 0.000,-0.078 0.000,-0.127 0.000,0.034 0.000,-0.151 0.000,-0.768 0.037,-0.217 0.061,-0.130 0.071,-0.066 0.074,-0.018 0.073,1.102-0.161,-1.176 0.229,-0.190 0.059,-0.956 0.173,-0.344 0.024,-0.292-0.002,-0.240-0.019,-0.189-0.028,3.441-0.472,-3.858 0.490,-0.196 0.018,0.004 0.001,0.136-0.007,0.212-0.014,0.247-0.015,1.635-0.192,-0.488 0.125,-0.039 0.059,-1.787 0.437,0.327 0.017,0.458-0.039,0.497-0.068,1.046-0.225,-0.017 0.035,-0.520 0.162,-0.064 0.021,-0.055 0.010,-0.048-0.002,-0.038-0.007,-0.031-0.010,2.715-0.718,-2.901 0.778,-0.052 0.053,0.030 0.044,0.085 0.036,0.114 0.026,0.128 0.021,-0.314 0.195,0.361-0.051,0.378-0.074,0.355-0.078,0.309-0.076,0.252-0.067,1.640-0.820,-0.843 0.490,0.064 0.016,-0.295 0.300,0.139 0.028,0.139 0.018,0.128 0.010,0.113 0.002,-0.060 0.297,0.066 0.012,0.074-0.093,0.074-0.148,0.067-0.172,0.057-0.170,-0.618 0.760,-0.267 0.338,-0.118 0.161,0.020-0.005,0.110-0.113,0.161-0.178,0.360-0.358,0.021 0.108,0.174-0.145,0.156-0.149,0.133-0.145,0.110-0.131,0.088-0.113,0.189-0.459,-0.117 0.695,0.054 0.114,0.030 0.110,0.014 0.094,0.004 0.080,0.107-1.163,-0.097 1.468,-0.001 0.193,-0.002 0.092,-0.002 0.024,-0.003-0.024,-0.004-0.050,-0.002-0.063,0.130-0.446,0.145 0.397,0.094-0.198,0.056-0.230,0.025-0.230,0.007-0.210,-0.098-0.482,0.350 0.306,0.165-0.045,0.141-0.027,0.113-0.013,0.088-0.003,0.000-0.062,0.071-0.014,0.066-0.017,0.056-0.015,0.048-0.014,0.039-0.011,0.030-0.010,-1.093-0.469,1.491 0.519,0.251 0.032,0.160 0.015,0.093 0.004,0.039-0.003,0.176 0.039,0.085 0.016,0.086 0.018,0.077 0.019,0.068 0.017,0.057 0.017,0.045 0.012,-2.319-0.655,3.372 0.919,0.791 0.152,0.632 0.092,0.486 0.046,0.356 0.015,0.247-0.009,0.264-0.065,0.009-0.094,-0.298-0.132,-0.480-0.152,-0.563-0.151,-0.581-0.142,-0.992-0.160,-0.199-0.056,1.058 0.059,0.096-0.051,0.171-0.036,0.205-0.024,0.208-0.012,-1.137-0.061,1.433 0.114,-0.351-0.033,-0.500-0.054,-0.550-0.061,-0.532-0.062,-2.321-0.143,1.998 0.023,0.058-0.081,0.417-0.123,-0.029-0.126,-0.063-0.118,-0.084-0.106,-2.242 0.259,1.516-0.250,-0.002-0.014,0.447-0.091,-0.029-0.017,-0.046-0.013,-0.054-0.010,-0.055-0.006,-0.999 0.196,0.126 0.002,2.068-0.310,0.048 0.001,-0.122 0.009,-0.217 0.014,-0.262 0.017,-0.851 0.098,0.874-0.242,-0.194-0.027,-0.276 0.003,-0.305 0.021,-0.299 0.031,-0.075-0.058,-0.170-0.036,-0.113-0.047,-0.067-0.049,-0.035-0.047,-0.011-0.041,-1.936 0.864,1.900-0.946,0.046-0.079,-0.102 0.004,-0.194 0.059,-0.241 0.094,-0.258 0.109,-0.928 0.527,0.989-0.881,-0.066-0.130,-0.129-0.029,-0.162 0.035,-0.172 0.077,-0.167 0.098,-0.263 0.274,-0.078 0.039,0.107-0.304,-0.045-0.057,-0.018-0.073,-0.001-0.079,0.011-0.077,-0.114 0.283,0.075-0.110,0.187-0.526,0.011-0.267,-0.022-0.258,-0.044-0.236,-0.052-0.204,-0.301 1.042,0.147-1.159,-0.120 0.057,-0.119 0.124,-0.113 0.159,-0.098 0.169,-0.084 0.167,-0.027 1.371,-0.096-1.195,-0.112 0.048,-0.116 0.048,-0.109 0.044,-0.099 0.040,-0.084 0.033,-0.253-0.171,-0.112 0.080,-0.041 0.145,0.006 0.177,0.036 0.186,0.054 0.174,0.061 0.159,-0.381-0.341,-0.168-0.056,-0.068 0.066,0.000 0.133,0.041 0.165,0.317 0.415,-0.283-0.030,-1.180-0.424,-0.248 0.029,-0.073 0.068,0.042 0.084,0.111 0.090,0.382 0.112,-0.841-0.280,-0.443-0.104,-0.412-0.076,-0.367-0.052,-0.310-0.031,-0.256-0.019,2.779 0.811,-3.818-0.857,-0.098 0.129,0.157 0.169,0.311 0.183,0.383 0.179,0.405 0.163,0.386 0.140,1.847 0.218,-1.823-0.154,0.225 0.051,0.271 0.045,0.278 0.040,0.263 0.033,1.545 0.125,-0.950-0.048,0.213 0.038,0.206 0.034,0.185 0.031,0.160 0.025,0.132 0.021,1.536 0.029,-1.670-0.010,-0.082 0.010,-0.010 0.008,0.035 0.004,0.064 0.004,0.079 0.002,-0.304 0.074,0.408 0.009,-0.412 0.068,0.025 0.046,0.062 0.046,0.083 0.038,0.089 0.032,0.008 0.003,0.056-0.005,0.119-0.011,0.158-0.018,0.169-0.019,0.169-0.020,0.779-0.138,-0.575 0.131,0.038 0.000,-0.125 0.033,0.137-0.030,0.150-0.036,0.151-0.038,0.138-0.038,0.099-0.028,0.124-0.032,0.103-0.027,0.079-0.021,0.061-0.015,0.041-0.011,0.028-0.007,-0.139-0.066</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301.000 499.000,'0.000'0.006,"0.000"0.008,0.000 0.010,0.000 0.009,0.000 0.009,0.000 0.007,0.000 0.007,0.000 0.004,0.000 0.003,0.000 0.003,0.000 0.002,0.000 0.000,0.000 0.001,0.000-0.001,0.000 0.001,0.000 0.015,0.000 0.041,0.000 0.193,0.000 0.222,0.000 0.236,0.000 0.227,0.000-0.554,0.000 0.731,0.000 0.215,-0.011 0.479,-0.016 0.172,-0.022 0.112,-0.020 0.063,-0.020 0.029,-0.019 0.002,-0.109 0.267,-0.039-0.254,-0.001-0.331,0.021-0.353,0.033-0.333,0.102-0.624,-0.044 0.355,0.036-0.112,0.033-0.071,0.025-0.040,0.021-0.016,0.015-0.003,0.036-0.301,0.099 0.433,0.074 0.190,0.062 0.188,0.052 0.174,0.039 0.154,-0.190-0.873,0.363 1.468,0.067 0.234,-0.018-0.069,-0.056-0.196,-0.076-0.262,-0.082-0.280,-0.130-0.502,0.010 0.083,-0.040-0.248,-0.025-0.229,-0.012-0.200,-0.005-0.164,-0.045-0.107,0.079 0.052,0.080 0.009,0.094 0.022,0.098 0.028,0.089 0.030,0.079 0.029,0.290 0.152,0.218 0.094,0.146 0.042,0.086 0.006,0.044-0.019,-0.003-0.060,-0.100-0.077,-0.078-0.051,-0.089-0.043,-0.092-0.036,-0.086-0.029,-0.076-0.021,-0.706-0.286,0.384 0.129,0.041-0.018,0.655 0.086,0.116-0.059,0.073-0.056,0.041-0.047,0.016-0.037,0.002-0.029,-0.009-0.022,-0.014-0.014,-0.016-0.010,-0.016-0.005,0.092 0.001,0.378 0.000,0.819-0.002,0.073 0.000,-0.101 0.002,-0.207 0.001,-0.257 0.002,-0.887-0.023,0.986-0.208,0.154-0.243,0.147-0.264,0.131-0.259,0.112-0.237,0.092-0.207,-1.109 0.456,0.710-0.508,0.082-0.149,1.048-0.820,-0.007-0.124,-0.084-0.044,-0.121 0.013,-0.136 0.042,-2.728 2.091,3.170-2.434,0.109-0.114,-0.134 0.059,-0.274 0.162,-0.338 0.216,-0.584 0.330,1.031-1.167,-0.199-0.040,-0.335 0.129,-0.388 0.221,-0.690 0.665,-0.195 0.153,0.087-0.200,-0.263 0.289,-0.234 0.281,-0.194 0.253,-0.154 0.214,-0.666 0.928,0.632-0.977,-0.066-0.025,-0.095 0.003,-0.101 0.019,-0.099 0.027,-0.087 0.032,-0.076 0.013,-0.024-0.040,-0.035 0.047,-0.041 0.103,-0.042 0.134,-0.040 0.143,-0.056 0.274,0.003 0.123,0.062-0.005,-0.036 0.168,-0.046 0.137,-0.048 0.108,-0.044 0.082,-0.042 0.057,-0.033 0.040,-0.027 0.023,-0.022 0.012,-0.014 0.004,-0.012 0.000,-0.006-0.009,-0.004-0.010,-0.002-0.012,0.000-0.011,0.001-0.011,0.001-0.008,0.002-0.007,0.001-0.007,-0.003-0.352</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380.000 756.000,'0.000'0.006,"0.000"0.009,0.000 0.009,0.000 0.011,0.000 0.008,0.000 0.008,0.000 0.005,0.000 0.005,0.000 0.003,0.000 0.003,0.000 0.000,0.000 0.001,0.000 0.001,0.000 0.000,0.000-0.001,0.054 0.028,0.093 0.089,0.300 0.329,0.166 0.181,0.117 0.138,0.078 0.098,0.047 0.066,-0.368-0.430,0.264 0.312,-0.053-0.047,-0.080-0.073,-0.093-0.088,-0.095-0.090,-0.090-0.086,-0.271-0.390,-0.001-0.002,0.298 0.432,-0.002-0.027,-0.003-0.032,-0.004-0.031,-0.005-0.029,-0.005-0.024,-0.135-0.161,0.034 0.030,0.361 0.338,0.129 0.086,0.101 0.058,0.077 0.036,0.044 0.050,0.071 0.074,0.014 0.026,-0.022-0.010,-0.047-0.029,-0.059-0.041,-0.061-0.047,-0.171-0.199,0.111 0.041,-0.086-0.118,-0.094-0.113,-0.094-0.103,-0.085-0.089,-0.075-0.073,-0.077-0.058,-0.081-0.044,-0.075-0.032,-0.064-0.022,-0.051-0.012,-0.042-0.007,-0.029-0.002,-0.023 0.001,-0.014 0.002,-0.009 0.005,-0.004 0.003,-0.067 0.004,-1.101-0.007</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379.000 744.000,'0.000'0.010,"0.000"0.015,0.000 0.017,0.000 0.018,0.000 0.014,0.000 0.014,0.000 0.010,0.000 0.008,0.000 0.006,0.000 0.005,0.000 0.001,0.000 0.003,0.000 0.000,0.000 0.001,0.000-0.001,0.000-0.001,0.000 0.000,0.032 0.051,0.049 0.083,0.056 0.097,0.057 0.095,0.051 0.088,-0.079-0.186,0.847 1.788,0.403 0.927,0.271 0.677,0.164 0.467,0.086 0.298,0.031 0.169,-0.065-0.114,-0.215-0.520,-0.252-0.628,-0.249-0.641,-0.228-0.588,-0.192-0.505,-0.195-0.488,-0.139-0.356,-0.116-0.290,-0.089-0.224,-0.068-0.166,-0.046-0.114,-0.032-0.076,-0.018-0.043,-0.010-0.020,-0.002-0.005,0.001 0.006,-0.011 0.046,0.022 0.004,0.173-0.084,0.138-0.085,0.138-0.099,0.124-0.101,0.107-0.093,-0.589 0.399,0.926-0.771,0.153-0.195,0.043-0.095,-0.030-0.023,-0.073 0.023,-0.097 0.053,0.154-0.298,0.080-0.206,0.029-0.132,-0.006-0.075,-0.029-0.033,-0.040-0.004,-0.047 0.016,-0.044 0.027,0.237-0.100,0.108 0.050,0.015 0.139,-0.043 0.188,-0.080 0.205,-0.080 0.229,-0.124 0.218,-0.180 0.218,-0.184 0.191,-0.175 0.157,-0.155 0.125,-0.130 0.095,-0.105 0.068,-0.080 0.047,-0.059 0.028,-0.042 0.017,-0.026 0.005,-0.011-0.023,0.040-0.001,0.161 0.032,0.055 0.016,0.027 0.020,0.006 0.019,-0.006 0.019,-0.272-0.110,0.087 0.039,0.122 0.054,0.040 0.014,0.348 0.121,0.054-0.008,0.016-0.026,-0.009-0.033,-0.461-0.110,0.409 0.177,-0.039 0.022,-0.034 0.004,-0.031-0.008,-0.025-0.013,-0.019-0.016,-0.188-0.097,0.001-0.016,0.167 0.054,0.020 0.013,0.019 0.024,0.014 0.028,0.014 0.028,0.014 0.011,0.015-0.002,0.014-0.011,0.013-0.015,0.010-0.017,0.010-0.016,-0.112-0.063,0.160 0.015,-0.042-0.035,-0.062-0.035,-0.071-0.030,-0.070-0.025,-0.083-0.033,-0.078-0.037,-0.073-0.034,-0.063-0.030,-0.051-0.027,-0.042-0.022,-0.045 0.054,0.005-0.258,-0.018-0.094,-0.013-0.055,-0.007-0.023,-0.005-0.003,0.000 0.011,0.014 0.394,-0.074-2.628</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309.000 680.000,'-0.006'0.000,"-0.161"0.000,-0.114 0.000,-0.165 0.000,-0.112 0.000,-0.090 0.000,-0.068 0.000,-0.050 0.000,0.289 0.000,-0.340 0.000,0.028 0.000,0.057 0.000,0.072 0.000,0.400 0.000,-0.214 0.000,-0.032 0.000,-0.273 0.015,-0.023 0.022,0.001 0.028,0.014 0.027,0.024 0.024,0.446-0.068,-0.486 0.097,-0.440 0.142,-0.170 0.107,-0.117 0.101,-0.072 0.090,-0.039 0.076,-0.014 0.061,1.323-0.576,-1.459 0.752,0.029 0.108,0.091 0.081,0.123 0.057,0.134 0.037,0.130 0.023,0.262 0.128,0.146 0.130,0.143 0.046,0.131-0.012,0.115-0.051,0.098-0.074,0.135-0.307,-0.008 0.141,-0.208 1.344,0.011 0.307,0.028 0.187,0.037 0.099,0.037 0.034,0.062-0.115,0.038 0.141,0.059-0.183,0.054-0.217,0.045-0.218,0.035-0.202,0.053-0.939,0.040-0.092,0.138 0.557,0.110-0.170,0.097-0.148,0.077-0.125,0.061-0.099,-0.412-1.114,0.530 0.993,0.120 0.048,0.085 0.036,0.057 0.023,0.033 0.014,0.016 0.008,-0.738-1.080,0.834 1.144,-0.035-0.112,-0.072-0.158,-0.090-0.174,-0.095-0.173,-0.091-0.159,-0.522-0.535,0.740 0.407,0.205-0.078,0.203-0.045,0.184-0.022,0.157-0.004,0.128 0.005,0.473 0.102,0.487 0.120,0.509 0.129,0.476 0.128,0.416 0.114,0.343 0.095,0.269 0.076,-0.590-0.176,-0.159-0.093,-0.225-0.122,-0.251-0.132,-0.254-0.128,-1.181-0.208,1.251 0.118,0.028-0.047,-0.025-0.043,-0.057-0.038,-0.077-0.035,-0.084-0.026,0.363 0.016,-0.090 0.000,-0.085 0.006,-0.076 0.012,-0.066 0.014,-0.051 0.013,-2.459-0.227,3.417 0.304,0.776 0.043,1.310 0.076,-0.003-0.035,-0.316-0.058,-0.486-0.066,-0.758-0.072,-0.743-0.061,-0.728-0.053,-0.663-0.044,-0.567-0.035,-0.466-0.026,-0.245-0.046,-0.088-0.053,0.017-0.054,0.083-0.052,0.116-0.043,0.129-0.038,-0.055 0.056,0.460-0.044,0.101-0.012,0.009-0.014,-0.055-0.014,-0.092-0.011,-0.112-0.010,-1.319 0.236,1.489-0.374,-0.052-0.063,-0.081-0.038,-0.095-0.022,-0.094-0.008,-0.087 0.000,-0.080-0.060,0.008-0.089,0.003-0.078,-0.001-0.063,-0.002-0.052,-0.004-0.039,-0.118 0.070,-0.030 0.027,0.030 0.003,0.023 0.018,0.038 0.014,0.043 0.012,0.045 0.007,-1.077 0.625,0.735-0.391,0.068-0.026,0.890-0.498,-0.091-0.008,-0.197 0.029,-0.243 0.050,-0.258 0.060,-0.243 0.060,-0.121-0.283,-0.175-0.235,-0.165-0.210,-0.144-0.178,-0.121-0.142,-0.158 1.192,0.110-1.227,-0.021-0.113,-0.025-0.035,-0.026 0.016,-0.027 0.051,-0.023 0.069,-0.064 1.575,0.041-1.604,-0.019 0.143,-0.015 0.170,-0.011 0.173,-0.008 0.162,-0.005 0.145,0.001 0.991,-0.006-0.956,-0.001 0.117,-0.000 0.120,0.000 0.112,0.001 0.100,0.002 0.081,-0.061-0.098,-0.095-0.119,-0.110-0.097,-0.112-0.075,-0.105-0.057,-0.093-0.040,-0.035 0.128,-0.399-0.447,-0.132-0.065,-0.071-0.013,-0.027 0.020,0.002 0.038,-0.033-0.001,0.063 0.111,0.071 0.116,0.071 0.109,0.064 0.094,0.054 0.078,0.309 0.302,-0.795-0.816,-0.185-0.126,-0.080 0.011,-0.010 0.093,0.039 0.141,0.064 0.156,-0.332 0.023,-0.379 0.050,-0.439 0.013,-0.434-0.008,-0.393-0.022,-0.335-0.028,1.722 0.571,-1.870-0.396,0.276 0.168,0.438 0.176,0.496 0.168,2.344 0.422,-1.976-0.226,0.084 0.094,0.123 0.077,0.140 0.060,0.140 0.044,0.131 0.033,0.117 0.021,0.669 0.025,-0.715 0.098,-0.021 0.048,-0.004 0.032,0.009 0.016,0.017 0.006,0.020-0.001,1.414-0.187,-1.561 0.266,-0.023 0.028,0.019 0.003,0.043-0.010,0.058-0.020,0.061-0.023,0.392-0.060,0.021 0.013,-0.404 0.087,0.175-0.033,0.204-0.047,0.202-0.052,0.969-0.168,-0.526 0.069,0.015-0.019,-0.323 0.007,0.117-0.034,0.134-0.024,0.132-0.018,0.122-0.014,-0.510-0.079</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383.000 757.000,'0.012'0.000,"0.020"0.000,0.022 0.000,0.022 0.000,0.021 0.000,0.019 0.000,-0.033 0.018,-0.002 0.031,0.112 0.163,0.122 0.173,0.139 0.180,0.143 0.173,0.133 0.154,0.117 0.131,-0.067-0.081,0.130 0.161,0.548 0.688,0.105 0.163,0.036 0.079,-0.009 0.023,-1.303-1.682,0.722 0.980,0.003 0.038,0.296 0.468,-0.089-0.074,-0.115-0.121,-0.128-0.144,-0.124-0.150,-0.117-0.146,0.310 0.268,0.132-0.031,0.082-0.093,0.046-0.123,0.019-0.130,-0.174-0.234,-0.121-0.161,-0.140-0.156,-0.143-0.142,-0.135-0.122,-0.119-0.100,-0.101-0.089,-0.083-0.076,-0.066-0.062,-0.050-0.049,-0.034-0.035,-0.024-0.025,-0.014-0.017,-0.052 0.079,0.073-0.070,0.026-0.035,0.210-0.241,0.092-0.101,0.079-0.082,0.066-0.063,0.364-0.397,0.236-0.286,0.075-0.078,0.062-0.043,0.016 0.017,-0.013 0.055,-0.034 0.077,0.004 0.061,-0.131 0.200,-0.144 0.210,-0.140 0.198,-0.126 0.176,-0.109 0.147,-0.088 0.119,-0.069 0.091,-0.051 0.066,-0.036 0.045,-0.024 0.031,-0.013 0.015,-0.055 0.027,0.131 0.064,0.316 0.120,0.503 0.160,0.189 0.030,0.102-0.012,0.036-0.040,-0.007-0.053,-0.211-0.105,0.614-0.027,0.138-0.108,0.091-0.106,0.052-0.099,0.027-0.084,-0.050-0.062,-0.070-0.045,-0.086-0.032,-0.088-0.019,-0.084-0.011,-0.074-0.005,-0.796 0.137,0.703-0.199,-0.206 0.020,-0.249 0.046,-0.255 0.059,-0.238 0.061,-0.207 0.058,-0.173 0.051,-0.135 0.043,-0.103 0.034,-0.072 0.026,-0.050 0.019,-0.037 0.009,-0.029 0.002,-0.019-0.003,-0.012-0.004,-0.006-0.008,-0.003-0.005,0.002-0.007,0.001-0.005,0.003-0.004,0.003-0.003,0.002-0.002,0.003-0.002,0.002-0.001,0.002 0.000,0.001-0.001,-0.000 0.000,0.001 0.001,0.001-0.001,-0.001 0.001,0.001 0.000,-0.001 0.000,0.001 0.000,0.000-0.109</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363.000 766.000,'0.022'0.000,"0.034"0.000,0.038 0.000,0.036 0.000,0.034 0.000,0.026 0.000,0.023 0.000,0.016 0.000,0.053 0.000,0.084 0.000,0.090 0.000,0.087 0.000,0.078 0.000,0.066 0.000,-0.488-0.009,2.350-0.222,0.978-0.107,0.510-0.048,0.168-0.004,-0.067 0.022,-1.175 0.155,3.704-0.073,0.931 0.088,0.351 0.092,-0.044 0.087,-0.295 0.078,-0.434 0.068,-0.490 0.054,0.487 0.039,0.249-0.003,0.408-0.021,0.469-0.029,0.468-0.033,-3.683-0.069,0.391-0.009,4.773-0.000,0.638-0.040,0.282-0.039,0.034-0.035,-0.129-0.031,-0.223-0.026,-8.523 0.083,6.126-0.139,1.156-0.056,9.930-0.288,0.498-0.028,-0.821 0.027,-1.567 0.059,-1.901 0.075,-1.948 0.078,-1.818 0.073,-1.585 0.064,-1.311 0.054,-1.034 0.043,0.181 0.082,1.499 0.046,2.739 0.049,0.553 0.020,0.030 0.005,-0.319-0.005,-0.533-0.011,-4.507-0.046,-0.199-0.007,5.607 0.028,-0.610-0.022,-0.689-0.019,-0.680-0.016,-0.614-0.012,-0.549-0.011,-0.962 0.006,-0.560 0.012,-0.701 0.018,-0.746 0.019,-0.732 0.020,-0.672 0.018,4.591 0.436,2.362 0.252,1.152 0.121,0.303 0.031,-0.255-0.028,-0.586-0.064,-3.033-0.234,0.256-0.033,1.587 0.018,-0.290-0.084,-0.484-0.088,-0.585-0.086,-0.617-0.079,-2.680-0.103,-0.177-0.037,3.163-0.009,0.207-0.051,0.257-0.035,0.272-0.027,0.260-0.016,-0.077-0.010,-0.766-0.004,-0.427-0.001,-0.473 0.002,-0.467 0.002,-0.434 0.003,0.151 0.003,-0.999 0.004,-0.507 0.003,-0.538 0.003,-0.523 0.002,-0.479 0.002,-0.421 0.001,-0.196 0.001,-0.614 0.001,-0.589 0.000,-0.533 0.001,-0.456 0.000,-0.373 0.000,-2.023-0.001,3.459 0.001,0.600 0.000,0.249 0.000,0.013-0.001,-0.135 0.001,-0.215-0.001,-0.373-0.011,-0.125-0.019,-0.233-0.021,-0.286-0.021,-0.301-0.022,-0.291-0.018,-1.748 0.065,0.532-0.024,-0.016 0.002,1.108-0.041,-0.252 0.014,-0.311 0.018,-0.323 0.016,-0.307 0.016,-0.171 0.013,0.009 0.011,0.085 0.008,0.126 0.007,0.144 0.004,0.146 0.003,0.465 0.002,0.129 0.001,0.210 0.001,0.147-0.001,0.094 0.001,0.054-0.001,0.022-0.001,-1.085-0.000,1.440-0.016,-0.128-0.025,-0.199-0.029,-0.227-0.028,-0.225-0.026,-1.586 0.074,1.144-0.072,0.017-0.036,0.699-0.077,-0.018-0.000,-0.049 0.018,-0.066 0.029,-0.070 0.032,-1.174 0.077,0.757-0.021,-0.244 0.025,-0.284 0.021,-0.291 0.018,-0.277 0.012,-0.274 0.012,-0.160 0.006,-0.052 0.006,-0.167 0.004,-0.130 0.002,-0.098 0.001,-0.068-0.001,0.110 0.018</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1006.000 826.000,'0.007'0.007,"0.011"0.011,0.011 0.011,0.013 0.013,0.011 0.011,0.009 0.009,0.007 0.007,0.006 0.006,0.004 0.004,0.004 0.004,0.001 0.001,0.001 0.001,0.014 0.014,0.029 0.029,0.034 0.034,0.035 0.035,0.031 0.031,0.029 0.029,-0.200-0.197,0.262 0.266,0.095 0.094,0.327 0.339,0.132 0.150,0.095 0.118,0.063 0.089,0.041 0.064,-0.212-0.152,-0.063 0.053,0.209 0.493,-0.078 0.024,-0.061-0.017,-0.049-0.039,-0.249-0.518,0.035 0.031,0.405 0.590,0.029-0.080,-0.002-0.132,-0.022-0.151,-0.031-0.152,-0.622-0.726,0.498 0.497,-0.045-0.088,-0.063-0.091,-0.069-0.086,-0.070-0.077,-0.064-0.066,-0.435-0.394,0.463 0.335,-0.037-0.068,-0.053-0.060,-0.057-0.047,-0.058-0.037,-0.051-0.029,0.177 0.038,0.105 0.010,0.044-0.011,0.001-0.024,-0.026-0.031,-0.041-0.031,-0.047-0.033,-0.320-0.070,0.361 0.034,-0.004-0.024,-0.014-0.020,-0.022-0.014,-0.024-0.011,-0.035 0.031,-0.007 0.053,-0.015 0.022,0.014 0.009,0.016-0.003,0.020-0.009,0.020-0.013,-0.407-0.074,0.715 0.152,0.170 0.041,0.109 0.021,0.062 0.010,0.026-0.001,0.003-0.005,-0.352-0.104,0.157-0.010,1.100 0.011,0.283-0.103,0.167-0.112,0.080-0.109,0.020-0.102,0.111-0.190,-0.236-0.097,-0.132-0.102,-0.177-0.078,-0.197-0.057,-0.196-0.038,-0.183-0.025,-0.261 0.107,0.259-0.172,-0.042 0.012,-0.045 0.025,-0.045 0.033,-0.041 0.036,-0.037 0.034,-1.134 0.636,0.650-0.337,0.038-0.003,0.702-0.307,0.049 0.028,0.010 0.044,-0.016 0.051,-0.035 0.053,-1.347 0.507,0.991-0.378,0.378-0.104,-0.101 0.113,-0.098 0.131,-0.086 0.127,-0.075 0.117,-0.252 0.170,0.645 0.245,0.231 0.165,0.192 0.114,0.156 0.072,0.117 0.040,-1.025-0.287,1.221 0.304,0.070-0.029,-0.012-0.059,-0.063-0.072,-0.090-0.074,-0.099-0.070,0.180-0.023,0.189-0.024,0.077-0.039,0.002-0.047,-0.050-0.049,-0.080-0.047,-0.852-0.079,0.210-0.015,2.190 0.012,0.353-0.032,0.151-0.025,0.013-0.017,-0.073-0.012,-0.833-0.052,0.968-0.081,-0.139-0.056,-0.301-0.043,-0.388-0.032,-0.415-0.022,-0.404-0.014,-0.370-0.009,-0.393 0.018,-0.361 0.030,-0.324 0.039,-0.278 0.039,-0.228 0.040,-0.182 0.034,-0.040 0.027,-0.169 0.029,-0.171 0.023,-0.158 0.017,-0.139 0.010,-0.114 0.009,-0.089 0.003,-0.068 0.003,-0.047-0.001,-0.033 0.000,-0.018-0.001,-0.006-0.002,0.007-0.001,0.011-0.001,0.014-0.002,0.015-0.001,0.013-0.001,-0.079 0.000,0.337 0.017,0.198 0.031,0.597 0.073,0.115 0.019,-0.011 0.001,-0.092-0.011,-0.081-0.013,-0.153-0.022,-0.146-0.022,-0.132-0.019,-0.109-0.018,-0.086-0.013,-0.135-0.012,1.371-0.033</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988.000 479.000,'-0.035'0.000,"-0.055"0.000,-0.061 0.000,-0.061 0.000,-0.055 0.000,-0.048 0.000,-0.039 0.000,-0.288-0.047,-0.672-0.041,-0.470-0.001,-0.391 0.018,-0.311 0.032,-0.238 0.036,-0.377 0.172,-0.383 0.350,-0.429 0.435,-0.429 0.459,-0.396 0.440,-0.347 0.395,-0.363 0.383,-0.447 0.377,-0.148 0.182,-0.064 0.099,-0.005 0.039,0.031 0.000,0.053-0.027,1.288-0.510,0.076 0.106,-0.140 0.299,0.200 0.098,0.225 0.079,0.228 0.061,1.331-0.947,-1.227 1.474,0.186 0.189,-0.466 1.034,0.354 0.058,0.350-0.038,0.319-0.091,0.274-0.117,1.918-3.132,-1.610 2.968,0.146-0.009,0.196-0.127,0.212-0.191,0.207-0.217,0.331-0.321,0.158 0.015,0.020 0.457,0.284-0.389,0.270-0.467,0.241-0.482,0.216 0.015,0.167-0.173,0.098 0.155,0.116 0.834,0.137 0.305,0.119 0.273,0.098 0.228,0.131-0.077,0.171 0.121,0.054-0.538,0.098-0.129,0.080-0.168,0.065-0.186,-0.416-2.064,1.232 2.763,0.217-0.238,0.036-0.415,-0.078-0.495,-0.145-0.506,-0.175-0.472,-0.051-0.398,0.161-0.090,0.244-0.059,0.078-0.226,0.039-0.241,0.009-0.234,-0.011-0.212,-0.015-0.143,0.804 0.148,0.073-0.072,-0.080-0.092,-0.168-0.096,-0.215-0.092,-1.882-0.408,3.140 0.650,2.795 0.538,0.732 0.104,0.073-0.032,-0.344-0.113,-0.576-0.156,-5.106-0.906,3.107 0.240,3.216-0.248,0.514-0.479,-0.492-0.324,-0.354-0.271,-0.552-0.206,-0.659-0.154,-2.127 0.292,-0.337-0.086,-0.333-0.118,-0.321-0.143,1.167-1.316,-0.675-0.338,-0.555-0.238,-0.437-0.157,-1.493 1.981,1.034-1.813,-0.116 0.025,0.152-0.440,-0.314 0.433,-0.317 0.498,-0.292 0.493,-0.893 1.785,0.527-1.333,-0.249 0.214,-0.216 0.117,-0.200 0.087,-0.174 0.065,-0.147 0.044,-0.292 0.127,-0.362-0.180,-1.179-0.942,-0.497-0.184,-0.310-0.068,-0.170 0.006,-0.066 0.054,0.707 0.633,0.080 0.143,0.143 0.175,-0.456-0.130,0.316 0.341,0.308 0.312,0.511 0.316,0.248 0.174,0.224 0.142,0.167 0.112,0.066 0.079,0.019 0.057,-0.012 0.042,0.030-0.030,-0.054-0.066,-0.046-0.090,-0.282-0.190,0.073-0.098,0.115-0.065,0.132-0.039,0.698 0.448,-0.610-0.523,0.112 0.003,0.124 0.041,0.121 0.063,0.109 0.070,0.093 0.069,0.074 0.062,0.062 0.079,0.034 0.027,0.026 0.020,0.017 0.012,0.012 0.007,-0.010 0.134,0.045-0.290,0.042-0.050,0.044-0.004,-0.103 0.308,0.292-0.285,0.250 0.000,0.276 0.019,0.279 0.033,0.643-0.002,0.410 0.057,0.198 0.062,0.214 0.046,0.154 0.042,0.105 0.033,0.066 0.028,-0.407 0.022,0.128 0.011,1.283 0.012,0.183 0.010,0.102 0.006,0.044 0.001,-3.476-0.013,2.002 0.008,-0.001-0.002,0.723 0.003,-0.292-0.002,-0.370-0.002,-0.400-0.002,-0.395-0.001,-0.678-0.020,-0.192-0.031,-0.290-0.010,-0.107-0.011,0.240-0.064,-0.240-0.003,-0.199 0.008,-0.156 0.014,-0.119 0.018,-0.087 0.019,-0.074 0.001,-0.051-0.011,-0.041-0.020,-0.028-0.022,-0.003 0.016,0.016 0.001,0.025 0.008,0.072-0.016,0.080-0.010,0.087-0.014,0.085-0.016,0.126-0.026,0.103-0.017,0.093-0.014,0.081-0.011,3.269-0.826</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1610.000 475.000,'0.000'0.206,"0.000"0.315,0.000 0.353,0.000 0.347,0.000 0.314,0.000-0.699,-0.036 1.496,-0.062 0.764,-0.165 3.416,-0.071 1.466,-0.038 1.094,-0.014 0.778,0.243-5.990,-0.058 3.271,0.081 0.259,0.166 3.936,0.219-0.363,0.195-0.711,0.166-0.867,-0.356-5.893,0.410 3.280,0.115-0.235,0.406 1.997,-0.020-0.588,-0.096-0.618,-0.131-0.581,-0.786-5.537,0.438 3.372,-0.051-0.353,0.013 0.113,-0.070-0.544,-0.066-0.526,-0.058-0.481,-0.049-0.421,-0.036-0.227,-0.049-0.345,-0.064-0.478,-0.055-0.415,-0.044-0.339,-0.033-0.265,-0.024-0.197,-0.017-0.136,-0.010-0.091,-0.006-0.053,-0.002-0.025,0.003-0.018,0.001-0.111,0.002-0.078,0.001-0.148,-0.001-0.367,0.002-0.146,0.001-0.095,0.002-0.053,0.000-0.190,0.002 0.128,0.000 0.170,0.002 0.185,0.000 0.177,0.000 0.157,0.003-0.363</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1616.000 512.000,'0.074'0.000,"0.115"0.000,0.146 0.000,0.192 0.000,0.199 0.000,0.194 0.000,0.175 0.000,0.154 0.000,-0.638-0.012,1.179-0.067,0.236-0.031,0.118-0.014,0.032-0.000,-0.026 0.006,-1.670 0.093,2.790 0.062,0.551 0.256,0.411 0.287,0.290 0.280,0.190 0.256,0.113 0.217,0.108 0.333,-0.155 0.293,0.573 1.029,0.961 1.379,1.109 1.469,1.100 1.392,-2.256-1.726,-0.129 0.056,0.466 0.853,-0.665-0.075,-0.766-0.134,-0.784-0.165,-0.747-0.174,-1.603-2.165,-0.343-0.116,-0.201 2.192,-1.417-0.225,-1.370-0.230,-1.238-0.213,-1.062-0.190,1.103-2.047,-0.383-0.047,-2.918 1.983,-0.600 0.125,-0.295 0.129,-0.079 0.121,0.064 0.110,2.164-1.563,0.171 0.064,-1.933 2.085,0.569-0.246,0.599-0.395,0.566-0.449,0.498-0.446,1.320-1.432,0.223-0.308,-0.307 0.115,0.305-0.542,0.271-0.507,0.230-0.447,1.192-0.838,-0.921-0.077,-0.028-0.409,-0.567-0.603,0.247-0.301,0.315-0.113,0.327 0.009,-1.353-2.660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1343.000 381.000,'-0.018'0.276,"-0.030"0.433,-0.032 0.500,-0.035 0.508,0.029-0.129,-0.003 0.520,-0.009 1.463,0.058 2.753,0.131 1.552,0.150 1.242,0.152 0.952,-0.190-5.816,0.471 5.300,0.275 0.765,0.721 3.996,0.291-0.013,0.183-0.499,0.103-0.762,-0.533-3.547,-0.009-0.314,0.216 1.257,-0.212-0.720,-0.254-0.765,-0.266-0.741,-0.254-0.676,-0.410 0.719,-0.358 0.848,-0.629 3.562,-0.651 1.294,-0.583 1.029,-0.491 0.779,-0.033-0.879,-0.210 1.081,0.136-0.683,0.229-0.974,0.266-1.069,0.266-1.035,0.745-5.811,-0.380 3.318,0.202-1.583,0.186-1.592,0.164-1.467,0.134-1.275,0.127-1.113,0.103-0.867,0.084-0.677,0.066-0.505,0.050-0.360,0.035-0.237,0.024-0.144,0.015-0.072,0.003 0.017,0.002 0.034,0.001 0.056,-0.003 0.067,-0.002 0.070,0.056 0.188,0.033 0.143,0.766 2.984</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1643.000 569.000,'-0.035'0.012,"-1.035"0.355,-0.724 0.259,-0.558 0.206,-0.413 0.159,-0.288 0.116,-0.189 0.081,1.086-0.407,-1.802 0.605,-0.312 0.053,-0.252 0.033,-0.197 0.014,-0.147 0.004,1.750-0.608,-2.938 0.511,-0.769-0.138,-0.651-0.164,-0.529-0.172,-0.413-0.163,-1.338-0.160,-1.144-0.134,-0.210-0.135,0.149-0.112,0.360-0.086,0.464-0.064,2.282-0.042,-0.982 0.036,0.108 0.080,-0.770 0.145,0.293 0.135,0.332 0.130,0.332 0.116,6.818-0.522,-7.212 0.788,-0.761 0.191,-0.623 0.130,-0.488 0.080,-0.369 0.044,-0.266 0.014,6.451-0.809,-8.418 0.793,0.308-0.190,0.806-0.212,1.051-0.209,1.127-0.191,1.083-0.166,7.298-0.329,-4.532 0.182,-0.335 0.001,-2.233 0.094,0.307 0.010,0.601 0.010,0.757 0.007,0.818 0.007,2.358-0.078,0.156 0.051,-1.981 0.310,0.421 0.023,0.427-0.021,0.403-0.049,0.358-0.063,0.307-0.068,-0.779-0.033,0.138-0.103,1.019-0.128,0.207-0.055,0.202-0.049,0.190-0.040,2.288-0.065,-1.778 0.080,0.141 0.010,-0.337 0.047,0.250 0.019,0.240 0.019,0.219 0.016,1.164-0.128,-0.909 0.125,-0.010 0.032,-0.454 0.050,-0.245-0.018,-0.264-0.033,-0.257-0.039,2.308-0.164,-2.319 0.086,-0.630-0.023,-1.953-0.004,-0.451-0.031,-0.165-0.023,0.025-0.019,3.792-0.003,-2.056 0.050,0.334 0.021,-0.049 0.052,0.608 0.042,0.607 0.041,0.571 0.038,0.510 0.035,1.384-0.230,-0.842 0.247,0.010 0.138,0.311 0.007,0.249-0.016,0.191-0.030,0.137-0.036,0.265 0.743</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1233.000 566.000,'-0.295'0.074,"-0.094"0.035,-0.139 0.054,-0.412 0.145,-0.277 0.098,-0.253 0.089,-0.218 0.076,1.335-0.451,-1.099 0.403,-0.164 0.092,-1.325 0.603,-0.226 0.177,-0.100 0.116,-0.014 0.070,2.673-1.286,-2.540 1.298,-0.331 0.201,-0.925 0.500,-0.184 0.102,-0.065 0.032,0.012-0.017,3.745-1.950,-1.955 0.960,-0.129 0.034,-1.786 0.818,0.144-0.094,0.317-0.161,0.413-0.194,0.448-0.201,0.445-0.197,0.738-0.318,-0.067 0.065,0.474-0.220,0.427-0.211,0.363-0.191,0.295-0.162,0.211-0.089,0.167-0.048,0.108-0.011,0.065 0.013,0.031 0.028,0.008 0.035,0.101-0.183,-0.161 0.268,-0.059 0.103,-0.041 0.090,0.006 0.017,0.027-0.012,0.038-0.032,0.013-0.020,0.031-0.086,0.023-0.091,0.018-0.085,0.012-0.078,0.008-0.064,0.129-0.115,-0.218 0.148,-0.113 0.051,-0.189 0.064,-0.212 0.060,-0.218 0.053,-0.210 0.050,-0.189 0.042,0.317-0.122,-0.166 0.031,-1.051 0.305,-0.084 0.012,0.063-0.020,0.153-0.037,0.202-0.049,0.220-0.050,0.129-0.021,0.337-0.095,0.312-0.092,0.274-0.084,0.224-0.069,0.177-0.058,0.132-0.042,0.093-0.032,0.061-0.022,0.036-0.013,0.019-0.008,0.006-0.003,-0.002 0.000,-0.008 0.001,-0.010 0.003,-0.010 0.003,-0.010 0.002,-0.008 0.003,-0.008 0.003,-0.006 0.001,-0.003 0.001,0.191 0.081,0.298 0.123,0.338 0.139,0.333 0.136,0.303 0.125,0.259 0.105,0.465 0.095,0.239 0.035,0.051-0.016,-0.070-0.048,-0.141-0.063,-1.804-0.604,1.424 0.451,0.412 0.123,0.342 0.103,2.851 0.864,0.357 0.074,0.012-0.037,-0.206-0.103,-4.589-1.325,3.713 0.910,-0.163-0.176,0.185-0.088,-0.416-0.183,-0.444-0.153,-0.426-0.127,-1.546-0.235,0.910 0.056,-0.430-0.092,-0.413-0.076,-0.373-0.057,-0.319-0.045,-0.262-0.029,-0.206-0.021,-0.710 0.013,2.301 0.776</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1258.000 650.000,'0.014'0.000,"0.021"0.000,0.025 0.000,0.023 0.000,0.022 0.000,0.019 0.000,0.138-0.018,0.306-0.031,0.258-0.009,0.429-0.010,1.774-0.085,0.707-0.047,0.453-0.042,0.256-0.040,0.111-0.033,-3.596 0.249,4.817-0.405,0.496-0.087,0.149-0.044,-0.081-0.012,-0.226 0.006,-0.300 0.021,-4.644 0.466,4.182-0.459,2.703-0.290,0.761-0.052,0.491-0.007,0.283 0.023,0.130 0.038,0.237 0.046,-0.471 0.060,0.013 0.000,-0.111-0.004,-0.183-0.009,-0.220-0.008,-0.231-0.009,-6.862 0.621,8.264-0.739,0.123-0.019,-0.249 0.007,-0.468 0.024,-0.574 0.032,-0.600 0.036,-5.088 0.499,5.129-0.523,-0.884 0.096,-1.050 0.125,-1.062 0.130,-0.979 0.123,-3.590 0.316,4.472-0.071,0.401 0.151,-0.018 0.121,-0.285 0.092,-0.436 0.066,-0.500 0.045,-2.744-0.192,0.822 0.095,-0.030 0.009,1.202 0.141,-0.371-0.024,-0.452-0.040,-0.477-0.048,-0.463-0.049,-0.424-0.048,-0.716-0.110,0.149-0.051,-0.297-0.064,-0.230-0.038,-0.170-0.021,-0.121-0.005,-0.079 0.002,-0.078 0.082,0.102-0.087,-0.004 0.003,-0.013 0.002,-0.016 0.001,-0.019 0.002,-0.016 0.001,-0.016 0.000,-0.012-0.000,-0.009 0.000,-0.008 0.000,0.007 0.046,0.023 0.004,0.046-0.020,0.045-0.026,0.167-0.114,0.053-0.039,0.023-0.025,0.003-0.013,0.936-0.782</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1172.000 640.000,'0.189'0.069,"0.288"0.104,0.324 0.119,0.319 0.115,0.287 0.104,-1.133-0.412,0.939 0.301,0.255 0.045,0.952 0.213,0.251-0.001,0.133-0.030,0.046-0.050,-0.014-0.058,-0.758-0.223,0.304-0.031,2.840 0.119,0.319-0.097,-0.034-0.084,-0.243-0.069,-3.337-0.092,1.055 0.006,0.114-0.013,2.421-0.021,0.160-0.046,0.024-0.040,-0.066-0.036,-0.118-0.030,-1.729 0.020,-0.030-0.032,1.461-0.111,-0.309-0.023,-0.386-0.007,-0.410 0.005,-0.393 0.012,-0.353 0.016,-2.687 0.204,1.487-0.120,0.119-0.006,2.262-0.149,0.056 0.029,-0.133 0.045,-0.233 0.049,-1.264 0.094,0.334 0.020,2.638-0.011,0.343 0.035,0.071 0.027,-0.101 0.020,-5.130 0.018,3.253-0.003,-0.255 0.005,0.325 0.005,-0.376 0.003,-0.363 0.002,-0.329 0.001,-0.286-0.001,-0.238-0.001,0.357 0.013,0.193 0.021,0.126 0.023,0.072 0.026,0.034 0.023,-2.873-0.087,3.862 0.256,-0.029 0.045,0.028 0.022,-0.138-0.008,-0.242-0.027,-0.294-0.039,-0.310-0.043,-1.378-0.101,0.615 0.012,-0.167-0.029,0.441-0.011,-0.236-0.035,-0.221-0.026,-0.191-0.020,-2.006-0.020,2.220 0.003,0.114-0.009,-0.045 0.012,-0.142 0.026,-0.194 0.032,-0.213 0.035,0.038 0.072,-0.138 0.066,-0.185 0.027,-0.052 0.021,-0.024 0.011,-0.005 0.003,-1.508-0.246,1.663 0.196,0.032-0.032,-0.109-0.035,-0.194-0.037,-0.237-0.033,-0.248-0.030,-0.150-0.025,1.580-0.059</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1213.000 382.000,'-0.495'-0.047,"-0.824"-0.079,-1.181-0.110,-0.594-0.054,-0.342-0.028,-0.153-0.012,-0.020 0.002,-0.604 0.072,-3.447-0.000,-1.699 0.112,-1.290 0.122,-0.934 0.118,6.999-0.038,-8.779 0.226,0.236 0.055,0.962 0.003,1.324-0.027,1.430-0.043,4.199-0.111,-1.917 0.110,-0.241 0.074,-2.006 0.335,-1.152 0.386,-1.250 0.427,-1.235 0.430,-1.150 0.404,-2.964 0.784,1.052 0.069,1.712-0.093,1.958-0.183,1.930-0.220,1.743-0.224,2.550-0.482,-2.740 1.319,-0.907 0.649,-1.034 0.607,-1.020 0.530,-0.927 0.437,7.998-3.421,-6.383 2.970,0.064 0.172,-0.771 0.689,0.770-0.019,0.908-0.097,0.929-0.140,1.786-0.801,0.848-0.268,-0.424 0.903,0.261 0.475,0.022 0.617,-0.128 0.656,-0.215 0.630,0.425-0.036,0.338 0.077,0.435-0.051,0.463-0.128,0.447-0.169,0.406-0.182,0.347-0.178,0.479 0.371,0.602-0.115,0.636-0.418,0.610-0.581,0.550-0.642,0.713-1.234,0.390 0.913,0.411-0.380,0.285-0.444,0.183-0.454,0.105-0.425,-0.541-3.053,0.513 2.502,0.084 0.150,0.071 0.088,0.621 1.525,0.457 0.471,0.477 0.455,0.449 0.409,-2.244-5.129,2.634 4.161,1.008 0.370,1.731 1.038,0.775-0.119,0.512-0.309,0.303-0.417,0.145-0.462,-1.732-1.600,0.189-0.265,2.478 0.809,-0.100-0.571,-0.289-0.554,-0.396-0.506,-0.435-0.440,-0.271-0.328,1.929 0.326,0.180-0.107,-0.205-0.162,-0.448-0.188,-0.581-0.195,-0.630-0.184,0.303 0.130,0.091 0.164,0.288 0.244,0.390 0.280,0.428 0.278,0.421 0.260,0.386 0.226,-5.253-1.747,11.306 2.781,1.536-0.037,1.045-0.143,0.136-0.342,-0.472-0.448,-10.410-1.926,7.624 0.880,-0.221-0.361,1.689-0.184,-0.822-0.400,-0.952-0.340,-0.977-0.280,-0.934-0.222,-10.136-0.272,13.886 0.092,0.274-0.105,-0.280-0.040,-0.588 0.006,-0.723 0.031,-0.739 0.043,-1.956-0.015,6.468 0.016,0.053-0.033,-1.154-0.042,-1.795-0.044,-2.030-0.042,-11.610 0.051,0.069-0.016,14.029-0.594,0.323-0.278,-0.804-0.143,-1.423-0.049,-1.679 0.012,-5.795 0.433,2.078-0.244,1.362-0.179,8.682-0.951,2.326-0.298,1.546-0.199,0.932-0.121,-14.939 1.609,13.527-1.598,-0.915 0.026,-1.636 0.127,-1.995 0.186,-2.092 0.208,-2.010 0.212,-8.505 1.073,2.728-0.586,0.018-0.269,4.524-1.556,-0.618-0.454,-0.874-0.300,-0.985-0.180,-0.997-0.090,-0.942-0.022,-3.413 1.441,1.960-1.769,-0.960-0.077,-0.936 0.014,-0.862 0.071,-0.754 0.105,-0.637 0.123,-2.361 3.416,1.594-3.411,-0.465-0.018,-0.371-0.136,-0.335-0.046,-0.264-0.046,-0.198-0.045,-0.144-0.039,-0.149 0.621,-0.078 0.011,-0.053-0.863,-0.076 0.294,-0.054 0.365,-0.036 0.385,-0.021 0.369,0.013 1.361,-0.133-2.209,-0.157-0.539,-0.171-0.510,-0.166-0.451,-0.148-0.375,0.271 2.645,-0.614-2.836,-0.113 0.151,-0.034 0.370,0.018 0.478,0.050 0.506,0.264 1.266,-0.126-0.315,0.080 0.370,0.109 0.401,0.118 0.396,0.119 0.366,0.109 0.324,0.164 0.705,-0.332-0.961,-0.017 0.101,0.019 0.179,0.041 0.220,0.050 0.227,0.056 0.216,0.331 0.987,-3.298-3.752,-3.855-3.731,-1.725-1.360,-0.802-0.409,-0.150 0.228,0.278 0.622,2.345 2.293,0.438 0.542,-0.750-0.369,0.683 0.836,0.656 0.786,0.593 0.701,0.512 0.596,-0.347 0.131,-0.264 0.181,-0.447 0.030,-0.526-0.064,-0.535-0.121,-0.499-0.144,-0.379-0.016,-5.222-1.883,-1.411-0.283,-0.472 0.095,0.151 0.321,0.532 0.440,3.866 1.389,-3.055-0.629,0.864 0.557,0.859 0.515,0.783 0.445,0.669 0.364,4.685 1.036,-0.204 0.064,-0.284 0.039,-4.602-0.520,-0.225 0.060,0.083 0.054,0.278 0.047,0.386 0.041,6.147 0.735,-7.940-0.945,-1.227-0.057,0.134 0.132,0.525 0.189,0.725 0.206,0.788 0.200,0.763 0.181,0.684 0.153,1.413 0.172,-0.046 0.085,0.009 0.068,0.582 0.063,0.713 0.047,0.752 0.037,0.731 0.024,0.670 0.016,2.873-0.009,-4.447 0.022,-1.442 0.002,-1.424 0.000,-1.322-0.002,-1.168-0.004,-0.991-0.004,10.281-0.019,-11.941 0.114,0.041 0.152,0.685 0.180,1.055 0.184,1.223 0.176,1.247 0.157,1.176 0.134,5.653-0.600,-4.105 0.869,0.791 0.084,0.793-0.011,0.744-0.071,0.665-0.109,3.773-0.990,-2.746 0.677,-0.120-0.021,-2.482 0.405,-0.151-0.158,-0.010-0.181,0.075-0.179,0.123-0.163,4.008-0.421,-3.478 0.294,0.329-0.063,0.479-0.062,0.543-0.056,0.541-0.051,0.502-0.040,0.233-0.015,0.513-0.030,0.432-0.022,0.344-0.016,0.258-0.010,0.185-0.005,0.728-0.077,0.053-0.005,-0.303 0.026,0.100-0.018,0.085-0.017,0.071-0.017,0.054-0.013,0.030-0.011,0.091-0.010,0.087-0.008,0.079-0.005,0.068-0.004,0.055-0.001,-0.303-0.028</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1363.000 286.000,'-0.024'0.059,"-0.114"0.287,-0.104 0.258,-0.069 0.160,-0.125 0.292,-0.564 1.309,-0.282 0.625,-0.235 0.507,-0.185 0.395,-0.144 0.295,0.597-1.337,-0.055 0.164,-0.859 2.202,0.044 0.177,0.116 0.020,0.159-0.082,0.174-0.144,0.702-1.961,0.072 0.062,-0.374 2.375,0.153 0.382,0.135 0.341,0.114 0.292,0.093 0.240,0.322-2.623,0.023-0.044,-0.232 2.209,-0.016-0.313,-0.033-0.399,-0.039-0.431,-0.042-0.423,-0.042-0.393,0.255-1.622,-0.523 1.926,-0.095-0.101,-0.062-0.159,-0.034-0.186,-0.016-0.191,0.317-0.778,-0.113 0.759,0.167-0.266,0.177-0.356,0.168-0.391,0.153-0.382,0.128-0.349,0.131-0.526,0.057-0.096,0.040 0.317,0.053-0.126,0.036-0.115,0.023-0.102,-0.015-1.061,0.019 0.708,0.003 0.013,0.008 0.228,-0.003-0.120,-0.004-0.156,-0.006-0.167,-0.005-0.164,-0.020-0.826,0.008 0.403,0.003 0.366,-0.004-0.114,-0.005-0.127,-0.002-0.124,-0.003-0.114,-0.002-0.097,-0.001-0.081,0.000-0.062,0.000-0.047,-0.001-0.033,0.001-0.022,-0.001-0.014,0.001 0.088,0.001 0.169,-0.001 0.205,0.000 0.215,0.001 0.207,0.000 0.188,-0.012-0.557,-0.104 2.097,-0.057 0.592,-0.034 0.293,-0.017 0.085,-0.007-0.050,0.002-0.131,0.107-1.657,0.008-0.121,-0.069 0.960,0.020-0.514,0.019-0.505,0.014-0.454,0.012-0.386,0.008-0.311,0.007-0.238,0.004-0.173,0.002-0.118,0.001-0.075,-0.058-0.107,-0.067-0.114,-0.029-0.076,-0.016-0.049,-0.002-0.033,0.003-0.017,-0.640-1.236</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1278.000 454.000,'0.000'0.010,"0.000"0.016,0.000 0.017,0.000 0.020,0.000 0.018,0.000 0.015,0.000 0.014,0.000-0.081,0.000 0.299,0.000 0.205,0.015 0.285,0.024 0.324,0.029 0.328,0.030 0.315,0.029 0.124,0.033 0.117,0.033 0.061,0.115 0.622,0.056-0.028,0.045-0.076,0.036-0.101,-0.362-2.049,0.418 1.834,0.055-0.097,0.031-0.163,0.012-0.192,0.002-0.196,-0.007-0.186,-0.031-0.271,0.153 0.124,0.421 0.485,0.119-0.037,0.054-0.115,0.009-0.156,-0.020-0.167,-0.757-0.807,0.800 0.550,0.168-0.024,0.472 0.157,-0.068-0.152,-0.165-0.176,-0.216-0.175,-1.230-0.559,0.901 0.291,0.010-0.093,0.266-0.120,0.010-0.204,0.000-0.202,-0.006-0.186,-0.009-0.164,-0.179-0.147,0.535-0.710,0.035-0.415,-0.009-0.341,-0.035-0.267,-0.048-0.198,-0.054-0.140,-0.022-0.177,-0.121 0.045,-0.158 0.156,-0.167 0.211,-0.158 0.225,-0.518 1.074,0.332-0.747,-0.098 0.189,-0.092 0.198,-0.084 0.186,-0.071 0.165,-0.301 0.733,0.692-0.950,0.196-0.089,0.222-0.157,0.114-0.054,0.071-0.032,0.041-0.017,-0.135 0.061,-0.108 0.040,2.974-4.582</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907.000 522.000,'0.011'0.000,"0.017"0.000,0.021 0.000,0.019 0.000,0.018 0.000,0.016 0.000,0.014 0.000,0.004 0.000,0.091 0.000,0.459-0.027,0.334-0.043,0.314-0.051,0.279-0.052,0.236-0.049,0.270-0.002,0.493 0.004,2.380 0.173,2.183 0.340,2.217 0.380,2.041 0.369,0.171 0.161,-1.850-0.170,0.392 0.026,1.544 0.117,-0.423-0.101,-0.700-0.135,-0.837-0.149,-0.879-0.148,-3.107-0.310,-0.098-0.102,3.380-0.143,-0.643-0.250,-0.770-0.205,-0.795-0.158,-2.978 0.134,0.260-0.149,-0.392-0.063,0.918-0.366,-0.797 0.000,-0.709 0.050,-0.598 0.077,-0.480 0.089,-0.370 0.088,-0.245 0.123,-0.079 0.105,-0.003 0.099,0.050 0.088,0.075 0.075,-0.280 0.074,0.186 0.026,-0.121 0.037,-0.153 0.025,-0.162 0.019,-0.158 0.011,-0.144 0.006,0.532 0.129</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256.000 624.000,'0.000'-0.015,"0.000"-0.024,0.000-0.029,0.000-0.030,-0.110-0.029,-0.174-0.003,-0.404-0.025,-0.433-0.016,-0.429-0.016,-0.388-0.017,0.174 0.038,-0.041 0.015,0.014 0.019,0.049 0.021,0.069 0.022,0.080 0.020,1.240 0.061,-1.290 0.122,-0.184 0.147,-0.630 0.315,-0.176 0.255,-0.118 0.237,-0.071 0.207,-0.036 0.173,-0.009 0.139,2.273-1.251,-2.563 1.654,0.076 0.080,0.171-0.034,0.218-0.102,0.232-0.139,0.220-0.148,0.036 0.088,0.068 0.117,0.018 0.170,-0.013 0.188,-0.031 0.183,1.753-1.932,-1.414 1.759,-0.116 0.306,-0.509 0.878,0.129-0.001,0.215-0.159,0.257-0.249,1.120-1.787,-0.742 1.350,-0.037 0.146,-0.503 1.073,-0.001 0.166,0.034 0.093,0.049 0.038,0.059 0.004,0.492-0.945,-0.130 0.575,0.182-0.123,0.195-0.162,0.192-0.174,0.175-0.172,0.243-0.712,0.106-0.231,0.046 0.283,0.122-0.176,0.097-0.117,0.073-0.068,0.051-0.034,-0.030-0.737,-0.159 1.149,-0.070-0.082,-0.035-0.202,-0.011-0.255,0.004-0.268,0.101-0.658,-0.076 0.305,-0.018 0.097,-0.111 0.781,0.109-0.036,0.142-0.127,0.150-0.175,0.145-0.189,0.096-0.217,0.060-0.215,0.031-0.198,0.012-0.171,-0.003-0.142,-0.173-0.393,0.320 0.552,0.222 0.337,0.674 1.058,0.311 0.440,0.216 0.295,0.141 0.180,-0.738-1.161,-0.012-0.030,0.478 0.704,-0.007-0.047,-0.014-0.060,-0.019-0.064,-0.019-0.060,-0.632-0.953,0.028-0.032,0.032-0.035,0.035-0.040,0.855 0.802,-0.002-0.159,-0.058-0.176,-0.088-0.175,-0.709-0.698,0.226 0.111,0.011-0.058,0.390 0.194,-0.119-0.149,-0.156-0.152,-0.175-0.147,-0.175-0.133,-0.205-0.108,-0.179-0.063,0.622 0.849</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2358.000 625.000,'0.012'0.000,"0.021"0.000,0.023 0.000,0.026 0.000,0.023 0.000,-0.076 0.000,0.373 0.000,0.244 0.000,0.202 0.087,0.279 0.141,0.279 0.166,0.261 0.175,0.232 0.167,-0.591-0.200,1.027 0.539,0.032 0.142,-0.051 0.104,-0.100 0.071,-0.124 0.048,-0.085 0.051,-0.264-0.111,-0.267-0.141,-0.246-0.150,-0.212-0.141,-0.176-0.125,-0.675-0.650,0.290 0.369,1.663 2.302,0.437 0.698,0.140 0.240,-0.051-0.059,-0.164-0.233,-0.215-0.318,0.154 0.289,0.273 0.439,0.104 0.191,-0.015 0.014,-0.091-0.104,-0.138-0.176,-2.013-3.005,1.061 1.775,-0.022 0.180,1.017 2.512,-0.266 0.148,-0.318-0.070,-0.329-0.201,-0.307-0.265,-0.269-0.166,-0.266-0.284,-0.220-0.253,-0.175-0.215,-0.130-0.173,-0.093-0.132,-0.148-1.413,-0.109 1.795,-0.144 0.162,-0.127-0.012,-0.108-0.126,-0.089-0.191,-0.068-0.220,-0.024-0.598,-0.082-0.049,-0.326 0.887,0.023-0.409,0.078-0.468,0.106-0.466,0.289-1.014,0.000-0.097,-0.146 0.293,0.047-0.207,0.057-0.205,0.064-0.189,0.062-0.168,0.058-0.142,0.207-0.495,-0.243 0.376,-0.040-0.091,-0.042-0.090,-0.040-0.084,-0.035-0.074,-0.030-0.062,0.326-0.182,-0.454 0.207,0.017-0.031,0.053-0.046,0.069-0.049,0.077-0.049,0.074-0.042,0.057 0.044,0.074 0.001,0.062-0.024,0.049-0.034,0.040-0.039,0.027-0.039,0.019-0.034,0.012-0.029,0.007-0.023,0.002-0.018,0.001-0.013,-0.182-0.288</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1513.000 743.000,'0.189'0.000,"0.294"0.000,0.336 0.000,0.338 0.000,0.311 0.000,0.271 0.000,0.224 0.000,0.334 0.047,0.653 0.032,1.216 0.043,0.232 0.009,-0.026-0.003,-0.191-0.010,-0.286-0.016,-0.329-0.016,-2.771-0.069,3.545 0.039,0.975-0.010,2.151-0.019,0.653-0.034,0.324-0.035,0.087-0.034,-0.074-0.030,-1.417-0.015,0.086-0.040,1.542-0.068,0.406-0.023,0.415-0.008,0.393-0.002,0.355 0.007,0.305 0.009,-5.886 0.145,8.285-0.138,0.795 0.013,0.409 0.009,0.134 0.008,-0.052 0.005,-0.842 0.003,-0.626-0.007,-0.709-0.010,-0.712-0.012,-0.666-0.011,-0.588-0.010,-0.497-0.009,0.958-0.082,-0.165-0.014,-0.475 0.019,-0.630 0.039,-0.680 0.048,-0.657 0.049,-1.872 0.074,0.200 0.025,1.480 0.014,0.071 0.028,-0.036 0.023,-0.103 0.016,-0.142 0.013,0.396 0.083,-0.536 0.055,-0.373 0.042,-0.450 0.030,-0.469 0.018,-0.449 0.013,-0.416 0.010,-0.718-0.006,-0.709-0.012,-0.649-0.012,-0.566-0.014,-0.467-0.013,-0.373-0.012,-1.343-0.136,3.426 0.194,1.541 0.034,0.534-0.014,0.057-0.030,-0.236-0.037,-0.397-0.039,-0.460-0.036,-0.460-0.031,-0.421-0.027,-0.359-0.020,-0.291-0.016,-1.128-0.010,0.276-0.002,2.521-0.006,0.273-0.003,-0.013-0.002,-0.189-0.002,-0.284 0.001,-0.335 0.001,-0.351-0.010,-0.221-0.018,-0.215-0.019,-0.201-0.022,-0.174-0.020,-0.147-0.017,-1.810 0.065,1.493-0.047,0.042 0.004,0.653-0.007,0.042 0.014,0.014 0.014,-0.003 0.014,-0.015 0.014,-0.489 0.062,0.767 0.065,-0.183 0.031,-0.285 0.013,-0.328-0.002,-0.333-0.011,-0.162-0.009,-0.301-0.020,-0.250-0.020,-0.196-0.017,-0.147-0.015,-0.106-0.012,-0.638-0.013,0.876 0.011,0.268 0.015,0.253 0.018,0.223 0.020,0.189 0.020,0.154 0.018,-2.306-0.087,2.575 0.181,-0.062 0.030,-0.190 0.001,-0.255-0.019,-0.279-0.028,-0.268-0.033,-0.296-0.036,-0.269-0.029,-0.275-0.025,-0.258-0.021,-0.229-0.017,-0.193-0.013,-0.155-0.009,-0.085 0.010,-0.068 0.021,-0.030 0.028,-0.005 0.027,0.010 0.027,-0.004 0.007,-0.018-0.008,-0.023-0.014,-0.024-0.019,-0.022-0.019,-0.019-0.016,-0.016-0.016,-0.013-0.012,-0.009-0.009,-0.007-0.007,-0.003-0.005,0.193-0.028</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982.000 627.000,'-0.052'0.000,"-0.079"0.000,-0.087 0.000,-0.087 0.000,-0.075 0.000,-0.065 0.000,-0.051 0.000,-0.039 0.000,-0.028 0.000,-0.018 0.000,-0.011 0.000,-0.007 0.000,0.480 0.000,-0.399 0.000,-0.192 0.000,-1.076 0.000,-0.364 0.000,-0.216 0.000,-0.107 0.000,-0.027 0.000,0.353 0.000,-0.861 0.060,-0.371 0.093,-0.324 0.111,-0.270 0.113,-0.218 0.106,-0.168 0.096,-0.123 0.081,-0.419 0.151,-0.040 0.095,0.002 0.084,0.029 0.068,0.043 0.055,0.078 0.042,0.162 0.030,0.320-0.007,0.401-0.029,0.420-0.042,0.403-0.047,0.838-0.209,-0.164 0.142,-1.269 0.685,-0.042 0.161,0.085 0.086,0.161 0.030,0.195-0.006,0.158 0.003,0.451-0.198,0.459-0.229,0.427-0.226,0.371-0.206,0.303-0.177,-0.133 0.295,-0.049 0.213,0.033 0.127,0.080 0.062,0.104 0.017,0.109-0.012,0.455-0.644,-0.159 0.649,0.126 0.075,0.119 0.048,0.107 0.026,0.090 0.012,0.075-0.001,0.099-1.004,-0.011 0.683,0.026 0.112,0.024 0.789,0.027-0.042,0.018-0.140,0.008-0.190,0.002-0.210,-0.016-0.755,-0.001-0.007,0.089 0.842,0.106-0.066,0.119-0.096,0.116-0.105,0.104-0.102,0.088-0.090,-0.027-0.245,0.084-0.001,0.083 0.023,0.082 0.035,0.072 0.042,0.064 0.043,-0.775-1.009,1.572 1.712,0.527 0.355,0.430 0.240,0.337 0.152,0.250 0.083,0.121-0.125,0.064-0.214,0.013-0.264,-0.023-0.277,-0.040-0.261,-0.051-0.231,-2.752-1.182,3.184 1.071,0.047-0.138,-0.161-0.155,-0.277-0.154,-0.329-0.141,-0.335-0.124,-0.183-0.101,0.608 0.077,1.859 0.288,0.376 0.019,0.080-0.025,-0.120-0.052,-0.247-0.068,-0.313-0.073,-2.735-0.419,3.309 0.308,0.088-0.087,-0.074-0.076,-0.173-0.066,-0.227-0.054,0.359-0.021,-0.174-0.044,-0.140-0.034,-0.108-0.024,-0.081-0.017,-0.055-0.010,-1.893-0.022,3.013 0.233,0.190 0.061,-0.105 0.018,-0.275-0.010,-0.356-0.027,-2.332-0.198,2.324 0.099,-0.226-0.059,-0.407-0.056,-0.487-0.051,-0.500-0.043,-0.470-0.036,-2.591-0.055,6.186-0.124,1.898-0.117,0.903-0.072,0.200-0.039,-0.264-0.015,-0.541 0.002,-2.146 0.041,-0.228-0.053,1.889-0.222,-0.888-0.042,-0.961-0.015,-0.917 0.004,-2.006 0.158,-0.305-0.034,0.870-0.287,-0.283-0.097,-0.204-0.087,-0.136-0.070,-0.083-0.056,-3.017 0.901,3.053-0.936,0.238-0.060,0.072 0.005,-0.041 0.048,-0.115 0.074,-0.156 0.087,-2.954 0.784,3.416-0.854,-0.368 0.098,-0.521 0.114,-0.573 0.112,-0.555 0.104,-0.498 0.089,-1.398 0.442,0.991-0.591,-0.288-0.110,-0.235-0.084,-0.182-0.061,-0.132-0.042,-0.094-0.025,0.001-0.132,0.138-0.565,0.028-0.214,-0.004-0.092,-0.026-0.008,-0.039 0.052,-0.045 0.085,-0.238 1.078,0.253-1.320,-0.055-0.056,-0.077-0.021,-0.083 0.002,-0.081 0.017,-0.075 0.024,-0.056 1.727,-0.067-1.465,-0.078-0.057,-0.065 0.005,-0.189-0.756,-0.078 0.030,-0.050 0.056,-0.028 0.068,0.446 2.089,-0.473-1.979,-0.073-0.052,-0.058 0.042,-0.045 0.098,-0.031 0.130,0.192 0.712,-0.029 0.117,-0.270-0.300,-0.005 0.218,0.015 0.202,0.029 0.181,0.036 0.150,0.270 0.368,-0.079-0.028,-1.017-0.667,-0.494-0.114,-0.450-0.077,-0.384-0.051,-0.309-0.028,-0.235-0.012,0.717 0.400,-1.156-0.290,-0.401 0.047,-0.333 0.075,-0.266 0.086,-0.203 0.089,-0.708 0.067,-0.941 0.023,-0.150 0.124,0.059 0.123,0.180 0.109,0.242 0.095,0.223 0.091,-0.563 0.018,-0.719-0.001,-0.762-0.011,-0.739-0.019,-0.665-0.022,1.417 0.081,-2.653-0.116,-0.176 0.045,0.093 0.068,0.262 0.080,0.349 0.080,0.379 0.075,0.372 0.066,7.719 0.144,-7.073-0.073,-0.027 0.036,-0.557 0.027,0.796 0.026,0.960 0.018,0.996 0.011,0.945 0.006,0.842 0.004,3.095-0.001,-2.026 0.106,-0.637 0.120,0.378 0.059,0.494 0.030,0.537 0.011,0.529-0.002,-3.199 1.038</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415.000 776.000,'0.015'0.015,"0.023"0.022,0.026 0.028,0.028 0.027,0.025 0.024,0.124 0.110,0.167 0.142,0.184 0.155,0.179 0.152,0.163 0.135,0.136 0.100,0.178 0.126,0.171 0.115,0.150 0.099,0.130 0.082,0.104 0.065,-0.167-0.130,0.555 0.389,0.116 0.026,0.042-0.043,-0.007-0.083,-0.040-0.103,-0.059-0.111,-1.778-1.068,1.759 0.864,0.106-0.130,0.338-0.043,0.016-0.140,-0.025-0.120,-0.050-0.101,-0.062-0.078,-1.518-0.330,1.748 0.247,0.145-0.018,0.100 0.001,0.062 0.013,0.033 0.022,-1.242-0.180,0.033 0.012,1.315 0.207,-0.099-0.016,-0.183-0.034,-0.224-0.042,-0.233-0.045,-0.220-0.043,0.265-0.059,0.022-0.081,-0.080-0.081,-0.134-0.075,-0.160-0.064,-0.825-0.102,1.565-0.642,0.407-0.496,0.324-0.435,0.246-0.358,0.176-0.282,-0.906 0.486,0.886-0.542,-0.080 0.056,-0.182 0.136,-0.238 0.176,-0.252 0.190,-0.247 0.184,-2.441 1.339,2.566-1.295,0.031 0.050,-0.032 0.062,-0.070 0.065,-0.090 0.063,-0.095 0.056,-0.046 0.157,-0.129 0.144,-0.239 0.152,-0.294 0.149,-0.309 0.134,-0.299 0.119,-0.155 0.156,0.065 0.068,0.347 0.105,0.071 0.171,0.051 0.175,0.037 0.168,0.021 0.153,0.013 0.130,-1.611-0.504,1.967 0.810,0.238 0.173,0.201 0.115,0.166 0.070,0.130 0.034,0.097 0.011,-1.869-0.801,2.181 0.774,0.081-0.070,-0.026-0.099,-0.092-0.109,-0.130-0.111,-0.147-0.101,-2.566-0.669,2.803 0.695,0.047-0.028,-0.055-0.057,-0.117-0.071,-0.152-0.076,-0.161-0.075,-0.158-0.067,-1.628-0.293,2.891 0.327,0.430-0.065,0.231-0.079,0.091-0.083,-3.119-0.203,1.440 0.045,0.145-0.029,1.455-0.071,0.039-0.146,-0.074-0.156,-0.142-0.154,-0.176-0.140,-1.812 0.173,-0.150-0.031,1.296-0.334,-0.578 0.036,-0.578 0.076,-0.531 0.098,-0.460 0.104,-0.380 0.099,-0.136 0.029,-0.012 0.026,0.019 0.036,0.037 0.040,0.046 0.040,0.050 0.036,-0.687 0.078,1.182-0.010,0.299 0.058,0.217 0.060,0.146 0.057,0.091 0.051,0.048 0.046,-1.435-0.110,0.658 0.079,0.075 0.016,1.583 0.176,-0.113-0.019,-0.251-0.041,-0.316-0.054,-0.329-0.053,-0.310-0.052,-0.163-0.021,-0.047 0.006,-0.010 0.018,0.015 0.025,0.027 0.027,0.033 0.026,-0.174-0.002,0.064 0.024,0.076 0.027,0.079 0.024,0.075 0.021,-0.555-0.066,1.685 0.325,0.190 0.036,-0.002-0.017,-0.121-0.047,-0.183-0.064,-0.208-0.065,0.648 0.005,0.198-0.033,-0.096-0.054,-0.267-0.063,-0.352-0.064,-0.374-0.058,-1.286-0.090,0.743 0.017,-0.354-0.037,-0.318-0.028,-0.267-0.019,-0.215-0.013,-0.472-0.002,0.326 0.008,-0.049 0.025,-0.027 0.028,-0.013 0.030,-0.003 0.029,-0.320-0.051,0.226 0.038,-0.032-0.007,-0.051-0.011,-0.058-0.012,-0.060-0.014,-0.058-0.012,-0.219-0.029,1.698 0.035</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1404.000 281.000,'0.020'-0.020,"0.032"-0.032,0.035-0.035,0.035-0.035,0.198-0.065,0.265-0.061,0.286-0.062,0.274-0.052,0.242-0.046,0.199-0.034,-0.138 0.067,0.003 0.036,-0.028 0.045,-0.048 0.051,-0.056 0.049,-0.060 0.046,-0.927 0.116,3.912-0.154,1.453 0.010,1.353 0.009,1.014 0.018,0.722 0.020,0.482 0.022,0.293 0.022,2.190 0.016,1.900 0.019,1.128 0.017,0.852 0.014,0.610 0.009,0.410 0.008,-0.105 0.026,-0.116 0.037,-0.229 0.042,-0.283 0.039,-0.293 0.037,-0.278 0.031,-0.247 0.025,-1.310 0.007,-1.218 0.004,-1.335 0.001,-1.316-0.004,-1.203-0.006,-6.802-0.184,10.889 0.312,2.222 0.078,0.992 0.044,0.114 0.021,-0.479 0.001,-0.842-0.010,-8.410-0.292,7.269 0.196,0.964-0.003,6.016 0.111,-0.986-0.070,-1.813-0.081,-2.151-0.081,-1.255-0.078,-1.353-0.059,-1.597-0.049,-1.610-0.038,-1.487-0.028,-1.283-0.019,-0.554 0.001,0.245 0.013,0.588 0.019,0.759 0.023,0.804 0.022,0.771 0.020,-3.671-0.043,4.450 0.037,0.097-0.007,-0.334-0.012,-0.591-0.013,-0.720-0.013,-0.753-0.013,-4.921-0.038,3.948-0.075,-0.891-0.058,-0.947-0.042,-0.922-0.025,-0.838-0.016,-0.730-0.007,1.042-0.002,0.493 0.024,0.234 0.032,0.057 0.032,-0.063 0.031,-0.131 0.028,-3.650 0.063,2.539 0.036,0.347 0.063,2.426 0.140,0.196 0.043,-0.069 0.005,-0.229-0.018,-0.309-0.033,-2.588-0.107,1.521 0.036,-0.487-0.032,-0.512-0.030,-0.492-0.025,-0.447-0.021,-0.506-0.018,-0.273-0.012,-0.088-0.009,-0.155-0.007,-0.097-0.005,-0.056-0.002,-0.022-0.002,-0.936 0.005,5.968-0.040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1753.000 577.000,'0.024'0.000,"0.038"0.000,0.429-0.016,0.582-0.024,0.645-0.029,0.634-0.028,0.576-0.025,-0.985 0.049,1.630-0.050,0.328-0.010,0.161-0.008,0.038-0.008,-0.046-0.005,-0.096-0.005,-3.081 0.119,4.412-0.330,1.104-0.174,0.976-0.155,0.828-0.133,0.675-0.110,0.532-0.088,-5.219 0.579,6.455-0.583,0.998 0.050,1.049 0.075,0.548 0.121,0.352 0.129,0.198 0.129,0.085 0.119,-4.944 0.174,-0.103 0.018,5.055-0.095,-0.527 0.032,-0.681 0.026,-0.735 0.021,-0.722 0.016,-3.458 0.073,-0.360 0.016,3.030-0.044,-0.561 0.010,-0.516 0.004,-0.445-0.002,-0.367-0.002,-2.083 0.043,1.194-0.013,-0.645 0.020,-0.746 0.021,-0.754 0.020,-0.702 0.019,-0.620 0.016,-3.340 0.031,1.786-0.010,0.107 0.004,1.743-0.011,-0.213-0.010,-0.388-0.018,-0.472-0.018,-0.498-0.019,-0.477-0.017,-0.489 0.000,-0.306 0.005,-0.245 0.009,-0.188 0.012,-0.138 0.012,-0.833 0.054,1.026-0.060,-0.056-0.006,-0.081-0.012,-0.090-0.013,-0.085-0.014,-0.077-0.012,-0.255 0.037,0.113-0.010,-0.014 0.013,-0.012 0.014,-0.010 0.015,-0.008 0.014,-0.006 0.013,-0.528 0.028,0.910-0.017,0.192 0.009,0.126 0.008,0.075 0.004,0.036 0.004,0.009 0.002,-0.267-0.000,-0.122 0.001,-0.140 0.000,-0.146-0.001,-0.137 0.000,-0.125-0.001,-0.076-0.000,-0.110 0.000,-0.087-0.001,-0.066 0.000,-0.047-0.001,-0.032 0.001,-0.020-0.001,0.035 0.000,0.073 0.000,0.087 0.000,0.093 0.000,0.088-0.001,-0.392 0.001,3.484 0.000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187.000 863.000,'-0.008'0.000,"-0.011"0.000,-0.015 0.000,-0.013 0.000,-0.012 0.000,-0.012 0.000,-0.010 0.000,-0.006 0.000,-0.007 0.000,-0.003 0.000,-0.018 0.017,-0.014 0.027,-0.015 0.028,-0.014 0.030,-0.013 0.026,0.131-0.095,-0.083 0.101,-0.391 0.563,-0.148 0.286,-0.088 0.201,-0.044 0.133,-0.008 0.079,0.012 0.037,0.620-1.117,-0.901 1.859,-0.138 0.295,-0.123 0.180,-0.105 0.095,-0.084 0.036,-0.063-0.003,0.081 0.057,0.002 0.228,0.140-0.043,0.182-0.142,0.191-0.189,0.182-0.205,0.292-0.532,0.083 0.570,0.201 0.184,0.191 0.187,0.175 0.175,0.149 0.154,0.124 0.133,-0.316-2.656,0.560 2.836,0.123-0.064,0.061-0.200,0.017-0.274,-0.014-0.306,-0.032-0.304,0.042-0.095,-0.087-0.416,-0.093-0.374,-0.084-0.316,-0.075-0.251,-0.060-0.190,-0.274-0.452,0.399 0.691,0.177 0.288,0.132 0.186,0.113 0.140,0.089 0.100,-0.253-0.402,-0.013-0.011,0.248 0.366,-0.102-0.203,-0.117-0.235,-0.118-0.236,-0.106-0.215,-0.091-0.183,-0.072-0.112,-0.016-0.025,0.001 0.014,0.014 0.036,0.019 0.046,-0.000 0.009,0.048 0.048,0.051 0.050,0.051 0.044,0.048 0.039,0.040 0.033,-0.175-0.221,0.284 0.214,0.221 0.139,0.855 0.647,0.092 0.041,-0.066-0.063,-0.156-0.121,-1.445-1.135,1.175 1.020,-0.296-0.186,-0.289-0.209,-0.259-0.203,-0.219-0.183,-0.176-0.155,-0.134-0.124,-0.098-0.095,-0.066-0.069,-0.043-0.047,-0.023-0.030,-0.009-0.017,-0.002-0.007,0.005-0.001,0.008 0.004,0.009 0.005,0.008 0.006,0.010 0.007,0.006 0.005,0.005 0.005,0.005 0.005,-0.105 0.009</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89.000 814.000,'0.015'0.000,"0.024"0.000,0.028 0.000,0.027 0.000,0.026 0.000,0.022 0.000,0.019 0.000,0.014 0.000,0.011 0.000,0.009 0.000,0.026 0.000,0.009 0.000,0.008 0.000,0.005 0.000,-0.063 0.000,0.423 0.000,0.249 0.000,1.217 0.000,0.800 0.000,0.734 0.000,0.634 0.000,0.521 0.000,0.946 0.074,0.258 0.041,0.416 0.036,0.240 0.023,0.109 0.015,0.016 0.010,-0.048 0.003,1.370 0.008,1.049-0.024,1.198-0.030,1.198-0.031,1.103-0.029,0.960-0.027,0.792-0.020,-0.995-0.020,-0.430-0.011,-0.657-0.009,-0.762-0.007,-0.777-0.004,-5.540 0.013,5.947 0.036,1.452 0.021,8.294 0.060,0.477 0.008,-0.625-0.007,-1.262-0.013,-1.562-0.019,-7.906-0.048,6.354 0.017,-0.297-0.017,-0.256-0.014,-0.213-0.011,-0.169-0.009,-0.127-0.007,-9.085-0.005,11.264-0.002,-0.120-0.003,-0.735-0.002,-1.050-0.001,-1.157 0.001,-1.125-0.001,-1.286 0.002,-0.790 0.000,-0.623 0.000,-0.470 0.001,-0.337 0.001,-7.879-0.002,8.037-0.071,0.466-0.035,0.079-0.015,-0.182-0.003,-0.345 0.007,-0.431 0.012,-7.488 0.085,8.588-0.072,-0.226 0.018,-0.593 0.017,-0.783 0.016,-0.848 0.013,-0.826 0.011,-5.821 0.016,8.716-0.020,1.240-0.014,0.490-0.018,-0.018-0.022,-0.339-0.019,-0.509-0.018,0.898-0.115,1.045-0.100,0.833-0.082,0.634-0.064,0.462-0.049,0.316-0.034,0.201-0.022,-12.278 0.466,15.184-0.393,1.856 0.053,0.765 0.065,-0.006 0.066,-0.522 0.067,-0.826 0.060,0.074 0.045,-1.559 0.051,-1.590 0.039,-1.491 0.030,-1.320 0.021,-1.111 0.014,-10.112-0.002,13.598 0.015,0.865 0.005,0.102-0.000,-0.367-0.001,-0.617-0.002,-0.714-0.004,-7.187-0.007,0.022-0.001,4.937 0.015,-0.427 0.020,-0.659 0.023,-0.767 0.025,-0.784 0.023,-4.117-0.038,0.044-0.001,3.902 0.037,0.403-0.010,0.354-0.012,0.303-0.014,0.247-0.014,1.530-0.011,1.197-0.010,-0.264-0.014,-0.485-0.010,-0.580-0.007,-0.588-0.006,-5.638-0.001,0.131-0.002,4.719-0.001,0.114-0.002,-0.099 0.001,-0.231-0.001,-0.302 0.000,-0.326 0.001,-6.350 0.002,7.590-0.001,0.524 0.000,0.324 0.001,0.171-0.001,0.061 0.002,-0.012-0.001,-1.173 0.001,-1.123 0.000,-1.297 0.000,-1.325 0.000,-1.250 0.000,-1.116 0.000,-4.589 0.000,6.421 0.001,3.793-0.001,1.563 0.000,0.838 0.000,0.303 0.000,-0.070 0.000,-0.315 0.000,-0.108 0.010,-0.878 0.016,-0.949 0.018,-0.929 0.018,-0.854 0.019,-0.742 0.015,-0.621 0.014,2.906 0.069,1.119 0.075,0.454 0.082,0.006 0.077,-0.269 0.070,-0.418 0.058,-1.033 0.000,-0.720-0.005,-0.714-0.020,-0.654-0.026,-0.565-0.029,-0.463-0.029,-0.224-0.017,0.370 0.010,0.547 0.020,0.622 0.024,0.622 0.026,-0.055-0.004,0.027 0.002,-0.117-0.003,-0.199-0.005,-0.242-0.009,-0.249-0.008,-0.241-0.008,-0.747-0.039,-0.953-0.054,-1.053-0.059,-1.045-0.061,-0.966-0.055,-0.851-0.051,-2.861-0.114,5.621 0.071,1.130-0.041,0.527-0.030,0.116-0.020,-0.140-0.013,-0.284-0.008,-4.951 0.009,4.297 0.019,-0.262 0.047,-0.436 0.054,-0.518 0.055,-0.531 0.054,-1.218-0.034,0.696 0.029,0.095-0.014,0.153-0.023,0.178-0.027,0.187-0.029,0.178-0.026,-3.110-0.061,5.050 0.032,0.583-0.023,0.261-0.019,0.037-0.014,-0.105-0.009,-0.187-0.007,0.277-0.005,-0.463-0.002,-0.718 0.000,-0.815 0.000,-0.805 0.000,-0.733 0.002,-0.705 0.001,-0.710 0.001,-0.615 0.001,-0.504 0.001,-0.394 0.001,-1.592-0.002,1.446-0.041,0.290-0.024,1.793-0.097,0.217-0.043,-0.017-0.030,-0.156-0.019,-3.258 0.210,2.571-0.152,-0.015 0.019,-0.016 0.020,-0.139 0.026,-0.162 0.026,-0.168 0.024,-0.163 0.021,-0.453 0.023,0.421 0.007,-0.244 0.014,-0.248 0.012,-0.229 0.007,-0.199 0.004,-0.166 0.003,-1.220-0.005,1.278-0.008,-0.004-0.021,-0.024-0.025,-0.031-0.025,-0.034-0.023,-0.033-0.020,-0.181 0.014,0.025 0.006,0.042 0.009,0.048 0.014,0.052 0.012,0.049 0.014,-0.386 0.019,-0.034 0.007,4.566-0.001</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1468.000 117.000,'-0.053'0.000,"-0.447"0.000,-0.489 0.000,-0.495 0.000,-0.462 0.000,-0.400 0.000,-0.329 0.000,-0.006 0.000,-0.104 0.000,-0.054 0.000,-0.016 0.000,0.008 0.000,1.084 0.000,-1.577 0.045,0.114 0.067,0.238 0.075,0.290 0.074,0.298 0.065,0.275 0.055,0.502-0.036,0.150 0.013,0.119 0.007,0.090 0.002,0.067 0.000,0.047-0.002,0.899-0.285,-1.441 0.463,-0.262 0.072,-0.206 0.050,-0.156 0.029,-0.109 0.015,-0.074 0.006,0.401-0.077,0.041 0.055,0.054 0.066,0.056 0.071,0.056 0.068,0.051 0.063,0.680-0.325,0.010 0.024,-0.945 0.671,-0.021 0.139,-0.004 0.116,0.008 0.092,0.014 0.071,0.016 0.049,0.070-0.031,0.010-0.005,0.008-0.015,0.003-0.023,0.003-0.023,1.211-1.045,-1.426 1.255,-0.023 0.150,0.048 0.129,0.085 0.105,0.102 0.082,0.105 0.061,0.215-0.023,0.177 0.053,0.177 0.049,0.161 0.043,0.140 0.035,0.115 0.028,0.427-0.979,-0.187 1.400,0.121 0.126,0.106 0.006,0.091-0.072,0.072-0.118,0.055-0.137,0.041-0.139,0.060-0.633,0.033-0.294,0.015 0.001,0.039 0.756,0.081-0.070,0.086-0.103,0.080-0.119,0.073-0.117,0.062-0.111,-0.199-1.223,0.458 1.356,0.229 0.112,0.222 0.116,0.199 0.108,0.170 0.095,0.139 0.080,0.160-0.015,0.253 0.071,0.262 0.067,0.247 0.058,0.219 0.048,0.187 0.040,0.355 0.195,-0.074-0.203,-0.149-0.251,-0.182-0.255,-0.186-0.237,-0.171-0.203,0.204 0.049,0.115-0.046,0.002-0.139,-0.067-0.184,-0.103-0.197,-0.118-0.187,-0.299-0.234,0.105-0.019,0.154 0.017,0.179 0.041,0.183 0.054,0.173 0.060,-1.576-0.641,3.652 1.230,0.785 0.153,0.437 0.045,0.188-0.027,0.016-0.068,-0.089-0.090,-0.371-0.220,-0.148-0.189,-0.144-0.194,-0.127-0.180,-0.109-0.161,-0.087-0.133,-0.069-0.106,-1.210-0.250,0.338-0.052,-0.419-0.082,0.227-0.036,3.770 0.044,0.149-0.081,-0.148-0.062,-0.323-0.047,-0.406-0.034,-0.279-0.020,-0.053-0.014,0.043-0.006,0.098-0.002,0.129 0.001,0.134 0.003,0.131 0.004,0.402-0.014,-0.085-0.022,-0.144-0.026,-0.168-0.026,-0.169-0.023,-6.007 0.105,6.496-0.243,0.244-0.116,-0.090-0.098,-0.293-0.079,-0.399-0.063,-0.434-0.045,-0.423-0.033,-5.230 0.565,5.518-0.645,-0.292 0.023,-0.486 0.065,-0.566 0.083,-0.565 0.090,-0.519 0.084,-3.523 0.357,4.240-0.385,0.359-0.015,0.161-0.007,0.027-0.002,-0.060 0.003,-0.106 0.004,-0.126 0.005,-0.128 0.005,-0.119 0.005,-0.101 0.004,-0.084 0.003,-3.956 0.366,4.837-0.926,0.297-0.366,-0.133-0.240,-0.392-0.140,-0.526-0.066,-0.567-0.017,-0.682 0.077,-0.500 0.031,-0.437 0.037,-0.365 0.040,-0.294 0.037,-0.224 0.033,-0.291 0.078,0.600-0.884,-0.146-0.183,-0.238-0.061,-0.270 0.019,-0.270 0.064,-0.679 1.114,0.284-1.324,-0.193-0.087,-0.149-0.029,-0.106 0.007,-0.074 0.027,-0.209 1.218,0.075-1.318,-0.069 0.003,-0.060 0.090,-0.050 0.137,-0.039 0.157,-0.029 0.156,-0.025 1.439,-0.023-1.580,-0.046-0.182,-0.047-0.108,-0.046-0.048,-0.042-0.008,-0.037 0.021,-0.129-0.314,-0.129-0.002,-0.133 0.001,-0.127 0.003,-0.113 0.004,-0.095 0.003,0.262 1.089,-0.064 0.067,-0.573-0.792,-0.268 0.079,-0.258 0.076,-0.236 0.068,-0.202 0.058,0.107 0.462,-1.560-0.862,-0.572 0.004,-0.421 0.055,-0.293 0.082,-0.188 0.091,-0.108 0.088,0.147 0.320,-0.188 0.213,-0.198 0.221,-0.190 0.205,-0.171 0.183,3.539 0.919,-4.425-0.791,-0.455 0.076,-0.176 0.090,0.015 0.091,0.136 0.087,0.203 0.076,0.232 0.065,0.749 0.139,0.308 0.089,0.299 0.089,0.273 0.084,0.239 0.075,0.202 0.063,2.301 0.185,-6.575-0.211,-1.267 0.035,-0.310 0.045,0.314 0.050,0.682 0.049,0.858 0.044,7.090 0.104,-8.119-0.020,-0.593 0.096,-0.443 0.096,-0.312 0.089,-0.207 0.076,-0.124 0.064,0.667 0.020,0.521 0.015,0.614 0.004,0.623-0.004,0.580-0.009,0.509-0.012,1.331-0.047,0.583-0.007,0.564-0.005,0.513-0.004,0.447-0.001,0.375-0.001,0.187 0.011,0.274 0.000,0.218-0.001,0.163-0.001,0.118 0.000,0.080-0.001,-0.145 0.017,0.405-0.051,0.442-0.056,0.424-0.057,0.374-0.050,0.313-0.043,1.064-0.079,-1.041 0.031,-0.404-0.013,-0.059-0.015,0.044-0.011,0.113-0.008,0.149-0.006,-3.204-0.076</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535.000 906.000,'0.019'0.000,"0.028"0.000,0.032 0.000,0.032 0.000,0.029 0.000,0.025 0.000,0.020 0.000,0.015 0.000,0.012 0.000,-0.012 0.000,0.067 0.000,0.241 0.000,0.167 0.000,0.158 0.000,0.137 0.000,0.116 0.000,0.091 0.000,0.410 0.000,0.220 0.000,0.116 0.000,0.043 0.000,-0.004 0.000,-1.590 0.000,1.767 0.009,0.123 0.015,0.012 0.016,-0.057 0.017,-0.099 0.016,-0.119 0.014,-0.121 0.012,-0.115 0.009,0.705 0.011,0.589 0.010,0.470 0.009,0.361 0.008,0.263 0.006,0.182 0.006,0.878 0.103,0.521 0.082,0.256 0.065,0.066 0.048,-0.060 0.034,-0.136 0.023,-4.693-0.411,5.141 0.430,-0.259-0.039,-0.403-0.049,-0.456-0.051,-0.450-0.047,-3.870-0.284,3.718 0.243,0.081 0.005,0.063 0.019,0.049 0.025,0.034 0.027,0.023 0.026,-0.400-0.014,-0.385-0.019,-0.446-0.027,-0.453-0.030,-0.424-0.031,-0.374-0.028,-1.802-0.202,3.109 0.231,2.828 0.139,0.836-0.002,0.211-0.034,-0.198-0.052,-0.437-0.060,-0.512-0.066,0.400-0.026,-0.230-0.029,-0.204-0.018,-0.169-0.007,-0.134-0.002,-0.100 0.002,-0.232 0.047,0.224 0.084,0.288 0.095,0.305 0.094,0.292 0.087,-0.282 0.001,-0.179-0.016,-0.267-0.038,-0.305-0.050,-0.306-0.053,-0.285-0.052,-0.250-0.047,-0.173-0.032,-0.365-0.033,-0.353-0.024,-0.320-0.018,-0.271-0.012,-0.222-0.008,-2.575-0.124,4.620 0.270,1.100 0.124,0.643 0.109,0.310 0.093,0.077 0.074,-0.071 0.057,-0.679-0.051,-0.637-0.072,-0.704-0.097,-0.692-0.102,-0.628-0.099,-0.541-0.088,-0.563-0.080,-0.380-0.057,-0.307-0.045,-0.238-0.035,-0.175-0.024,-0.123-0.016,-0.090-0.013,-0.232-0.004,-0.228-0.002,-0.209 0.001,-0.178 0.003,-0.144 0.003,-0.484 0.015,0.406 0.021,0.623 0.073,0.210 0.045,0.116 0.033,0.046 0.021,-0.003 0.013,-0.035 0.006,-1.161-0.164,1.557 0.163,0.161-0.023,0.088-0.029,0.034-0.030,-0.002-0.028,-0.026-0.026,-1.711-0.058,2.032 0.020,0.280-0.037,0.276-0.038,0.251-0.032,0.216-0.028,0.175-0.024,0.275-0.007,0.172 0.009,0.144 0.014,0.116 0.018,0.089 0.020,0.066 0.016,0.044 0.016,-0.003 0.001,-0.098-0.012,-0.217-0.016,-0.273-0.017,-0.287-0.018,-0.273-0.017,-0.139-0.027,-0.043-0.031,0.021-0.033,0.059-0.031,0.078-0.025,0.084-0.022,-0.097 0.017,-0.028 0.017,-0.273 0.036,-0.319 0.042,-0.325 0.039,-0.300 0.035,-0.402 0.032,-0.321 0.023,-0.299 0.018,-0.263 0.013,-0.219 0.011,-0.175 0.006,-0.136 0.004,-0.268 0.053</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1514.000 818.000,'-0.540'-0.074,"-0.404"-0.041,-0.287-0.019,-0.192-0.001,-0.115 0.009,-0.060 0.014,1.264 0.090,-2.419-0.089,-1.078-0.007,-1.034-0.014,-0.925-0.015,-0.780-0.016,-0.629-0.015,-0.484-0.012,-0.353-0.011,-0.246-0.008,0.917 0.043,0.122 0.033,0.170 0.044,0.194 0.043,0.195 0.044,0.184 0.039,5.108-0.025,-5.512 0.193,0.117 0.142,0.280 0.126,0.366 0.110,0.398 0.090,0.388 0.072,0.357 0.054,3.976-0.630,-3.081 0.647,0.019 0.129,-1.046 0.436,0.299 0.069,0.370 0.008,0.388-0.030,0.366-0.053,0.326-0.063,2.735-1.060,-2.619 1.060,0.106-0.003,0.117-0.014,0.117-0.018,0.106-0.020,0.093-0.020,1.195-0.516,0.041 0.022,-1.014 0.727,0.215 0.122,0.240 0.095,0.236 0.070,0.214 0.051,0.181 0.032,0.296-0.252,0.112-0.070,-0.020 0.112,-0.644 1.170,-0.045 0.157,-0.019 0.065,0.002 0.004,0.012-0.034,0.762-1.363,-0.568 0.886,0.086-0.177,0.120-0.206,0.135-0.212,0.135-0.203,0.128-0.181,0.737-1.219,-0.673 1.281,0.104-0.058,0.113-0.097,0.108-0.117,0.098-0.118,0.086-0.114,0.069-0.099,0.181-0.572,-0.076 0.855,0.078 0.166,0.073 0.118,0.062 0.077,0.053 0.047,0.174 0.127,0.106-0.114,0.102-0.049,0.079-0.086,0.060-0.104,0.045-0.109,0.030-0.106,-0.383-0.716,0.490 0.708,0.084-0.026,0.075-0.040,0.063-0.050,0.052-0.050,0.042-0.050,-0.617-0.554,1.270 1.157,0.449 0.254,0.432 0.178,0.381 0.119,0.318 0.070,0.251 0.035,-0.172-0.222,0.143-0.026,0.124-0.031,0.101-0.033,0.082-0.031,0.061-0.027,0.533 0.052,0.570-0.004,0.630 0.001,0.619 0.003,0.563 0.005,0.484 0.006,-1.063-0.441,2.158 0.302,0.159-0.156,-0.135-0.194,-0.309-0.204,-0.400-0.196,0.057-0.169,-0.057-0.189,0.038-0.161,0.092-0.134,0.122-0.103,0.129-0.079,0.423-0.052,0.137-0.038,0.111-0.024,0.087-0.011,0.063-0.004,0.044 0.001,-0.237 0.006,-0.390 0.005,-0.451 0.008,-0.452 0.006,-0.415 0.005,-0.355 0.006,-5.391-0.131,3.827 0.008,0.438-0.061,2.617-0.149,0.119-0.134,-0.172-0.120,-0.354-0.104,-0.444-0.086,-1.345 0.046,1.200-0.201,-0.435-0.017,-0.493 0.011,-0.494 0.027,-0.458 0.036,-0.400 0.040,-3.935 0.540,4.014-0.812,-0.430-0.147,-0.457-0.110,-0.434-0.078,-0.379-0.051,-0.313-0.031,-0.463 0.096,-0.255 0.028,-0.220 0.038,-0.179 0.040,-0.140 0.038,-0.104 0.033,-0.203 0.096,-0.091 0.016,-0.082 0.009,-0.069 0.005,-0.055 0.000,-0.044-0.002,-0.088-0.147,-0.116-0.223,-0.127-0.261,-0.123-0.266,-0.111-0.253,-0.098-0.225,-0.081-0.191,-0.081 0.071,-0.061 0.066,-0.051 0.122,-0.043 0.152,-0.032 0.163,-0.026 0.159,-0.012 1.380,0.040-0.580,0.220-2.187,0.079-0.338,0.026-0.034,-0.007 0.164,-0.031 0.284,-0.043 0.342,-0.054 0.249,-0.071 0.308,-0.071 0.263,-0.063 0.213,-0.056 0.166,-0.048 0.124,0.037 1.141,-0.718-1.734,-0.575-0.503,-0.521-0.406,-0.452-0.315,-0.377-0.235,-0.303-0.167,0.926 1.281,-1.748-1.585,-0.196 0.183,-0.065 0.288,0.024 0.331,0.080 0.334,0.110 0.313,-0.523 0.096,-0.257 0.307,-0.308 0.256,-0.310 0.203,-0.285 0.150,-0.243 0.107,0.325 0.236,-0.229 0.106,-0.233 0.096,-0.216 0.085,-0.191 0.069,-0.161 0.055,-0.698 0.047,-0.114 0.125,-0.061 0.127,-0.025 0.117,0.001 0.101,3.327 0.133,0.001 0.021,-3.078-0.002,0.520 0.048,0.698 0.031,0.743 0.022,0.710 0.010,2.072-0.008,-1.725 0.037,-0.302 0.037,-0.383 0.042,-0.409 0.043,-0.393 0.038,-0.355 0.033,0.051 0.059,0.052 0.082,0.145 0.088,0.197 0.084,0.215 0.077,0.212 0.067,0.196 0.056,0.170 0.044,-0.223 0.106,0.383-0.019,0.391-0.040,0.365-0.048,0.316-0.049,0.258-0.046,0.202-0.039,0.491-0.113,0.275-0.067,0.267-0.069,0.244-0.064,0.211-0.057,0.174-0.048,0.138-0.038,-2.326 0.276</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1343.000 903.000,'0.012'0.000,"0.018"0.000,0.020 0.000,0.020 0.000,0.020 0.000,0.015 0.000,0.013 0.000,0.069 0.069,0.094 0.104,0.102 0.119,0.098 0.115,0.087 0.104,-0.224-0.194,0.322 0.342,0.110 0.153,0.097 0.149,0.083 0.133,0.070 0.115,0.055 0.095,-0.853-1.029,1.006 1.192,0.060 0.048,0.007-0.015,-0.027-0.057,-0.049-0.078,-0.058-0.088,-0.528-0.620,1.757 1.585,0.465 0.295,0.188 0.049,-0.004-0.115,-0.128-0.213,-0.200-0.260,-0.232-0.274,-0.237-0.264,-0.029-0.187,-0.329-0.328,-0.339-0.290,-0.314-0.242,-0.273-0.193,-0.223-0.144,-0.175-0.104,-0.129-0.070,-0.092-0.042,-0.058-0.023,0.033-0.099,0.415-0.384,0.291-0.234,0.262-0.181,0.222-0.134,0.178-0.094,0.135-0.060,-0.191 0.172,-0.002 0.027,-0.021 0.041,-0.033 0.045,-0.039 0.046,-0.038 0.042,-1.159 0.754,2.101-1.321,0.205-0.104,0.016 0.012,-0.160 0.122,-0.267 0.182,-0.315 0.210,-0.326 0.216,-0.075 0.263,-0.120 0.386,-0.039 0.372,0.017 0.329,0.048 0.279,0.063 0.222,-0.081 0.028,-0.011 0.022,-0.024-0.024,-0.030-0.049,-0.033-0.063,-0.030-0.066,-0.514-0.328,-0.007-0.020,0.572 0.292,-0.001-0.033,-0.010-0.029,-0.016-0.024,-0.019-0.020,-0.474-0.235,0.686 0.278,0.223 0.016,0.198-0.012,0.169-0.031,0.138-0.040,0.109-0.045,-1.821-0.445,2.340 0.340,0.200-0.145,0.077-0.157,-0.008-0.152,-0.064-0.138,-0.095-0.122,-0.109-0.099,-0.119-0.120,-0.097-0.126,-0.084-0.120,-0.070-0.111,-0.055-0.094,-0.044-0.078,-1.887 0.794,2.074-0.838,0.060 0.052,-0.016 0.101,-0.065 0.128,-0.091 0.136,-0.102 0.133,-1.868 0.400,2.042-0.265,0.015 0.139,-0.031 0.138,-0.058 0.125,-0.071 0.110,-0.074 0.090,-0.069 0.072,-0.064 0.054,-1.303-0.205,1.480 0.344,0.039 0.055,-0.006 0.023,-0.034 0.003,-0.049-0.010,-0.056-0.018,-0.053-0.021,-1.209-0.312,2.528 0.449,0.602 0.033,0.331-0.007,0.133-0.035,-0.002-0.048,-0.086-0.051,-3.625-0.458,3.820 0.375,-0.221-0.092,-0.370-0.091,-0.433-0.079,-0.433-0.069,-0.398-0.054,-1.816-0.067,1.402 0.013,-0.375-0.027,-0.371-0.019,-0.335-0.011,-0.287-0.005,-0.370 0.004,0.039-0.004,-0.106 0.001,-0.085 0.003,-0.063 0.002,-0.046 0.003,-0.016 0.002,-0.055 0.002,-0.052 0.002,-0.041 0.002,-0.034 0.001,-0.025 0.001,-0.106 0.000,0.324 0.000,0.161 0.000,0.133 0.001,0.107 0.000,0.081-0.001,0.059 0.001,0.577 0.139,0.459 0.130,0.367 0.113,0.280 0.094,0.203 0.074,0.137 0.055,-0.381-0.079,-0.054-0.024,-0.083-0.038,-0.094-0.044,-0.097-0.046,-0.094-0.043,-1.707-0.264,1.842 0.211,-0.129-0.057,-0.226-0.050,-0.273-0.046,-0.285-0.038,-0.272-0.031,-0.245-0.024,0.376-0.127</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1818.000 712.000,'0.000'0.059,"0.000"0.091,0.000 0.100,0.000 0.097,0.000 0.088,0.000 0.074,0.013-0.205,0.024 0.038,0.133 0.370,0.131 0.167,0.131 0.159,0.126 0.142,0.112 0.121,-0.228-0.478,0.021-0.001,0.406 0.598,0.126 0.110,0.122 0.113,0.111 0.108,0.096 0.098,0.080 0.084,0.063 0.069,0.018-0.007,0.019-0.016,0.003-0.036,-0.003-0.047,-0.011-0.050,-0.522-0.702,0.816 0.756,0.038-0.155,-0.017-0.196,-0.046-0.204,-0.063-0.196,-0.069-0.173,-0.119-0.212,-0.141-0.220,-0.143-0.206,-0.135-0.183,-0.118-0.153,-0.098-0.123,0.486-0.709,0.420-0.629,0.346-0.530,0.274-0.425,0.206-0.326,0.146-0.239,0.089 0.028,-0.197 0.306,-0.101 0.199,-0.155 0.246,-0.181 0.262,-0.187 0.255,-0.180 0.235,0.043 0.127,-0.126 0.274,-0.093 0.237,-0.063 0.197,-0.039 0.157,0.022 0.215,0.131 0.205,-0.030 0.193,-0.063 0.163,-0.077 0.129,-0.078 0.098,-0.075 0.070,0.761 0.480,0.494 0.332,0.296 0.218,0.152 0.128,0.051 0.065,-1.945-1.140,2.346 1.238,0.120-0.104,-0.024-0.204,-0.110-0.249,-0.154-0.255,-0.170-0.236,0.432-0.238,0.335-0.247,0.308-0.215,0.266-0.177,0.214-0.137,0.165-0.103,-0.347-0.069,-0.484-0.054,-0.578-0.038,-0.588-0.024,-0.542-0.013,-1.888 0.326,3.565-0.873,0.861-0.267,0.355-0.112,0.007-0.004,-0.217 0.067,-0.345 0.105,-0.399 0.124,-0.147 0.063,-0.469 0.161,-0.526 0.184,-0.520 0.182,-0.472 0.168,-0.955 0.250,0.779 0.292,0.143 0.283,0.169 0.240,0.177 0.196,0.171 0.154,0.154 0.117,-1.564-0.681,2.803 1.081,0.311-0.061,0.125-0.161,0.001-0.209,-0.076-0.217,-0.114-0.205,-1.230-0.313,0.321-0.063,-0.295-0.129,-0.342-0.113,-0.352-0.097,-0.336-0.079,-0.302-0.062,-0.040-0.061,-0.243-0.017,-0.173 0.002,-0.118 0.016,-0.072 0.020,-0.303 0.043,0.026 0.013,0.145-0.006,-0.030-0.002,-0.052-0.008,-0.061-0.011,-0.064-0.012,-0.062-0.013,0.115-0.182,0.096-0.157,0.078-0.127,0.060-0.101,0.047-0.077,0.031-0.056,-0.652 0.456,1.090-0.682,0.122 0.029,0.068 0.078,0.030 0.100,0.004 0.106,-0.011 0.098,-0.444 0.233,0.257 0.008,-0.119 0.086,-0.170 0.077,-0.192 0.065,-0.193 0.054,-0.179 0.043,0.667 0.206</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1354.000 917.000,'0.007'0.000,"0.009"0.000,0.013 0.000,0.011 0.000,0.010 0.000,0.010 0.000,0.008 0.000,0.005 0.000,0.006 0.000,0.002 0.000,0.003 0.000,0.001 0.000,0.038 0.014,0.054 0.021,0.060 0.025,0.059 0.023,0.054 0.022,0.045 0.019,-0.318-0.098,0.586 0.319,0.314 0.282,0.150 0.204,0.080 0.161,0.030 0.121,-1.006-0.900,1.089 1.145,0.128 0.216,0.072 0.129,0.030 0.065,0.002 0.020,-0.018-0.014,-0.029-0.031,0.035-0.024,-0.080-0.194,-0.087-0.215,-0.084-0.211,-0.075-0.194,-0.065-0.167,-0.688-0.464,0.881 0.355,0.013-0.113,-0.050-0.114,-0.083-0.103,-0.099-0.090,-0.099-0.071,-0.834-0.114,0.650 0.045,-0.074-0.031,-0.087-0.024,-0.092-0.016,-0.086-0.011,-0.081-0.007,0.053-0.031,0.073-0.042,0.106-0.044,0.121-0.044,0.121-0.038,0.109-0.035,-0.291 0.054,0.214-0.091,1.449-0.588,0.469-0.298,0.283-0.235,0.144-0.177,0.048-0.127,-1.342 0.705,1.813-0.861,0.133 0.010,-0.023 0.092,-0.118 0.134,-0.167 0.151,-1.620 0.686,-0.085 0.052,1.183-0.398,-0.441 0.220,-0.463 0.214,-0.437 0.192,-0.384 0.161,-0.131 0.213,0.027 0.214,0.088 0.207,0.119 0.188,0.130 0.160,0.126 0.129,-0.353-0.062,0.031 0.138,0.437 0.469,0.193 0.327,0.206 0.321,0.199 0.296,0.182 0.257,0.267 0.325,0.154 0.072,-0.060-0.224,-0.115-0.322,-0.142-0.355,-0.145-0.351,-0.943-0.677,-0.096-0.123,0.371 0.066,-0.131-0.202,-0.116-0.180,-0.099-0.153,-0.079-0.125,-0.064-0.100,0.501-0.383,0.297-0.321,0.212-0.250,0.140-0.187,0.084-0.132,0.042-0.089,0.794-0.127,0.310 0.084,0.095 0.156,-0.045 0.190,-0.127 0.191,-0.167 0.179,-0.280 0.170,-0.048 0.188,-0.036 0.208,-0.028 0.204,-0.020 0.187,-0.012 0.163,-0.008 0.135,-0.003 0.108,-1.889-0.493,1.249 0.342,0.009 0.002,0.661 0.143,-0.001-0.051,-0.025-0.064,-0.036-0.069,-0.043-0.067,-0.044-0.059,-2.394-0.409,2.798 0.305,0.324-0.074,0.219-0.072,0.134-0.065,0.069-0.055,0.024-0.045,-0.076-0.037,-0.168-0.026,-0.206-0.021,-0.214-0.014,-0.204-0.008,-0.184-0.005,-0.160-0.001,0.045 0.011,-0.280 0.024,-0.275 0.027,-0.250 0.027,-0.213 0.025,-0.173 0.021,-1.480-0.091,1.407 0.193,-0.028 0.068,-0.072 0.048,-0.092 0.030,-0.102 0.017,-0.097 0.007,-1.090-0.308,1.151 0.375,0.055-0.009,0.062-0.040,0.063-0.058,0.058-0.063,0.049-0.063,0.147-0.043,0.195-0.028,0.211-0.016,0.203-0.009,0.184-0.001,0.155 0.002,-0.234 0.013,2.071 0.109,1.193 0.032,1.106 0.013,0.955 0.000,0.783-0.009,-3.912-0.136,27.634 0.650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1780.000 922.000,'0.007'0.000,"0.010"0.000,0.011 0.000,0.012 0.000,0.010 0.000,0.008 0.000,0.007 0.000,0.006 0.000,0.003 0.000,0.002 0.000,0.002 0.000,0.001 0.000,0.000 0.000,0.027 0.032,0.060 0.051,0.074 0.062,0.075 0.062,0.072 0.061,0.067 0.055,-0.197-0.146,0.777 0.523,0.316 0.216,0.231 0.167,0.159 0.122,0.101 0.085,0.058 0.055,0.024 0.032,0.191 0.113,0.075 0.021,-0.003-0.043,-0.055-0.080,-0.085-0.099,-0.098-0.104,-0.099-0.100,0.910 0.140,0.445-0.109,0.274-0.167,0.145-0.185,-1.043-0.303,-0.088-0.090,0.516-0.092,-0.112-0.199,-0.109-0.192,-0.098-0.173,-0.084-0.149,0.049-0.284,0.009-0.248,-0.195-0.140,-0.237-0.079,-0.247-0.034,-0.234-0.005,-0.430 0.244,0.406-0.362,-0.054 0.020,-0.061 0.054,-0.061 0.069,-0.056 0.074,-0.047 0.069,0.056 0.158,0.222 0.064,0.196 0.085,0.168 0.094,0.139 0.094,0.108 0.088,0.269 0.050,-0.180 0.105,-0.253 0.092,-0.277 0.075,-0.268 0.058,-0.241 0.045,-0.206 0.031,-0.010 0.068,0.146 0.091,0.141 0.101,0.128 0.103,0.112 0.096,0.399 0.187,0.107 0.092,0.072 0.070,0.047 0.047,0.025 0.032,0.011 0.018,0.001 0.009,-1.891-0.724,2.499 0.760,0.315-0.026,0.095-0.084,-0.052-0.113,-0.145-0.125,-0.190-0.123,-2.388-0.375,2.760 0.189,0.284-0.179,0.218-0.173,0.159-0.158,0.112-0.136,0.072-0.113,0.041-0.090,0.298-0.079,-0.125 0.017,-0.163 0.048,-0.173 0.063,-0.166 0.066,-0.405 0.072,-0.233 0.040,-0.225 0.028,-0.201 0.022,-0.172 0.014,-0.138 0.009,-0.108 0.004,-0.193 0.030,-0.128 0.032,-0.120 0.035,-0.105 0.036,-0.090 0.033,-1.064 0.066,1.405-0.017,0.296 0.039,0.273 0.035,0.238 0.034,0.198 0.026,0.159 0.022,0.120 0.018,-2.025-0.072,2.358 0.075,-0.180-0.010,-0.349-0.017,-0.429-0.017,-0.443-0.017,-0.448-0.017,-0.396-0.012,-0.341-0.012,-0.280-0.008,-0.221-0.006,-0.165-0.005,-0.234-0.002,0.126-0.002,-0.030-0.001,-0.023-0.001,-0.016 0.001,-0.010-0.001,-0.005 0.001,-0.248 0.002,0.373-0.002,0.076 0.001,0.060-0.000,0.044 0.001,0.032 0.000,0.022 0.001,0.104-0.001,0.029 0.001,-0.010 0.000,-0.029 0.000,-0.041 0.000,-0.044 0.000,-0.075 0.001,-0.055-0.001,-0.052 0.000,-0.045 0.000,-0.038 0.000,-0.032 0.000,-0.003 0.000,-0.030 0.000,-0.025 0.000,-0.020 0.000,-0.015 0.000,-0.012 0.000,-0.006 0.000,-0.006 0.000,-0.001 0.000,-0.002 0.000,0.001 0.000,0.640 0.000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1754.000 919.000,'0.000'-0.059,"0.148"-0.776,0.137-0.451,0.115-0.277,0.095-0.146,0.071-0.055,0.053 0.005,-0.262 0.714,0.299-1.025,0.034-0.279,0.015-0.227,0.003-0.176,-0.007-0.130,0.018-0.168,-0.063 0.254,-0.030 0.159,-0.039 0.220,-0.043 0.249,-0.041 0.251,-0.038 0.235,-0.253 0.987,0.488-1.061,0.094 0.096,0.060 0.087,0.037 0.073,0.016 0.060,0.005 0.045,-0.409 0.629,-0.008 0.010,0.378-0.545,0.024 0.024,0.023 0.038,0.020 0.042,0.018 0.042,0.014 0.039,0.261-0.068,0.232-0.041,0.176 0.003,0.126 0.030,0.085 0.047,0.054 0.052,-1.520 0.876,2.024-0.987,0.151 0.028,0.058 0.047,-0.007 0.055,-0.043 0.054,-0.062 0.049,-1.138 0.450,0.217-0.059,-0.029 0.041,0.924-0.186,0.274 0.062,0.309 0.051,0.307 0.043,0.282 0.030,0.243 0.023,-1.128 0.192,0.193 0.031,1.061-0.048,-0.103 0.039,-0.250 0.033,-0.333 0.026,-0.370 0.020,-0.124 0.026,0.313-0.016,1.081-0.071,0.051-0.005,-0.106 0.004,-0.199 0.009,-0.243 0.010,0.423 0.072,0.622 0.119,0.773 0.133,0.809 0.130,0.768 0.121,0.681 0.103,-4.511-0.212,6.324 0.512,0.289 0.097,-0.422 0.013,-0.846-0.039,-1.057-0.070,-1.111-0.085,-5.177-0.501,5.642 0.523,0.430-0.024,0.282-0.059,0.169-0.079,0.082-0.084,0.020-0.083,-0.023-0.077,-0.275-0.067,-0.359-0.055,-0.412-0.044,-0.422-0.035,-0.394-0.025,-0.354-0.018,-1.171-0.007,0.538 0.030,-0.447 0.062,-0.469 0.074,-0.453 0.079,-0.411 0.077,-0.122 0.142,-0.599 0.077,-0.545 0.058,-0.464 0.043,-0.373 0.027,-0.287 0.018,-0.327-0.118,0.243 0.443,0.165 0.270,0.224 0.262,0.241 0.233,0.230 0.198,-0.660-0.784,0.808 0.931,0.105 0.093,0.040 0.012,-0.005-0.043,-0.035-0.073,-0.050-0.090,-1.484-1.603,1.432 1.524,-0.170-0.183,-0.206-0.209,-0.213-0.211,-0.201-0.196,-0.181-0.173,-0.678-0.772,0.635 0.880,0.013 0.153,0.034 0.168,0.045 0.165,0.050 0.149,0.047 0.131,0.180 0.389,0.160 0.432,-0.038 0.083,-0.100-0.032,-0.130-0.096,-0.135-0.129,-0.329-0.758,-0.055 0.192,-0.201-0.172,-0.200-0.163,-0.186-0.148,-0.163-0.126,-0.140-0.102,-0.524 0.082,-0.390 0.049,-0.274 0.029,-0.181 0.013,-0.108 0.001,-0.052-0.005,-0.013-0.009,-0.486 0.218,-0.525 0.191,-0.592 0.215,-0.585 0.215,-0.536 0.199,1.247-0.934,-4.562 1.054,-0.672-0.257,-0.663-0.173,-0.262-0.216,0.019-0.233,0.207-0.228,0.316-0.210,5.219-0.718,-4.476 0.501,0.794-0.153,0.908-0.146,0.927-0.129,0.878-0.113,0.792-0.091,2.359-0.221,-2.001 0.041,0.362-0.205,0.245-0.205,0.151-0.189,0.082-0.164,0.032-0.137,2.190 0.575,-2.239-0.871,0.298-0.068,0.385 0.027,0.403 0.080,0.377 0.106,0.330 0.113,-0.140-1.099</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2224.000 943.000,'0.024'0.000,"0.872"0.000,0.715 0.000,0.621 0.000,0.516 0.000,0.414 0.000,0.316 0.000,0.233 0.000,-1.142 0.053,2.643 0.191,0.728 0.126,0.543 0.098,0.385 0.071,0.258 0.052,0.743 0.061,0.124 0.006,0.182 0.007,0.039-0.007,-0.059-0.016,-0.118-0.020,-0.148-0.021,-6.225-0.476,8.140 0.547,-0.010-0.055,-0.591-0.083,-0.896-0.098,-1.012-0.095,-0.996-0.089,-1.128-0.074,-1.114-0.062,-1.012-0.048,-0.865-0.034,-0.701-0.024,-0.542-0.017,-1.564-0.132</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389.000 983.000,'0.027'0.000,"0.105"0.000,0.066 0.000,0.049 0.000,0.032 0.000,0.021 0.000,0.012 0.000,0.005 0.000,0.000 0.000,-0.014 0.000,-0.017 0.000,-0.019 0.000,-0.016 0.000,-0.203 0.000,0.472 0.000,0.397 0.000,0.444 0.000,0.441 0.000,0.411 0.000,0.360 0.000,0.305 0.000,0.103 0.047,1.758 0.122,0.852 0.120,0.685 0.116,0.529 0.107,0.389 0.091,0.273 0.076,1.927 0.127,0.610-0.018,0.054-0.075,-0.292-0.108,-0.482-0.116,-0.558-0.113,-1.196-0.118,-0.260-0.072,-0.165-0.059,-0.092-0.048,-0.038-0.037,0.000-0.026,-5.512-0.014,6.717 0.016,0.914 0.025,0.727 0.036,0.555 0.042,0.406 0.041,0.279 0.040,0.769 0.052,-0.258 0.031,-0.403 0.024,-0.464 0.016,-0.463 0.011,-0.429 0.007,-4.320-0.152,-0.161-0.011,2.664 0.074,-0.742-0.040,-0.831-0.040,-0.828-0.039,-0.774-0.034,0.328-0.175,-0.027-0.109,-0.126-0.056,-0.178-0.019,-0.198 0.007,-0.198 0.024,-0.181 0.031,-3.399 0.158,3.492-0.116,0.065 0.033,0.024 0.031,-0.004 0.026,-0.020 0.021,-0.030 0.018,-3.501 0.020,3.996-0.006,-0.086 0.010,-0.180 0.006,-0.221 0.003,-0.228 0.002,-0.209-0.001,-0.241 0.012,0.127 0.019,0.199 0.022,0.227 0.023,0.228 0.019,0.210 0.018,0.379 0.041,0.456 0.052,0.467 0.056,0.438 0.051,0.386 0.048,0.323 0.040,-0.546-0.035,0.112-0.011,0.082-0.018,0.059-0.026,0.037-0.025,0.022-0.026,-2.458-0.110,3.144 0.070,-0.377-0.047,-0.542-0.044,-0.603-0.038,-0.594-0.032,-0.541-0.025,-3.974-0.035,3.975 0.013,-0.192-0.013,-0.386-0.009,-0.481-0.005,-0.509-0.003,-0.487-0.002,-2.213 0.009,5.687 0.065,1.906 0.072,1.053 0.066,0.431 0.057,-0.001 0.046,-0.276 0.037,-1.934-0.069,0.979 0.027,-0.484-0.032,-0.591-0.037,-0.622-0.040,-0.606-0.039,-0.554-0.036,-3.271-0.071,3.139 0.031,-0.409-0.026,-0.492-0.020,-0.513-0.015,-0.491-0.011,-0.443-0.007,-2.522 0.002,2.766-0.019,-0.016-0.019,-0.064-0.021,-0.089-0.019,-0.098-0.016,-0.095-0.015,-0.087-0.012,-0.231 0.003,-0.302 0.011,-0.326 0.015,-0.313 0.017,-0.281 0.017,-0.241 0.014,-0.195 0.014,-0.846 0.030,0.418 0.020,1.949 0.157,0.473 0.069,0.118 0.026,-0.118-0.003,-0.260-0.021,-0.330-0.032,-0.354-0.036,0.749 0.029,0.387 0.010,0.083-0.010,-0.118-0.021,-0.243-0.026,-0.306-0.028,-0.325-0.028,-1.439-0.065,1.126 0.033,-0.329-0.022,-0.302-0.019,-0.261-0.013,-0.215-0.011,-0.171-0.007,0.742-0.054</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583.000 969.000,'0.000'0.025,"0.000"0.037,0.000 0.043,0.000 0.042,0.000 0.036,0.000 0.033,0.000 0.025,0.000 0.263,0.000 0.661,0.000 0.299,0.000 0.159,0.000 0.062,0.000-0.004,0.026-0.713,0.173 0.847,0.161-0.043,0.153-0.110,0.136-0.141,0.113-0.148,-0.311-0.648,0.394 0.386,0.103-0.062,0.087-0.051,0.071-0.041,0.057-0.034,0.043-0.025,0.031-0.017,0.020-0.012,-0.194-0.209,0.172 0.041,0.779 0.320,0.211 0.012,0.135-0.018,0.074-0.036,0.030-0.045,-0.001-0.047,-1.946-0.702,2.450 0.868,-0.064-0.021,-0.227-0.071,-0.308-0.098,-0.333-0.103,-0.318-0.099,-0.284-0.101,-0.325-0.126,-0.278-0.116,-0.227-0.098,-0.174-0.078,-0.127-0.061,-0.087-0.044,-0.055-0.029,-0.032-0.018,-0.013-0.011,-0.003-0.003,0.127-0.073,0.161-0.102,0.186-0.125,0.185-0.127,0.170-0.122,0.149-0.108,0.126-0.092,-0.962 0.607,1.269-0.912,0.168-0.131,0.131-0.067,0.095-0.019,0.067 0.011,0.042 0.028,-0.178 0.151,-0.198 0.151,-0.238 0.168,-0.245 0.164,-0.233 0.152,-0.207 0.131,-0.176 0.109,-0.083 0.083,-0.065 0.075,-0.025 0.051,0.006 0.034,0.021 0.019,-0.134 0.015,0.251 0.088,0.075 0.048,0.051 0.031,0.032 0.021,0.015 0.012,-0.540-0.194,0.357 0.103,0.035-0.009,0.462 0.097,0.050 0.004,0.016 0.010,-0.009 0.011,-0.022 0.012,-0.029 0.012,-0.017 0.001,-0.040-0.019,-0.040-0.024,-0.037-0.026,-0.029-0.025,-0.026-0.022,-0.020-0.020,-0.014-0.016,-0.010-0.013,0.226-0.041,0.300-0.065,0.340-0.069,0.337-0.067,0.307-0.060,0.261-0.050,-0.236 0.000,-0.111-0.011,-0.180-0.002,-0.210 0.004,-0.215 0.006,-0.206 0.009,-0.050 0.025,-0.016 0.046,0.041 0.049,0.072 0.051,0.086 0.045,0.092 0.041,0.085 0.032,0.064 0.065,0.047 0.081,0.030 0.085,0.019 0.081,0.010 0.072,0.002 0.062,-1.124-0.310,1.196 0.339,-0.100-0.009,-0.155-0.023,-0.177-0.028,-0.180-0.030,-0.164-0.028,-0.944-0.348,1.049 0.297,0.040-0.043,-0.001-0.039,-0.024-0.036,-0.039-0.029,-0.044-0.024,-0.934-0.168,0.526 0.034,2.532 0.098,0.886 0.007,0.495 0.015,0.204 0.020,0.001 0.021,-0.132 0.021,-3.806-0.199,3.495 0.298,-0.217 0.083,-0.279 0.070,-0.302 0.057,-0.297 0.045,-0.275 0.032,-0.536-0.011,0.985 0.384,0.243 0.149,0.291 0.119,0.298 0.091,0.276 0.068,0.241 0.047,0.007-0.085,0.119-0.082,0.087-0.102,0.058-0.108,0.035-0.103,0.019-0.091,-0.757-0.195,-0.379-0.116,-0.438-0.116,-0.453-0.109,-0.429-0.096,-0.390-0.083,-1.844-0.161,2.199 0.071,1.124-0.034,0.473-0.040,0.313-0.031,0.189-0.019,0.093-0.013,0.022-0.006,-2.756 0.017,3.886-0.022,0.285 0.001,0.071 0.005,-0.074 0.004,-0.160 0.004,-0.203 0.006,-4.798 0.013,5.282-0.010,-0.433 0.005,-0.706 0.003,-0.811 0.003,-0.811 0.000,-0.741 0.003,-0.638-0.001,-0.518 0.001,-0.404 0.001,-0.297-0.001,-0.208 0.000,-0.136 0.000,-0.621-0.001,0.928 0.001,0.182-0.001,0.073 0.001,-0.007-0.001,-0.058 0.000,-0.088 0.000,-0.925 0.000,0.728 0.000,0.965-0.010,0.256-0.018,0.133-0.020,0.046-0.021,-0.017-0.021,-0.057-0.018,-1.826 0.085,2.235-0.119,-0.149-0.004,-0.216 0.003,-0.237 0.007,-0.228 0.008,-0.203 0.008,-0.167 0.008,-0.133 0.006,-0.098 0.005,-0.071 0.004,-0.047 0.004,0.230 0.010,0.122 0.014,0.042 0.014,-0.013 0.013,-0.041 0.012,-0.057 0.011,3.191 0.017</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446.000 1102.000,'0.017'0.000,"0.029"0.000,0.031 0.000,0.033 0.000,0.032 0.000,0.028 0.000,0.023 0.000,0.019 0.000,0.043 0.000,0.071 0.000,0.080 0.000,0.080 0.000,0.076 0.000,0.068 0.000,-0.486 0.000,0.899 0.016,0.182 0.024,0.095 0.029,0.035 0.028,-0.008 0.025,-0.527 0.004,0.364 0.136,0.081 0.079,0.334 0.141,0.148 0.067,0.139 0.049,0.126 0.032,0.107 0.020,0.231 0.026,0.088-0.034,0.067-0.047,0.047-0.051,0.033-0.053,0.021-0.047,0.010-0.043,-0.251-0.061,0.684 0.066,0.230 0.001,0.179-0.003,0.131-0.008,0.093-0.009,0.060-0.009,-2.922-0.298,4.013 0.290,0.234-0.054,-0.017-0.059,-0.171-0.058,-0.255-0.051,-0.288-0.045,-2.630-0.092,2.910-0.188,-0.048-0.154,-0.207-0.110,-0.289-0.075,-0.317-0.044,-0.313-0.024,-1.520 0.255,0.988-0.152,-0.046 0.041,-0.022 0.043,-0.004 0.045,0.008 0.041,0.014 0.037,0.333 0.040,-0.115 0.091,-0.148 0.092,-0.157 0.084,-0.149 0.073,-0.132 0.060,-0.110 0.047,-0.271 0.026,0.083 0.063,0.129 0.064,0.150 0.062,0.155 0.057,0.148 0.049,0.265 0.068,-0.193-0.026,-0.281-0.051,-0.312-0.058,-0.308-0.061,-0.281-0.057,-0.796-0.200,0.978 0.098,3.058 0.235,0.906-0.018,0.414-0.051,0.080-0.067,-0.132-0.071,-3.830-0.182,3.645 0.080,-0.054-0.046,-0.280-0.039,-0.405-0.032,-0.460-0.024,-0.463-0.018,-0.434-0.012,0.131-0.011,-0.153-0.006,-0.050-0.001,0.021-0.001,0.060 0.002,-0.219 0.003,-0.099 0.002,-0.120 0.002,-0.126 0.002,-0.118 0.002,-0.105 0.001,-0.412 0.001,-0.284 0.002,-0.304-0.001,-0.294 0.001,-0.269 0.000,-0.233 0.001,-0.193-0.001,-0.900 0.001,0.866 0.008,0.048 0.014,0.083 0.016,0.099 0.017,0.103 0.015,0.098 0.014,0.089 0.011,0.076 0.011,-0.635-0.042,0.022-0.002,0.836 0.035,-0.021-0.013,-0.071-0.016,-0.094-0.014,-0.104-0.015,-0.101-0.011,-1.230-0.024,1.340 0.012,0.124-0.007,0.138-0.005,0.136-0.005,0.124-0.001,0.105-0.002,0.371 0.011,0.431 0.020,0.457 0.021,0.431 0.021,0.379 0.020,0.314 0.016,0.248 0.013,-1.341-0.033,0.829-0.004,-0.508-0.050,-0.584-0.057,-0.586-0.058,-0.538-0.051,-0.464-0.045,-0.379-0.036,-0.122 0.007,-0.082 0.012,-0.099 0.023,-0.101 0.027,-0.094 0.028,-0.085 0.027,-0.588 0.074,0.504-0.042,-0.012 0.016,0.048 0.012,-0.086 0.014,-0.098 0.010,-0.096 0.006,-0.088 0.005,-0.075 0.003,-0.062-0.000,-0.047 0.000,-0.037 0.000,-0.024-0.001,-0.016-0.001,-0.011-0.002,-0.004 0.000,-0.001-0.001,0.001-0.001,0.002 0.000,0.007-0.027,0.095-0.117,0.057-0.112,0.046-0.112,0.035-0.104,0.028-0.092,0.019-0.079,-0.191 0.330,0.192-0.678,-0.036-0.092,-0.045-0.010,-0.048 0.041,-0.045 0.073,-0.040 0.087,-0.035 0.090,-0.029 0.042,-0.021 0.010,-0.017-0.012,-0.012-0.026,-0.008-0.032,-0.073-0.276,-0.113-0.318,-0.129-0.306,-0.131-0.280,-0.124-0.240,-0.110-0.199,-0.094-0.160,-0.008 0.370,-0.478-0.610,-0.264 0.058,-0.232 0.123,-0.197 0.157,-0.158 0.167,0.571 0.800,-0.082 0.094,-0.992-0.488,-0.162 0.189,-0.108 0.177,-0.066 0.156,-0.034 0.128,-0.011 0.104,0.004 0.078,1.807 0.678,-2.113-0.624,-0.471-0.015,-0.322 0.028,-0.274 0.034,-0.221 0.034,-0.173 0.031,-0.125 0.027,2.934 0.554,-3.683-0.538,-0.647 0.007,-0.526 0.018,-0.414 0.028,-0.309 0.029,-0.220 0.028,2.302 0.271,-0.056 0.045,-2.545-0.108,0.213 0.101,0.358 0.092,0.423 0.080,0.433 0.066,0.404 0.053,0.356 0.040,0.300 0.028,0.238 0.020,0.184 0.012,0.133 0.006,-1.963 0.035,-1.242 0.049,-0.632 0.055,-0.196 0.054,0.100 0.051,0.281 0.043,6.905-0.173,-7.728 0.196,-0.047 0.008,0.377-0.001,0.620-0.007,0.731-0.010,0.749-0.010,0.239-0.019,0.221-0.011,0.324-0.012,0.368-0.009,0.372-0.008,0.348-0.006,0.308-0.006,0.134 0.028,0.231 0.037,0.186 0.046,0.143 0.046,0.105 0.045,0.072 0.039,0.641 0.014,-0.782 0.188,0.032 0.072,0.123 0.041,0.176 0.021,0.196 0.005,1.490-0.293,0.147-0.025,-1.122 0.272,0.278-0.010,0.223 0.005,0.172 0.011,0.126 0.017,0.037 0.069,-0.061 0.111,-0.102 0.122,-0.120 0.122,-0.122 0.109,-0.113 0.097,-0.100 0.077,-0.015 0.071,0.214-0.029,0.273-0.057,0.288-0.068,0.270-0.070,0.239-0.065,0.182-0.043,0.163-0.049,0.121-0.038,0.087-0.030,0.060-0.021,0.456-0.390,0.023 0.045,-0.280 0.801,0.188 0.240,0.202 0.207,0.193 0.166,0.171 0.130,0.083-0.965,0.241 1.141,0.166 0.012,0.119-0.044,0.081-0.073,0.053-0.085,0.028-0.083,-0.024-0.219,-0.033-0.220,-0.041-0.228,-0.046-0.213,-0.043-0.184,-0.435-0.863,0.446 0.656,0.063-0.093,0.058-0.091,0.051-0.087,0.042-0.077,0.036-0.064,0.025-0.052,-0.008-0.039,-0.025-0.025,-0.035-0.015,-0.042-0.008,-0.041-0.003,-0.038 0.002,-0.475-0.224,0.906 0.376,0.904 0.341,0.149 0.036,-0.081-0.053,-0.213-0.100,-0.272-0.120,-0.285-0.122,-0.268-0.112,-0.232-0.096,-0.190-0.077,-0.149-0.059,-0.090-0.047,1.788-0.191</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1082.000 1117.000,'0.100'0.000,"0.152"0.000,0.170 0.000,0.165 0.000,0.147 0.000,0.124 0.000,0.099 0.000,0.075 0.000,-0.628 0.000,1.041 0.000,0.297 0.000,0.240 0.000,0.181 0.000,0.131 0.000,-0.843 0.000,1.694 0.000,0.337 0.000,0.166 0.000,0.050 0.000,-0.030 0.000,-0.073 0.000,-2.912 0.000,3.681 0.028,0.639 0.043,0.533 0.048,0.422 0.048,0.321 0.043,0.230 0.037,-0.088-0.001,0.408 0.003,0.432-0.004,0.417-0.008,0.377-0.011,0.323-0.011,-0.502-0.029,-0.527-0.026,-0.688-0.029,-0.747-0.027,-0.734-0.026,-0.673-0.021,-3.545-0.046,2.413-0.011,4.183-0.102,0.789-0.071,0.298-0.046,-0.027-0.025,-0.225-0.013,-0.621 0.032,0.754 0.022,-0.107 0.060,-0.145 0.063,-0.157 0.061,-0.150 0.053,-0.132 0.044,-0.740 0.013,-0.379 0.004,-0.390-0.005,-0.364-0.011,-0.322-0.013,-0.120-0.109,-0.541-0.080,-0.668-0.053,-0.689-0.030,-0.643-0.017,-0.562-0.005,-0.725 0.018,0.385-0.120,-0.140-0.030,-0.118-0.012,-0.092-0.001,-0.071 0.008,-0.050 0.010,-0.035 0.012,-0.974 0.207,0.299-0.091,-0.009-0.025,0.665-0.341,-0.154-0.117,-0.187-0.095,-0.192-0.076,-0.176-0.056,-0.153-0.039,-0.193 0.033,-0.070-0.049,-0.052 0.001,-0.037 0.031,-0.026 0.050,-0.015 0.060,0.257-0.098,0.240 0.020,0.239 0.006,0.217-0.003,0.184-0.009,0.150-0.010,0.114-0.012,-0.142-0.081,-0.169-0.104,-0.216-0.087,-0.228-0.068,-0.218-0.050,-0.397 0.515,-0.067-0.747,-0.262-0.141,-0.229-0.099,-0.191-0.065,-0.153-0.038,-0.116-0.017,0.545 1.549,-0.867-1.791,-0.131-0.012,-0.056 0.052,-0.003 0.085,0.028 0.099,0.047 0.100,0.304 0.562,0.007 0.107,-0.179-0.140,0.112 0.232,0.134 0.226,0.134 0.201,0.125 0.173,0.110 0.137,0.090 0.108,0.073 0.080,0.053 0.054,0.040 0.036,-2.260-0.954,-3.126-1.247,-1.747-0.608,-1.052-0.289,-0.529-0.061,-0.148 0.090,0.109 0.185,7.028 2.362,-7.796-2.137,0.195 0.353,0.564 0.376,0.757 0.365,0.825 0.329,0.809 0.284,-1.559 0.098,-0.871 0.086,-0.488 0.054,-0.208 0.029,-0.016 0.011,0.106-0.002,0.175-0.007,1.376 0.103,0.668 0.055,0.731 0.064,0.726 0.066,0.675 0.064,0.600 0.059,3.530 0.273,-4.492-0.277,-3.497-0.127,-1.191 0.025,-0.665 0.051,-0.280 0.064,-0.019 0.067,0.147 0.065,-0.574 0.234,0.266 0.245,0.543 0.227,0.668 0.195,0.689 0.160,0.644 0.126,1.278-0.016,0.750 0.007,0.710-0.017,0.631-0.033,0.535-0.038,0.434-0.041,0.688-0.078,0.362-0.012,0.321 0.000,0.274 0.003,0.224 0.009,0.176 0.011,-0.017 0.234,1.815-0.738,-3.032 1.488,-0.207 0.225,0.004 0.081,0.141-0.014,0.217-0.077,0.249-0.110,0.253-0.123,1.286-0.742,-0.169 0.114,0.119-0.042,-0.474 0.320,0.193-0.107,0.174-0.112,0.153-0.108,0.125-0.096,0.100-0.084,0.860-0.512,-1.043 0.573,-0.068 0.025,-0.014 0.009,0.019-0.006,0.042-0.011,0.051-0.018,0.970-0.551,-1.136 0.629,-0.197 0.089,-0.208 0.090,-0.198 0.084,-0.179 0.075,-0.155 0.063,-0.128 0.053,-0.045 0.081,0.153 0.020,0.218 0.008,0.241-0.001,0.239-0.007,0.219-0.010,0.137 0.065,0.248-0.064,0.221-0.072,0.184-0.072,0.148-0.065,0.111-0.057,0.114 0.076,0.117 0.124,0.104 0.154,0.087 0.158,0.070 0.147,0.082 0.009,0.249 0.304,0.355 0.261,0.391 0.252,0.383 0.228,0.346 0.194,0.298 0.160,0.478 0.252,0.331-0.078,0.279-0.139,0.225-0.165,0.171-0.165,0.123-0.150,-2.773-2.395,2.378 1.798,-0.072-0.212,-0.183-0.256,-0.245-0.266,-0.268-0.258,-0.268-0.236,-1.155-0.667,1.294 0.466,-0.001-0.185,0.034-0.132,0.050-0.087,0.058-0.054,0.057-0.026,0.011-0.050,0.328-0.004,0.376 0.004,0.384 0.006,0.360 0.008,0.321 0.010,0.272 0.009,-2.488-0.234,1.613 0.103,0.126-0.021,2.503 0.048,0.259-0.110,0.123-0.111,0.032-0.104,-0.028-0.089,-0.061-0.072,-0.351-0.077,-0.254-0.063,-0.204-0.059,-0.290-0.046,-0.328-0.033,-0.327-0.023,-0.308-0.016,-2.600 0.294,2.837-0.423,-0.117-0.022,-0.137 0.008,-0.137 0.023,-0.126 0.030,-0.109 0.035,-0.090 0.032,-0.283 0.007,0.311-0.077,0.681-0.151,-0.167-0.017,-0.322 0.010,-0.396 0.028,-0.408 0.036,-0.386 0.038,-0.524 0.081,-0.439 0.068,-0.413 0.069,-0.367 0.065,-0.307 0.058,-0.251 0.047,-0.372-0.374</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360.000 965.000,'0.056'0.078,"0.086"0.121,0.099 0.138,0.099 0.139,0.092 0.129,0.079 0.111,0.066 0.092,-0.045-0.057,-0.018-0.015,-0.035-0.036,-0.042-0.048,-0.047-0.051,-0.044-0.052,-0.250-0.399,0.642 1.013,0.532 0.785,0.216 0.253,0.096 0.048,0.012-0.089,-0.046-0.172,-0.078-0.215,-1.170-1.412,1.204 1.356,0.162 0.070,0.194 0.091,0.202 0.102,0.194 0.100,0.177 0.094,-1.351-1.221,1.925 1.537,0.135-0.051,0.023-0.147,-0.055-0.198,-0.097-0.218,-0.118-0.211,-0.124-0.195,-0.118-0.168,0.343-0.030,-0.102-0.182,-0.229-0.195,-0.282-0.184,-0.292-0.160,-0.273-0.134,-0.238-0.105,-0.289-0.102,-0.117-0.137,-0.013-0.158,0.026-0.166,0.050-0.160,0.061-0.144,0.067-0.126,-1.064 0.533,2.094-0.897,0.656-0.158,0.506-0.081,0.375-0.027,0.260 0.009,0.170 0.030,0.099 0.042,0.184 0.032,0.188-0.007,0.022 0.010,-0.085 0.022,-0.148 0.026,-0.178 0.027,-0.183 0.027,-0.173 0.024,-0.339 0.073,-0.418 0.099,-0.440 0.108,-0.421 0.106,-0.377 0.098,-0.323 0.084,-0.262 0.070,-0.690 0.212,3.156-0.731,0.979-0.137,0.413 0.009,0.033 0.098,-0.204 0.145,-0.377 0.150,-0.596 0.161,-0.617 0.144,-0.576 0.122,-0.499 0.095,-0.407 0.072,-0.302 0.119,-0.233 0.134,-0.160 0.132,-0.103 0.119,-0.058 0.100,-0.025 0.078,-0.005 0.061,0.008 0.043,0.017 0.028,0.018 0.018,0.019 0.009,2.143 0.465,1.591 0.313,0.729 0.051,0.200-0.093,-0.145-0.174,-0.353-0.213,-0.454-0.220,-4.039-0.717,4.557 0.415,0.160-0.295,0.025-0.276,-0.058-0.240,-0.104-0.199,-0.124-0.155,-0.127-0.158,-0.117-0.147,-0.101-0.127,-0.083-0.105,-0.066-0.082,-0.048-0.061,-0.915 0.200,-0.424 0.087,-0.478 0.108,-0.481 0.118,-0.454 0.115,-0.406 0.109,-1.348 0.418,1.302-0.301,0.636-0.001,0.129 0.135,0.062 0.144,0.014 0.138,-0.018 0.125,-0.035 0.108,-1.974-0.183,1.986 0.374,0.149 0.180,0.122 0.167,0.098 0.145,0.074 0.125,0.054 0.100,-1.683-0.631,2.178 0.914,0.126 0.052,0.048-0.014,-0.006-0.053,-0.042-0.075,-0.059-0.083,-0.068-0.082,-0.054-0.113,0.081-0.071,0.011-0.088,-0.036-0.095,-0.065-0.094,-0.081-0.085,-2.600-0.496,3.691 0.432,0.185-0.126,-0.048-0.114,-0.188-0.098,-0.259-0.078,-0.280-0.061,0.249-0.068,0.194-0.067,-0.005-0.063,-0.134-0.057,-0.205-0.048,-0.237-0.039,0.702-0.175,0.330-0.134,0.204-0.106,0.109-0.081,0.041-0.060,-0.004-0.039,-0.033-0.026,-1.623 0.304,0.027 0.008,1.800-0.259,-0.480 0.113,-0.625 0.131,-0.657 0.132,-0.619 0.119,-0.539 0.102,-1.898 0.190,0.917-0.054,1.266 0.022,-0.056 0.097,-0.172 0.086,-0.227 0.071,-0.239 0.057,-0.227 0.042,-1.065-0.180,1.115 0.186,0.261 0.051,0.262 0.056,0.245 0.055,0.217 0.052,0.182 0.044,0.218 0.070,-0.101 0.018,-0.177 0.007,-0.211-0.001,-0.214-0.006,-0.203-0.009,-0.177-0.009,-0.271-0.132,0.291 0.049,-0.068-0.036,0.243 0.044,2.574 0.516,0.429-0.023,0.173-0.085,0.001-0.117,-0.103-0.125,-0.471-0.171,0.379-0.150,0.114-0.204,0.139-0.196,0.145-0.175,0.136-0.149,0.118-0.118,-0.756 0.009,-0.042-0.026,-0.054-0.006,-0.060 0.004,-0.056 0.012,-0.054 0.016,1.314-0.104,0.368-0.019,0.072 0.008,-0.121 0.022,-0.230 0.030,-0.284 0.034,-0.870 0.081,-0.587 0.060,-0.612 0.063,-0.588 0.059,-0.531 0.053,-0.456 0.047,-1.832 0.091,2.496-0.052,-0.036 0.036,-0.229 0.024,-0.325 0.017,-0.354 0.009,-0.340 0.004,-0.301 0.002,-0.252-0.001,-0.448-0.007,-0.013-0.001,0.266 0.002,0.059-0.003,0.070-0.001,0.074-0.002,0.070-0.002,0.065 0.000,0.230-0.002,-0.044-0.000,-0.082-0.001,-0.097 0.000,-0.096-0.001,-0.090 0.001,-0.076-0.001,-0.123 0.001,0.073-0.001,0.472-0.014,0.289-0.023,0.287-0.024,0.259-0.025,0.219-0.022,0.176-0.019,0.126-0.030,0.366-0.052,0.386-0.055,0.368-0.053,0.328-0.048,0.277-0.040,-0.393 0.020,-0.329 0.014,-0.438 0.025,-0.481 0.031,-0.474 0.032,-0.437 0.030,-0.383 0.028,1.287-0.428</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1451.000 1111.000,'0.006'0.000,"0.008"0.000,0.010 0.000,0.010 0.000,0.009 0.000,0.007 0.000,0.006 0.000,0.005 0.000,0.002 0.000,0.003 0.000,0.002 0.000,0.000 0.000,0.001 0.000,0.000 0.000,-0.001 0.000,0.003 0.000,0.011 0.000,0.014 0.000,0.014 0.000,0.013 0.000,0.012 0.000,-0.011 0.024,0.820 0.292,0.494 0.241,0.379 0.213,0.277 0.180,0.191 0.142,0.121 0.107,-0.114-0.030,-0.109-0.022,-0.194-0.061,-0.234-0.083,-0.241-0.089,-0.230-0.088,-0.205-0.081,-0.868-0.594,0.748 0.666,-0.082 0.018,-0.067-0.013,-0.054-0.033,-0.041-0.042,-0.029-0.045,0.287 0.235,0.221 0.148,0.190 0.113,0.155 0.080,0.119 0.055,0.089 0.033,0.026-0.061,0.031-0.080,0.015-0.099,0.003-0.103,-0.002-0.094,-0.009-0.085,-0.010-0.071,-0.010-0.054,-0.491-0.226,-0.083-0.062,0.246-0.034,-0.200-0.217,-0.197-0.216,-0.177-0.198,-0.150-0.169,-0.092-0.147,-0.034-0.130,-0.004-0.108,0.018-0.084,0.028-0.062,0.031-0.044,-0.398 0.596,0.664-0.674,0.176-0.027,0.122 0.021,0.082 0.048,0.049 0.064,0.024 0.069,0.007 0.067,-0.139 0.122,-0.067 0.068,-0.081 0.065,-0.082 0.056,-0.078 0.049,-0.073 0.040,-0.528 0.234,0.427-0.251,-0.076 0.031,-0.065 0.047,-0.053 0.056,-0.040 0.057,-0.031 0.053,-0.417 0.150,0.448-0.090,0.038 0.037,0.030 0.030,0.023 0.024,0.015 0.019,0.012 0.013,-0.369 0.004,0.656 0.038,0.145 0.050,0.111 0.054,0.083 0.052,0.058 0.047,0.037 0.040,0.023 0.033,0.010 0.024,0.014 0.057,-0.578-0.141,0.004 0.020,0.556 0.213,0.001 0.020,-0.019-0.001,-0.028-0.011,-0.033-0.019,-0.034-0.021,-0.487-0.191,0.663 0.162,-0.072-0.051,-0.115-0.045,-0.130-0.039,-0.129-0.032,-0.849-0.212,0.931 0.123,0.097-0.093,0.085-0.099,0.067-0.093,0.054-0.082,0.037-0.070,0.028-0.055,0.017-0.041,0.010-0.032,0.005-0.019,0.001-0.014,-0.001-0.008,0.064-0.067,-0.016-0.034,-0.082-0.005,-0.116 0.013,-0.128 0.024,-0.126 0.028,-0.889 0.372,1.326-0.756,0.132-0.145,-0.023-0.025,-0.120 0.052,-0.170 0.096,-0.190 0.118,-0.699 0.453,1.250-0.631,0.176 0.016,0.025 0.079,-0.069 0.108,-0.118 0.115,-0.140 0.112,-0.213 0.118,-0.199 0.100,-0.190 0.087,-0.169 0.071,-0.140 0.055,-0.572 0.068,0.583 0.024,0.164 0.096,0.194 0.101,0.202 0.096,0.194 0.090,0.175 0.076,-1.289-0.365,2.029 0.747,0.208 0.198,0.043 0.131,-0.060 0.077,-0.116 0.038,-0.141 0.013,-0.643-0.321,0.328 0.227,-0.153-0.089,-0.186-0.129,-0.192-0.143,-0.182-0.142,-0.162-0.130,-0.904-0.470,0.949 0.359,0.007-0.103,0.023-0.076,0.033-0.055,0.033-0.037,-0.738-0.130,1.188 0.055,0.252-0.050,0.137-0.051,0.057-0.046,0.000-0.040,-0.037-0.033,-1.694 0.070,2.238-0.363,0.304-0.207,0.230-0.161,0.167-0.120,0.114-0.083,0.072-0.056,-0.347 0.084,-0.218 0.058,-0.262 0.076,-0.270 0.083,-0.255 0.081,-0.228 0.074,-0.080 0.037,-0.264 0.088,-0.228 0.076,-0.190 0.064,-0.149 0.050,-0.109 0.037,-0.212 0.071,-0.048 0.047,-0.035 0.047,-0.022 0.044,-0.013 0.041,-0.006 0.034,-0.213 0.034,0.541 0.366,0.296 0.272,0.315 0.245,0.302 0.207,0.267 0.167,0.224 0.128,-0.039-0.086,0.057-0.048,0.023-0.084,-0.002-0.097,-0.018-0.101,-0.027-0.095,0.183-0.017,-0.078-0.113,-0.086-0.099,-0.087-0.082,-0.075-0.065,-0.064-0.050,-0.563-0.194,0.462 0.018,0.056-0.076,0.044-0.070,0.032-0.063,0.023-0.052,-0.823-0.064,1.124-0.037,0.147-0.086,0.098-0.086,0.056-0.082,0.027-0.072,0.006-0.059,-1.681 0.205,2.109-0.350,0.061-0.023,-0.031 0.017,-0.085 0.040,-0.111 0.050,-0.118 0.052,-0.222 0.142,0.019 0.153,0.054 0.165,0.072 0.162,0.079 0.145,0.077 0.127,0.192 0.262,0.310 0.240,-0.201 0.033,-0.295-0.048,-0.326-0.091,-0.315-0.111,-0.281-0.111,-0.235-0.103,-0.186-0.088,-0.141-0.070,-0.100-0.056,1.107 0.058,0.715 0.014,0.501-0.016,0.283-0.039,0.117-0.053,0.004-0.058,-0.072-0.058,-0.114-0.053,-0.140-0.081,-0.116-0.094,-0.104-0.094,-0.091-0.090,-0.074-0.080,-0.060-0.068,-0.637 0.043,0.775-0.086,-0.020 0.017,-0.027 0.029,-0.027 0.034,-0.027 0.035,-0.024 0.032,-0.019 0.030,-0.017 0.024,1.129 0.031,0.361 0.035,0.404 0.024,0.206 0.021,0.063 0.018,-0.039 0.015,-0.102 0.012,-3.153 0.014,3.345 0.000,-0.673 0.006,-0.759 0.006,-0.749 0.002,-0.679 0.001,-0.580 0.000,-0.522-0.001,-0.364-0.001,-0.277-0.002,-0.201 0.000,-0.138-0.001,-0.089-0.001,-0.104 0.009,-0.059 0.016,-0.048 0.017,-0.038 0.019,-0.028 0.018,-0.020 0.015,-0.014 0.014,0.178 0.000,0.154-0.006,0.127-0.012,0.102-0.014,0.076-0.015,0.057-0.013,0.387-0.035,0.449-0.044,0.439-0.049,0.404-0.048,0.354-0.047,0.300-0.040,-1.784 0.119,2.963-0.125,0.350 0.046,0.111 0.064,-0.053 0.069,-0.150 0.069,-0.205 0.063,-0.222 0.055,-0.551 0.017,-0.502 0.003,-0.528-0.008,-0.509-0.018,-0.463-0.021,-0.400-0.021,-0.302-0.026,-0.344-0.037,-0.273-0.036,-0.205-0.031,-0.147-0.026,-0.099-0.022,-0.061-0.016,-0.033-0.012,-0.011-0.009,0.002-0.006,0.010-0.002,0.014-0.001,0.017-0.001,0.016 0.000,0.014 0.002,0.011 0.001,0.011 0.001,0.009-0.012,0.028-1.171</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1806.000 1027.000,'-0.026'0.000,"-0.085"-0.014,-0.029-0.021,-0.008-0.025,0.010-0.023,0.016-0.022,0.020-0.019,0.081 0.101,-0.143-0.117,-0.146-0.080,-0.114-0.046,-0.100-0.034,-0.088-0.025,-0.071-0.018,-0.058-0.010,0.390 0.193,-0.856-0.312,-0.215-0.013,-0.149 0.016,-0.095 0.030,-0.055 0.038,0.084 0.075,-0.024 0.055,-0.019 0.054,-0.016 0.050,-0.011 0.044,-0.007 0.038,-0.006 0.030,1.356 0.045,-1.912 0.017,-0.162 0.074,-0.027 0.073,0.055 0.068,0.104 0.060,0.124 0.049,0.128 0.038,-0.164 0.172,-0.002 0.141,0.069 0.113,0.106 0.087,0.121 0.062,0.850-0.379,-0.615 0.406,0.022 0.053,0.048 0.023,0.059 0.002,0.066-0.014,0.064-0.020,0.818-0.572,-0.910 0.701,-0.016 0.025,0.004-0.006,0.016-0.027,0.023-0.039,0.027-0.042,1.163-0.836,-1.231 0.977,0.011 0.109,0.052 0.090,0.078 0.071,0.087 0.053,0.089 0.039,0.083 0.025,0.067 0.049,0.046 0.075,0.031 0.078,0.021 0.080,0.010 0.071,0.004 0.062,-0.032 0.114,-0.009 0.025,0.051-0.126,0.059-0.160,0.061-0.168,0.055-0.159,0.333-0.666,-0.271 0.610,0.086-0.017,0.103-0.021,0.106-0.019,0.098-0.019,0.087-0.017,0.195-1.096,0.108 1.403,0.220 0.272,0.190 0.182,0.160 0.113,0.130 0.059,0.099 0.020,-0.681-1.827,0.835 2.035,0.035-0.031,-0.011-0.115,-0.042-0.162,-0.056-0.180,-0.063-0.180,-0.064-0.168,0.111-0.004,0.135-0.060,0.169-0.023,0.180 0.004,0.172 0.020,0.153 0.026,-0.587-0.656,1.354 0.852,0.371 0.017,0.257-0.042,0.165-0.078,0.095-0.092,-0.626-0.402,0.799 0.238,-0.060-0.122,-0.162-0.144,-0.216-0.145,-0.233-0.137,-0.229-0.120,0.165-0.134,0.430-0.054,0.461-0.034,0.452-0.019,0.417-0.007,0.366-0.001,-2.673-0.328,4.547 0.425,0.211-0.027,-0.251-0.056,-0.522-0.068,-0.650-0.071,-0.682-0.069,-3.923-0.310,5.348 0.364,0.625 0.010,0.052-0.024,-0.324-0.046,-0.549-0.055,-0.656-0.060,-4.334-0.215,6.024 0.157,0.264-0.057,-0.279-0.048,-0.596-0.039,-0.748-0.028,-0.786-0.022,-2.131-0.012,2.493-0.008,0.440-0.008,0.444-0.003,0.412-0.001,0.359 0.001,0.299 0.001,0.301-0.011,-0.191-0.018,-0.487-0.021,-0.633-0.021,-0.675-0.020,-0.650-0.018,-0.879-0.015,-0.500-0.029,-0.428-0.031,-0.352-0.029,-0.281-0.027,-0.211-0.022,-0.255-0.007,-0.282 0.006,-0.272 0.014,-0.248 0.016,-0.214 0.019,-0.178 0.017,-0.140 0.017,-0.576 0.137,0.987-0.277,1.920-0.604,0.517-0.225,0.099-0.107,-0.177-0.024,-0.339 0.031,-0.418 0.063,-2.268 0.960,1.942-1.141,-0.430-0.041,-0.396-0.004,-0.341 0.019,-0.279 0.031,-0.218 0.038,-0.205 0.030,-0.121-0.109,-0.088-0.138,-0.063-0.145,-0.041-0.140,-0.025-0.125,-0.036 0.039,-0.042 0.143,-0.042 0.198,-0.038 0.218,-0.035 0.218,-0.027 0.197,-0.067 0.740,-0.095-0.324,-1.053-1.831,-0.709-0.535,-0.546-0.273,-0.396-0.089,-0.272 0.028,-0.173 0.098,0.294 0.549,-0.273 0.042,-0.306 0.022,-0.308 0.005,-0.290-0.007,-0.259-0.012,-1.833-0.522,-0.749 0.128,-0.498 0.234,-0.305 0.279,-0.159 0.279,-0.057 0.256,0.669 0.346,0.668 0.294,0.759 0.270,0.751 0.235,0.686 0.193,0.585 0.150,2.997 0.318,-0.186-0.004,-10.119-0.453,-3.144-0.013,-1.422 0.037,-0.241 0.066,0.508 0.079,0.924 0.078,1.611 0.090,1.219 0.081,1.163 0.072,1.037 0.062,0.876 0.052,0.706 0.039,-0.444 0.021,0.013 0.000,0.139-0.010,0.202-0.017,0.225-0.018,0.221-0.019,1.517-0.021,0.747-0.011,0.816-0.009,0.808-0.008,0.754-0.007,0.668-0.003,-0.465-0.036</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2145.000 1121.000,'0.021'-0.007,"0.032"-0.011,0.036-0.011,0.036-0.013,0.033-0.011,0.027-0.008,0.023-0.009,0.018-0.005,0.012-0.004,0.009-0.003,0.005-0.003,0.005 0.000,0.186 0.011,0.305-0.030,0.255-0.040,0.223-0.047,0.187-0.045,0.147-0.043,-0.627 0.123,0.868-0.105,0.197 0.005,0.151 0.010,0.110 0.013,0.076 0.012,0.048 0.013,0.915 0.021,0.418 0.053,0.207 0.057,0.057 0.052,-0.038 0.048,-0.092 0.039,-0.118 0.030,0.715 0.191,0.475 0.116,0.210 0.061,0.029 0.022,-0.087-0.007,-0.152-0.022,-0.178-0.030,-0.182-0.033,-3.690-0.317,3.430 0.231,-0.159-0.051,-0.309-0.050,-0.385-0.047,-0.407-0.042,-0.395-0.034,-1.147-0.042,0.687 0.001,-0.486-0.023,-0.446-0.014,-0.384-0.009,-0.313-0.006,-0.244-0.002,-0.179 0.001,-0.125-0.000,-0.082 0.003,-0.048 0.001,-0.023 0.003,-0.006 0.001,0.006 0.003,0.011 0.000,0.015 0.002,0.015 0.000,0.015 0.001,0.012 0.000,0.010 0.000,0.008 0.001,0.007-0.001,0.004 0.001,0.002-0.001,-0.173 0.000,-0.513 0.001,-0.580-0.001,-0.609 0.000,-0.593 0.000,-0.542 0.000,-0.475 0.000,1.859 0.000,-4.431 0.025,-1.145 0.037,-0.787 0.043,-0.502 0.042,-0.285 0.037,-0.126 0.031,-0.019 0.026,1.879-0.067,-0.290-0.010,-2.585 0.070,0.380 0.032,0.659 0.038,0.777 0.041,0.784 0.038,0.722 0.033,2.176-0.112,-0.516 0.073,1.124-0.056,1.044-0.062,0.905-0.060,0.741-0.054,0.577-0.046,0.425-0.036,0.298-0.027,0.193-0.020,0.113-0.014,0.055-0.008,0.014-0.005,-0.011-0.001,-0.027-0.001,-0.033 0.002,-0.035 0.001,-0.031 0.002,-0.027 0.002,-0.004 0.002,0.109 0.001,0.455 0.001,0.460 0.000,0.477 0.001,0.445 0.001,0.392 0.000,0.322 0.001,-0.120-0.048,1.744-0.067,0.531-0.024,0.274-0.004,0.088 0.009,-0.034 0.016,-1.113 0.038,1.984 0.051,0.489 0.106,0.427 0.114,0.350 0.111,0.277 0.097,0.207 0.084,-1.255-0.031,-0.417 0.012,-0.509-0.001,-0.535-0.009,-0.520-0.013,-0.476-0.017,-3.456-0.335,3.864 0.328,-0.412-0.066,-0.558-0.070,-0.604-0.066,-0.583-0.059,-0.524-0.050,-0.444-0.038,-0.358-0.031,-0.276-0.021,-0.201-0.016,-0.141-0.009,-0.089-0.005,1.936-0.074</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667.000 1177.000,'0.059'0.000,"0.090"0.000,0.102 0.000,0.103 0.000,0.091 0.000,0.081 0.000,0.064 0.000,-0.473 0.003,0.643 0.155,0.154 0.164,0.118 0.164,0.086 0.154,0.059 0.136,0.039 0.117,0.165 0.216,-0.050 0.031,-0.074-0.008,-0.083-0.032,-0.081-0.043,-0.071-0.046,-0.633-0.611,0.946 0.970,0.281 0.206,0.251 0.131,0.212 0.076,0.170 0.033,0.128 0.005,0.094-0.012,0.064-0.022,0.040-0.027,0.022-0.026,0.009-0.025,-2.107-1.390,2.549 1.312,0.239-0.139,0.075-0.204,-0.034-0.230,-0.100-0.228,-0.132-0.207,-2.497-0.509,2.769 0.221,0.063-0.278,-0.011-0.260,-0.056-0.228,-0.079-0.187,-0.087-0.148,-0.153-0.096,-0.183-0.057,-0.184-0.028,-0.170-0.008,-0.148 0.005,-0.121 0.014,-0.060-0.027,-0.125-0.001,-0.109-0.004,-0.092-0.006,-0.071-0.005,-0.053-0.006,0.288-0.099,0.342-0.150,0.184-0.073,0.065-0.019,-0.017 0.020,-0.070 0.043,-1.456 0.730,1.421-0.700,-0.173 0.099,-0.214 0.119,-0.227 0.124,-0.218 0.120,-0.201 0.108,-1.153 0.528,1.259-0.484,0.028 0.082,0.007 0.092,-0.008 0.092,-0.017 0.085,-0.021 0.073,-0.022 0.062,-0.009 0.108,0.001 0.131,0.006 0.133,0.010 0.128,0.010 0.113,-1.230-0.380,1.674 0.672,0.145 0.168,0.062 0.121,0.005 0.083,-0.031 0.052,-0.047 0.029,-0.924-0.558,1.133 0.527,0.077-0.057,0.013-0.079,-0.029-0.089,-0.051-0.086,-0.687-0.299,0.438 0.028,-0.221-0.215,-0.226-0.209,-0.210-0.189,-0.179-0.157,-0.147-0.126,-0.198-0.062,-0.025-0.097,0.004-0.089,0.021-0.080,0.032-0.066,0.035-0.055,0.529-0.335,0.289-0.159,0.158-0.071,0.064-0.006,-0.002 0.032,-0.040 0.055,-0.240 0.181,-0.147 0.127,-0.160 0.133,-0.156 0.129,-0.144 0.118,-0.125 0.101,0.020 0.087,0.037 0.105,-0.025 0.118,-0.026 0.104,-0.023 0.090,-0.022 0.071,-0.018 0.054,-0.014 0.040,-0.011 0.027,-0.008 0.017,-0.004 0.010,-0.004 0.005,-0.072-0.028,-0.079-0.035,-0.090-0.040,-0.089-0.040,-0.082-0.039,-0.070-0.033,-0.057-0.027,-0.046-0.023,-0.035-0.015,-0.023-0.013,-0.017-0.007,-0.010-0.006,-0.188 0.005,0.328-0.018,0.156-0.017,0.155-0.019,0.143-0.019,0.125-0.016,0.104-0.016,0.084-0.011,0.093-0.100,-0.070-0.058,-0.137-0.030,-0.166-0.010,-0.174 0.002,-0.098-0.018,-0.092 0.000,-0.055-0.001,-0.028 0.000,-0.010 0.000,0.002-0.001,-0.252 0.216,0.241-0.141,0.009 0.016,-0.011 0.015,-0.021 0.014,-0.027 0.013,-0.031 0.009,0.017-0.006,-0.040 0.032,-0.036 0.036,-0.028 0.033,-0.024 0.027,-0.017 0.024,-0.027 0.019,-0.007 0.012,-0.002 0.007,-0.002 0.007,0.001 0.003,0.002 0.003,0.455 0.034</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994.000 1211.000,'0.013'0.000,"0.019"0.000,0.021 0.000,0.022 0.000,0.018 0.000,0.016 0.000,0.013 0.000,0.009 0.000,0.006 0.000,0.006 0.000,0.002 0.000,0.001 0.000,0.001 0.000,0.001 0.000,-0.004 0.025,0.001 0.037,-0.001 0.043,-0.001 0.042,0.001 0.037,-0.001 0.031,0.000 0.026,-0.061-0.121,1.831 2.616,1.206 1.654,0.439 0.534,0.033-0.053,-0.218-0.405,-0.350-0.585,-0.402-0.643,-0.398-0.624,-0.139-0.635,0.053-0.408,0.061-0.365,0.061-0.309,0.058-0.252,0.049-0.197,0.748-0.830,0.268-0.733,0.099-0.580,-0.013-0.437,-0.079-0.311,-0.112-0.209,-1.464 1.105,1.259-1.216,-0.065 0.002,-0.133 0.121,-0.169 0.190,-0.179 0.218,-0.170 0.222,-0.155 0.206,-0.131 0.183,-0.331 0.334,0.659-0.290,0.224 0.064,0.207 0.077,0.183 0.082,0.153 0.079,0.123 0.070,-2.626 0.967,2.919-0.916,-0.106 0.140,-0.260 0.168,-0.338 0.171,-0.360 0.162,-0.344 0.141,-1.764 0.304,1.354-0.159,-0.207 0.082,-0.183 0.064,-0.155 0.046,-0.127 0.033,-0.097 0.021,-0.074 0.013,-0.525-0.006,0.820 0.178,0.157 0.135,0.122 0.124,0.090 0.107,0.063 0.087,0.042 0.070,-0.070 0.100,0.013 0.113,-0.043 0.069,-0.077 0.034,-0.095 0.010,-0.100-0.009,-1.033-0.820,1.168 0.867,0.009-0.033,-0.038-0.061,-0.064-0.073,-0.079-0.077,-0.082-0.075,-0.678-0.469,1.135 0.372,0.194-0.137,0.134-0.130,0.082-0.114,0.047-0.095,0.018-0.075,-0.133-0.119,0.001-0.133,0.001-0.136,0.000-0.131,0.000-0.114,0.001-0.099,-0.447 0.064,0.179-0.160,-0.202-0.004,-0.225 0.022,-0.225 0.039,-0.210 0.048,-0.186 0.048,-0.546 0.437,0.514-0.495,0.004-0.030,0.027-0.021,0.041-0.013,0.047-0.010,0.046-0.003,-0.342 0.372,1.714-0.727,0.617-0.107,0.347-0.018,0.149 0.041,0.012 0.074,-0.075 0.089,-0.123 0.092,-0.144 0.086,-0.281 0.114,-0.359 0.126,-0.373 0.121,-0.356 0.109,-0.315 0.093,-0.266 0.077,-0.212 0.058,-0.121 0.102,0.010 0.119,0.062 0.125,0.090 0.121,0.103 0.111,0.106 0.095,0.275 0.184,0.091 0.067,0.063 0.040,0.038 0.021,0.021 0.006,0.009-0.002,-1.009-0.574,0.696 0.462,-0.104-0.050,-0.107-0.074,-0.101-0.085,-0.091-0.086,-0.079-0.080,-0.063-0.071,0.086-0.048,0.059-0.079,0.083-0.067,0.091-0.053,0.090-0.042,0.406-0.044,0.175-0.041,0.008-0.038,-0.096-0.030,-0.151-0.026,-0.173-0.019,-0.698 0.089,1.415-0.084,0.388-0.006,0.228-0.007,0.107-0.005,0.019-0.004,-0.038-0.003,-1.078 0.051,-0.058-0.017,0.896-0.159,-0.334-0.049,-0.364-0.035,-0.350-0.026,-0.317-0.015,-0.890 0.331,0.631-0.364,-0.125-0.012,-0.103 0.015,-0.077 0.029,-0.059 0.039,-0.040 0.041,-0.026 0.040,0.000 0.022,-0.057 0.059,-0.057 0.055,-0.053 0.046,-0.044 0.039,-0.036 0.029,-0.027 0.022,-0.021 0.015,-0.014 0.010,-0.008 0.005,-0.006 0.003,0.169 0.046</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869.000 1212.000,'0.000'0.045,"0.000"0.067,0.065 0.031,0.103 0.033,0.119 0.025,0.120 0.016,0.113 0.012,0.098 0.007,0.084 0.003,0.067 0.000,0.052 0.000,0.194 0.159,0.122 0.175,0.069 0.173,0.029 0.160,0.000 0.137,-0.499-0.360,0.545 0.563,0.064 0.009,0.065-0.054,0.060-0.089,0.053-0.108,0.044-0.109,0.036-0.103,0.028-0.092,0.020-0.077,-0.659-0.284,0.013-0.036,0.762 0.126,0.064-0.055,0.040-0.039,0.024-0.025,0.010-0.014,0.001-0.006,-1.507-0.230,2.256 0.305,0.184-0.002,-0.040-0.032,-0.175-0.048,-0.245-0.052,-0.266-0.052,-0.073-0.238,-0.044-0.334,0.019-0.360,0.055-0.344,0.070-0.302,0.076-0.252,0.115-0.168,0.129-0.102,0.127-0.055,0.112-0.020,0.095 0.003,0.076 0.015,-0.169 0.230,0.125 0.059,0.136 0.057,0.135 0.055,0.124 0.048,-0.652 0.303,0.331-0.182,-0.175 0.053,-0.216 0.067,-0.231 0.075,-0.223 0.073,-0.206 0.069,-0.686 0.376,0.931-0.606,-0.077 0.026,-0.091 0.053,-0.095 0.068,-0.085 0.070,-0.073 0.064,-0.331 0.212,-0.151 0.102,-0.158 0.104,-0.152 0.097,-0.135 0.087,-0.118 0.074,-0.068 0.045,-0.086 0.054,-0.066 0.040,-0.048 0.028,-0.031 0.018,-0.020 0.011,-0.115 0.042,0.225-0.161,0.059-0.059,0.047-0.042,0.035-0.028,0.024-0.018,-0.029-0.020,0.397-0.342,0.104-0.082,0.043-0.018,0.002 0.022,-0.022 0.045,-0.036 0.055,-0.112 0.111,-0.120 0.114,-0.125 0.115,-0.119 0.106,-0.104 0.092,-0.305 0.134,0.176-0.139,-0.067 0.017,-0.049 0.027,-0.035 0.032,-0.022 0.032,-0.014 0.029,0.279-0.005</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952.000 1179.000,'0.025'0.000,"0.037"0.000,0.043 0.000,0.042 0.000,0.036 0.000,0.033 0.000,0.025 0.000,0.351-0.016,0.386-0.024,0.370-0.029,0.333-0.028,0.279-0.025,-0.689 0.023,1.420-0.182,0.238-0.083,0.096-0.062,0.001-0.045,-0.057-0.030,-0.088-0.018,-0.417 0.061,-0.306 0.051,-0.332 0.064,-0.322 0.065,-0.292 0.063,-0.252 0.056,-0.158 0.047,-0.108 0.039,-0.031 0.030,0.002 0.021,0.024 0.015,0.039 0.012,0.042 0.005,-0.609-0.007,0.719 0.013,-0.026 0.001,-0.071-0.001,-0.093-0.002,-0.099-0.001,-0.096-0.003,-0.073-0.002,-0.086-0.003,-0.071-0.001,-0.055-0.001,-0.041-0.002,-0.029 0.000,-0.019-0.001,-0.010-0.001,-0.007 0.001,0.000-0.001,0.000 0.001,0.002-0.001,0.004 0.001,0.002 0.000,0.004-0.001,0.003 0.001,-0.009 0.000,0.003 0.000,0.003 0.000,0.001 0.000,0.002 0.000,0.003 0.000,0.000 0.000,0.002 0.000,0.094 0.000,0.074 0.000,0.055 0.000,0.040 0.000,0.026 0.000,-0.045 0.000,0.104 0.000,-0.005 0.000,-0.023 0.000,-0.034 0.000,-0.039 0.000,-0.040 0.000,-0.033 0.020,-0.057 0.030,-0.057 0.035,-0.048 0.035,-0.043 0.032,-0.033 0.027,-0.025 0.024,-0.020 0.018,-0.012 0.014,-0.009 0.010,-0.005 0.006,-0.002 0.004,-0.011 0.238,-0.015 0.238,-0.018 0.213,-0.017 0.184,-0.017 0.149,-0.014 0.117,-0.012 0.089,0.070-0.874,-0.065 1.070,0.010 0.101,0.015 0.057,0.016 0.023,0.015 0.000,0.014-0.013,0.029-1.469,-0.181 1.718,-0.065 0.000,-0.023-0.129,0.007-0.203,0.023-0.236,0.035-0.238,0.037-0.235,0.038-0.217,0.034-0.187,0.030-0.156,0.025-0.124,0.020-0.094,0.077-0.021</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559.000 298.000,'-0.012'0.000,"-0.018"0.000,-0.020 0.000,-0.021 0.000,-0.018 0.000,-0.016 0.000,-0.013 0.000,-0.138 0.000,-0.198 0.000,-0.221 0.000,-0.213 0.000,-0.191 0.000,0.866 0.000,-1.501 0.070,-0.480 0.107,-0.376 0.120,-0.283 0.120,-0.200 0.109,-0.132 0.092,0.177 0.150,0.024 0.248,0.051 0.269,0.064 0.261,0.068 0.237,0.067 0.204,-0.291 0.434,-0.053 0.177,-0.070 0.129,-0.072 0.087,-0.070 0.055,-0.061 0.029,0.100-0.122,0.185-0.201,0.222-0.233,0.225-0.231,0.205-0.207,0.175-0.178,1.831-1.406,-1.804 1.644,-0.104 0.333,-0.056 0.291,-0.020 0.239,0.003 0.192,0.018 0.145,-0.029 0.234,0.196-0.090,0.222-0.150,0.219-0.177,0.199-0.176,0.169-0.162,0.194-0.252,0.192-0.285,0.175-0.283,0.149-0.256,0.122-0.221,0.094-0.177,0.307-0.725,-0.132 0.689,0.087 0.087,0.080 0.077,0.073 0.063,0.062 0.051,0.052 0.040,-0.043-1.135,0.270 1.583,0.193 0.158,0.176 0.084,0.150 0.027,0.123-0.009,0.096-0.031,0.098-0.163,0.206-0.032,0.220-0.025,0.214-0.020,0.195-0.015,0.169-0.011,0.142-0.008,0.365-0.001,0.365-0.086,0.381-0.100,0.363-0.100,0.326-0.094,0.275-0.082,-0.197-0.169,-0.240-0.141,-0.345-0.143,-0.389-0.135,-0.393-0.120,-0.367-0.103,-1.872-0.452,3.825 0.813,1.505 0.257,0.496 0.043,0.047-0.047,-0.230-0.097,-0.379-0.118,-1.293-0.340,1.159-0.001,0.062-0.130,-0.044-0.120,-0.110-0.106,-0.147-0.088,-0.159-0.070,1.730-0.172,0.635-0.149,0.127-0.117,-0.205-0.088,-0.394-0.064,-0.484-0.042,-0.369-0.053,-0.819-0.006,-0.797 0.006,-0.711 0.014,-0.599 0.016,-0.477 0.016,-0.361 0.015,-0.260 0.014,-0.175 0.010,-0.108 0.009,-0.059 0.006,-1.096 0.240,2.449-0.843,0.622-0.368,0.321-0.275,0.107-0.194,-0.033-0.127,-0.116-0.077,-3.423 1.706,2.862-1.764,-0.237-0.154,-0.281-0.099,-0.290-0.055,-0.277-0.023,-0.247-0.001,-0.213 0.015,-0.468 0.325,0.077-0.331,-0.126 0.016,-0.104-0.049,-0.170 0.061,-0.163 0.071,-0.151 0.071,-0.131 0.067,-0.111 0.062,-0.033-0.229,-0.167 0.223,-0.147 0.243,-0.127 0.230,-0.099 0.203,-0.077 0.169,-0.054 0.148,-0.038 0.122,-0.022 0.096,-0.012 0.070,-0.006 0.051,0.000 0.032,0.020 0.657,-0.532-1.560,-0.479-0.653,-0.447-0.496,-0.389-0.356,-0.321-0.243,-0.253-0.151,-0.127 0.182,-0.175 0.181,-0.145 0.242,-0.112 0.257,-0.084 0.248,-0.060 0.224,0.144 0.326,-0.072 0.148,-0.078 0.119,-0.074 0.091,-0.068 0.068,-0.060 0.047,1.277 0.593,-0.006 0.017,-1.389-0.550,0.104 0.070,0.166 0.086,0.195 0.086,0.198 0.083,0.185 0.074,-0.095-0.016,0.210 0.103,0.289 0.129,0.313 0.137,0.304 0.129,0.272 0.115,0.231 0.094,-1.132-0.193</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1829.000 1050.000,'-0.103'-0.149,"-0.095"-0.099,-0.082-0.058,-0.069-0.028,-0.056-0.008,-0.042 0.007,-0.420-0.055,-0.534-0.038,-0.589-0.042,-0.573-0.043,-0.515-0.039,-0.437-0.034,0.271 0.067,0.103 0.032,0.205 0.043,0.254 0.046,0.271 0.048,0.261 0.042,1.044 0.177,-2.077-0.136,-1.592-0.042,-0.415 0.029,-0.051 0.039,0.190 0.042,0.334 0.040,0.405 0.038,-0.142 0.056,0.186 0.074,0.093 0.075,0.031 0.065,-0.011 0.057,-0.036 0.045,0.011 0.204,0.190 0.272,0.228 0.292,0.228 0.280,0.209 0.247,0.180 0.206,0.146 0.162,0.111 0.123,0.083 0.087,0.057 0.057,0.036 0.036,0.153 0.080,0.244 0.070,0.265 0.070,0.253 0.061,0.225 0.053,0.186 0.043,0.503-0.629,0.003 0.721,0.286 0.059,0.274 0.009,0.244-0.022,0.207-0.040,0.465-0.198,0.777 1.026,0.425 0.112,0.261-0.080,0.140-0.198,0.048-0.261,-0.010-0.278,-0.049-0.272,-0.071-0.247,-0.077-0.212,0.628 0.016,0.535-0.009,0.390-0.069,0.273-0.104,0.175-0.120,0.099-0.121,-3.272-1.335,4.101 1.328,0.188-0.125,-0.011-0.135,-0.137-0.130,-0.205-0.116,-0.230-0.099,0.241-0.108,0.522-0.102,0.653-0.093,0.687-0.079,0.654-0.063,0.580-0.050,-0.311-0.114,-0.413-0.120,-0.608-0.125,-0.691-0.120,-0.690-0.109,-0.642-0.093,7.594-1.123</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392.000 393.000,'0.014'0.000,"0.020"0.000,0.024 0.000,0.024 0.000,0.021 0.000,0.019 0.000,0.015 0.000,0.011 0.000,0.010 0.000,0.006 0.000,0.004 0.000,0.002 0.000,0.124 0.000,0.221 0.000,0.262 0.000,0.269 0.000,0.006 0.000,-0.004 0.000,0.130 0.000,0.744 0.000,0.141 0.000,0.067 0.000,0.015 0.000,-0.859 0.000,0.977 0.000,-0.122 0.000,-0.170 0.000,-0.186 0.000,-0.181 0.000,-0.161 0.000,0.002 0.000,0.105 0.000,0.157 0.000,0.178 0.000,0.174 0.000,0.159 0.000,-1.174 0.012,2.526 0.087,0.552 0.053,0.175 0.039,-0.081 0.025,-0.245 0.015,-2.132-0.135,2.998 0.134,0.762 0.018,0.442 0.000,1.670 0.045,-0.355-0.034,-0.660-0.039,-0.804-0.042,-2.645-0.086,1.491 0.027,-0.887-0.036,-0.814-0.028,-0.703-0.022,-0.577-0.017,-0.858-0.011,0.459-0.006,-0.208-0.006,0.351 0.019,0.658 0.033,0.784 0.037,0.790 0.039,0.075-0.002,0.088-0.001,-0.128-0.011,-0.256-0.014,-0.319-0.017,-0.337-0.015,-0.352-0.015,-0.739-0.017,-0.229-0.008,-0.063-0.004,-0.214-0.007,-0.176-0.004,-0.138-0.005,-0.082-0.001,0.202-0.003,-0.062 0.000,-0.090-0.002,-0.100 0.001,-0.099 0.000,-0.091 0.000,0.868 0.025,0.803 0.040,1.215 0.047,0.417 0.016,0.147 0.003,-0.042-0.007,-1.577-0.023,0.647 0.058,-0.199 0.011,0.187 0.031,-0.409-0.013,-0.413-0.021,-0.389-0.025,-0.332-0.025,-0.270-0.024,-0.213-0.022,-0.162-0.019,-0.715-0.039,0.575 0.018,0.074-0.009,0.484-0.006,0.236-0.009,0.223-0.006,0.197-0.003,-1.594 0.005,2.116-0.006,0.374-0.001,0.007 0.000,-0.161 0.002,-0.253 0.001,-0.291 0.000,-1.733 0.005,1.107-0.002,0.806-0.001,0.143 0.002,0.366-0.001,-0.058 0.002,-0.134-0.001,-0.174 0.001,-0.252 0.000,0.053 0.000,0.071 0.000,0.717 0.000,0.075 0.001,0.035-0.001,0.009 0.000,-0.223 0.000,-0.537 0.000,0.217 0.001,2.109-0.015,0.271-0.021,0.093-0.025,-0.030-0.026,-0.109-0.026,-3.943 0.089,4.772-0.102,0.921-0.006,0.027 0.015,-0.163 0.019,-0.266 0.021,-1.280 0.011,-0.030-0.012,0.037-0.019,0.080-0.021,0.703-0.024,-1.710 0.045,0.101 0.005,1.414-0.015,0.125 0.015,0.069 0.014,0.024 0.016,-1.987 0.026,-0.006 0.005,0.788 0.003,0.227 0.006,3.161 0.002,0.307 0.009,0.102 0.007,-3.816 0.003,-0.118 0.001,1.297-0.022,-0.261-0.039,0.503-0.053,-0.338-0.035,-0.323-0.028,-0.291-0.019,-0.251-0.013,-1.657 0.074,0.025 0.005,2.836-0.080,0.092 0.032,-0.008 0.035,-0.071 0.034,-0.102 0.030,-1.491 0.033,0.968 0.009,-0.013 0.013,-0.066 0.011,-0.096 0.008,-0.111 0.004,-4.089 0.001,2.305 0.001,0.106 0.001,3.063 0.005,-0.319 0.000,-0.569 0.000,-0.672-0.001,-2.420-0.003,-0.078-0.001,1.847 0.001,-0.210-0.001,-0.227 0.000,-0.217-0.002,-0.192 0.000,-2.805-0.001,1.988 0.001,2.959-0.001,0.419 0.000,-0.093 0.000,-0.413 0.000,-0.588-0.001,-0.656 0.001,0.249 0.000,-0.075 0.000,-0.273-0.001,-0.384 0.001,-0.424 0.000,-0.081 0.000,-1.035 0.000,-0.002 0.000,1.523 0.000,0.214 0.000,0.193 0.000,0.164 0.000,-0.485 0.000,0.067 0.000,0.625 0.000,-0.172 0.000,-0.243 0.000,-0.266 0.000,-3.162 0.000,3.652 0.044,0.049 0.069,-0.751 0.008,-0.277 0.007,-0.317-0.004,-0.325-0.010,-0.305-0.016,-1.413-0.060,1.375 0.027,0.225-0.012,0.483-0.006,0.018-0.013,-0.073-0.009,-0.128-0.008,-0.396-0.008,0.020-0.004,0.081-0.002,0.799 0.014,0.070 0.027,0.023 0.032,-0.008 0.033,-0.332 0.000,0.062 0.002,0.192-0.004,0.058-0.010,0.049-0.015,0.037-0.013,0.028-0.015,0.020-0.012,-0.592-0.014,0.537-0.005,-0.462-0.008,-0.527-0.008,-0.526-0.004,-0.486-0.004,-0.423-0.002,-0.351-0.001,-0.277 0.000,-0.212 0.000,-0.152 0.000,-0.094 0.001,-0.041 0.001,-0.016 0.000,0.004 0.000,0.183-0.003,0.086-0.006,0.025-0.007,-0.016-0.006,-0.037-0.006,-0.049-0.005,-0.050-0.004,-0.047-0.004,-0.041-0.001,-0.033-0.002,-0.027 0.000,-0.019-0.002,-0.014 0.001,-0.009-0.001,-0.005 0.001,-0.003 0.000,0.000 0.000,0.000-0.000,0.002 0.000,0.001 0.001,0.001-0.000,0.002-0.001,0.001 0.001,0.001 0.000,0.001 0.000,0.000 0.000,0.001 0.000,0.000-0.001,0.000 0.001,0.000 0.000,0.001 0.000,-0.001 0.000,0.000 0.000,0.001 0.000,-0.001-0.001,0.000 0.001,0.000 0.000,0.000 0.000,0.000 0.000,0.000 0.000,0.000-0.000,0.000-0.001,0.000 0.001,0.000 0.000,0.000 0.000,0.000-0.000,0.000 0.000,0.000-0.001,0.000 0.001,0.000 0.000,0.000 0.000,0.000 0.000,0.000 0.000,0.000 0.000,0.000-0.001,0.000 0.001,0.000 0.000,0.000 0.000,0.000 0.000,0.000 0.000,0.000-0.001,0.000 0.001,0.000 0.000,0.000 0.000,0.000 0.000,0.000-0.108,0.000-0.162,0.000-0.181,0.000-0.177,0.003 0.532,0.065-0.968,0.034-0.372,0.019-0.365,0.004-0.270,-0.005-0.210,-0.011-0.157,-0.015-0.113,-0.009-0.419,-0.018 0.012,-0.016 0.139,-0.015 0.212,-0.011 0.242,-0.009 0.245,-0.009 0.751,-0.003 0.072,-0.047-0.582,-0.071 0.218,-0.078 0.216,-0.074 0.197,0.217 1.064,-0.165-0.568,-0.060-0.019,-0.188-0.466,0.007 0.086,-0.030-0.018,-0.020 0.001,-0.014 0.013,0.142 0.410,-0.052 0.002,-0.044 0.009,-0.035 0.014,-0.420-0.370,-0.191 0.015,-0.196 0.018,-0.189 0.019,0.432 0.369,-0.080-0.002,-0.137-0.021,-0.180-0.038,-1.230-0.524,-0.181-0.011,-0.044 0.030,0.048 0.056,-0.788-0.229,1.258 0.529,-0.260-0.069,-1.987-0.680,-0.524-0.143,-0.402-0.107,-0.299-0.078,-0.786-0.212,0.085 0.095,0.220 0.143,1.048 0.402,0.003 0.090,-0.063 0.074,-0.102 0.061,1.162 0.401,-4.994-0.691,-1.124 0.123,-0.713 0.163,-0.399 0.170,-0.173 0.163,-0.019 0.144,0.913 0.160,0.236 0.083,0.255 0.064,0.250 0.045,0.226 0.031,0.196 0.019,-1.668-0.026,-2.127-0.026,-0.115 0.061,0.784 0.088,0.603 0.078,0.693 0.071,2.900 0.094,1.091 0.041,-0.023 0.021,-3.144 0.008,0.392 0.029,0.567 0.021,0.634 0.015,5.402 0.001,-6.652-0.005,0.150-0.022,0.485-0.028,0.647-0.030,0.690-0.029,1.173-0.025,-0.129-0.050,-0.312-0.054,-0.414-0.053,-2.389-0.155,-0.416-0.026,1.004 0.065,0.166 0.045,0.247 0.055,0.281 0.058,3.014 0.102,0.281 0.027,-2.698-0.012,0.745 0.048,0.744 0.035,0.677 0.028,1.365 0.016,-0.009 0.009,-0.153 0.006,-0.244 0.003,0.585 0.016,0.076 0.027,0.135 0.032,-0.253 0.035,0.434 0.009,0.484-0.002,0.489-0.008,-0.014 0.003,0.554-0.021,0.459-0.022,0.365-0.020,0.274-0.017,0.197-0.014,0.643 0.017,-2.955 0.228,-1.077 0.131,-1.297 0.114,-0.676 0.035,-0.443-0.001,-0.261-0.025,-0.123-0.037,1.333-0.076,-0.816 0.056,0.288-0.022,0.354-0.030,0.378-0.033,0.370-0.034,1.072-0.080,0.277-0.037,-0.603 0.048,0.267 0.036,0.224 0.056,0.177 0.065,0.137 0.067,-0.869 0.254,-0.633 0.193,-0.166 0.090,0.011 0.037,0.119 0.001,0.179-0.022,2.502-0.480,0.044-0.042,-0.066-0.033,-0.152-0.025,-2.436 0.245,0.227-0.083,0.464-0.080,0.585-0.076,1.810-0.197,-0.458 0.070,0.024 0.039,-1.275 0.256,0.198 0.063,0.257 0.042,0.274 0.027,2.259-0.454,-1.815 0.528,0.027 0.084,-0.030 0.084,0.329-0.051,0.382-0.089,0.393-0.107,0.371-0.112,0.332-0.108,0.296-0.101,0.163-0.052,0.108-0.036,0.068-0.023,0.035-0.011,-0.146 0.147,-0.205 0.183,-0.331 0.268,-0.050 0.092,0.025 0.035,0.072-0.005,0.102-0.033,1.045-0.799,-0.605 0.471,-0.004 0.013,-0.472 0.383,0.055-0.041,0.081-0.068,0.094-0.081,0.097-0.086,0.557-0.458,-1.029 0.601,0.553-0.381,-0.043-0.001,-0.693 0.362,0.112-0.067,0.189-0.088,0.224-0.095,0.335-0.210,0.259-0.148,0.041-0.018,-0.233 0.161,0.073-0.012,0.061-0.007,0.049-0.000,0.207-0.141,-0.038 0.054,-0.482 0.480,-0.099 0.095,-0.150 0.115,-0.131 0.084,-0.112 0.057,-0.093 0.035,-0.071 0.020,0.889-0.705,-1.130 0.973,0.040-0.012,0.087-0.068,0.108-0.100,0.998-0.843,-0.445 0.453,0.136-0.052,-0.003 0.129,0.202-0.108,0.180-0.106,0.151-0.100,0.123-0.087,0.095-0.028,0.073-0.192,0.028-0.006,0.013 0.125,0.000 0.064,-0.011 0.081,-0.022 0.087,-0.012 0.090,-0.005 0.061,0.001 0.046,-0.006 0.132,0.008-0.078,0.010-0.112,0.011-0.125,0.009-0.125,0.008-0.116,0.008-0.095,0.006-0.041,0.003-0.020,0.004-0.005,0.055-0.042,0.207 0.402,0.197 0.206,0.193 0.195,0.117 0.069,0.077 0.015,0.043-0.021,-0.519-0.697,0.357 0.483,-0.020-0.035,0.260 0.248,0.081-0.039,0.095-0.036,0.096-0.033,0.088-0.026,-0.193-0.211,-0.067-0.118,0.072-0.035,0.584 0.230,0.011-0.076,-0.047-0.073,-0.081-0.068,-0.622-0.291,0.201 0.064,0.040-0.004,0.514 0.183,-0.116-0.044,-0.175-0.055,-0.200-0.059,-0.295-0.101,-0.282-0.098,-0.051 0.007,0.244 0.172,-0.061-0.014,-0.040-0.025,-0.024-0.033,-0.013-0.035,-0.371-0.209,0.366 0.126,0.068-0.009,0.640 0.141,0.123-0.027,0.068-0.030,0.032-0.029,-1.348-0.278,1.370 0.198,-0.137-0.058,-0.085-0.039,-0.135-0.035,-0.160-0.032,-0.166-0.027,-0.068-0.019,-0.199-0.023,-0.170-0.016,-0.139-0.010,-0.108-0.007,-0.081-0.004,-0.055-0.001,-0.046 0.003,0.015 0.001,0.037-0.001,0.018 0.002,0.016 0.001,0.012 0.001,0.012 0.001,0.029 0.001,0.034 0.001,0.035 0.001,0.090 0.000,0.015 0.000,0.003 0.001,-0.008 0.000,-0.010 0.001,-0.014-0.001,1.055 0.002</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716.000 326.000,'-0.034'-0.023,"-0.055"-0.036,-0.064-0.043,-0.065-0.043,-0.062-0.042,-0.056-0.037,0.260 0.177,-0.583-0.238,-0.154-0.015,-0.087-0.004,-0.039 0.003,0.764 0.244,-0.529-0.163,-0.097-0.007,-0.436-0.080,-0.060 0.024,-0.006 0.034,0.031 0.041,0.052 0.039,-0.062 0.028,0.084 0.041,0.082 0.033,0.074 0.026,0.063 0.020,0.051 0.013,-0.003 0.010,-0.027 0.005,-0.043 0.003,-0.050 0.001,-0.049 0.000,-0.045-0.002,-0.039-0.001,-0.031-0.002,-0.023-0.001,-0.019-0.002,-0.011 0.000,-0.347 0.052,-0.567 0.056,-1.934 0.200,-0.030 0.062,-0.056 0.061,0.148 0.038,0.278 0.020,0.347 0.009,2.695-0.390,-1.384 0.259,0.080 0.047,-1.475 0.535,0.174 0.163,0.170 0.123,0.152 0.090,0.130 0.061,0.456-0.149,0.299-0.096,0.311-0.121,0.295-0.129,0.266-0.123,0.226-0.111,0.493-0.281,-0.980 1.841</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1318.000 398.000,'0.018'0.006,"0.027"0.009,0.031 0.010,0.029 0.010,0.026 0.009,0.023 0.007,0.017 0.006,0.013 0.005,0.009 0.002,0.007 0.003,0.003 0.000,0.002 0.002,0.001-0.001,0.000 0.001,-0.001-0.001,-0.019-0.021,0.065-0.006,0.314 0.051,0.240 0.058,0.228 0.065,0.202 0.065,-0.725-0.152,0.594 0.157,0.191 0.036,0.785 0.163,0.179 0.008,0.086-0.014,0.020-0.028,-0.026-0.036,-1.842-0.327,1.305 0.178,1.674 0.148,0.429-0.015,0.237-0.026,0.094-0.029,-0.005-0.031,-0.073-0.030,-2.221-0.157,4.319 0.270,0.819 0.065,0.483 0.057,0.233 0.048,0.058 0.037,-0.057 0.030,-6.244-0.508,8.052 0.528,0.090-0.067,0.172-0.054,-0.207-0.070,-0.448-0.076,-0.577-0.074,-0.627-0.070,-4.591-0.149,5.564 0.089,-0.172-0.033,-0.330-0.018,-0.405-0.005,-0.417 0.003,-1.904-0.035,0.008-0.007,0.111-0.011,1.287 0.003,-0.512-0.016,-0.689-0.015,-0.750-0.013,-3.095-0.022,2.855 0.007,-0.237-0.008,-0.406-0.004,-0.494-0.005,-0.520-0.003,-0.503-0.001,-1.028 0.000,1.211-0.002,0.517 0.001,1.833-0.002,1.397 0.001,1.379 0.001,1.254 0.000,-0.207 0.001,-0.300 0.001,-1.063-0.000,-0.361 0.000,-0.343 0.000,-0.310 0.001,-0.269 0.000,-1.103 0.000,0.586-0.011,-0.317-0.016,-0.296-0.021,-0.263-0.021,-0.227-0.021,-0.185-0.017,-2.710 0.060,3.246-0.078,-0.069 0.010,-0.136 0.014,-0.169 0.017,-0.175 0.017,-0.756-0.021,0.795-0.046,-0.137-0.012,-0.310 0.002,-0.407 0.010,-0.444 0.015,-0.440 0.018,-2.323 0.072,0.038-0.014,3.577-0.459,0.329-0.170,-0.034-0.075,-0.270-0.010,-0.403 0.035,-0.463 0.061,-2.751 0.522,2.270-0.573,-0.440 0.024,-0.438 0.063,-0.407 0.083,-0.357 0.092,-0.302 0.092,-0.264 0.047,-0.005-0.064,0.074-0.133,-0.064-0.056,-0.079-0.040,-0.083-0.026,-0.080-0.016,0.054-0.242,-0.000-0.275,-0.032-0.045,0.025-0.080,0.032-0.035,0.033-0.003,0.034 0.017,-0.056 0.195,0.190-0.265,-0.044 0.105,-0.071 0.120,-0.085 0.119,-0.084 0.109,-0.421 0.736,0.160-0.587,0.030-0.554,-0.053-0.194,0.036-0.561,0.022-0.034,0.048 0.061,0.060 0.116,-0.316 1.557,0.409-1.333,0.110 0.054,0.171-0.134,0.004 0.196,-0.042 0.211,-0.065 0.203,-0.543 0.968,0.368-0.625,-0.033 0.022,-0.002-0.165,-0.090-0.078,-0.096-0.098,-0.092-0.104,-0.087-0.104,-0.095 0.247,-0.091-0.109,-0.203-0.541,-0.159-0.078,-0.142-0.024,-0.119 0.013,-0.099 0.038,0.114 0.428,-0.107-0.047,-0.450-0.560,-0.068 0.068,-0.008 0.121,0.030 0.149,0.054 0.156,0.197 0.323,-0.052 0.036,-0.209-0.104,-0.009 0.087,0.013 0.094,0.029 0.092,0.037 0.085,0.882 0.680,-4.809-1.823,-2.181-0.501,-0.776-0.075,-0.538-0.028,-0.139 0.075,0.121 0.135,5.111 1.466,-5.945-1.457,-0.355 0.014,0.214 0.133,0.581 0.202,0.785 0.236,0.872 0.242,4.245 0.927,-2.559-0.482,-0.234 0.023,-4.808-0.598,-1.700 0.038,-1.633 0.050,-1.454 0.049,-1.217 0.049,1.619 0.239,1.136 0.166,1.540 0.177,1.683 0.171,1.651 0.156,1.511 0.135,6.075 0.402,-1.986-0.090,-5.085-0.126,-0.945 0.082,-1.881 0.082,0.269 0.112,0.727 0.102,0.990 0.090,1.102 0.075,1.620 0.044,0.553 0.041,-0.918 0.121,1.048-0.021,0.984-0.046,0.862-0.058,0.748-0.066,0.531-0.056,0.394-0.050,0.278-0.043,0.183-0.034,0.109-0.027,0.988 0.012,-2.916 0.313,-1.233 0.300,-0.310 0.229,0.091 0.185,0.326 0.141,0.444 0.101,2.086-0.547,-1.428 0.553,0.399-0.059,0.472-0.114,0.484-0.143,0.454-0.151,1.670-0.678,-1.963 0.648,-0.154-0.032,-0.467 0.060,-2.702 0.614,-0.452 0.034,-0.100-0.024,0.121-0.057,5.049-1.164,-4.875 1.092,0.057 0.016,0.216 0.006,0.295 0.003,0.326-0.003,0.317-0.004,1.645-0.346,0.135 0.070,-1.288 0.719,0.552-0.034,0.578-0.112,0.542-0.150,1.730-0.992,-0.300 0.203,0.143-0.052,-0.400 0.388,0.416-0.177,0.343-0.163,0.268-0.139,0.181-0.198,0.054-0.083,0.036-0.007,0.053-0.008,0.040 0.021,0.029 0.035,0.022 0.044,0.007-0.226,0.009 0.362,0.006 0.112,0.003 0.101,0.001 0.083,-0.001 0.067,-0.015-0.698,0.014 1.049,-0.004 0.108,-0.003 0.008,-0.002-0.051,-0.002-0.085,-0.003-0.098,-0.005-0.895,-0.006 0.029,-0.108 1.183,-0.056 0.265,-0.060 0.364,-0.012-0.006,0.006-0.110,0.018-0.177,-0.011 0.072,0.043-0.342,0.044-0.327,0.039-0.286,0.032-0.237,0.027-0.186,0.038-0.381,-0.012 0.234,0.007 0.000,0.025 0.153,0.034 0.053,0.033 0.058,0.032 0.053,0.027 0.047,-0.034-0.285,0.125 0.259,0.039-0.017,0.021-0.040,0.008-0.054,-0.002-0.058,0.897 0.938</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1937.000 407.000,'0.017'0.000,"0.027"0.000,0.028 0.000,0.030 0.000,0.026 0.000,0.022 0.000,0.018 0.000,0.014 0.000,0.009 0.000,0.007 0.000,-0.052-0.013,0.064-0.024,0.578-0.080,0.482-0.023,0.481-0.004,0.440 0.010,-0.695 0.063,0.323 0.007,0.379 0.005,1.980-0.014,0.529 0.015,0.311 0.013,0.144 0.012,0.024 0.011,-4.038 0.017,4.729-0.008,0.518 0.006,0.933 0.005,0.378 0.003,0.266 0.002,0.177 0.001,0.106 0.001,-1.058-0.001,2.985 0.001,0.079-0.001,-0.162 0.000,-0.297-0.002,-0.353 0.001,-5.914 0.009,6.028 0.119,-0.083 0.083,-0.361 0.067,-0.506 0.051,-0.557 0.038,-0.872-0.009,-0.922-0.032,-0.914-0.046,-0.838-0.051,-0.724-0.050,-0.594-0.046,0.225-0.055,0.055-0.026,0.325-0.013,1.477 0.004,-0.038 0.005,-0.254 0.012,-0.379 0.016,-0.442 0.019,-0.207 0.017,-0.569-0.005,-0.528-0.010,-0.463-0.014,-0.386-0.015,-0.308-0.015,-0.309 0.030,0.355 0.051,1.771 0.152,0.545 0.023,0.328-0.013,0.167-0.034,0.054-0.042,-1.950-0.114,1.820 0.031,-0.011-0.033,-0.143-0.029,-0.218-0.025,-0.254-0.019,-0.258-0.015,-2.865-0.015,2.648 0.002,-0.379-0.008,-0.416-0.004,-0.407-0.003,-0.371-0.001,-0.322 0.000,-0.929 0.018,1.026 0.075,-0.070 0.022,-0.006 0.013,-0.049 0.002,-0.074-0.008,-0.085-0.010,-0.065 0.003,0.247 0.017,1.219 0.098,0.187 0.016,0.013 0.004,-0.095-0.004,-0.153-0.007,-0.178-0.011,0.186-0.019,0.008-0.033,-0.056-0.036,-0.087-0.032,-2.068-0.081,1.932 0.044,0.207-0.000,-0.076 0.008,-0.126 0.017,-0.145 0.020,-0.144 0.020,-0.938-0.055,0.943 0.068,-0.053 0.013,-0.090 0.012,-0.104 0.010,-0.102 0.009,-0.821-0.084,0.236 0.023,-0.086-0.013,0.205 0.017,-0.245-0.028,-0.242-0.026,-0.217-0.021,-0.183-0.018,-0.147-0.013,-0.110-0.010,-0.079-0.008,-0.053-0.003,-0.034-0.003,-0.017-0.002,-0.006 0.001,0.000 0.000,0.004 0.000,0.007 0.002,0.007 0.000,0.007 0.001,0.006 0.001,0.006 0.000,0.004 0.000,0.003 0.001,0.002 0.000,0.002 0.000,0.000 0.000,0.001 0.000,0.000 0.000,0.001 0.001,-0.001-0.001,-0.001 0.000,0.001 0.000,-0.001 0.000,0.000 0.000,0.000 0.000,0.000 0.000,0.000 0.000,0.000 0.000,-0.001 0.000,0.001 0.000,0.000 0.000,-0.001 0.000,0.001 0.000,0.000 0.000,-0.001 0.000,0.001 0.000,0.000 0.000,0.000 0.000,-0.001 0.000,0.001 0.000,0.000 0.000,0.000 0.000,-0.001 0.000,0.001 0.000,0.000 0.000,-0.001 0.000,0.001 0.000,0.000 0.000,-0.001 0.000,0.001 0.000,0.000 0.000,-0.001 0.000,0.001 0.000,0.000 0.000,0.000 0.000,-0.001 0.000,0.001 0.000,0.000 0.000,-0.001 0.000,0.001 0.000,0.000 0.000,-0.001 0.000,0.001 0.000,0.000 0.000,-0.001 0.000,0.001 0.000,0.000 0.000,0.000 0.000,-0.001 0.000,0.001 0.000,0.000 0.000,0.000 0.000,-0.001 0.000,0.001 0.000,-0.001 0.000,0.001 0.000,0.000 0.000,0.000 0.000,-0.001 0.000,0.001 0.000,0.000 0.000,-0.001 0.000,0.001 0.000,0.000 0.000,0.000 0.000,-0.001 0.000,0.001 0.000,0.000 0.000,-0.001 0.000,0.001 0.000,0.000 0.000,-0.001 0.000,0.001 0.000,0.000 0.000,-0.001 0.000,0.001 0.000,0.000 0.000,0.000 0.000,-0.001 0.000,0.001 0.000,0.000 0.000,-0.001 0.000,0.001 0.000,0.000 0.000,-0.001 0.000,0.001 0.000,0.000 0.000,0.035 0.000,0.057 0.000,0.065 0.000,0.067 0.000,0.062 0.000,0.056 0.000,-0.278 0.000,0.498 0.000,0.183 0.000,0.168 0.000,0.141 0.000,0.117 0.000,-0.480 0.000,0.402 0.011,-0.040 0.017,-0.075 0.020,-0.090 0.021,-0.096 0.020,-0.095 0.019,-0.163-0.037,0.218 0.012,0.086-0.003,0.592 0.033,-0.041-0.018,-0.128-0.020,-0.167-0.017,-0.229-0.019,-0.173-0.011,-0.158-0.011,-0.136-0.007,-0.111-0.005,-0.087-0.005,-0.066-0.002,-0.045-0.001,-0.031-0.001,-0.017 0.001,-0.010-0.001,-0.003 0.001,0.002 0.000,0.071 0.001,0.110 0.001,0.129-0.000,0.131 0.000,0.121 0.001,0.108-0.001,-0.400 0.001,0.687 0.000,0.103 0.000,0.041 0.000,-0.001 0.000,-0.028 0.000,-0.128 0.001,-0.115-0.001,-0.126 0.000,-0.122 0.000,-0.111 0.000,-0.098 0.000,0.349 0.000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145.000 490.000,'0.020'0.000,"0.032"0.000,0.035 0.000,0.035 0.000,0.038 0.000,0.021 0.000,0.016 0.000,0.010 0.000,0.004 0.000,0.003 0.000,-0.001 0.000,-0.001 0.000,-0.001 0.000,-0.002 0.000,-0.088 0.000,0.016 0.000,0.124 0.000,0.158 0.000,0.664 0.000,0.417 0.000,0.361 0.000,0.297 0.000,-1.205 0.012,2.391 0.079,0.702 0.034,0.996 0.012,1.115-0.003,1.105-0.011,1.021-0.017,-3.086-0.049,0.253-0.006,5.032 0.019,0.008-0.020,-0.397-0.015,-0.612-0.013,-0.690-0.010,-2.548-0.006,-0.971-0.004,-0.154-0.001,2.313-0.004,-0.330 0.000,-0.357-0.002,-0.341 0.000,-5.155 0.004,4.573 0.021,0.760 0.040,2.328 0.116,0.737 0.125,0.506 0.128,0.320 0.123,0.178 0.110,0.532 0.114,-0.547 0.013,-0.707-0.019,-0.750-0.039,-0.720-0.048,-0.645-0.049,-0.548-0.049,0.219-0.087,-0.105-0.082,-0.434-0.083,-0.613-0.079,-0.681-0.068,-2.276-0.095,0.191-0.019,2.453 0.000,0.418-0.030,0.302-0.024,0.206-0.016,0.129-0.011,0.159-0.009,-0.499-0.003,-0.632-0.001,-0.677 0.001,-0.658 0.001,-0.600 0.004,-0.522 0.002,-2.748 0.032,5.092 0.361,-0.627 0.018,0.608 0.078,5.043 0.451,0.056 0.019,-0.596-0.058,-0.968-0.102,-7.633-0.634,5.281 0.377,-0.386-0.083,0.467-0.013,-0.581-0.055,-0.567-0.037,-0.520-0.019,-0.460-0.009,-1.330-0.053,0.035 0.042,2.726 0.315,0.573 0.119,0.537 0.096,0.467 0.073,-5.151-0.568,4.513 0.515,-0.896-0.104,-0.644-0.079,-0.766-0.096,-0.797-0.100,-0.767-0.097,-0.697-0.088,-1.255-0.135,0.437 0.011,-0.298-0.053,0.061-0.041,-0.115-0.041,-0.031-0.029,0.025-0.018,0.147 0.017,0.445 0.033,0.521 0.042,0.533 0.045,0.505 0.045,0.453 0.041,-3.423-0.159,2.490 0.171,0.064 0.051,1.622 0.201,-0.421 0.003,-0.582-0.037,-0.631-0.058,-2.817-0.306,2.256 0.228,-0.494-0.067,-0.455-0.060,-0.395-0.052,-0.326-0.041,-0.256-0.033,-0.190-0.023,0.010-0.016,0.225-0.010,0.307-0.005,0.337-0.003,0.337-0.002,0.311 0.001,0.731-0.002,0.336 0.003,0.258 0.003,0.189 0.001,0.131 0.003,0.083 0.001,0.046 0.002,0.022 0.001,-1.810 0.000,0.375 0.001,-0.084 0.000,0.805 0.000,-0.429 0.000,-0.477 0.000,-0.473 0.001,-0.437-0.001,-0.647 0.001,-0.147-0.001,0.122 0.000,-0.184 0.000,-0.124 0.001,-0.078-0.001,-0.041 0.000,-0.079 0.000,-0.023 0.000,-0.018 0.000,-0.014 0.000,-0.009 0.000,-0.006 0.000,0.989 0.000</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824.000 393.000,'0.012'0.018,"0.019"0.028,0.021 0.032,0.021 0.032,0.020 0.030,0.018 0.026,0.013 0.021,0.012 0.016,0.009 0.014,0.005 0.008,0.004 0.007,0.003 0.003,0.002 0.003,-0.039-0.067,0.023 0.020,0.226 0.248,0.237 0.249,0.263 0.279,0.263 0.279,0.244 0.263,-0.756-0.822,1.082 1.188,0.960 1.071,0.294 0.351,0.118 0.168,-0.005 0.036,-0.080-0.052,-0.125-0.101,-0.025-0.077,-0.138-0.265,-0.126-0.277,-0.109-0.263,-0.090-0.235,-0.315-0.564,0.137-0.092,0.067-0.115,0.620 0.130,-0.031-0.269,-0.082-0.268,-0.111-0.250,-1.580-0.517,2.065 0.249,-0.013-0.200,-0.123-0.151,-0.180-0.107,-0.197-0.072,-0.191-0.043,-1.129-0.017,0.030-0.050,1.210-0.281,-0.039-0.149,-0.113-0.109,-0.149-0.074,-0.626 0.087,0.055-0.165,0.251-0.250,-0.073-0.047,-0.113 0.012,-0.136 0.050,-0.141 0.073,1.013-0.839,0.848-0.627,0.539-0.329,0.363-0.163,0.224-0.043,0.120 0.032,-0.504 0.394,-0.365 0.288,-0.446 0.322,-0.467 0.325,-0.447 0.300,-0.405 0.268,-0.349 0.224,-0.923 0.509,0.369-0.075,0.026 0.068,1.018 0.018,0.049 0.258,-0.004 0.225,-0.037 0.184,-0.252 0.103,-0.064 0.127,0.102 0.151,0.059 0.094,0.082 0.071,0.091 0.049,-1.697-0.786,0.929 0.424,0.071 0.029,1.286 0.557,0.132 0.021,0.048-0.020,-0.008-0.046,-0.042-0.055,-0.613-0.327,0.695 0.099,-0.054-0.137,-0.101-0.128,-0.124-0.112,-0.127-0.095,-0.189-0.084,-0.306-0.086,-0.316-0.071,-0.295-0.058,-0.256-0.044,-0.212-0.032,-0.748-0.021,0.027-0.004,0.856-0.040,0.249-0.030,1.113-0.089,0.027-0.016,-0.181 0.007,-0.290 0.019,-1.285 0.087,5.472-1.262</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412.000 556.000,'0.000'0.000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449.000 557.000,'-0.045'0.000,"-0.067"0.000,-0.011 0.000,-0.119 0.000,-0.100 0.000,-0.304 0.000,-0.178 0.000,-0.155 0.000,-0.130 0.000,-0.105 0.000,0.938 0.000,-0.705 0.000,-0.163 0.000,-1.367-0.016,-0.370-0.024,-0.242-0.029,-0.140-0.028,-0.068-0.025,0.807 0.024,-0.702-0.026,0.100 0.011,0.121 0.018,0.124 0.017,0.115 0.017,1.215 0.032,0.023 0.004,-1.009-0.005,0.208 0.012,0.253 0.007,0.259 0.007,0.243 0.003,1.258 0.001,-1.578 0.002,-0.431 0.000,-0.829 0.002,-0.165 0.000,-0.006 0.000,0.102-0.001,1.194-0.001,-1.003 0.001,0.070-0.001,-0.502 0.045,0.225 0.066,0.246 0.076,0.238 0.072,2.249-0.207,-1.337 0.244,-0.024 0.107,-0.818 0.355,-0.115 0.163,-0.104 0.126,-0.088 0.093,-0.071 0.064,0.505-0.205,-0.002-0.026,-0.773 0.326,0.056 0.061,0.088 0.073,0.102 0.074,0.103 0.071,0.414-0.102,0.252-0.016,0.267-0.030,0.257-0.038,0.235-0.041,0.202-0.038,0.522-0.438,-0.407 0.580,0.106-0.001,0.134-0.061,0.141-0.098,0.140-0.117,0.127-0.120,0.110 0.096,0.120 0.040,0.103 0.022,0.084 0.013,0.068 0.003,0.052-0.003,0.047-0.962,0.088 1.831,0.100 0.411,0.077 0.131,0.054-0.063,0.039-0.184,0.022-0.250,0.122 0.084,0.102 0.002,0.085-0.045,0.068-0.071,0.051-0.085,0.038-0.086,0.026-0.083,0.201 0.156,0.334 0.260,0.326 0.203,0.321 0.199,0.294 0.182,0.252 0.157,-0.900-1.151,0.321 0.220,2.087 1.776,0.623 0.256,0.424 0.078,0.267-0.042,0.145-0.120,0.058-0.160,-1.174-1.010,0.284 0.011,2.423 1.132,0.041-0.268,-0.191-0.355,-0.323-0.384,-4.023-1.863,2.538 0.868,-0.255-0.286,0.491-0.107,-0.206-0.331,-0.163-0.289,-0.125-0.243,-0.093-0.197,-1.295-0.228,-0.159-0.084,0.980-0.031,-0.300-0.079,-0.297-0.047,-0.274-0.024,-0.239-0.005,-1.222-0.010,0.091 0.019,2.078 0.139,0.470 0.088,0.400 0.079,0.324 0.068,0.251 0.057,0.534 0.006,0.422-0.044,0.403-0.066,0.360-0.074,0.303-0.071,0.243-0.065,-4.923-0.145,4.430-0.115,-0.532-0.103,-0.797-0.052,-0.911-0.017,-0.914 0.007,-0.851 0.024,-2.724 0.169,3.504-0.532,0.373-0.253,0.251-0.197,0.157-0.147,0.084-0.103,0.034-0.067,-0.234-0.075,-0.245-0.069,-0.437-0.009,-0.529 0.032,-0.548 0.055,-0.520 0.065,-0.756 0.267,0.021-0.214,-0.322 0.020,-0.288 0.034,-0.244 0.038,-0.201 0.039,-0.630 0.913,0.509-1.451,-0.084-0.644,-0.116-0.435,-0.095-0.352,-0.072-0.274,-0.054-0.199,-0.109 1.204,-0.023-0.107,0.002-0.820,-0.032 0.138,-0.026 0.240,-0.021 0.295,-0.017 0.314,-0.012 0.056,-0.125-0.540,-0.107-0.347,-0.158-0.691,-0.097 0.009,-0.073 0.161,-0.051 0.249,-0.034 0.295,0.494 2.478,-0.307-1.292,-0.024 0.059,-0.489-1.347,-0.142 0.054,-0.127 0.049,-0.110 0.042,-0.088 0.037,-0.092 0.165,-0.100 0.202,-0.094 0.221,-0.080 0.218,-0.067 0.196,-0.053 0.168,-0.064 0.206,-1.174-0.724,-0.256-0.020,-0.033 0.102,0.111 0.170,0.190 0.200,0.922 0.741,-3.270-1.226,-0.733-0.056,-0.108 0.117,0.295 0.217,0.520 0.260,4.444 1.550,-1.190-0.362,-2.677-0.707,-0.182 0.059,-1.291-0.177,0.282 0.222,0.446 0.239,0.522 0.234,4.126 0.695,-3.928-0.401,-0.275 0.148,-1.308 0.102,-0.349 0.130,-0.266 0.097,-0.193 0.068,5.958 0.020,-5.024 0.117,-0.040 0.101,-0.571 0.120,0.318 0.068,0.402 0.041,0.428 0.024,0.412 0.010,1.050-0.068,-0.961 0.104,0.354-0.037,0.466-0.060,0.501-0.068,0.486-0.071,1.037-0.098,-5.588 0.120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1123.000 1040.000,'0.000'0.013,"0.000"0.021,0.000 0.022,0.000 0.024,0.000 0.021,0.000 0.019,-0.034 0.059,-0.053 0.070,-0.059 0.072,-0.057 0.068,-0.053 0.060,0.101-0.224,-0.703 0.867,-0.251 0.272,-0.090 0.085,0.018-0.039,0.086-0.118,0.123-0.157,0.607-0.687,-0.402 0.705,0.135 0.035,0.121 0.033,0.104 0.029,0.083 0.024,0.065 0.021,0.068-0.217,-0.005 0.073,-0.052 0.534,0.000 0.284,0.004 0.288,0.006 0.268,0.007 0.236,0.142-1.630,-0.055 1.594,0.095-0.086,0.108-0.195,0.112-0.253,0.105-0.278,0.096-0.273,-0.194-0.991,0.326 0.590,0.037-0.253,-0.001-0.220,-0.022-0.185,-0.039-0.149,-0.046-0.117,-0.340-0.252,0.369 0.141,-0.014-0.080,-0.027-0.060,-0.036-0.045,-0.038-0.030,-0.038-0.018,-0.177 0.015,0.274-0.031,0.061-0.002,0.054 0.002,0.045 0.006,0.037 0.005,0.028 0.008,0.612-0.068,0.402-0.110,0.224-0.129,0.094-0.132,0.005-0.123,-0.054-0.110,-1.535 0.552,1.539-0.950,-0.096-0.225,-0.165-0.121,-0.199-0.045,-0.206 0.007,-0.194 0.040,-0.054-0.090,-0.077 0.023,0.020-0.085,0.038-0.083,0.048-0.075,0.050-0.067,0.050-0.055,0.112-0.203,-0.064 0.055,-0.094 0.091,-0.105 0.102,-0.104 0.104,-0.095 0.095,-0.176 0.008,-0.177 0.017,-0.160 0.042,-0.154 0.182,-0.126 0.205,-0.098 0.202,0.083 0.795,-0.147-0.439,-0.043 0.074,-0.228-0.079,-0.162 0.109,-0.156 0.088,-0.137 0.069,0.289 0.159,-0.041 0.029,-0.382-0.019,-0.007 0.054,0.031 0.043,0.053 0.035,0.059 0.026,0.131-0.030,-0.228-0.062,-0.077-0.049,-0.058-0.043,-0.041-0.036,-0.027-0.030,-0.016-0.023,-0.019-0.017,0.125 0.027,0.153 0.037,0.157 0.044,0.152 0.043,0.134 0.040,0.115 0.035,0.093 0.029,-0.063 0.070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1208.000 1058.000,'0.013'0.000,"0.024"0.000,0.121 0.000,0.100 0.000,0.093 0.000,0.084 0.000,0.070 0.000,0.057 0.000,0.339 0.000,0.273 0.000,0.211 0.000,0.156 0.000,0.109 0.000,0.071 0.000,-0.999-0.012,1.435-0.080,0.299-0.054,0.083-0.038,-0.009-0.024,-0.062-0.014,-0.093-0.007,-0.647 0.013,0.268-0.099,-0.179-0.025,-0.173-0.009,-0.159 0.001,-0.138 0.009,-0.113 0.011,-0.090 0.013,-0.069 0.014,0.026-0.043,-0.042-0.002,-0.079 0.024,-0.099 0.038,-0.103 0.047,-0.099 0.047,-0.089 0.044,-0.208 0.044,-0.019-0.013,1.416-0.855</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1318.000 1006.000,'0.000'0.030,"0.000"0.047,0.000 0.055,0.000 0.056,0.000 0.054,0.000 0.047,0.000 0.041,0.000 0.087,-0.027 0.963,-0.043 0.685,-0.051 0.619,-0.052 0.537,-0.049 0.443,-0.011 0.696,0.048 0.285,0.071 0.181,0.081 0.101,0.078 0.043,0.073 0.003,0.176 0.506,0.085-0.195,0.065-0.077,0.037-0.235,0.015-0.325,-0.001-0.365,-0.010-0.367,-0.285-2.316,0.293 2.066,-0.054-0.692,-0.054-0.678,-0.052-0.609,-0.043-0.518,-0.037-0.417,-0.028-0.318,-0.021-0.234,-0.015-0.159,-0.009-0.101,-0.007-0.058,-0.010 0.002,0.032-0.005,1.024-0.474</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1366.000 1003.000,'1.035'1.124,"0.671"0.732,0.391 0.427,0.181 0.202,0.038 0.046,-0.056-0.058,-0.112-0.117,-0.123 0.082,-0.159 0.158,-0.151 0.212,-0.136 0.226,-0.115 0.220,-0.197-0.102,-0.215-0.260,-0.219-0.351,-0.204-0.381,-0.176-0.370,-0.147-0.333,-0.205-0.836,0.008 0.101,0.258 1.986,0.038 0.328,0.017 0.061,0.002-0.104,-0.006-0.198,-0.012-0.233,0.913 4.674</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1087.000 954.000,'-0.603'0.092,"-0.619"0.142,-0.582 0.162,-0.510 0.163,-0.429 0.150,-0.341 0.130,1.118-0.266,-1.536 0.548,-0.305 0.188,-0.193 0.149,-0.108 0.111,-0.041 0.081,0.001 0.054,1.407-0.506,-2.285 1.425,0.238 0.368,0.418 0.278,0.495 0.198,0.498 0.133,2.184-2.204,-1.515 2.624,0.253 0.336,0.220 0.189,0.182 0.081,0.146 0.006,0.110-0.042,1.443-3.675,-1.432 4.149,0.243-0.238,0.268-0.382,0.262-0.432,0.232-0.427,0.197-0.384,0.193-0.595,0.119-0.264,0.096-0.218,0.074-0.175,0.056-0.131,0.038-0.096,0.253 0.405,0.354 0.412,0.383 0.482,0.366 0.483,0.325 0.440,0.269 0.374,1.804 0.679,1.359 0.417,0.862-0.035,0.480-0.319,0.202-0.480,0.007-0.545,-5.321-3.251,5.434 2.558,-0.344-0.607,-0.600-0.578,-0.716-0.519,-0.742-0.441,-0.701-0.362,-0.624-0.281,-0.733-0.231,-0.434-0.146,-0.371-0.108,-0.303-0.076,-0.241-0.052,-0.549 0.028,0.760-0.059,0.039 0.034,0.035 0.057,0.029 0.063,0.022 0.062,0.018 0.056,3.325 0.825</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1010.000 1140.000,'0.316'0.051,"0.493"0.080,0.564 0.092,0.568 0.092,0.526 0.085,0.458 0.074,0.382 0.063,0.303 0.048,0.230 0.038,1.098-0.038,2.102-0.193,1.830-0.345,1.709-0.384,1.495-0.375,1.234-0.340,0.973-0.288,-0.907-0.014,0.173-0.072,0.036-0.027,-0.058 0.003,-0.113 0.024,-0.142 0.035,-0.151 0.041,-0.169 0.074,-0.793 0.156,-0.887 0.169,-0.883 0.166,-0.813 0.152,-0.711 0.132,-6.896 0.405,14.059-0.274,3.000 0.113,1.108 0.090,-0.159 0.071,-0.929 0.051,-1.332 0.035,-1.474 0.023,-1.439 0.014,-1.302 0.005,-1.108 0.002,-0.899-0.003,-7.278-0.032,32.552-0.900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1615.000 822.000,'0.165'0.189,"0.274"0.313,0.513 0.533,0.257 0.212,0.158 0.090,0.084 0.002,0.031-0.052,-0.007-0.080,-0.552-0.502,0.370 0.238,0.001-0.010,-0.045-0.020,0.245 0.148,0.088 0.006,0.118 0.009,0.130 0.012,0.128 0.013,0.122 0.014,0.153 0.017,0.037-0.046,0.005-0.059,-0.016-0.063,-0.027-0.061,-0.035-0.057,-1.712-0.664,3.270 1.051,0.793 0.125,0.499 0.034,0.276-0.027,0.115-0.060,0.005-0.077,-0.088-0.095,-0.141-0.097,-0.161-0.090,-0.158-0.080,-0.146-0.066,-0.124-0.051,-2.791-0.446,3.860 0.636,0.618 0.067,0.378 0.010,0.198-0.026,0.069-0.049,-0.151-0.132,0.002-0.147,-0.069-0.167,-0.111-0.167,-0.130-0.157,-0.133-0.136,-0.123-0.116,-4.997 0.057,4.749-0.303,-0.276-0.136,-0.425-0.079,-0.492-0.037,-0.503-0.009,-0.473 0.014,-3.044 0.457,2.715-0.393,-0.015 0.010,0.428-0.052,0.048-0.003,0.048-0.005,0.046-0.006,0.039-0.006,-2.415 0.337,2.728-0.389,-0.049-0.003,-0.219 0.020,-0.309 0.033,-0.344 0.038,-0.341 0.041,-1.934 0.306,1.710-0.190,-0.036 0.110,0.011 0.116,0.040 0.110,0.055 0.097,0.060 0.084,0.258 0.110,-0.143 0.081,-0.192 0.064,-0.201 0.048,-0.190 0.035,-0.167 0.022,-0.054-0.047,0.259-0.034,0.338-0.043,0.361-0.045,0.348-0.042,0.311-0.039,0.265-0.032,-1.716-0.089,0.078 0.010,0.126 0.005,0.158-0.001,2.439 0.113,0.321 0.023,0.173 0.023,0.064 0.023,-0.009 0.020,-0.889-0.077,1.193-0.065,0.251-0.173,0.160-0.200,0.091-0.209,0.037-0.199,0.000-0.181,-3.858 0.363,4.277-1.141,-0.624-0.331,-0.814-0.192,-0.867-0.089,-0.832-0.018,-0.745 0.028,-2.643 1.718,2.014-1.873,-0.434 0.013,-0.402 0.140,-0.351 0.210,-0.295 0.241,-0.235 0.241,-0.718 1.147,0.478-0.760,0.084-0.146,0.659-1.153,0.026-0.166,-0.059-0.038,-0.110 0.048,-0.134 0.098,-0.335 0.497,0.076-0.585,-0.138 0.022,-0.115 0.035,-0.089 0.042,-0.066 0.044,-0.210 1.033,-0.004 0.020,0.179-0.819,0.011 0.107,0.011 0.131,0.012 0.138,0.009 0.132,0.007 0.117,-0.015-0.041,-0.084 0.011,-0.097-0.016,-0.098-0.035,-0.090-0.042,-0.077-0.042,-0.180 0.157,-0.246-0.076,-0.277-0.088,-0.278-0.089,-0.263-0.085,-0.235-0.077,-0.250-0.115,-0.040 0.103,0.029 0.149,0.071 0.165,0.094 0.164,0.100 0.151,1.090 1.023,-3.229-1.759,-1.238-0.350,-0.761-0.131,-0.398 0.019,-0.134 0.116,0.047 0.172,2.386 0.919,0.067 0.068,-2.844-0.764,0.159 0.258,0.210 0.256,0.223 0.232,0.210 0.199,2.364 0.481,-3.270-0.432,-0.827-0.024,-0.723-0.026,-0.601-0.025,-0.479-0.022,-0.363-0.019,7.689 0.908,-8.814-0.806,-0.324 0.135,0.126 0.155,0.398 0.155,0.537 0.141,0.583 0.124,0.549 0.123,0.528 0.114,0.454 0.100,0.373 0.080,0.292 0.065,0.218 0.048,0.156 0.034,0.102 0.023,0.063 0.015,0.032 0.007,0.009 0.002,-0.632 0.201,-1.368 0.215,-3.248 0.441,-0.040 0.154,0.641 0.076,1.029 0.021,1.203-0.017,1.223-0.041,6.274-1.082,-5.013 1.078,1.008-0.021,0.920-0.037,0.794-0.047,0.656-0.046,0.905-0.174,-0.475 0.493,0.128 0.119,0.032 0.091,-0.032 0.065,-0.067 0.043,-0.086 0.027,0.373-0.254,0.063-0.031,0.085-0.036,0.090-0.038,0.091-0.035,0.084-0.033,1.539-1.128,-1.526 1.117,0.049-0.028,0.081-0.043,0.094-0.052,0.099-0.054,0.094-0.050,0.890-0.680,-0.969 0.877,0.120-0.063,0.130-0.109,0.122-0.126,0.110-0.129,0.092-0.118,0.795-0.678,-1.842 0.860,-0.495 0.074,-0.171-0.017,0.048-0.077,0.190-0.111,0.268-0.124,0.300-0.124,-0.904 0.261,-0.536 0.156,-0.255 0.074,-0.054 0.016,0.080-0.023,0.164-0.048,2.737-0.863,-3.062 0.954,0.181-0.083,0.248-0.111,0.265-0.118,0.254-0.112,1.784-0.492,-1.806 0.315,-0.019-0.107,0.019-0.092,0.040-0.074,0.050-0.057,0.052-0.041,0.287 0.031,0.278 0.084,0.303 0.107,0.296 0.111,0.266 0.107,0.228 0.095,0.173 0.079,0.208-0.024,0.169-0.057,0.132-0.069,0.096-0.072,0.068-0.067,0.120-0.314,-0.130 0.569,0.005 0.230,0.018 0.206,0.025 0.174,0.027 0.141,0.143-0.364,0.167 0.139,0.476 0.826,0.323 0.037,0.258-0.069,0.196-0.130,0.141-0.159,0.097-0.163,0.220-0.060,0.151-0.098,0.139-0.069,0.122-0.043,0.100-0.026,-1.956-1.107,1.876 0.950,0.111-0.051,0.070-0.074,0.042-0.083,0.018-0.083,0.003-0.077,-0.007-0.070,-2.014-0.606,2.616 0.594,0.253-0.027,0.065-0.038,-0.060-0.042,-0.138-0.043,-0.178-0.039,-0.193-0.036,0.055 0.039,-0.376-0.025,-0.367-0.018,-0.332-0.013,-0.329-0.017,-0.129 0.020,-0.103 0.012,-0.078 0.006,-0.055 0.001,-0.039-0.001,-0.022-0.002,-0.674-0.323,0.697 0.260,0.055-0.004,0.033-0.002,0.018 0.003,0.004 0.004,-0.003 0.004,-0.703-0.261,7.206 2.624</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1626.000 855.000,'0.077'0.000,"0.121"0.000,0.137 0.000,0.139 0.000,0.128 0.000,0.112 0.000,0.092 0.000,0.074 0.000,-0.698 0.000,0.938 0.024,0.461 0.038,1.283 0.074,1.010 0.051,0.978 0.045,0.887 0.036,0.769 0.027,0.639 0.021,-5.630-0.251,6.808 0.226,0.351-0.047,-0.093-0.058,-0.376-0.064,-0.534-0.060,-0.601-0.055,-5.600-0.010,8.242-0.187,1.791-0.138,1.680-0.105,1.466-0.076,1.209-0.053,0.946-0.031,0.705-0.019,-7.490 0.287,0.228 0.019,6.340-0.130,-0.917 0.069,-1.447 0.070,-1.692 0.067,-1.732 0.059,-1.639 0.051,-1.464 0.040,-4.380 0.077,0.264 0.036,6.178 0.234,0.698 0.131,0.189 0.082,-0.163 0.046,-0.384 0.017,-0.507-0.001,-5.469-0.316,6.336 0.286,-0.298-0.071,-0.560-0.078,-0.686-0.076,-0.717-0.070,-0.685-0.061,-0.612-0.051,-0.204-0.038,-0.339-0.033,-0.226-0.023,-0.135-0.016,-0.069-0.008,-4.797 0.010,4.544-0.015,-0.466-0.002,-0.610 0.002,-0.654 0.001,-0.629 0.003,-0.564 0.003,-0.916 0.004,3.094-0.007</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1863.000 1113.000,'0.008'0.000,"0.012"0.000,0.014 0.000,0.013 0.000,0.011 0.000,0.011 0.000,0.008 0.000,0.006 0.000,0.005 0.000,0.002 0.000,0.002 0.000,0.009 0.000,0.041 0.000,0.125-0.049,0.137-0.077,0.143-0.089,0.137-0.090,0.124-0.085,0.105-0.074,-0.719 0.356,1.605-1.137,0.750-0.555,0.686-0.442,0.588-0.336,0.478-0.241,-2.613 1.753,3.882-2.104,0.819-0.215,0.598-0.127,0.412-0.064,0.261-0.019,0.148 0.010,-0.026-0.022,-0.070 0.021,-0.408 0.187,-0.592 0.283,-0.667 0.322,-0.665 0.323,-0.455 0.218,-0.285 0.132,-0.156 0.070,-0.062 0.024,0.003-0.008,0.044-0.026,-0.331 0.121,1.665-0.811,-0.049 0.010,-0.366 0.169,-0.536 0.256,-0.599 0.290,-0.593 0.290,5.258-2.431</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1899.000 1037.000,'-0.006'0.000,"-0.011"0.000,-0.010 0.000,-0.011 0.000,-0.010 0.000,-0.009 0.000,-0.007 0.000,-0.005 0.000,-0.004 0.000,-0.003 0.000,-0.002 0.000,0.000 0.000,-0.002 0.000,0.011 0.025,0.009 0.038,0.009 0.044,0.011 0.046,0.009 0.041,0.009 0.039,-0.086 0.121,-0.106 0.176,-0.273 0.478,-0.223 0.339,-0.208 0.310,-0.184 0.266,-0.153 0.222,-0.193 0.269,0.029-0.109,0.085-0.196,0.111-0.232,0.116-0.234,0.109-0.212,0.314-0.674,-3.245 2.805,-1.073 0.725,-0.364 0.178,0.101-0.172,0.377-0.371,2.293-1.837,-1.098 0.898,0.411-0.309,0.430-0.324,0.415-0.313,0.378-0.285,0.330-0.247,0.173-0.069,0.474-0.326,0.416-0.279,0.342-0.227,0.269-0.174,0.198-0.127,0.140-0.088,0.091-0.055,0.054-0.032,0.027-0.014,0.007-0.002,-0.377-0.089,0.450 0.164,0.135 0.061,0.134 0.045,0.124 0.032,0.108 0.021,0.092 0.014,-0.884-0.286,0.980 0.231,0.211 0.016,0.740 0.133,0.333 0.060,0.279 0.060,0.224 0.053,0.173 0.049,-1.227-0.278,0.080-0.016,1.331 0.190,0.098-0.019,0.025-0.018,-0.026-0.012,-0.057-0.011,-0.075-0.008,0.201 0.024,-0.395-0.074,-0.437-0.084,-0.425-0.083,-0.384-0.075,-0.324-0.063,-0.085 0.011,0.135 0.064,0.234 0.088,0.276 0.096,0.281 0.094,0.263 0.085,-1.071-0.244,0.065-0.007,1.041 0.164,-0.129-0.058,-0.233-0.068,-0.283-0.070,-0.300-0.067,-0.141-0.043,-0.371-0.064,-0.320-0.051,-0.262-0.038,-0.203-0.026,-0.149-0.017,-0.153-0.003,0.115-0.010,-0.025-0.004,-0.021 0.000,-0.020 0.002,-0.015 0.002,-0.013 0.003,0.370-0.011</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1647.000 864.000,'0.000'0.037,"0.000"0.057,0.000 0.068,0.000 0.066,0.000 0.065,0.000 0.055,0.000 0.047,0.000 0.037,0.000 0.141,0.018 0.013,0.031 0.280,0.139 0.792,0.159 0.456,0.172 0.385,0.169 0.314,0.158 0.246,-0.023-0.371,0.071-0.060,0.201 0.254,0.009-0.264,-0.023-0.300,-0.041-0.307,-0.052-0.288,-0.055-0.260,-0.527-0.873,1.009 0.917,0.351-0.024,0.352 0.029,0.321 0.063,0.274 0.075,0.220 0.077,-0.160-0.135,-0.285-0.200,-0.372-0.242,-0.392-0.247,-0.370-0.228,-1.088-0.557,1.900 0.307,0.478-0.157,0.407-0.123,0.277-0.105,0.172-0.084,0.093-0.066,-2.832 0.082,3.871-0.358,0.692-0.222,0.195-0.144,-0.015-0.093,-0.145-0.056,-0.214-0.026,-1.821 0.293,-0.115-0.021,1.140-0.323,-0.294-0.014,-0.310 0.005,-0.298 0.017,-0.267 0.024,-1.949 0.569,1.563-0.483,-0.222 0.115,-0.223 0.147,-0.209 0.157,-0.186 0.152,-0.157 0.139,-0.128 0.121,-0.207 0.097,-0.144 0.080,-0.137 0.066,-0.126 0.050,-0.107 0.039,-0.089 0.028,0.202 0.013,0.425 0.093,2.304 0.524,0.793 0.065,0.466-0.024,0.224-0.080,0.054-0.106,-1.177-0.267,1.678 0.044,0.153-0.142,0.096-0.125,0.051-0.105,0.020-0.083,-2.520-0.160,2.743-0.247,0.248-0.169,0.051-0.114,-0.082-0.071,-0.162-0.037,-0.205-0.015,-4.917 0.535,6.757-0.660,0.337 0.057,-0.025 0.100,-0.241 0.117,-0.351 0.119,-0.385 0.107,-0.513 0.145,-0.342 0.151,-0.289 0.144,-0.233 0.127,-0.179 0.106,-4.750-0.303,2.891 0.205,0.088 0.029,1.415 0.133,-0.382-0.016,-0.541-0.039,-0.611-0.051,-0.611-0.057,-1.392-0.124,-0.134-0.021,1.143 0.038,-0.253-0.053,-0.198-0.042,-0.147-0.033,-0.103-0.022,-1.420 0.010,1.287 0.168,0.082 0.092,0.062 0.065,0.046 0.040,0.031 0.022,0.019 0.010,-1.865-0.335,2.206 0.397,0.002-0.010,-0.137-0.043,-0.215-0.059,-0.250-0.065,-0.253-0.065,3.142 0.147</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1037.000 951.000,'-0.006'0.029,"-0.199"0.902,-0.309 1.694,-0.132 1.066,-0.057 0.779,-0.003 0.539,0.030 0.346,0.046 0.196,-0.034 0.206,-0.108 0.469,-0.108 0.265,-0.102 0.118,-0.090 0.011,-0.078-0.058,-0.016-0.260,0.022-0.374,0.049-0.422,0.061-0.425,0.064-0.398,0.064-0.351,0.268-1.309,0.000-0.033,-0.255 1.980,0.165 0.460,0.200 0.486,0.200 0.457,0.185 0.403,0.107-1.893,0.080 0.891,0.063-0.800,0.037-0.897,0.019-0.884,0.006-0.806,-0.001-0.695,-0.009-0.570,-0.009-0.444,-0.011-0.334,-0.011-0.236,-0.010-0.156,-0.074 0.027,0.068-0.047,0.002-0.001,0.006 0.004,0.008 0.009,0.008 0.009,0.007 0.010,-0.019 0.042,-0.013 0.053,-0.015 0.060,-0.017 0.062,-0.017 0.057,-0.016 0.050,-0.012 0.043,-0.021-0.182,0.007 0.336,-0.009 0.026,-0.007-0.011,-0.005-0.032,-0.001-0.042,-0.003-0.045,0.000-0.044,0.001-0.038,-0.001-0.031,0.002-0.026,0.001-0.091,0.001 0.034,0.048 0.454,0.077 0.436,0.090 0.470,0.091 0.456,0.084 0.416,0.075 0.357,-0.368-2.200,0.553 3.246,0.043 0.255,-0.005-0.016,-0.035-0.178,-0.050-0.260,-0.053-0.287,-0.104-0.625,-0.081-0.498,-0.079-0.503,-0.072-0.464,-0.063-0.404,-0.050-0.333,-0.040-0.264,-0.029-0.199,-0.022-0.142,-0.014-0.096,-0.008-0.060,0.003 0.058,-0.002-0.030,-0.080-1.761</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1049.000 975.000,'0.037'-0.015,"0.058"-0.023,0.064-0.025,0.065-0.027,0.059-0.023,0.051-0.021,0.040-0.015,0.033-0.014,0.024-0.010,0.017-0.006,0.010-0.004,-0.346 0.140,1.129-0.389,0.442-0.131,0.256-0.067,0.121-0.021,0.022 0.010,-0.040 0.029,-1.534 0.474,3.320-0.654,1.456-0.158,3.550-0.416,1.163 0.011,0.570 0.099,0.151 0.146,-0.122 0.164,-2.094 0.324,3.459-0.051,0.278 0.125,0.038 0.096,-0.110 0.069,-0.195 0.046,-0.229 0.029,0.489 0.023,0.652 0.025,0.787 0.019,0.800 0.016,0.742 0.012,-12.360 0.175,6.152-0.070,0.336 0.010,8.076-0.046,-0.579 0.032,-1.249 0.029,-1.553 0.025,-1.605 0.020,-4.112 0.018,0.822 0.007,-1.621 0.008,-1.506 0.006,-1.312 0.003,-1.090 0.002,-0.863 0.001,-0.738 0.000,-0.502-0.001,-0.371-0.001,-0.259-0.001,-0.171-0.001,-0.098-0.000,-0.081-0.001,-0.106-0.001,-0.093 0.000,-0.077-0.001,-0.061 0.001,-0.047-0.001,-0.033-0.001,-0.022 0.001,-0.014 0.000,-0.007 0.000,-0.003 0.000,0.010 0.148,0.013 0.225,0.014 0.252,0.014 0.244,0.014 0.218,0.010 0.185,0.005 0.070,0.006 0.068,0.006 0.033,0.005 0.014,0.002-0.004,0.002-0.012,-0.134-1.087,0.044 0.780,0.183 4.452,0.033 1.477,0.014 0.632,0.000 0.054,-0.009-0.313,-0.038-1.852,0.065 0.589,0.006-0.472,-0.007-0.529,-0.016-0.535,-0.018-0.502,-0.021-0.449,-0.159-2.157,0.153 2.402,-0.026-0.126,-0.023-0.103,-0.017-0.081,-0.014-0.059,-0.009-0.042,-0.142-2.845,0.108 3.268,-0.022 0.335,-0.023 0.162,-0.022 0.041,-0.020-0.042,-0.016-0.090,-0.012-0.115,-0.013-0.599,-0.004 0.077,-0.005 1.105,-0.005-0.400,-0.003-0.533,-0.001-0.569,0.000-0.546,0.000-0.484,0.002-0.752,-0.001 0.276,0.001-0.189,0.002-0.137,0.000-0.095,0.000-0.060,0.001-0.034,0.001-0.015,0.000-0.002,0.000 0.006,0.000 0.011,0.000 0.012,0.004-0.087,0.005-0.171,0.005-0.195,0.007-0.193,0.005-0.175,0.004-0.149,0.004-0.120,0.003-0.091,0.001-0.067,0.002-0.046,0.000-0.029,0.001-0.015,0.001-0.007,-0.001-0.002,0.000 0.004,-0.000 0.005,0.000 0.006,-0.001 0.005,0.001 0.006,-0.001 0.005,-0.000 0.003,0.000 0.003,0.001 0.002,-0.001 0.002,-0.001 0.000,0.043 0.001,0.061 0.000,0.772 0.005</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1976.000 1004.000,'-0.095'-0.021,"-0.148"-0.033,-0.171-0.038,-0.175-0.039,-0.162-0.036,-0.144-0.032,-0.121-0.027,0.801 0.181,-0.737-0.129,-0.186-0.025,-0.890-0.132,-0.188-0.010,-0.076 0.008,0.001 0.017,0.051 0.023,0.076 0.024,1.736 0.215,-1.853-0.235,-0.015-0.001,0.115 0.020,0.189 0.032,0.226 0.037,0.235 0.037,1.181 0.132,-2.248-0.029,-0.603 0.125,-0.369 0.138,-0.189 0.135,-0.061 0.123,0.027 0.108,0.084 0.090,2.949-0.519,-2.839 0.625,0.001 0.081,0.040 0.054,0.062 0.030,0.073 0.014,0.076 0.003,0.389-0.131,-1.187 0.359,-0.288 0.154,-0.258 0.165,-0.216 0.160,-0.176 0.143,0.970-0.257,-1.109 0.618,0.173 0.162,0.322 0.105,0.395 0.060,0.413 0.028,0.392 0.005,-0.031 0.565,0.482 0.004,0.535-0.184,0.520-0.279,0.465-0.315,0.389-0.305,0.551-0.887,-0.538 1.204,-0.086 0.333,-0.098 0.320,-0.102 0.284,-0.092 0.236,0.198-0.398,0.094-0.143,0.122-0.204,0.135-0.231,0.131-0.231,0.123-0.217,0.040 0.283,0.120 0.325,0.185 0.201,0.195 0.168,0.184 0.133,0.164 0.100,0.224 0.060,0.363 0.237,0.383 0.060,0.376 0.014,0.340-0.016,0.291-0.034,0.238-0.042,-0.141-0.463,-0.098-0.331,-0.166-0.372,-0.198-0.372,-0.205-0.347,-0.195-0.308,-0.067-0.189,-0.113-0.219,-0.072-0.159,-0.042-0.112,-0.019-0.070,-0.003-0.041,0.106 0.063,0.300 0.105,0.442 0.148,0.482 0.153,0.476 0.147,0.439 0.131,0.383 0.113,0.320 0.093,-1.318-0.549,1.914 0.494,0.471-0.085,0.817-0.127,0.307-0.307,0.199-0.334,0.114-0.328,0.050-0.305,0.007-0.265,0.581-0.314,-0.212-0.224,-0.265-0.168,-0.275-0.118,-0.258-0.078,-0.226-0.048,-4.759 0.992,2.825-0.533,0.503-0.038,4.592-0.717,0.573-0.051,0.069-0.002,-0.253 0.028,-0.433 0.046,-4.016 0.632,2.885-0.792,-0.965-0.194,-1.031-0.199,-0.995-0.186,-0.892-0.163,-0.757-0.136,-2.653 2.030,1.677-2.714,-0.543-0.679,-0.459-0.573,-0.373-0.466,-0.293-0.362,-0.217 0.640,-0.056-1.291,-0.126 0.161,-0.096 0.335,-0.069 0.420,-0.048 0.443,-0.031 0.425,-0.091 0.433,-0.122 0.405,-0.341 0.269,-0.455 0.162,-0.493 0.082,-0.484 0.025,-0.440-0.014,1.388 1.670,-2.544-2.022,-0.407 0.135,-0.179 0.256,-0.022 0.308,0.072 0.315,1.704 0.991,-2.604-0.802,-0.460 0.176,-0.306 0.191,-0.185 0.186,-0.097 0.164,2.775 0.617,-1.776-0.210,0.415 0.171,0.488 0.157,0.505 0.137,0.480 0.115,0.431 0.093,2.213 0.128,-2.209-0.166,0.193-0.036,0.211-0.037,0.207-0.036,0.188-0.031,0.160-0.028,0.132-0.021,1.027 0.229,-6.946-2.315</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1629.000 850.000,'0.091'0.051,"0.141"0.078,0.160 0.088,0.160 0.090,0.144 0.080,0.126 0.069,0.103 0.058,0.079 0.044,-0.567-0.325,1.216 0.595,0.319 0.135,0.197 0.085,0.106 0.049,0.042 0.021,-0.845-0.469,1.828 0.566,0.851 0.120,0.791 0.101,0.695 0.081,0.582 0.063,0.467 0.047,1.573 0.095,1.209-0.031,1.354-0.070,0.640-0.202,0.379-0.221,0.187-0.219,0.050-0.199,-9.707-0.637,11.643 0.414,0.766-0.158,0.079-0.130,-0.359-0.104,-0.605-0.078,-0.712-0.055,-10.649-0.027,9.080-0.012,-0.588-0.018,-0.797-0.011,-0.887-0.005,-0.888-0.001,-0.833 0.003,-2.994-0.011,20.422-1.042</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118.000 757.000,'0.000'0.027,"0.000"0.040,0.000 0.045,0.000 0.045,0.000 0.039,0.000 0.032,0.000 0.028,0.000 0.019,0.000 0.014,0.000 0.010,-0.022 0.603,-0.034 0.907,-0.038 1.010,-0.036 0.984,0.103-3.071,-0.122 2.449,-0.054 0.528,-0.157 1.968,-0.069 0.388,-0.050 0.137,-0.035-0.041,-0.022-0.153,-0.012-0.222,0.426-4.543,-0.585 5.144,-0.044 0.161,0.003 0.028,0.035-0.063,0.052-0.115,0.059-0.143,0.062-0.149,0.231-0.541,0.299-0.374,0.337-0.399,0.342-0.392,0.324-0.360,0.290-0.317,0.230-0.237,-0.010-0.566,-0.105-0.566,-0.158-0.522,-0.180-0.458,-0.181-0.381,0.966-0.449</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1288.000 1215.000,'-0.018'0.000,"-0.561"0.000,-0.318 0.000,-0.185 0.000,-0.089 0.000,-0.021 0.000,0.026 0.000,0.050 0.000,0.452 0.000,-0.547 0.014,0.026 0.021,0.060 0.025,0.075 0.023,0.078 0.022,0.074 0.019,-0.181 0.157,-0.360 0.237,-0.430 0.266,-0.438 0.264,-0.409 0.241,1.583-0.751,-2.117 1.017,-0.261 0.141,-0.076 0.054,0.048-0.004,0.125-0.043,0.167-0.065,-0.372 0.248,0.277-0.021,0.488-0.118,0.306-0.006,0.284 0.001,0.246 0.004,0.202 0.009,0.071 0.182,0.122 0.062,0.151-0.027,0.158-0.081,0.151-0.106,0.134-0.117,0.835-1.341,-0.614 1.454,0.160 0.036,0.151-0.038,0.132-0.081,0.112-0.103,0.109-0.296,0.036 0.397,0.062-0.123,0.042-0.165,0.025-0.179,0.015-0.170,0.006-0.152,0.022-0.145,0.035-0.051,0.040-0.023,0.041-0.004,0.036 0.007,0.032 0.017,0.178 0.127,0.213 0.092,0.232 0.097,0.220 0.092,0.196 0.080,-0.680-0.678,1.936 1.246,0.835 0.275,0.655 0.132,0.489 0.029,0.350-0.038,0.233-0.078,0.140-0.099,-4.199-1.593,4.618 1.549,-0.171-0.226,-0.315-0.255,-0.375-0.252,-0.384-0.227,-0.354-0.195,-3.299-0.643,3.278 0.489,0.489-0.024,0.473-0.011,0.431-0.005,0.376 0.004,0.315 0.005,0.654 0.023,-0.312-0.076,-0.482-0.090,-0.551-0.093,-0.551-0.088,-0.506-0.075,-3.404-0.183,6.754-0.507,1.656-0.482,0.672-0.385,-0.014-0.295,-0.458-0.216,-0.716-0.150,-0.834-0.097,-6.419 1.670,5.737-2.081,-1.139-0.014,-1.140 0.125,-1.048 0.203,-0.910 0.236,-0.751 0.237,-0.624 0.259,-0.326 0.095,-0.205 0.053,-0.114 0.022,-0.047 0.003,0.000-0.012,-0.824 1.030,1.232-1.884,0.075-0.507,-0.040-0.382,-0.107-0.271,-0.142-0.181,-0.148-0.112,-0.299 0.516,-0.181 0.124,-0.180 0.155,-0.169 0.167,-0.150 0.165,-0.130 0.151,-0.119 0.004,-0.075 0.293,-0.046 0.292,-0.020 0.268,-0.006 0.235,0.006 0.192,-0.115 0.006,-0.245-0.119,-0.230-0.024,-0.222-0.013,-0.197-0.008,-0.165-0.003,-0.057 0.004,-0.017-0.016,0.018-0.019,0.040-0.017,0.049-0.017,0.052-0.013,1.108 1.054,-1.009-1.035,-0.041-0.029,-0.041 0.014,-0.038 0.041,-0.031 0.056,-0.027 0.062,1.134 0.904,-1.628-0.966,-0.239 0.032,-0.150 0.047,-0.081 0.051,-0.033 0.052,0.001 0.046,1.952 0.779,-2.243-0.866,-0.188-0.044,-0.049 0.012,0.046 0.049,0.105 0.069,0.136 0.078,2.127 0.712,-1.453-0.449,-0.109 0.012,-1.102-0.248,0.145 0.087,0.271 0.100,0.329 0.101,0.339 0.094,0.445 0.118,0.275 0.080,0.241 0.072,0.204 0.062,0.164 0.051,0.129 0.040,0.172 0.036,-1.271 0.010,-1.084 0.022,-1.122 0.012,-1.048 0.006,-0.913 0.002,2.359-0.011,-3.253 0.007,-0.105-0.002,0.232-0.003,0.425-0.004,0.512-0.003,2.148-0.004,0.237-0.001,-1.258 0.013,0.524 0.021,0.485 0.022,0.423 0.024,0.348 0.021,0.272 0.018,0.190 0.019,0.170 0.017,0.125 0.013,0.084 0.010,0.054 0.009,0.257-0.025,0.136-0.018,0.142-0.023,0.134-0.023,0.121-0.024,0.102-0.019,0.854-0.048,-1.111 0.042,0.003 0.006,0.099 0.014,0.150 0.015,0.169 0.017,0.167 0.015,0.011 0.055,-0.085 0.075,-0.138 0.081,-0.158 0.079,-0.158 0.069,-0.144 0.059,1.146-0.435,-1.333 0.524,-0.021 0.007,0.068-0.034,0.116-0.058,0.136-0.067,0.137-0.067,0.952-0.331,-0.861 0.329,-0.077 0.030,-0.095 0.024,-0.104 0.018,-0.100 0.014,-0.091 0.008,-0.228 0.063,0.076-0.025,0.122-0.033,0.139-0.036,0.138-0.033,0.125-0.029,0.274-0.090,0.091-0.028,0.078-0.027,0.068-0.024,0.055-0.020,0.044-0.017,-0.026 0.017,0.082-0.016,0.081-0.012,0.071-0.010,0.060-0.007,0.047-0.005,-0.280 0.378</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1163.000 1179.000,'-0.147'0.295,"-0.189"0.513,-0.201 0.617,-0.195 0.637,-0.175 0.603,-0.151 0.536,-0.124 0.455,-0.097 0.370,0.737-2.272,-1.088 4.122,0.002 0.640,0.106 0.262,0.164 0.009,0.184-0.145,0.180-0.230,0.164-0.261,0.138-0.257,0.201-1.189,0.102-0.489,0.095-0.511,0.081-0.490,0.067-0.447,0.054-0.388,0.072-1.845,-0.050 1.295,-0.054 1.824,0.026-0.084,0.038-0.368,0.045-0.511,0.043-0.556,0.039-0.537,0.034-0.480,0.026-0.404,0.021-0.323,0.015-0.247,0.010-0.179,0.007-0.122,0.004-0.076,0.001-0.042,0.001-0.018,-0.001-0.001,-0.001 0.009,-0.020 0.042,-0.004 0.015,-0.004 0.018,-0.003 0.015,-0.002 0.013,-0.003 0.012,-0.002 0.010,0.425-0.399</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1213.000 1175.000,'-0.012'0.130,"-0.098"0.849,-0.159 1.448,-0.106 1.065,-0.082 0.897,-0.060 0.725,-0.045 0.560,-0.027 0.414,-0.017 0.291,0.369-3.779,-0.289 3.576,0.008 0.119,-0.033 0.310,0.009-0.373,0.007-0.488,0.008-0.531,0.006-0.520,0.007-0.480,-0.104 0.290,0.008-0.385,0.040-0.497,0.060-0.526,0.066-0.500,0.063-0.442,0.115-0.501,0.131-0.457,0.132-0.411,0.123-0.350,0.108-0.283,0.089-0.219,0.070-0.161,0.053-0.113,1.573-1.763</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1484.000 1180.000,'0.184'1.104,"0.141"1.068,0.104 0.965,0.070 0.829,0.047 0.679,0.025 0.536,0.149 0.667,0.183 0.389,0.200 0.292,0.197 0.205,0.178 0.139,0.154 0.083,-0.111-0.836,-0.085-0.628,-0.132-0.741,-0.152-0.764,-0.155-0.727,-0.148-0.652,-0.501-1.467,0.480 1.919,-0.050 0.035,-0.067-0.131,-0.073-0.233,-0.072-0.282,-0.066-0.293,-0.058-0.281,-0.047-0.319,-0.034-0.310,-0.023-0.287,-0.016-0.254,-0.009-0.213,-0.005-0.173,0.006-0.145,-0.021-0.133,-0.022-0.098,-0.023-0.071,-0.021-0.048,-0.017-0.029,-0.023-0.051,-0.034-0.047,-0.034-0.046,-0.030-0.042,-0.027-0.033,-0.021-0.028,-0.052-1.370</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1535.000 1190.000,'0.000'0.501,"0.000"0.777,0.000 0.890,0.000 0.894,0.000 0.824,0.000 0.717,0.000 0.594,0.000-1.476,0.000 0.202,0.000 0.832,0.000 0.228,0.074 1.531,0.115 0.101,0.133-0.026,0.136-0.104,0.126-0.146,0.003-1.249,0.271 1.065,0.054-0.438,0.004-0.555,-0.028-0.588,-0.046-0.565,-0.055-0.510,-0.099-0.599,-0.092-0.491,-0.092-0.444,-0.086-0.381,-0.077-0.316,-0.064-0.248,-0.053-0.190,-0.042-0.138,-0.021-0.155,0.000-0.118,0.012-0.106,0.042-0.116,0.022-0.148,0.023-0.137,0.019-0.119,0.017-0.096,0.014-0.077,0.068-0.359,0.021-0.194,-0.012-0.074,-0.032 0.007,-0.040 0.055,-0.045 0.084,-0.042 0.094,-0.038 0.093,-0.032 0.086,-0.027 0.073,-0.019 0.060,-0.016 0.048,0.146-0.732</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1624.000 1217.000,'-0.026'-0.003,"-0.799"-0.006,-0.636 0.064,-0.546 0.069,-0.169 0.055,0.011 0.042,0.128 0.032,0.195 0.024,0.225 0.015,0.229 0.010,0.823-0.109,-0.788 0.698,0.123 0.255,0.156 0.138,0.162 0.054,0.158-0.007,0.124-0.070,0.095-0.106,0.068-0.122,0.047-0.122,0.029-0.114,0.016-0.099,0.005-0.085,0.083-0.043,0.172-0.089,0.193-0.078,0.187-0.062,0.169-0.049,0.143-0.035,0.113-0.025,0.086-0.016,0.063-0.009,-0.441-0.111,1.235 0.359,0.579 0.238,0.477 0.235,0.378 0.216,0.288 0.187,0.210 0.156,-2.821-1.176,3.507 1.426,-0.032-0.068,-0.218-0.155,-0.316-0.193,-0.350-0.203,-0.342-0.190,-0.263-0.133,-0.325-0.126,-0.277-0.089,-0.223-0.062,-0.171-0.040,-0.124-0.020,-0.315-0.087,-0.190-0.055,-0.192-0.060,-0.177-0.056,-0.155-0.051,-0.130-0.043,0.172-0.075</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1607.000 1277.000,'0.100'0.045,"0.156"0.068,0.178 0.080,0.178 0.079,0.165 0.074,0.144 0.063,0.118 0.053,0.027-0.035,0.142-0.010,0.145-0.024,0.138-0.030,0.124-0.033,0.107-0.032,-0.381-0.097,0.026-0.024,0.739 0.031,0.023-0.050,-0.011-0.044,-0.033-0.037,-0.043-0.029,-0.301 0.023,0.973 0.141,0.387 0.137,0.336 0.140,0.277 0.128,0.217 0.110,0.164 0.091,0.115 0.072,0.077 0.053,0.046 0.038,0.025 0.025,0.007 0.015,-0.643-0.154,-0.453-0.117,-0.522-0.139,-0.530-0.142,-0.500-0.136,-0.442-0.120,-0.378-0.104,-0.261-0.141,-0.271-0.150,-0.181-0.134,-0.112-0.112,-0.058-0.089,-0.022-0.068,-0.167-1.882</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1718.000 1193.000,'0.008'0.008,"0.013"0.013,0.015 0.015,0.015 0.015,0.014 0.014,0.012 0.012,0.011 0.011,0.008 0.008,0.007 0.007,-0.043 0.037,-0.002 0.137,0.026 0.693,-0.012 0.539,-0.013 0.511,-0.012 0.458,-0.011 0.392,-0.010 0.322,-0.016-1.744,0.005 3.063,-0.006 0.818,-0.005 0.638,-0.003 0.474,-0.002 0.337,-0.001 0.223,0.001-5.537,0.012 7.264,0.023 0.019,0.025-0.382,0.024-0.591,0.024-0.662,0.018-0.649,-0.019-1.621,-0.006-0.685,-0.011-0.667,-0.013-0.614,-0.014-0.538,-0.012-0.454,0.026 1.400</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1650.000 1190.000,'-0.050'0.000,"-0.075"0.000,-0.085 0.000,-0.082 0.000,-0.076 0.000,-0.063 0.000,-0.050 0.000,-0.077 0.080,-0.183 0.128,-0.206 0.148,-0.207 0.153,-0.194 0.145,-0.170 0.130,-0.018 0.053,0.082 0.001,0.142-0.035,0.172-0.055,0.178-0.064,0.172-0.066,0.616-0.482,-1.149 0.869,-0.134 0.072,-0.106 0.044,-0.025-0.021,0.033-0.064,0.068-0.086,0.086-0.098,0.816-0.497,-0.824 0.500,0.203-0.120,0.226-0.131,0.220-0.126,0.200-0.115,0.169-0.095,0.137-0.078,0.107-0.060,0.077-0.043,0.053-0.030,0.036-0.019,0.019-0.011,0.009-0.005,0.003 0.000,-0.004 0.001,-0.006 0.004,-0.006 0.004,-0.008 0.004,-0.006 0.004,-0.005 0.003,-2.006 1.134</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1704.000 1167.000,'-0.120'0.026,"-0.109"0.039,-0.094 0.047,-0.077 0.045,-0.061 0.043,-0.046 0.037,-0.033 0.031,-0.021 0.025,-0.014 0.018,0.100 0.020,-0.227 0.474,-0.046 0.425,-0.031 0.430,-0.022 0.394,-0.014 0.339,0.356-0.903,-0.367 1.499,-0.007 0.203,0.007 0.045,0.017-0.054,0.023-0.115,0.022-0.143,0.614-2.353,-0.813 2.935,-0.053 0.158,-0.001 0.021,0.029-0.062,0.048-0.109,0.053-0.126,0.122-0.229,0.035 0.213,0.027 0.278,0.020 0.304,0.014 0.295,0.008 0.268,0.080 0.135,0.117 0.037,0.135-0.027,0.134-0.065,0.126-0.087,0.109-0.093,0.087-1.773,0.425 2.011,0.217-0.326,0.135-0.435,0.075-0.462,0.030-0.440,0.032-0.410,0.052-0.307,0.053-0.241,0.047-0.178,0.042-0.126,0.033-0.083,-1.018-1.337,1.423 1.383,0.321 0.074,0.230 0.028,0.156-0.004,0.096-0.024,0.050-0.036,-1.433-1.004,2.103 1.274,0.174 0.019,-0.027-0.089,-0.153-0.149,-0.222-0.178,-0.250-0.183,-2.183-1.144,1.736 0.829,0.445 0.129,-0.044-0.096,-0.116-0.115,-0.154-0.121,-0.172-0.116,-0.171-0.107,0.115-0.029,-0.039-0.074,0.002-0.054,0.032-0.036,0.045-0.021,0.051-0.011,-1.818-0.369,2.152 0.314,0.066-0.060,-0.076-0.065,-0.158-0.062,-0.201-0.057,-0.208-0.047,-1.636-0.090,1.535-0.086,-0.120-0.232,-0.138-0.252,-0.138-0.248,-0.129-0.222,-0.112-0.192,-0.055-0.364,0.049-0.522,0.084-0.562,0.101-0.542,0.104-0.493,0.099-0.423,0.153-1.027,-0.110-0.566,-0.159-0.486,-0.176-0.395,-0.168-0.305,-0.151-0.223,-0.683 4.467,0.400-3.865,-0.121-0.004,-0.134 0.213,-0.133 0.344,-0.123 0.406,-0.109 0.424,-0.125 2.976,-0.212-2.697,-0.216 0.283,-0.181 0.332,-0.147 0.342,-0.116 0.328,-0.087 0.297,0.255 1.205,-0.860-1.501,-0.273 0.212,-0.211 0.259,-0.156 0.265,-0.110 0.248,-0.072 0.214,0.010 0.281,-0.068 0.189,-0.060 0.164,-0.053 0.134,-0.045 0.105,-0.035 0.080,0.511 0.323,-0.698-0.296,0.009 0.059,0.068 0.076,0.098 0.081,0.112 0.078,0.109 0.070,0.366 0.180,0.239 0.128,0.251 0.133,0.242 0.126,0.220 0.115,0.169 0.091,0.183 0.088,0.151 0.068,0.118 0.050,0.088 0.036,0.064 0.025,0.041 0.014,-1.408 0.201</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1126.000 1344.000,'0.141'0.047,"0.466"0.072,0.458 0.024,0.445 0.003,0.398-0.011,0.338-0.017,0.270-0.021,-0.823-0.049,2.227-0.015,1.033-0.063,0.915-0.067,0.773-0.065,0.622-0.059,1.927-0.022,0.267 0.009,0.374 0.000,0.012 0.003,-0.227 0.008,-0.373 0.007,-0.444 0.009,-4.785 0.111,8.699-0.346,3.165-0.275,3.047-0.304,2.760-0.299,2.384-0.276,1.973-0.243,-20.591 1.457,22.772-1.445,-0.104 0.173,-1.296 0.259,-1.983 0.294,-2.290 0.298,-2.332 0.279,-2.197 0.248,-2.058 0.273,-0.799 0.271,-0.382 0.259,-0.077 0.235,0.126 0.202,0.256 0.169,1.856 0.201,-1.175-0.066,-1.390-0.100,-1.804-0.147,-1.949-0.164,-1.912-0.168,-1.752-0.156,-1.612-0.138,-1.406-0.118,-1.178-0.095,-0.946-0.075,-0.730-0.057,-0.540-0.039,-3.438-0.349</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1679.000 885.000,'0.012'-0.003,"0.413"-0.030,1.429-0.066,0.807-0.005,0.547 0.018,0.341 0.032,0.183 0.036,0.071 0.039,-3.035-0.011,4.155 0.223,0.736 0.122,0.460 0.077,0.248 0.042,0.095 0.016,-0.010-0.001,-5.042-0.390,9.624 0.498,4.870 0.089,3.029-0.017,2.183-0.050,1.480-0.067,0.921-0.071,-14.724-0.303,16.004 0.334,-0.616 0.009,-1.435 0.001,-1.804-0.005,-1.872-0.010,-1.749-0.009,-1.519-0.011,-1.248-0.008,-0.975-0.008,-0.721-0.005,-0.506-0.006,-0.640-0.054,-0.902-0.059,-1.223-0.064,-1.324-0.064,-1.277-0.057,-1.142-0.049,-0.965-0.040,-3.983-0.060,2.727 0.024,-0.561-0.018,-0.526-0.012,-0.469-0.010,-0.401-0.005,-0.331-0.004,0.900-0.072</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2208.000 995.000,'0.663'-0.221,"0.583"-0.149,0.492-0.094,0.394-0.050,0.304-0.018,0.224 0.003,0.156 0.015,0.845-0.057,0.418 0.007,0.179 0.035,0.013 0.050,-0.092 0.057,-0.150 0.056,-0.049 0.071,0.226 0.059,0.300 0.057,0.327 0.048,0.321 0.041,0.291 0.033,-0.178 0.025,-0.464 0.019,-0.615 0.012,-0.664 0.009,-0.649 0.004,-0.589 0.003,-0.251-0.001,3.695 0.046</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2233.000 1002.000,'0.000'0.035,"-0.247"1.454,-0.192 0.864,-0.141 0.472,-0.099 0.192,-0.063 0.006,-0.037-0.104,-0.017-0.164,-0.004-0.182,0.003-0.178,0.010-0.160,0.010-0.133,-0.819 3.255,-0.406 1.684,-0.196 0.891,-0.011 0.194,0.109-0.271,0.183-0.557,0.216-0.704,1.029-3.998,-0.796 3.089,0.230-0.834,0.227-0.793,0.207-0.709,0.179-0.601,0.149-0.490,0.188-0.278,0.218-0.301,0.206-0.241,0.185-0.187,0.156-0.136,0.127-0.095,0.220-0.046,0.224-0.061,0.215-0.044,0.197-0.029,0.165-0.020,0.133-0.011,0.422-0.041,0.490-0.026,0.244-0.093,0.130-0.111,0.045-0.111,-0.012-0.105,0.081-0.059,0.000-0.035,0.002-0.014,0.001 0.003,0.001 0.010,0.002 0.016,-2.530-0.195,3.980 0.286,0.582 0.034,0.133 0.004,-0.155-0.014,-0.320-0.026,-0.394-0.029,-0.472-0.037,-0.679-0.051,-0.661-0.051,-0.591-0.045,-0.496-0.037,-0.393-0.031,-0.402-0.024,-0.177-0.012,-0.133-0.010,-0.098-0.006,-0.066-0.004,-0.040-0.004,-0.001-0.002,-0.035 0.000,-0.026 0.001,-0.017 0.002,-0.011 0.001,-0.007 0.002,0.338-0.002</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2250.000 1057.000,'0.061'0.000,"0.094"0.000,0.106 0.000,0.106 0.000,0.098 0.000,0.083 0.000,0.068 0.000,0.054 0.000,-0.371 0.000,0.796 0.000,0.221 0.000,0.136 0.000,0.073 0.000,0.027 0.000,-0.003 0.000,-0.023 0.000,-1.217 0.000,1.840 0.000,0.439 0.000,0.335 0.000,0.242 0.000,0.165 0.000,0.104 0.000,0.097 0.000,0.084 0.000,0.071 0.000,0.055 0.000,0.043 0.000,0.030 0.000,-0.746 0.047,0.932 0.066,-0.145 0.024,-0.251 0.005,-0.296-0.009,-0.303-0.016,-0.281-0.019,5.186 0.115</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2434.000 1010.000,'-0.008'0.000,"-0.013"0.000,-0.015 0.000,-0.013 0.000,-0.014 0.000,-0.010 0.000,-0.010 0.000,-0.007 0.000,-0.005 0.000,-0.004 0.000,-0.081 0.000,-0.119 0.000,-0.134 0.000,-0.129 0.000,-0.118 0.000,0.170 0.047,-0.248 0.160,-0.080 0.155,-0.079 0.150,-0.074 0.133,-0.063 0.113,0.648-0.453,-0.835 0.690,-0.158 0.157,-0.126 0.109,-0.093 0.071,-0.067 0.040,-0.043 0.019,-0.028 0.004,1.033-0.833,-1.480 1.109,-0.168 0.141,-0.061 0.088,0.013 0.047,0.056 0.018,0.056 0.128,0.261 0.002,0.282-0.009,0.266-0.011,0.237-0.015,0.194-0.014,0.880-1.668,-0.615 2.016,0.195 0.254,0.171 0.167,0.142 0.101,0.113 0.052,0.085-0.289,0.055-0.245,0.038-0.288,0.024-0.294,0.015-0.273,0.005-0.240,0.000-0.199,0.033-0.059,0.048-0.044,0.052 0.005,0.052 0.033,0.046 0.049,-0.218-0.915,0.343 0.895,0.116 0.020,0.096-0.009,0.080-0.027,0.061-0.036,0.045-0.038,-0.253-0.336,-0.031-0.029,0.154 0.169,-0.029-0.088,-0.020-0.095,-0.016-0.091,-0.009-0.083,0.113-0.001,0.045-0.037,0.047-0.016,0.049-0.001,0.041 0.008,0.037 0.012,-0.560-0.252,0.790 0.421,0.042 0.042,-0.043-0.012,-0.091-0.044,-0.112-0.059,-0.145-0.086,-0.134-0.086,-0.126-0.081,-0.108-0.073,-0.090-0.062,-0.071-0.048,-0.169-0.060,0.385 0.056,0.269 0.042,0.289 0.059,0.273 0.064,0.241 0.061,0.199 0.054,-0.619-0.114,0.010 0.024,0.610 0.158,-0.060-0.026,-0.097-0.050,-0.109-0.059,-0.110-0.063,-0.100-0.057,-0.816-0.117,0.617 0.027,-0.079-0.060,-0.087-0.059,-0.087-0.054,-0.079-0.045,-0.069-0.038,-0.059-0.030,-0.046-0.023,0.291-0.412,0.225-0.410,0.201-0.388,0.169-0.343,0.134-0.286,0.102-0.226,-0.115 0.015,-0.150 0.039,-0.195 0.096,-0.208 0.123,-0.197 0.131,-0.178 0.126,-0.174 0.100,-0.134-0.009,-0.112-0.043,-0.088-0.060,-0.069-0.069,-0.050-0.067,-0.036-0.072,-0.022 0.013,-0.013 0.034,-0.004 0.046,-0.001 0.048,0.004 0.048,0.005 0.042,0.005 0.036,-0.380-0.558,-0.263-0.248,-0.172-0.063,-0.097 0.059,-0.047 0.131,-0.009 0.163,0.015 0.171,0.027 0.161,0.140 0.317,0.067 0.145,-0.019-0.025,-0.398-0.709,0.004 0.068,0.029 0.117,0.041 0.137,0.046 0.140,0.045 0.130,0.072 0.219,0.031 0.183,0.026 0.179,0.018 0.163,0.013 0.142,0.010 0.116,-0.008 0.067,0.072 0.079,0.080 0.057,0.079 0.038,0.072 0.024,0.061 0.012,-0.776-0.676</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2398.000 966.000,'-0.041'0.206,"-0.063"0.311,-0.068 0.345,-0.068 0.336,-0.059 0.299,-0.050 0.250,-0.040 0.197,-0.030 0.149,-0.021 0.106,-0.013 0.069,-0.009 0.043,0.109 2.487,0.059 1.810,0.067 1.003,0.071 0.403,0.067-0.023,0.061-0.303,0.052 0.346,0.031-0.984,0.016-1.043,0.003-0.993,-0.004-0.876,-0.008-0.735,-0.051-2.779,0.084 2.519,0.056-0.291,0.065-0.266,0.065-0.229,0.059-0.184,0.048-0.142,-0.007-0.371,-0.000-0.300,-0.011-0.308,-0.017-0.289,-0.017-0.255,-0.019-0.214,-0.016-0.169,-0.015-0.130,-0.012-0.094,-0.009-0.065,-0.007-0.040,-0.006-0.023,0.055-0.073,0.071-0.085,0.082-0.091,0.083-0.085,0.075-0.075,0.064-0.064,2.233-2.269</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2490.000 990.000,'0.034'0.120,"0.053"0.184,0.059 0.206,0.057 0.202,0.053 0.184,-0.159-0.466,0.179 1.778,0.005 0.912,-0.004 0.754,-0.010 0.592,-0.012 0.441,-0.121-2.121,-0.012 0.079,0.185 2.556,0.179 0.704,0.213 0.685,0.220 0.625,0.208 0.540,0.186 0.445,-0.001-0.318,-0.039-0.308,-0.090-0.460,-0.117-0.530,-0.127-0.539,-0.125-0.507,-0.082-0.262,-0.164-0.959,-0.149-0.945,-0.127-0.854,-0.102-0.728,-0.079-0.588,-0.296-0.658</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2375.000 992.000,'-0.028'0.249,"-0.042"0.388,-0.051 0.452,-0.051 0.456,-0.047 0.428,-0.042 0.376,-0.035 0.316,-0.029 0.256,-0.006 0.554,0.030 0.490,0.043 0.486,0.047 0.442,0.047 0.382,0.045 0.438,0.030 0.653,0.031-0.222,0.025-0.458,0.018-0.561,0.011-0.577,0.004-2.800,-0.006 3.110,-0.013-0.004,-0.019-0.236,-0.020-0.364,-0.018-0.415,-0.018-0.417,-0.014-0.383,-0.007-0.325,0.009-0.472,0.016-0.430,0.016-0.367,0.016-0.297,0.058-0.175,0.077-0.154,0.083-0.134,0.079-0.113,0.071-0.089,0.059-0.068,1.393 0.576</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2380.000 1198.000,'0.010'0.000,"0.018"0.000,0.018 0.000,0.019 0.000,0.019 0.000,0.015 0.000,0.014 0.000,-0.085 0.000,0.541 0.000,0.462 0.000,0.452 0.000,0.406 0.000,0.344 0.000,-1.321 0.000,1.989-0.026,0.245-0.041,0.038-0.046,-0.096-0.047,-0.172-0.043,-0.206-0.036,-2.193 0.192,1.983-0.199,-0.131-0.002,-0.148 0.005,-0.147 0.008,-0.137 0.010,-0.119 0.012,-0.169 0.022,-0.186 0.029,-0.187 0.030,-0.169 0.029,-0.149 0.027,-0.124 0.021,-0.098 0.019,-0.098 0.015,-0.020 0.010,0.001 0.007,0.015 0.005,0.021 0.003,0.027 0.002,-0.070-0.001,0.216 0.003,0.002 0.000,-0.016-0.002,-0.029 0.000,-0.031-0.002,-0.109-0.001,-0.077 0.000,-0.080-0.001,-0.078-0.001,-0.070-0.001,-0.061 0.001,-0.050-0.001,-0.040 0.000,0.200-0.002</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2455.000 1165.000,'0.018'0.096,"0.027"0.152,0.032 0.178,0.033 0.182,0.032 0.171,0.028 0.153,0.023 0.130,0.019 0.107,-0.113-0.621,0.081 0.525,0.035 0.299,0.242 2.036,0.002 0.539,-0.039 0.260,-0.059 0.065,-0.069-0.058,-0.065-0.128,-0.062-0.161,-0.111-2.491,0.013 0.695,-0.014-0.034,0.049 1.618,0.038-0.260,0.055-0.315,0.061-0.322,0.058-0.297,0.052-0.255,0.186 0.015,0.179 0.266,0.066 0.039,0.011-0.024,-0.024-0.061,-0.046-0.079,-0.052-0.083,-0.054-0.079,-0.251-0.848,-0.042-0.097,0.116 0.515,-0.058-0.245,-0.040-0.231,-0.027-0.199,-0.015-0.165,-0.009-0.128,0.697 1.238</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1142.000 1297.000,'0.034'0.000,"0.054"0.000,0.060 0.000,0.062 0.000,0.057 0.000,0.049 0.000,0.041 0.000,0.034 0.000,0.024 0.000,0.027 0.052,0.019 0.082,0.015 0.093,0.011 0.092,0.009 0.086,0.004 0.075,-0.398-0.372,0.574 0.960,0.210 0.574,0.198 0.543,0.182 0.487,0.156 0.421,0.129 0.346,-1.210-2.686,1.417 3.022,0.135 0.187,0.091 0.072,-0.072-0.266,-0.126-0.375,-0.157-0.425,-0.165-0.429,-0.161-0.405,0.198-0.050,0.144-0.121,0.130-0.113,0.111-0.096,0.093-0.081,0.073-0.064,-1.620-1.274,2.038 1.486,0.051-0.014,-0.075-0.083,-0.148-0.120,-0.184-0.133,-0.191-0.132,-0.182-0.121,-1.090-0.770,0.603 0.339,-0.024-0.116,0.179-0.042,-0.033-0.144,-0.036-0.125,-0.035-0.108,-0.032-0.086,-0.027-0.069,-0.975-0.078,1.481-0.120,0.164-0.246,0.092-0.252,0.041-0.232,0.004-0.200,-0.016-0.163,-0.005-0.235,0.102-0.327,0.123-0.333,0.122-0.310,0.115-0.269,0.098-0.222,-1.130 1.245,1.092-1.143,-0.032 0.207,-0.076 0.295,-0.095 0.325,-0.100 0.318,-0.096 0.292,-1.732 1.097,1.819-0.766,0.206 0.164,0.149 0.153,0.105 0.136,0.067 0.116,0.037 0.096,1.138 0.088,0.472 0.096,0.078 0.083,-0.182 0.071,-0.338 0.058,-0.416 0.043,-0.440 0.033,-0.169 0.153,-0.116 0.210,-0.012 0.234,0.055 0.233,0.093 0.214,0.111 0.187,0.126 0.168,-0.220-0.023,-0.288-0.083,-0.306-0.114,-0.290-0.122,-0.258-0.118,-1.474-0.849,2.417 1.254,0.397 0.158,0.063-0.003,-0.150-0.102,-0.271-0.157,-0.328-0.180,-0.433-0.243,-0.238-0.163,-0.202-0.147,-0.163-0.127,-0.126-0.107,-0.094-0.084,-0.979-0.246,1.336 0.066,0.245-0.216,0.200-0.226,0.156-0.217,0.117-0.193,0.082-0.165,0.056-0.135,0.132-0.132,0.006-0.045,-0.011-0.012,-0.022 0.010,-0.026 0.023,0.129 0.000,-0.143 0.117,-0.256 0.161,-0.306 0.176,-0.311 0.169,-0.287 0.151,-0.410 0.174,0.153 0.052,-0.015 0.091,0.009 0.077,0.020 0.062,0.030 0.049,0.031 0.036,-0.619-0.040,1.406 0.462,0.438 0.291,0.324 0.251,0.228 0.206,0.148 0.161,0.089 0.123,0.042 0.087,-1.939-1.004,1.286 0.667,-0.080-0.043,0.676 0.339,-0.211-0.124,-0.223-0.133,-0.215-0.128,-0.190-0.112,-0.160-0.096,0.128-0.091,0.399-0.032,0.498-0.014,0.519-0.001,0.491 0.007,0.437 0.012,0.077-0.156,0.111-0.200,0.026-0.236,-0.027-0.238,-0.061-0.224,-0.078-0.198,-0.082-0.167,-0.081-0.134,-0.383-0.075,-0.369-0.061,-0.408-0.039,-0.406-0.021,-0.374-0.008,-0.329 0.000,-0.275 0.007,-0.222 0.010,0.758-0.102,0.527 0.017,0.371 0.077,0.242 0.110,0.144 0.123,0.068 0.124,0.000 0.164,-0.044 0.182,-0.067 0.178,-0.080 0.162,-0.080 0.141,-0.076 0.116,-0.065 0.092,-0.237 0.042,-0.328 0.007,-0.362-0.017,-0.357-0.030,-0.328-0.035,-0.286-0.039,-1.243-0.388,0.400 0.139,1.532 0.576,0.334 0.159,0.206 0.106,0.109 0.061,0.036 0.032,-0.011 0.006,-0.043-0.007,-1.703-0.684,1.379 0.525,0.274-0.004,1.076 0.214,-0.009-0.149,-0.167-0.178,-0.257-0.183,-0.289-0.171,-0.289-0.151,-2.346-0.327,2.433-0.048,-0.089-0.355,-0.145-0.331,-0.167-0.288,-0.165-0.237,-0.152-0.185,-0.363 0.129,-0.035 0.009,-0.005 0.043,0.016 0.062,0.028 0.072,0.035 0.071,0.686-0.015,0.751 0.061,0.612 0.123,0.542 0.126,0.457 0.118,0.364 0.104,-1.308 0.170,0.833 0.008,-0.551 0.083,-0.635 0.069,-0.638 0.054,-0.588 0.041,-0.511 0.030,-0.281 0.020,-0.101 0.012,0.014 0.006,0.084 0.003,0.122 0.000,0.138-0.003,0.136-0.003,0.010 0.086,0.147 0.081,0.392 0.126,-0.063 0.077,-0.137 0.057,-0.171 0.039,-0.180 0.028,-0.171 0.014,-1.535-0.425,1.596 0.397,-0.106-0.066,-0.165-0.078,-0.187-0.076,-0.186-0.071,-0.170-0.061,0.022-0.110,0.203-0.126,0.273-0.131,0.296-0.123,0.288-0.110,0.261-0.092,0.223-0.073,0.182-0.057,-0.698 0.222,0.174 0.022,1.363-0.151,-0.225 0.094,-0.420 0.100,-0.502 0.094,-0.514 0.082,-0.475 0.069,-0.490 0.058,-0.286 0.035,-0.232 0.026,-0.180 0.019,-0.134 0.013,-0.096 0.008,-0.068 0.007,-0.059 0.001,-0.038-0.002,-0.019-0.002,-0.008-0.003,0.001-0.003,0.005-0.004,0.008-0.002,0.008-0.003,0.010-0.001,0.007-0.002,0.006 0.000,0.006-0.001,0.004-0.001,0.002 0.001,0.003-0.001,0.001 0.000,0.000 0.001,0.001-0.001,-0.000 0.001,-0.024-0.014,-0.003-0.022,0.105-0.915</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313.000 917.000,'0.079'0.000,"0.121"0.000,0.136 0.000,0.132 0.000,0.120 0.000,0.102 0.000,0.081 0.000,0.063 0.000,0.044 0.000,0.032 0.000,0.019 0.000,0.011 0.000,-0.019 0.000,-0.056 0.000,-0.067 0.000,-0.068 0.000,-0.060 0.000,-0.052 0.000,1.309 0.134,0.857 0.113,0.507 0.091,0.251 0.069,0.073 0.051,-0.040 0.033,-0.363-0.038,-0.016-0.006,0.002-0.012,0.009-0.015,0.016-0.016,0.018-0.015,1.480 0.108,0.978 0.034,0.588-0.019,0.294-0.049,0.083-0.065,-0.056-0.072,-0.302-0.118,-0.437-0.141,-0.491-0.143,-0.488-0.137,-0.454-0.119,-0.394-0.102,-0.330-0.107,-0.234-0.116,-0.155-0.115,-0.094-0.105,-0.048-0.091,-0.014-0.075,0.098-0.085,-0.349 0.098,-0.396 0.135,-0.390 0.148,-0.351 0.140,-0.296 0.124,-0.832 0.288,1.484-0.374,0.265-0.035,0.054 0.007,-0.089 0.034,-0.174 0.049,-0.219 0.057,-0.189 0.050,-0.320 0.079,-0.305 0.075,-0.275 0.068,-0.233 0.056,-0.188 0.046,-0.146 0.036,-0.108 0.025,-0.076 0.018,-0.046 0.012,-0.022 0.006,-0.006 0.004,0.003 0.000,0.011-0.001,0.014-0.001,0.018-0.002,0.005-0.003,0.003-0.002,-0.002-0.003,-0.002-0.002,-0.003-0.002,-0.002 0.000,-0.004-0.002,-0.002 0.000,-0.002 0.000,-0.001-0.001,0.213-0.000,0.240 0.001,0.236-0.001,0.211 0.001,0.179 0.000,0.144-0.001,0.110 0.001,-0.168 0.064,-0.049 0.039,-0.098 0.018,-0.127 0.006,-0.136-0.006,-0.135-0.011,0.923 0.244</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1678.000 841.000,'0.000'0.013,"0.000"0.021,0.000 0.022,0.000 0.024,0.000 0.021,0.000 0.019,0.086 0.214,0.131 0.305,0.147 0.337,0.145 0.330,0.130 0.294,0.086 0.170,0.015-0.001,-0.016-0.078,-0.034-0.119,-0.042-0.131,-0.043-0.126,-0.039-0.114,-0.034-0.094,-0.026-0.074,-0.022-0.057,-0.015-0.039,0.784 1.096,1.934 2.525,0.992 0.853,0.610 0.211,0.326-0.198,0.124-0.427,-0.010-0.531,-0.089-0.547,-0.130-0.507,-0.144-0.440,-0.140-0.360,-0.124-0.281,2.017-1.178,0.932-0.931,0.216-0.684,-0.234-0.478,-0.486-0.307,-0.595-0.180,-1.150 0.091,-0.827 0.093,-0.807 0.145,-0.729 0.163,-0.624 0.163,-0.507 0.151,-1.420 0.494,3.038-0.621,0.931 0.044,0.540 0.131,0.252 0.175,0.052 0.189,-0.081 0.185,-0.157 0.166,-0.192 0.143,-2.054-0.069,-0.038 0.060,1.950 0.330,-0.041 0.048,-0.071-0.010,-0.085-0.042,-0.088-0.061,-0.083-0.068,-3.430-0.385,3.772 0.249,0.055-0.141,-0.109-0.144,-0.203-0.133,-0.247-0.117,-0.254-0.097,-0.308-0.026,0.061-0.018,0.136 0.000,0.177 0.011,0.189 0.020,0.186 0.021,-0.340 0.073,1.410-0.015,-0.025 0.045,-0.250 0.042,-0.371 0.038,-0.422 0.032,-0.421 0.026,-0.389 0.019,-0.338 0.015,-0.280 0.010,-0.222 0.007,-0.169 0.003,-1.993-0.009,1.753-0.087,-0.292-0.056,-0.313-0.034,-0.300-0.020,-0.270-0.008,-0.230 0.000,-0.187 0.006,-0.026-0.041,-0.010-0.018,-0.026 0.007,-0.033 0.021,-0.036 0.030,-0.036 0.034,-0.146 0.049,2.927-1.128</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390.000 749.000,'-0.032'-0.003,"-1.189"-0.100,-0.760-0.059,-0.520-0.033,-0.328-0.017,-0.182-0.005,-0.076 0.003,-0.005 0.008,2.507 0.168,-2.099-0.117,0.037 0.021,-0.264 0.005,0.358 0.031,0.404 0.026,0.403 0.023,0.365 0.017,0.314 0.014,0.600 0.013,-0.086 0.001,-1.641 0.099,-0.496 0.155,-0.317 0.172,-0.182 0.169,-0.081 0.151,-0.014 0.130,0.261 0.084,0.246 0.099,0.280 0.084,0.282 0.068,0.258 0.054,0.225 0.038,0.284-0.062,0.221-0.052,0.200-0.067,0.173-0.073,0.141-0.071,0.112-0.065,0.083-0.055,0.069 0.003,0.102-0.057,0.094-0.050,0.078-0.041,0.063-0.032,0.048-0.025,0.035-0.017,0.024-0.011,0.004-0.486,0.012 1.246,0.007 0.495,0.003 0.340,0.000 0.214,-0.001 0.119,-0.003 0.051,-0.002 0.002,-0.003-0.028,-0.003-0.045,0.095-0.049,0.148-0.222,0.168-0.243,0.165-0.235,0.151-0.210,0.130-0.178,-0.025-0.240,0.432 0.389,0.195 0.104,0.141 0.070,0.095 0.042,0.059 0.021,0.034 0.006,-1.421-1.417,1.882 1.592,0.274-0.049,0.220-0.115,0.169-0.144,0.123-0.154,0.086-0.146,0.054-0.131,0.663-0.084,0.716-0.134,0.784-0.118,0.759-0.095,0.678-0.076,-0.600-0.119,-0.158-0.033,-0.303-0.020,-0.376-0.012,-0.398-0.004,-0.384-0.001,-0.349 0.003,-3.358-0.422,3.178 0.385,-0.176-0.041,-0.209-0.046,-0.215-0.047,-0.206-0.043,-0.183-0.039,0.258-0.014,0.504 0.002,0.639 0.013,0.682 0.018,0.663 0.022,0.604 0.021,0.525 0.020,0.026-0.014,0.180-0.011,0.091-0.019,0.023-0.022,-0.020-0.022,-0.050-0.022,0.084-0.035,-0.533-0.055,-0.729-0.058,-0.807-0.056,-0.803-0.052,-0.746-0.044,-2.908 0.036,2.882-0.185,0.074-0.090,0.215-0.059,0.287-0.036,0.310-0.018,0.299-0.007,-1.507 0.146,0.036 0.019,1.264-0.072,-0.147 0.012,-0.228 0.007,-0.268 0.002,-0.274-0.001,-0.259-0.005,-0.070-0.221,-0.374-0.151,-0.391-0.108,-0.370-0.071,-0.327-0.044,-0.275-0.021,-0.287 0.054,-0.204 0.050,-0.169 0.063,-0.133 0.066,-0.101 0.063,-0.341 0.257,1.149-1.435,0.226-0.513,0.021-0.276,-0.108-0.106,-0.177 0.006,-0.206 0.076,-1.046 2.121,0.697-2.138,-0.236-0.060,-0.223 0.011,-0.198 0.058,-0.168 0.082,-0.136 0.093,-0.105 0.092,-0.117 0.099,-0.115 0.098,-0.104 0.089,-0.092 0.076,-0.076 0.062,0.000 0.037,-0.142 0.159,-0.296 0.028,-0.352 0.020,-0.366 0.014,-0.353 0.011,-0.321 0.007,1.333 0.941,-2.400-1.116,-0.317 0.124,-0.119 0.186,0.015 0.210,0.097 0.209,0.144 0.191,3.004 0.738,-3.014-0.619,-0.163 0.060,-0.154 0.051,-0.137 0.039,-0.117 0.032,-0.094 0.021,-0.074 0.016,-0.819-0.054,-0.617-0.020,-0.662-0.025,-0.629-0.028,-0.558-0.024,1.764 0.212,-1.790-0.077,0.361 0.090,0.588 0.095,0.683 0.093,0.690 0.081,0.638 0.070,3.890 0.130,-3.637-0.063,0.072 0.038,0.162 0.028,0.208 0.019,0.225 0.014,0.219 0.008,-0.523 0.008,0.013 0.000,0.060-0.001,0.086-0.002,0.093-0.004,0.090-0.004,0.080-0.003,3.076-0.009,-3.167 0.006,-0.523-0.003,0.103-0.001,0.237-0.002,0.295-0.001,0.307 0.000,0.284-0.001,-0.035 0.015,-0.371 0.020,-0.488 0.025,-0.518 0.024,-0.495 0.021,-0.437 0.020,0.025 0.014,0.307 0.012,0.456 0.009,0.509 0.005,0.500 0.004,0.451 0.003,2.669-0.139,-1.970 0.113,0.441-0.020,0.427-0.020,0.386-0.022,0.331-0.019,0.271-0.018,0.198-0.003,0.154 0.005,0.103 0.011,0.062 0.013,0.033 0.014,0.009 0.013,-0.003 0.012,-0.457 0.399</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2411.000 1111.000,'0.037'0.000,"0.057"0.000,0.053 0.053,0.060 0.086,0.060 0.102,0.055 0.104,0.047 0.102,0.040 0.092,0.334 0.540,0.248 0.421,0.203 0.351,0.160 0.279,0.120 0.213,-0.532-0.931,0.898 1.119,0.072-0.072,-0.028-0.173,-0.086-0.224,-0.118-0.235,-0.126-0.228,-0.540-0.639,-0.011-0.126,0.365 0.056,-0.036-0.254,-0.046-0.232,-0.050-0.203,-0.049-0.169,-0.044-0.134,-0.899 0.068,1.319-0.523,0.042-0.204,-0.075-0.087,-0.136-0.005,-0.162 0.043,-0.163 0.068,-0.138 0.065,-0.083 0.039,-0.055 0.027,-0.033 0.016,-0.017 0.011,-0.590 0.466,0.998-0.673,0.277-0.095,0.170-0.012,0.088 0.045,0.029 0.079,-0.009 0.096,-0.037 0.098,-1.328 0.462,1.367-0.442,-0.104 0.073,-0.136 0.083,-0.143 0.084,-0.139 0.078,-0.124 0.067,-0.105 0.058,-0.420 0.063,0.304 0.002,-0.105 0.028,-0.112 0.020,-0.108 0.013,-0.098 0.008,-0.082 0.002,-0.067 0.002,-0.023-0.002,0.004-0.002,0.023-0.003,0.032-0.003,0.035-0.002,0.035-0.003,1.303-0.001</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286.000 1040.000,'0.000'0.169,"0.000"0.266,0.000 0.313,0.000 0.319,0.000 0.303,0.000 0.270,0.000 0.230,0.000-0.588,0.000 0.185,-0.048 1.920,-0.073 0.784,-0.085 0.684,-0.085 0.567,-0.076 0.448,0.073-0.947,-0.078 2.038,0.035 0.258,0.050 0.048,0.053-0.086,0.053-0.164,0.118-4.322,-0.055 4.245,0.038-0.351,0.030-0.528,0.022-0.599,0.016-0.595,0.012-0.548,0.000-3.497,0.008 2.969,0.002-0.422,0.002-0.457,0.000-0.445,-0.001-0.407,-0.001-0.349,-0.001 1.127,-0.003 0.455,-0.001 0.074,-0.001-0.165,-0.002-0.302,0.000-0.358,0.051-0.746,-0.027-1.162,0.318 3.882,0.093 0.308,0.017-0.155,-0.029-0.420,-0.056-0.544,-0.067-0.569,-0.070-0.700,-0.049-0.557,-0.042-0.498,-0.033-0.422,-0.024-0.341,-0.018-0.262,-0.012-0.192,-0.007-0.131,-0.003-0.086,-0.002-0.048,0.000-0.021,0.002-0.003,0.001 0.007,0.003 0.016,0.001 0.017,0.002 0.017,0.001 0.018,0.001 0.013,-0.003-0.007,-0.007-0.023,-0.007-0.028,-0.008-0.030,-0.007-0.030,-0.005-0.025,-0.006-0.022,-0.004-0.017,-0.013-0.716</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303.000 832.000,'0.023'0.000,"0.036"0.000,0.043 0.000,0.043 0.000,0.042 0.000,0.037 0.000,-0.068 0.000,0.022 0.000,0.231 0.000,0.139 0.000,0.137 0.000,0.130 0.000,0.114 0.000,0.097 0.000,0.078 0.000,0.061 0.000,-0.921 0.000,1.572 0.000,0.564 0.000,0.552 0.000,0.499 0.000,0.421 0.000,-0.850 0.000,1.223 0.026,0.291 0.041,0.234 0.046,0.181 0.047,0.131 0.043,0.090 0.036,-0.292-0.010,0.035-0.014,0.031-0.024,0.024-0.027,0.020-0.031,0.015-0.028,-0.219-0.026,-0.356-0.022,-0.420-0.019,-0.435-0.014,-0.413-0.012,-0.370-0.007,-1.664-0.004,1.686-0.005,-0.166-0.003,-0.154-0.002,-0.135 0.001,-0.112-0.001,-0.087 0.002,-1.218 0.005,-0.423 0.001,3.530-0.004,1.102 0.001,0.805 0.001,0.558 0.001,0.357 0.001,-0.193 0.000,-0.397 0.001,-0.665 0.000,-0.789 0.000,-0.810 0.000,-0.763 0.001,-0.678-0.001,-0.426 0.000,-0.433 0.000,-0.298 0.001,-0.189-0.001,-0.106 0.000,-0.046 0.000,-0.040 0.000,0.177 0.000,0.224 0.000,0.238 0.000,0.234 0.000,0.217 0.000,-1.645 0.000,2.320-0.014,-0.014-0.021,-0.213-0.025,-0.318-0.023,-0.354-0.022,-0.350-0.019,-0.356 0.003,-0.274 0.009,-0.229 0.015,-0.185 0.016,-0.141 0.017,-0.104 0.016,-0.197 0.039,0.208-0.022,0.034 0.010,0.037 0.007,0.036 0.006,0.032 0.005,0.030 0.003,-0.240 0.001,2.622 0.028</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296.000 1047.000,'0.295'-0.221,"0.240"-0.125,0.158-0.062,0.135-0.044,0.101-0.019,0.071-0.004,0.045 0.007,0.027 0.015,0.455 0.001,0.250 0.044,0.149 0.046,0.073 0.044,0.020 0.039,-0.016 0.035,-0.073 0.056,0.212 0.034,0.260 0.033,0.276 0.028,0.268 0.027,0.245 0.020,0.916-0.005,0.875-0.018,0.929-0.027,0.896-0.032,0.808-0.032,0.693-0.030,0.568-0.026,-7.062 0.170,9.026-0.294,-0.236-0.038,-0.966-0.002,-1.325 0.019,-1.430 0.030,-1.368 0.035,-1.215 0.035,-1.334 0.069,0.116-0.015,1.400-0.098,1.276-0.089,1.449-0.096,1.474-0.098,1.394-0.091,1.252-0.080,-8.871 0.593,10.284-0.740,0.115-0.050,-0.384-0.014,-0.686 0.013,-0.832 0.027,-0.873 0.037,-0.579 0.013,-1.252 0.080,-1.197 0.085,-1.067 0.080,-0.906 0.069,-0.732 0.060,-0.565 0.047,-0.419 0.036,-1.387 0.168,0.137-0.025,1.951-0.277,-0.232 0.025,-0.468 0.061,-0.566 0.080,-0.577 0.082,-0.531 0.078,-0.493 0.075,-0.375 0.061,-0.300 0.049,-0.229 0.040,-0.165 0.030,-0.112 0.022,-0.071 0.013,-0.038 0.009,-0.016 0.005,-0.001 0.001,0.009-0.000,0.015-0.001,0.015-0.003,0.016-0.001,0.014-0.003,0.012-0.002,0.011-0.002,0.008 0.123,-0.115 0.637,-0.185 0.799,-0.218 0.874,-0.224 0.860,-0.212 0.794,-0.190 0.694,-0.163 0.582,-0.285 1.500,-0.068 0.846,-0.016 0.742,0.013 0.616,0.031 0.485,0.260-0.428,0.129-0.079,0.112-0.303,0.096-0.426,0.076-0.471,0.059-0.467,0.043-0.429,0.691-5.614,-0.857 5.819,-0.090-0.274,-0.059-0.446,-0.034-0.521,-0.015-0.526,-0.003-0.489,0.005-0.426,0.994-3.668,-0.556 2.006,0.036-0.189,-0.235 0.685,0.108-0.524,0.113-0.525,0.108-0.484,0.097-0.425,0.083-0.355,0.067-0.283,-0.005-0.209,0.014-0.227,-0.006-0.167,-0.014-0.115,-0.020-0.075,-0.022-0.042,-0.019-0.021,-0.017-0.004,-0.015 0.006,-0.011 0.010,-0.007 0.013,-0.174 0.000,-0.375-0.018,-0.439-0.025,-0.450-0.025,-0.424-0.025,-0.380-0.024,-0.323-0.020,-0.263-0.017,2.647 0.169,-1.890-0.084,-0.540 0.005,-3.416-0.056,-1.074 0.025,-0.744 0.027,-0.477 0.027,-0.270 0.024,-0.117 0.020,-0.010 0.019,-0.991 0.026,-0.045 0.034,-0.018 0.033,0.002 0.030,0.012 0.024,0.019 0.021,6.403-0.070,-6.076 0.151,0.105 0.023,0.339-0.003,0.464-0.020,0.506-0.027,0.501-0.031,0.440-0.027,1.066-0.031,1.080-0.029,0.999-0.022,0.868-0.019,0.714-0.012,0.562-0.010,1.873-0.003,-1.103-0.001,-0.051-0.003,-0.967-0.018,0.088-0.025,0.168-0.025,0.203-0.023,0.205-0.021,0.188-0.018,0.298 0.002,0.272 0.004,0.263 0.010,0.234 0.012,0.199 0.011,0.158 0.012,0.120 0.008,0.088 0.009,0.060 0.006,0.037 0.004,0.020 0.003,0.009 0.003,0.001 0.000,-0.005 0.002,-0.007-0.001,-0.009 0.000,-0.008 0.001,-0.007-0.002,-0.007 0.001,-0.005-0.001,-0.013-0.128</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845.000 829.000,'0.008'0.000,"0.012"0.000,0.015 0.000,0.013 0.000,0.013 0.000,0.012 0.000,0.008 0.000,0.008 0.000,0.005 0.000,0.004 0.000,0.095 0.000,0.138 0.000,0.155 0.000,0.152 0.000,0.140 0.000,0.116 0.000,0.164 0.000,0.069 0.000,0.106 0.000,0.076 0.000,0.054 0.000,0.032 0.000,0.018 0.000,0.333 0.012,0.194 0.018,0.208 0.020,0.197 0.021,0.178 0.018,0.148 0.016,0.119 0.013,-1.662-0.074,1.066 0.032,0.157-0.005,1.415 0.034,0.112 0.005,-0.012 0.008,-0.089 0.009,-0.130 0.008,-0.145 0.008,-2.107-0.089,2.146 0.065,0.155-0.013,0.058-0.015,-0.009-0.016,-0.054-0.016,-0.081-0.013,0.468-0.011,0.190-0.012,0.232-0.010,0.242-0.006,0.226-0.006,0.202-0.002,0.169-0.003,0.046 0.000,-0.477-0.001,-0.593 0.000,-0.613 0.001,-0.572 0.001,-2.507 0.002,1.647 0.000,2.715-0.001,0.545-0.000,0.188 0.001,-0.050 0.000,-0.198 0.001,-1.168 0.000,0.892 0.011,-0.165 0.019,-0.258 0.021,-0.302 0.022,-0.310 0.020,-0.293 0.020,-2.273-0.066,2.452 0.068,0.164-0.008,0.140-0.012,0.118-0.015,0.092-0.015,0.072-0.014,0.053-0.013,-0.129 0.011,-0.198 0.028,-0.246 0.036,-0.260 0.038,-0.250 0.037,-0.228 0.035,-0.289 0.019,-0.309 0.006,-0.300 0.000,-0.275-0.007,-0.238-0.009,-0.200-0.011,-1.363-0.173,1.276 0.137,2.467 0.221,0.683 0.019,0.283-0.020,0.008-0.046,-0.162-0.057,-0.209-0.067,-0.023-0.044,-0.580-0.052,-0.661-0.046,-0.654-0.034,-0.596-0.028,-0.507-0.018,-0.412-0.013,-0.318-0.008,-0.233-0.003,-0.161-0.003,-0.104 0.001,0.592 0.002,0.507 0.001,0.389 0.002,0.283 0.002,0.196 0.001,0.124 0.001,0.071 0.002,0.060 0.000,-0.265 0.001,-0.329 0.001,-0.343 0.000,-0.324 0.000,-0.355-0.017,-0.229-0.028,-0.194-0.032,-0.156-0.033,-0.119-0.031,-0.089-0.028,-0.061-0.024,-0.042-0.020,-0.167 0.164,0.207-0.314,0.040-0.092,0.034-0.060,0.026-0.032,0.022-0.012,0.168-0.238,0.142-0.319,0.021-0.208,-0.020-0.171,-0.044-0.134,-0.054-0.099,-0.054-0.069,-0.116 0.077,-0.073-0.113,-0.073-0.120,-0.065-0.119,-0.059-0.106,-0.046-0.093,-0.123-0.081,-0.161-0.068,-0.173-0.054,-0.169-0.043,-0.154-0.031,-0.133-0.021,-0.108-0.014,-0.048 0.212,-0.117 0.061,-0.115 0.072,-0.106 0.073,-0.094 0.070,-0.079 0.063,1.149 1.590,-2.066-2.306,-0.391-0.108,-0.239 0.025,-0.128 0.104,-0.049 0.142,0.003 0.154,-0.162 0.119,-0.345 0.020,-0.390-0.013,-0.386-0.034,-0.347-0.043,-0.055 0.175,-0.266 0.110,-0.233 0.134,-0.196 0.135,-0.155 0.129,-0.118 0.113,-0.087 0.094,-0.637 0.000,-0.888-0.048,-0.993-0.080,-0.980-0.094,-0.897-0.093,-0.772-0.088,8.931 1.523,-8.818-1.490,-0.290-0.008,0.093 0.073,0.341 0.121,0.485 0.144,0.548 0.152,5.592 0.824,-6.859-0.640,0.366 0.246,0.673 0.230,0.812 0.201,0.837 0.166,0.785 0.133,0.693 0.100,0.579 0.073,0.462 0.049,0.353 0.031,0.256 0.016,0.175 0.007,-2.372-0.013,-1.348 0.054,-0.600 0.091,-0.082 0.109,0.250 0.109,0.438 0.104,0.649 0.084,1.161 0.034,1.203 0.010,1.129-0.005,0.989-0.015,0.819-0.018,1.087-0.096,-1.684 0.904,-0.204 0.360,0.004 0.198,0.136 0.080,0.211-0.001,0.245-0.054,0.186 0.032,0.291-0.025,0.267-0.015,0.232-0.008,0.192-0.003,0.152 0.000,0.132 0.024,0.169-0.036,0.152-0.042,0.130-0.044,0.106-0.039,0.081-0.035,0.060-0.029,0.364-0.752,-0.048 0.023,-0.570 0.851,0.036-0.122,0.109-0.192,0.141-0.217,0.151-0.212,0.142-0.193,0.126-0.162,0.362-0.640,-0.726 0.964,-0.228 0.347,-0.133 0.308,-0.062 0.263,-0.013 0.215,0.022 0.168,0.508-0.808,-0.351 1.283,0.168 0.003,0.175-0.128,0.165-0.201,0.150-0.233,0.125-0.238,0.103-0.223,0.081-0.086,0.059 0.005,0.043 0.065,0.028 0.098,0.017 0.113,0.008 0.111,0.003 0.105,-0.002 0.093,0.112-0.002,0.175-0.059,0.205-0.093,0.207-0.108,0.194-0.110,0.170-0.101,0.145-0.090,0.466 0.116,0.344 0.017,0.240-0.046,0.157-0.084,0.091-0.102,0.042-0.105,0.071-0.091,-0.202-0.236,-0.247-0.238,-0.253-0.221,-0.236-0.191,-0.207-0.157,-0.211-0.095,-0.199-0.049,-0.172-0.016,-0.142 0.006,-0.113 0.017,-0.084 0.025,-0.114-0.037,-0.072-0.032,-0.065-0.044,-0.053-0.046,-0.044-0.044,-0.034-0.041,-0.025-0.036,-0.017-0.028,-0.012-0.022,-0.006-0.018,-0.003-0.012,-0.002-0.009,0.422-0.078</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663.000 931.000,'0.018'0.000,"0.031"0.000,0.093 0.000,0.138 0.000,0.316 0.000,0.131 0.000,0.070 0.000,0.024 0.000,-0.005 0.000,-0.026 0.000,-0.624 0.000,0.843 0.074,0.160 0.115,0.141 0.133,0.116 0.136,0.091 0.126,0.071 0.112,0.250 0.137,0.255 0.097,0.271 0.079,0.260 0.064,0.231 0.045,0.197 0.034,0.229 0.012,0.112-0.045,0.072-0.063,0.042-0.066,0.018-0.063,0.005-0.058,-0.006-0.047,-0.075-0.143,0.199-0.123,0.238-0.130,0.244-0.125,0.231-0.113,0.206-0.096,0.173-0.080,-2.764-0.039,2.297-0.158,0.170-0.108,1.400-0.270,0.185-0.184,0.104-0.159,0.045-0.135,0.003-0.106,-0.024-0.083,-0.152-0.005,-0.224 0.047,-0.254 0.075,-0.254 0.087,-0.234 0.091,-0.207 0.083,-0.171 0.075,-0.365 0.090,-0.461 0.094,-0.489 0.088,-0.472 0.080,-0.424 0.067,-1.951 0.290,1.468-0.121,0.239 0.064,1.737 0.151,0.549 0.224,0.432 0.218,0.323 0.193,0.232 0.165,-0.261 0.002,-0.231-0.015,-0.330-0.044,-0.372-0.061,-0.368-0.066,-0.341-0.065,-0.296-0.061,-0.193-0.076,-0.111-0.060,-0.109-0.057,-0.103-0.049,-0.088-0.041,-0.076-0.033,-0.061-0.025,0.773 0.018,0.771 0.017,0.875 0.027,0.866 0.031,0.785 0.029,1.938-0.028,0.546-0.038,0.468-0.029,0.007-0.032,-0.298-0.032,-0.484-0.031,-0.574-0.026,-6.452-0.064,7.652 0.039,-0.066-0.021,-0.304-0.017,-0.431-0.011,-0.475-0.008,-0.466-0.005,-6.183 0.004,6.055 0.004,0.072 0.015,-0.093 0.018,-0.197 0.019,-0.250 0.020,-0.266 0.016,-0.260 0.016,-0.565-0.003,-0.321-0.005,-0.309-0.010,-0.281-0.012,-0.246-0.013,-0.203-0.012,-0.112-0.011,-0.340-0.011,-0.341-0.009,-0.320-0.008,-0.283-0.005,-0.239-0.004,-0.195-0.003,6.649-0.028</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340.000 667.000,'0.046'0.011,"0.070"0.019,0.081 0.019,0.081 0.020,0.073 0.019,0.063 0.016,0.053 0.012,0.042 0.011,0.029 0.008,0.023 0.005,0.014 0.004,0.009 0.002,0.004 0.001,0.002 0.000,0.890 0.132,0.914 0.054,0.961 0.018,0.899-0.013,0.794-0.031,0.673-0.042,0.546-0.046,0.425-0.045,0.459-0.099,0.503-0.127,0.479-0.136,0.430-0.133,0.366-0.123,0.303-0.105,0.724-0.115,-0.137-0.033,-0.269-0.007,-0.329 0.012,-0.344 0.023,-0.322 0.028,-0.434 0.084,-0.162 0.070,-0.524 0.092,-0.563 0.090,-0.545 0.079,-0.492 0.068,-0.419 0.055,-0.340 0.043,-3.089 0.041,1.582-0.001,0.066 0.011,1.965 0.015,-0.296 0.011,-0.447 0.006,-0.502 0.001,-0.492-0.001,-1.886-0.011,0.916 0.006,-0.360-0.004,-0.306-0.003,-0.250-0.002,-0.195-0.003,-0.146-0.002,-0.957 0.009,1.675 0.156,0.469 0.125,0.419 0.108,0.350 0.090,0.276 0.068,0.210 0.052,-0.221-0.040,-0.257-0.062,-0.335-0.081,-0.354-0.085,-0.336-0.082,-0.297-0.072,-1.861-0.156,1.453 0.081,-0.223-0.040,-0.211-0.033,-0.188-0.024,-0.160-0.016,-0.130-0.011,-0.101-0.006,-0.158 0.001,-0.089 0.002,-0.003-0.001,0.286-0.005,-0.086 0.002,-0.104 0.003,-0.107 0.003,-0.099 0.002,-0.086 0.003,-0.064 0.002,-0.045 0.000,-0.035 0.002,-0.021 0.001,-0.013 0.000,-0.006 0.000,-0.003 0.001,0.001 0.000,0.002-0.001,0.004 0.001,0.004-0.001,0.117 0.000,0.090 0.001,0.029-0.001,-0.007 0.000,-0.025 0.000,-0.036 0.000,-0.041 0.000,-0.039 0.000,-0.037 0.000,-0.030 0.000,-0.025 0.000,-0.020 0.000,0.418 0.000</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1646.000 491.000,'-0.054'0.000,"-0.083"0.000,-0.096 0.000,-0.096 0.000,-0.090 0.000,-0.078 0.000,-0.065 0.000,-0.052 0.000,-0.039 0.000,-0.029 0.000,0.326-0.012,-1.190-0.090,-0.321-0.035,-0.125-0.010,0.006 0.006,0.086 0.015,0.129 0.021,0.237 0.098,0.197 0.091,0.154 0.087,0.147 0.080,0.133 0.068,0.114 0.059,0.094 0.045,0.019 0.184,0.072 0.176,0.052 0.182,0.036 0.171,0.025 0.149,0.013 0.125,0.049 0.477,0.018 0.823,0.018 0.929,0.016 0.929,0.013 0.858,0.010 0.752,0.034 0.342,0.044 0.053,0.049-0.133,0.048-0.244,0.044-0.297,0.039-0.310,0.030-0.293,0.026-0.342,0.018-0.348,0.014-0.327,0.010-0.288,0.005-0.243,0.005-0.013,0.002-0.434,-0.002-0.423,0.000-0.377,-0.002-0.318,-0.003-0.252,-0.004-1.107,0.000 0.678,0.001 1.368,-0.001 0.107,-0.002-0.123,0.001-0.265,-0.002-0.340,0.000-0.365,-0.003 2.304</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1570.000 571.000,'0.012'-0.003,"0.530"-0.101,0.479-0.070,0.442-0.054,0.386-0.038,0.321-0.026,0.256-0.016,0.196-0.009,-2.068 0.246,3.023-0.532,0.414-0.172,0.129-0.116,-0.060-0.070,-0.179-0.035,-0.240-0.010,-2.915 0.801,2.887-0.900,-0.191 0.002,-0.289 0.059,-0.329 0.090,-0.332 0.104,-0.308 0.103,-0.243 0.080,-0.284 0.090,-0.240 0.078,-0.197 0.060,-0.151 0.047,-0.113 0.034,1.661-0.707</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1694.000 520.000,'-0.025'0.000,"-0.037"0.000,-0.043 0.000,-0.042 0.000,-0.037 0.000,-0.031 0.000,-0.026 0.000,0.083 0.000,-0.137 0.054,-0.163 0.093,-0.371 0.333,-0.124 0.330,-0.054 0.338,-0.003 0.322,0.031 0.289,0.051 0.252,0.370-0.649,-0.283 1.153,0.130 0.027,0.123-0.065,0.111-0.117,0.093-0.142,0.077-0.145,0.077-0.253,0.061-0.199,0.050-0.196,0.041-0.176,0.033-0.153,0.023-0.126,0.018-0.100,0.006-0.686,0.147 1.068,0.127 0.170,0.109 0.074,0.092 0.007,0.071-0.035,0.056-0.059,-0.028-0.208,-0.009-0.149,-0.023-0.157,-0.028-0.152,-0.032-0.140,-0.030-0.120,0.039-0.018,0.012-0.009,0.019 0.025,0.024 0.045,0.025 0.054,0.024 0.054,-0.009 0.009,-0.048-0.042,-0.061-0.064,-0.063-0.069,-0.059-0.067,-0.051-0.061,-0.042-0.049,-0.032-0.041,-0.025-0.030,-0.016-0.022,-0.012-0.014,0.350 0.153,0.179 0.064,0.059 0.000,-0.018-0.033,-0.062-0.055,-0.085-0.059,-0.115-0.055,-0.074-0.027,-0.068-0.018,-0.055-0.009,-0.044-0.005,-0.035-0.001,-0.169-0.112,0.232 0.098,0.029-0.017,0.012-0.021,-0.001-0.019,-0.007-0.017,-0.012-0.016,-0.013-0.012,-0.013-0.009,-0.011-0.008,0.597-0.036</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1798.000 500.000,'0.242'0.179,"0.379"0.280,0.439 0.324,0.444 0.329,0.416 0.307,0.367 0.272,0.308 0.227,0.080 0.215,0.085 0.312,0.026 0.309,-0.014 0.287,-0.040 0.254,-0.053 0.214,-0.065 0.204,-0.363-0.238,-0.405-0.343,-0.399-0.383,-0.365-0.379,-0.313-0.345,-0.267-0.049,-0.238-0.030,-0.209 0.026,-0.183 0.028,-0.153 0.026,-0.124 0.024,-0.096 0.021,-0.071 0.017,-0.049 0.014,0.203-0.808,-0.056 0.020,-0.582 1.015,-0.153-0.144,-0.105-0.215,-0.067-0.242,-0.037-0.238,-0.015-0.215,-3.819 1.707</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1715.000 515.000,'0.528'-0.160,"0.458"-0.028,0.380 0.056,0.303 0.108,0.230 0.131,0.167 0.138,0.178 0.228,0.049 0.244,0.008 0.241,-0.019 0.221,-0.034 0.190,-0.040 0.155,-0.209-0.020,-0.187-0.044,-0.203-0.086,-0.199-0.107,-0.183-0.113,-0.158-0.108,-0.148-0.008,0.249 0.362,1.087 1.459,0.189 0.354,0.012 0.114,-0.108-0.051,-0.179-0.159,-0.216-0.220,-1.155-1.693,1.093 1.762,-0.293-0.378,-0.281-0.401,-0.252-0.382,-0.211-0.337,0.665 1.314</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1759.000 515.000,'-0.147'0.120,"-0.231"0.187,-0.267 0.217,-0.271 0.220,-0.253 0.206,-0.223 0.181,-0.187 0.152,-0.152 0.123,-0.210 0.185,0.077-0.041,0.137-0.089,0.164-0.109,0.163-0.113,0.149-0.103,0.787-0.698,-0.744 0.958,0.021 0.286,0.064 0.255,0.086 0.218,0.095 0.176,0.094 0.137,0.680-1.972,-0.656 2.124,0.066-0.104,0.078-0.207,0.081-0.254,0.075-0.264,0.065-0.250,0.055-0.223,0.245-0.830,-0.118 0.301,0.011-0.059,-0.102 0.213,0.033-0.138,0.032-0.130,0.032-0.116,0.028-0.097,0.023-0.077,0.020-0.059,0.014-0.044,0.011-0.029,0.007-0.019,0.005-0.011,0.002-0.004,-0.038 0.125,-0.044 0.170,-0.049 0.190,-0.049 0.186,-0.043 0.167,-0.037 0.141,0.196-0.526,-0.146 0.532,0.050-0.090,0.058-0.139,0.058-0.159,0.052-0.155,0.046-0.142,0.037-0.122,0.028-0.097,0.022-0.075,0.014-0.057,0.009-0.037,0.007-0.026,0.002-0.013,-0.000-0.007,0.000-0.001,-0.002 0.002,-0.001 0.004,-0.007-0.071,0.014 1.311</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1552.000 628.000,'0.000'-0.012,"0.000"-0.020,0.000-0.022,0.000-0.022,0.000-0.021,0.000-0.019,0.079-0.001,0.121 0.018,0.140 0.025,0.139 0.028,0.129 0.029,0.111 0.024,0.093 0.023,0.072 0.018,0.055 0.014,0.039 0.010,0.026 0.008,0.017 0.005,0.698 0.104,1.141 0.165,1.316 0.191,1.333 0.191,1.244 0.179,1.098 0.158,-2.843-0.421,0.350-0.011,4.931 0.267,1.098-0.258,0.851-0.300,0.631-0.307,0.441-0.288,-1.693-0.199,4.008-0.417,0.440-0.195,-0.017-0.111,-0.309-0.048,-0.474-0.004,-0.543 0.024,-0.549 0.040,-0.046 0.066,-0.467 0.139,-0.398 0.149,-0.323 0.143,-0.250 0.128,-0.185 0.110,-7.734 0.273,5.949-0.117,-0.735 0.071,-0.904 0.059,-0.958 0.048,-0.934 0.037,-0.855 0.027,11.646 0.222</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1603.000 483.000,'0.000'0.009,"0.000"0.454,0.000 0.408,0.000 0.369,0.000 0.315,0.000 0.255,0.000 0.197,0.000 0.146,0.003-1.726,0.081 2.136,0.051 0.394,0.037 0.254,0.024 0.144,0.014 0.062,0.006 0.005,-0.081-1.180,0.059 1.387,-0.023 0.063,-0.027 0.009,-0.026-0.028,-0.026-0.052,-0.022-0.063,-0.056-2.787,0.062 3.602,0.021 0.152,0.033-0.013,0.036-0.112,0.036-0.169,0.033-0.189,0.024-0.279,0.002-0.512,-0.006-0.531,-0.012-0.500,-0.013-0.438,-0.013-0.363,-0.175-1.144,0.251 1.400,0.049 0.095,0.029-0.014,0.017-0.081,0.005-0.118,-0.001-0.130,-0.175-0.585,0.133 0.584,-0.029-0.134,-0.027-0.188,-0.025-0.205,-0.020-0.200,-0.035-0.222,-0.037-0.213,-0.037-0.195,-0.035-0.166,-0.030-0.137,-0.024-0.106,-0.020-0.072,-0.014-0.047,-0.011-0.028,-0.007-0.013,-0.004-0.002,-0.003 0.005,-0.001 0.007,-0.030-1.284</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1629.000 480.000,'0.021'0.000,"0.033"0.000,0.038 0.000,0.039 0.000,0.036 0.000,0.032 0.000,0.027 0.000,0.049 0.000,0.089 0.000,0.101 0.000,0.101 0.000,0.094 0.000,0.085 0.000,0.051 0.011,0.026 0.016,0.008 0.022,-0.007 0.020,-0.013 0.020,-0.019 0.019,-0.613-0.079,1.016 0.324,0.142 0.152,0.050 0.107,-0.012 0.073,-0.051 0.043,-0.069 0.023,-0.548-0.316,-0.009-0.001,0.475 0.329,-0.151-0.060,-0.181-0.081,-0.181-0.084,-0.169-0.082,-0.119-0.036,-0.074 0.002,-0.041 0.021,-0.019 0.033,-0.004 0.035,0.005 0.035,0.348 2.573,0.108 1.576,-0.046 0.827,-0.140 0.300,-0.184-0.053,-0.196-0.264,-0.226-0.284,-0.218-0.532,-0.194-0.532,-0.159-0.484,-0.127-0.410,-0.095-0.332,0.359-1.337,-0.738 1.315,-0.323-0.036,-0.301-0.080,-0.261-0.100,-0.215-0.104,0.031-0.260,0.069-0.225,0.124-0.230,0.151-0.214,0.153-0.187,0.145-0.154,0.125-0.122,0.105-0.091,0.016 0.034,0.035-0.003,0.090-0.062,0.119-0.093,0.127-0.108,0.126-0.109,0.112-0.101,0.052-0.080,0.042-0.084,0.018-0.071,0.002-0.055,-0.010-0.042,-0.014-0.030,-0.018-0.020,0.284-0.129,-0.102 0.025,0.006 0.012,-0.290 0.131,0.042 0.021,0.052 0.012,0.056 0.006,0.054 0.001,0.046-0.001,0.051-0.008,0.080-0.027,0.077-0.030,0.068-0.031,0.057-0.026,0.045-0.023,-0.286 0.373</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1568.000 612.000,'0.008'0.000,"0.013"0.000,0.013 0.000,0.014 0.000,0.012 0.000,0.010 0.000,0.008 0.000,0.006 0.000,0.003 0.000,0.004 0.000,0.002 0.000,-0.048 0.026,0.349 0.288,0.203 0.188,1.116 0.905,0.414 0.257,0.242 0.081,0.117-0.030,0.029-0.098,-0.993-0.727,1.250 0.478,0.191-0.126,0.092-0.157,0.021-0.164,-0.024-0.160,-0.056-0.145,-2.342-0.495,3.745 0.274,0.564-0.255,0.226-0.249,-0.006-0.226,-0.152-0.194,-0.232-0.159,-0.264-0.125,-0.750 0.021,-0.368-0.029,-0.366-0.009,-0.343 0.004,-0.304 0.014,-0.262 0.017,0.881 0.019,2.315-0.285,0.679 0.051,0.169 0.113,-0.164 0.142,-0.359 0.148,-2.488 0.331,2.253 0.019,-0.308 0.193,-0.340 0.152,-0.330 0.114,-0.298 0.082,-0.251 0.055,-0.061-0.029,0.288-0.017,0.261-0.034,0.223-0.038,0.183-0.040,0.146-0.040,0.375-0.030,-0.082-0.033,-0.149-0.029,-0.178-0.020,-0.184-0.016,-0.171-0.010,-0.261-0.007,-0.262-0.005,-0.256-0.001,-0.234-0.001,-0.199 0.001,-0.163 0.001,-0.128 0.002,-0.729 0.002,-0.004 0.001,0.953 0.000,0.058 0.001,0.034 0.001,0.019 0.001,0.008 0.001,-0.002 0.000,-2.718-0.015,31.326-4.968</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1872.000 607.000,'0.000'-0.021,"0.000"-0.033,0.000-0.038,0.000-0.039,0.000-0.036,0.000-0.032,0.000-0.027,0.017-0.602,0.027-0.527,0.028-0.446,0.030-0.359,0.026-0.273,-0.080 1.419,0.094-2.914,0.011-1.055,0.008-0.860,0.005-0.669,0.003-0.495,0.003-0.346,0.013 0.543,0.040 0.286,0.045 0.393,0.047 0.433,0.042 0.426,0.038 0.392,-0.147 2.132,0.015 0.173,0.281-1.636,0.046 0.380,0.030 0.319,0.015 0.258,0.007 0.196,-0.401 1.837,0.352-2.233,0.002-0.445,-0.015-0.315,-0.027-0.204,-0.032-0.121,-0.033-0.055,-0.197 1.694,0.135-1.583,-0.040 0.349,-0.032 0.417,-0.027 0.429,-0.020 0.408,-0.015 0.367,-0.010 0.313,0.017 0.179,-0.019 0.414,-0.017 0.376,-0.018 0.317,-0.013 0.256,-0.192 0.540,0.143-0.433,-0.025 0.029,-0.033 0.060,-0.031 0.057,-0.027 0.052,-0.023 0.046,-0.049-0.479</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1861.000 495.000,'0.000'-0.021,"0.000"-0.035,0.000-0.040,0.000-0.167,0.000-0.280,0.060-0.632,0.093-0.512,0.111-0.473,0.113-0.416,0.106-0.349,0.096-0.283,0.081-0.218,0.073-0.015,0.067 0.090,0.059 0.164,0.047 0.200,0.037 0.209,0.029 0.201,0.051 0.123,-0.052 0.330,-0.068 0.321,-0.076 0.291,-0.073 0.249,-0.065 0.204,-0.539 0.844,0.493-0.585,0.833-0.837,0.189-0.099,0.035 0.041,-0.067 0.125,-0.125 0.172,-0.155 0.189,-1.091 0.972,0.842-0.796,-0.170 0.127,-0.155 0.126,-0.134 0.116,-0.114 0.102,-0.089 0.085,-0.071 0.069,-0.014 0.066,-0.021 0.106,-0.003 0.099,0.008 0.089,0.014 0.073,0.017 0.058,0.017 0.044,0.017 0.033,0.013 0.021,0.012 0.014,0.009 0.006,0.213 0.318,0.187 0.320,0.132 0.288,0.089 0.248,0.054 0.205,0.026 0.162,-0.430-0.626,0.011 0.037,0.384 0.679,-0.072-0.048,-0.102-0.104,-0.118-0.134,-0.119-0.146,-0.114-0.143,-0.201-0.495,0.264 0.404,0.057 0.030,0.058 0.061,0.053 0.078,0.048 0.083,0.040 0.082,-0.520-0.853,0.537 0.994,-0.065-0.057,-0.079-0.104,-0.084-0.126,-0.079-0.132,-0.071-0.124,-0.337-0.673,0.215 0.537,-0.063-0.073,-0.054-0.076,-0.045-0.070,-0.035-0.062,-0.026-0.054,0.340 1.413</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1645.000 449.000,'-0.053'0.000,"-0.211"0.000,-0.158 0.000,-0.135 0.000,-0.108 0.000,-0.086 0.000,-0.064 0.000,-0.045 0.000,-0.030 0.000,-0.211 0.023,-0.220 0.037,-0.239 0.041,-0.231 0.040,-0.208 0.037,-0.176 0.033,-0.141 0.025,0.481-0.013,-0.730 0.153,0.031 0.047,0.098 0.027,0.132 0.012,0.141 0.002,0.860-0.138,-1.232 0.405,-0.141 0.090,-0.036 0.030,0.035-0.008,0.074-0.032,0.094-0.044,0.283-0.070,0.159-0.014,0.161-0.003,0.151 0.002,0.132 0.006,0.113 0.009,0.091 0.009,0.071 0.009,-0.035 0.046,0.061 0.003,0.094-0.012,0.107-0.021,0.111-0.026,0.102-0.025,0.091-0.024,0.075-0.023,0.356-0.236,0.160-0.155,-1.877 2.297,-0.377 0.584,-0.035 0.140,0.179-0.143,0.291-0.303,0.263-0.278,0.087-0.042,0.032 0.022,-0.007 0.064,-0.030 0.083,-0.042 0.090,-0.047 0.087,-0.018 0.107,0.112-0.065,0.140-0.099,0.148-0.114,0.139-0.112,0.121-0.102,0.237-0.394,0.135-0.191,0.131-0.197,0.117-0.185,0.102-0.167,0.083-0.142,0.113 0.054,0.015 0.766,0.068 0.294,0.055 0.200,0.040 0.127,0.031 0.069,0.020 0.029,0.014 0.057,0.008-0.214,0.002-0.255,0.000-0.255,-0.002-0.234,-0.004-0.198,0.079-0.090,0.126 0.058,0.142 0.110,0.141 0.136,0.128 0.140,0.109 0.129,0.361 0.250,0.293 0.266,0.171 0.083,0.076-0.044,0.009-0.125,-0.035-0.170,-0.878-1.341,1.656 1.849,0.255 0.017,0.129-0.066,0.043-0.108,-0.015-0.128,-0.048-0.127,-0.161-0.289,0.058-0.130,0.085-0.118,0.093-0.102,0.093-0.083,0.085-0.066,0.076-0.049,-1.823-0.975,1.055 0.479,0.067-0.028,1.648 0.599,0.183-0.052,0.105-0.059,0.050-0.058,0.012-0.052,-0.013-0.046,-1.167-0.425,1.309 0.308,0.157-0.056,0.123-0.055,0.093-0.052,0.067-0.045,-0.330-0.113,0.527 0.016,0.024-0.110,-0.001-0.117,-0.016-0.111,-0.024-0.098,-0.027-0.079,-3.242-0.327,2.586 0.176,0.233-0.014,1.072 0.091,0.321 0.071,0.261 0.085,0.203 0.086,0.151 0.081,0.105 0.071,-0.088 0.006,-0.203-0.034,-0.260-0.056,-0.273-0.068,-0.262-0.069,-0.233-0.062,-0.589-0.094,-0.494-0.081,-0.512-0.078,-0.485-0.071,-0.431-0.060,-0.366-0.050,-0.297-0.039,-0.231-0.029,-1.162-0.034,1.795-0.098,0.640-0.089,1.420-0.143,0.820-0.100,0.693-0.080,0.557-0.062,0.428-0.047,0.313-0.032,-0.254-0.035,-0.593-0.033,-0.756-0.029,-0.801-0.025,-0.765-0.020,-0.684-0.015,-0.683 0.040,-0.628 0.074,-0.545 0.088,-0.450 0.090,-0.356 0.084,-0.266 0.074,-0.453 0.104,-0.162 0.093,0.976-1.651,0.164-0.747,0.084-0.523,0.026-0.342,-0.012-0.202,-0.039-0.095,-0.051-0.020,-0.057 0.031,-0.510 1.481,-0.011 0.048,0.422-1.203,-0.071 0.205,-0.088 0.239,-0.094 0.242,-0.088 0.230,-0.082 0.205,-0.092 0.044,-0.098-0.049,-0.093-0.112,-0.083-0.145,-0.071-0.157,-0.057-0.154,-0.046-0.141,-0.095-0.122,-0.117-0.103,-0.128-0.082,-0.123-0.063,-0.112-0.046,-0.098-0.033,-0.080-0.021,-0.183-0.318,-0.142 0.018,-0.134 0.039,-0.118 0.047,-0.099 0.049,-0.078 0.045,-0.059 0.040,1.083 2.848,-0.911-1.947,-0.203-0.173,-1.055-1.556,-0.225 0.047,-0.102 0.212,-0.017 0.298,0.038 0.328,0.069 0.323,-0.347 0.284,-0.727 0.088,-0.861 0.022,-0.883-0.022,-0.833-0.049,-0.738-0.062,-0.625-0.067,-0.504-0.064,0.922 0.626,-2.394-0.408,0.027 0.317,0.412 0.376,0.628 0.385,0.719 0.364,0.725 0.321,0.676 0.273,0.113 0.207,0.065 0.178,-0.105 0.128,-0.205 0.088,-0.251 0.054,-0.259 0.031,0.016 0.012,0.190 0.000,0.283-0.008,0.319-0.012,0.316-0.013,0.292-0.014,3.545 0.071,-3.061-0.066,0.560 0.010,0.640 0.016,0.639 0.016,0.589 0.015,0.511 0.014,0.516 0.014,0.294 0.007,0.224 0.008,0.164 0.005,0.111 0.004,0.072 0.003,-0.198 0.001,-0.090 0.001,-0.033 0.001,0.007-0.000,0.030-0.001,0.044 0.000,0.049-0.000,-2.734 0.002</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1742.000 592.000,'0.018'0.110,"0.030"0.174,0.032 0.200,0.035 0.203,0.031 0.189,0.028 0.168,0.023 0.141,0.020 0.113,-0.062-0.461,0.042 0.089,0.264 1.093,0.079 0.395,0.047 0.348,0.023 0.288,0.005 0.231,-0.005 0.174,-0.068 0.179,-0.096-0.072,-0.093-0.086,-0.095-0.170,-0.093-0.211,-0.083-0.225,-0.070-0.219,-0.012-2.104,-0.045 2.201,-0.027-0.086,-0.012-0.147,0.000-0.174,0.004-0.178,0.010-0.168,0.010-0.150,0.013-0.157,0.010 0.068,0.009 0.060,0.009-0.050,0.007-0.079,0.005-0.090,0.004-0.091,0.003-0.084,0.001-0.035,0.002-0.140,0.000-0.137,0.000-0.122,0.000-0.103,-0.001-0.081,0.000-0.084,-0.001-0.065,0.000-0.052,0.000-0.042,-0.001-0.030,0.000-0.020,0.001-0.015,-0.001-0.008,0.000-0.003,-0.001-0.002,0.001 0.001,0.000 0.002,0.000 0.003,0.000 0.001,0.000-0.151,0.000 0.469,0.000 0.131,0.000 0.071,0.000 0.028,0.000 0.002,0.000-0.018,0.000-0.640,-0.010 0.603,-0.014-0.128,-0.017-0.163,-0.016-0.169,-0.015-0.159,-0.012-0.137,-0.010-0.114,-0.007-0.089,-0.006-0.066,0.004-0.064,-0.012-0.079,-0.014-0.080,-0.015-0.076,-0.012-0.066,-0.004-0.108,0.022-0.017,0.017-0.030,0.018-0.018,0.019-0.006,0.019 0.002,0.015 0.005,0.008-1.803</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1733.000 607.000,'-0.014'0.000,"-0.021"0.000,-0.025 0.000,-0.023 0.000,-0.022 0.000,-0.019 0.000,-0.079 0.135,-0.126 0.211,-0.143 0.246,-0.142 0.247,-0.133 0.233,-0.114 0.204,-0.182 0.322,-0.100 0.209,-0.077 0.171,-0.059 0.137,-0.039 0.101,-0.026 0.074,0.013 0.047,0.036 0.030,0.046 0.015,0.050 0.006,0.047-0.001,0.042-0.006,0.699-1.481,-0.614 1.455,0.095-0.130,0.117-0.211,0.122-0.244,0.115-0.246,0.156-0.421,-0.066 0.177,0.078-0.182,0.080-0.187,0.076-0.172,0.068-0.152,0.059-0.127,0.057-0.134,0.046-0.110,0.033-0.086,0.026-0.064,0.016-0.044,0.010-0.028,0.006-0.018,0.002-0.009,0.001-0.001,-0.002 0.001,-0.002 0.005,-0.003 0.004,-0.002 0.005,-0.002 0.005,-0.001 0.004,-0.002 0.003,-0.001 0.003,0.134 0.008</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1746.000 593.000,'0.147'0.021,"0.158"0.033,0.151 0.038,0.137 0.039,0.118 0.036,0.096 0.032,0.077 0.027,0.177 0.200,0.163 0.277,0.163 0.309,0.153 0.304,0.130 0.276,0.074 0.173,-0.044 0.017,-0.085-0.055,-0.105-0.094,-0.107-0.112,-0.099-0.112,-0.234-0.269,0.493 0.493,-0.044-0.077,-0.116-0.144,-0.146-0.175,-0.153-0.175,-0.143-0.160,-0.122-0.137,-0.101-0.111,-0.078-0.083,-0.057-0.063,-0.039-0.040,0.104 0.226,0.050 0.149,-0.002 0.077,-0.032 0.025,-0.051-0.006,-0.055-0.028,-0.096-0.127,-0.063-0.089,-0.058-0.097,-0.051-0.094,-0.044-0.084,-0.035-0.073,-0.026-0.054,-0.039-0.072,-0.037-0.058,-0.029-0.048,-0.024-0.034,-0.017-0.027,-0.014-0.016,-0.007-0.011,-0.006-0.005,-0.003-0.003,-0.001 0.000,0.000 0.003,0.001 0.001,0.002 0.003,0.000 0.003,0.002 0.002,0.001 0.002,0.001 0.001,0.000 0.001,0.002 0.002,-0.001 0.000,0.001 0.000,0.001 0.000,-0.001 0.001,-0.000-0.001,0.000 0.001,0.001-0.001,0.001 0.003,0.006 0.005,0.007 0.007,0.007 0.007,0.005 0.005,0.006 0.006,0.004 0.004,0.004 0.004,0.002 0.002,0.002 0.002,0.002 0.002,0.000 0.000,-0.050-0.044,6.253 8.241</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310.000 672.000,'0.007'0.000,"0.012"0.000,0.012 0.000,0.013 0.000,0.010 0.000,0.010 0.000,0.007 0.000,0.005 0.000,0.004 0.000,0.003 0.000,0.002 0.000,0.001 0.000,0.066 0.094,0.152 0.157,0.381 0.325,0.301 0.229,0.278 0.193,0.244 0.156,0.201 0.119,0.162 0.089,0.123 0.060,-0.742-0.565,0.276 0.150,0.049 0.007,0.833 0.454,0.118-0.009,0.087-0.028,0.059-0.036,0.036-0.041,0.022-0.040,0.223 0.014,-0.114-0.161,-0.145-0.170,-0.149-0.163,-0.139-0.142,-0.120-0.119,0.006-0.079,0.081-0.065,0.111-0.063,0.078-0.067,0.050-0.063,0.030-0.059,0.015-0.049,0.003-0.042,-0.928-0.072,1.338-0.118,0.006-0.117,-0.106-0.101,-0.172-0.082,-0.201-0.065,-0.203-0.049,-0.191-0.036,-1.345 0.335,1.299-0.351,-0.078 0.001,-0.081 0.008,-0.077 0.008,-0.069 0.010,-0.058 0.010,-0.007 0.004,0.201-0.050,0.248-0.062,0.266-0.065,0.256-0.063,0.233-0.057,0.202-0.049,-1.230 0.345,0.993-0.239,-0.213 0.086,-0.274 0.101,-0.298 0.104,-0.294 0.100,-0.274 0.090,-1.254 0.230,2.053-0.132,0.359 0.116,0.261 0.101,0.178 0.079,0.111 0.061,0.061 0.045,0.027 0.030,0.003 0.018,-2.160-0.166,2.239 0.137,0.031-0.030,-0.050-0.035,-0.099-0.035,-0.119-0.034,-0.122-0.028,-0.002-0.009,0.073 0.002,0.112 0.012,0.127 0.014,0.126 0.015,0.114 0.015,-0.259-0.004,-0.280-0.009,-0.345-0.015,-0.356-0.016,-0.337-0.015,-0.297-0.015,-0.917-0.029,3.242-0.011,1.168-0.043,0.648-0.047,0.267-0.046,0.007-0.040,-0.157-0.034,-0.248-0.028,0.732-0.015,0.195 0.022,-0.875 0.038,-0.463 0.015,-0.556 0.012,-0.577 0.008,-0.546 0.007,-0.487 0.005,-0.413 0.002,-0.612 0.022,-0.384 0.014,-0.358 0.015,-0.319 0.017,-0.271 0.016,-0.183 0.011,-0.195 0.013,-0.140 0.012,-0.096 0.008,-0.059 0.007,-0.032 0.004,-0.012 0.003,-0.125-0.002,0.257 0.004,0.100 0.002,0.085-0.001,0.067-0.001,0.053 0.000,0.037 0.000,-0.512-0.004,0.600 0.003,-0.026-0.002,-0.070 0.001,-0.091-0.002,-0.095 0.001,-0.088-0.001,-0.076 0.000,-0.064 0.000,-0.048 0.000,-0.035 0.000,-0.025-0.001,0.196 0.001,0.324 0.000,0.372 0.000,0.372 0.000,0.342 0.000,0.294 0.000,0.241 0.000,-0.188 0.000,-0.103 0.000,-0.169 0.000,-0.197 0.000,-0.204 0.000,-0.193 0.000,1.802 0.000</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1032.000 503.000,'0.014'0.000,"0.021"0.000,0.025 0.000,0.023 0.000,0.022 0.000,0.019 0.000,0.082 0.040,0.169 0.065,0.205 0.080,0.216 0.086,-0.584-0.202,0.666 0.195,0.223 0.051,1.355 0.346,0.290 0.050,0.098 0.001,-0.033-0.029,-0.109-0.045,-0.150-0.054,-1.998-0.465,2.203 0.379,0.678 0.059,3.328 0.404,0.646-0.014,0.154-0.069,-0.158-0.098,-4.695-0.513,2.146 0.145,0.069-0.055,2.797 0.003,-0.409-0.221,-0.611-0.212,-0.675-0.188,-4.939 0.196,4.389-0.889,-0.420-0.416,-0.326-0.354,-0.384-0.263,-0.398-0.188,-0.378-0.124,-2.825 1.800,2.473-1.965,1.412-1.582,0.034-0.419,-0.122-0.200,-0.207-0.046,-0.241 0.048,-1.961 2.179,-0.153 0.123,-0.161 0.106,-0.160 0.089,0.636-1.180,-0.470 0.322,-0.437 0.337,-0.380 0.322,-0.657 1.397,0.162-1.067,-0.160-0.045,-0.151-0.381,-0.190 0.086,-0.160 0.133,-0.127 0.152,-0.133 0.007,-0.126-0.090,-0.115-0.147,-0.098-0.175,0.268 0.899,0.008-0.012,-0.247-0.910,0.057 0.182,0.069 0.248,0.071 0.279,0.069 0.277,0.265 0.931,-0.149-0.347,-0.011 0.092,-0.289-0.234,-0.039 0.169,-0.037 0.104,-0.009 0.089,0.009 0.074,0.256 0.264,-0.018 0.016,-0.056-0.031,-0.082-0.067,-0.577-0.408,-0.388-0.235,-0.410-0.235,-0.406-0.225,-1.225-0.673,-0.038 0.053,-0.016 0.054,0.162 0.154,0.268 0.206,0.321 0.231,0.337 0.231,0.924 0.569,0.020 0.098,0.031 0.093,-1.162-0.150,0.091 0.225,0.110 0.179,0.116 0.137,1.499 0.130,-0.840 0.059,-0.138 0.083,-1.175 0.223,-0.273 0.148,-0.205 0.119,-0.148 0.092,-0.100 0.066,-0.370 0.135,0.286 0.010,0.098 0.059,0.190 0.043,0.243 0.028,0.261 0.019,0.852-0.192,0.053 0.104,-0.996 0.699,0.429-0.013,0.485-0.109,0.476-0.158,1.116-0.834,-0.738 0.569,-0.209 0.153,-0.132 0.105,-0.072 0.066,-0.836 0.590,-0.135-0.001,-0.100-0.051,-0.069-0.082,1.140-0.730,0.050-0.015,-1.406 0.939,-0.143 0.160,0.184-0.047,0.270-0.105,0.302-0.135,2.117-1.588,-1.545 1.278,0.200-0.050,0.102 0.081,0.210-0.008,0.186 0.004,0.157 0.010,0.130 0.015,0.165-0.105,0.137-0.098,0.127-0.117,0.114-0.125,0.097-0.121,0.080-0.109,0.260-0.810,-0.116 0.466,0.005 0.072,-0.089 0.584,0.012 0.100,0.015 0.048,0.014 0.011,0.014-0.014,0.011-0.028,0.080-0.514,-0.006 0.202,0.015 0.065,0.003 0.812,0.076 0.107,0.077 0.057,0.008-0.963,0.034 0.002,0.046 0.179,0.019-0.050,0.116 0.542,0.025-0.177,0.011-0.188,0.002-0.180,-0.180-0.867,0.148 0.395,0.003-0.054,0.085 0.182,-0.045-0.143,-0.055-0.140,-0.056-0.128,-0.051-0.143,-0.033-0.111,-0.024-0.097,-0.018-0.080,-0.011-0.063,-0.006-0.047,-0.004-0.034,-0.002-0.023,0.002-0.012,0.001-0.008,0.002-0.003,0.002 0.002,0.002 0.002,0.002 0.003,0.188-0.025</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524.000 761.000,'-0.144'0.000,"-0.248"0.000,-0.649 0.013,-0.302 0.021,-0.175 0.022,-0.082 0.024,-0.018 0.021,0.025 0.019,0.702 0.017,0.037 0.115,-0.502 0.505,0.175 0.198,0.186 0.105,0.175 0.040,0.670-0.886,-0.348 0.823,0.096 0.223,0.104 0.796,0.269 0.146,0.254 0.024,0.222-0.049,-0.350-1.780,0.406 0.836,0.249 0.040,1.279 0.957,0.643 0.025,0.510-0.034,0.386-0.066,0.279-0.084,0.705 0.015,0.801 0.023,0.455-0.109,0.315-0.134,0.204-0.135,0.116-0.128,-2.528-0.694,2.969 0.491,1.166 0.061,0.682-0.031,0.313-0.092,0.044-0.126,-0.139-0.144,-1.209-0.245,-0.234-0.129,-0.238-0.124,1.499-0.131,0.809-0.232,1.030-0.233,1.112-0.214,1.097-0.193,2.890-0.347,-0.693-0.208,-1.281-0.158,-1.523-0.110,-1.533-0.074,-1.401-0.046,-1.342-0.311,-0.598-0.427,-1.091-0.247,-1.118-0.158,-1.043-0.089,-0.915-0.039,-1.615 1.022,-0.091-0.387,-0.313-0.088,-0.107-0.951,-0.499 0.117,-0.396 0.218,-0.300 0.266,0.026 1.479,-0.518-1.236,-0.294-0.004,-0.204 0.086,-0.129 0.139,-0.071 0.168,-0.028 0.178,0.113 0.378,-2.106-1.516,-0.607-0.168,0.747 0.714,-0.082 0.095,-0.027 0.127,0.011 0.142,1.552 0.950,-5.121-1.953,-1.456-0.131,-0.354 0.266,-0.358 0.263,-0.096 0.324,0.074 0.335,7.357 1.481,-3.717-0.548,-0.454 0.114,-4.956-0.027,-0.331 0.544,0.142 0.544,0.430 0.502,0.587 0.441,0.082 0.632,0.682 0.326,1.014 0.106,1.153-0.043,1.157-0.135,1.075-0.183,2.846-1.100,-1.402 0.708,-3.220 1.727,-0.446 0.388,1.125-0.511,0.255-0.088,0.374-0.172,0.436-0.219,2.702-1.468,-2.675 1.537,0.906-0.445,0.881-0.447,0.796-0.410,0.680-0.355,1.018 0.136</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461.000 502.000,'0.007'0.000,"0.012"0.000,0.012 0.000,0.013 0.000,0.010 0.000,0.010 0.000,0.007 0.000,0.005 0.000,0.004 0.000,0.003 0.000,0.002 0.000,0.001 0.000,0.009 0.000,0.041 0.000,0.123 0.000,0.165 0.000,0.182 0.000,0.185 0.000,0.173 0.000,-0.258 0.000,0.095 0.000,0.886 0.029,0.308 0.047,0.257 0.053,0.204 0.054,0.156 0.051,-0.252 0.010,1.422 0.207,0.486 0.104,0.376 0.084,0.279 0.067,0.193 0.047,-1.361-0.214,-0.036-0.016,-0.038-0.012,0.971 0.124,-0.329-0.054,-0.393-0.060,-0.400-0.060,-2.853-0.376,2.681 0.262,-0.128-0.066,-0.259-0.062,-0.327-0.056,-0.350-0.047,-0.341-0.039,-1.534-0.060,1.587 0.077,0.284 0.011,1.883 0.115,1.094 0.091,1.037 0.095,0.911 0.087,-2.137-0.139,0.450 0.017,2.237 0.128,0.112-0.012,-0.154-0.024,-0.323-0.034,-0.415-0.037,-5.474-0.309,3.016 0.145,-0.034-0.024,2.976 0.072,-0.179-0.061,-0.269-0.057,-0.307-0.046,-0.307-0.038,-1.191-0.035,0.781-0.014,0.086-0.015,0.688 0.006,-0.106 0.021,-0.170 0.029,-0.202 0.032,-3.705-0.045,3.813 0.144,0.035 0.045,-0.187 0.025,-0.321 0.012,-0.392-0.001,-0.411-0.007,-4.025-0.214,4.840 0.200,0.323-0.036,0.607-0.027,-0.334-0.046,-0.494-0.041,-0.547-0.034,-4.497-0.061,2.112 0.043,0.152 0.041,3.372 0.253,0.548 0.166,0.370 0.142,0.232 0.117,0.125 0.090,0.055 0.042,-0.229-0.022,-0.598-0.062,-0.227-0.020,-0.193-0.017,-0.159-0.013,-5.281-0.624,2.838 0.294,0.208-0.013,2.543 0.180,-0.143-0.072,-0.390-0.080,-0.532-0.083,-0.592-0.078,-4.096-0.236,2.558 0.113,-0.263-0.036,0.643-0.014,-0.416-0.044,-0.378-0.035,-0.332-0.026,-0.280-0.019,-2.072 0.000,2.428-0.016,0.037-0.009,-0.230-0.002,-0.303-0.001,-0.325 0.003,-0.315 0.004,-0.242 0.005,-0.189 0.003,-0.106 0.004,-0.079 0.002,-0.058 0.003,-0.040 0.002,-0.024 0.001,0.112 0.001,0.058 0.001,0.016 0.000,-0.010 0.001,-0.028 0.000,-0.037 0.000,-0.405 0.000,0.338 0.017,0.271 0.032,0.875 0.064,0.243 0.036,0.124 0.025,0.039 0.016,-0.021 0.008,-0.058 0.005,-1.514-0.119,1.891 0.126,-0.191-0.030,-0.274-0.034,-0.302-0.033,-0.292-0.031,-0.952-0.044,0.549 0.006,-0.163-0.017,-0.134-0.013,-0.105-0.009,-0.078-0.007,2.302-0.050</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479.000 1082.000,'0.000'-0.024,"-0.030"-0.129,-0.048-0.060,-0.118-0.085,-0.143-0.068,-0.151-0.060,-0.148-0.051,-0.134-0.041,-0.084 0.044,-1.036-0.162,-0.820 0.075,-0.801 0.110,-0.719 0.123,-0.610 0.122,1.874 0.199,-2.282 0.247,-0.004 0.178,0.283 0.115,0.451 0.068,0.526 0.032,0.542 0.007,0.512-0.010,-1.433 0.523,-0.696 0.264,-0.383 0.125,-0.163 0.030,-0.011-0.030,2.501-0.706,-0.061-0.011,-3.011 0.719,-0.707 0.155,-0.674 0.170,-0.599 0.164,-0.503 0.147,3.718-0.909,0.088 0.016,-3.409 1.213,0.332 0.305,0.412 0.301,0.427 0.275,0.405 0.239,2.887-1.367,-2.234 1.778,0.219 0.201,0.280 0.058,0.300-0.040,0.295-0.100,0.269-0.133,3.719-3.183,-4.032 3.455,0.120-0.102,0.277-0.239,0.356-0.308,0.382-0.331,0.370-0.320,2.807-2.399,-2.683 2.352,-0.015 0.144,-0.011 0.178,-0.009 0.185,-0.008 0.180,-0.005 0.162,-0.004 0.140,0.133 0.025,0.379-0.245,0.442-0.328,0.450-0.356,0.422-0.347,1.294-2.104,-0.516 1.567,0.088 0.378,-0.218 2.246,0.212 0.307,0.188 0.006,0.162-0.193,0.131-0.307,0.170-2.690,-0.017 1.410,0.042-0.017,0.041 1.466,0.049-0.301,0.028-0.383,0.014-0.403,0.002-0.386,0.076-1.420,0.351 1.087,0.164-0.252,0.092-0.298,0.040-0.305,0.005-0.288,-0.018-0.256,0.705 0.874,0.516 0.561,0.400 0.414,0.294 0.289,0.207 0.189,0.132 0.111,-0.015-0.111,-0.011-0.113,-0.042-0.154,-0.057-0.161,-0.061-0.155,0.615 0.286,0.479 0.133,0.279-0.065,0.133-0.183,0.029-0.242,-0.039-0.261,0.157-0.271,0.495-0.112,0.589-0.067,0.603-0.029,0.568-0.006,0.506 0.011,1.555 0.193,1.004 0.049,0.016-0.199,-0.424-0.285,-0.665-0.315,-0.765-0.311,-0.767-0.282,1.405 0.001,1.933 0.108,1.810 0.109,1.609 0.102,1.366 0.089,1.657 0.083,2.045 0.026,-0.420-0.258,-0.843-0.298,-1.025-0.295,-1.041-0.268,-0.960-0.226,-1.728-0.196,0.091-0.133,-0.436-0.120,-0.408-0.096,-0.355-0.072,-0.295-0.053,-2.538 0.026,1.887-0.065,-0.287-0.045,-0.452-0.046,-0.530-0.044,-0.541-0.040,-0.514-0.035,-6.863 0.323,7.861-0.649,-0.434-0.191,-0.679-0.139,-0.770-0.098,-0.759-0.061,-3.308 0.514,2.209-0.639,-0.463-0.076,-0.431-0.040,-0.376-0.015,-0.312 0.004,-0.247 0.012,-0.185-0.010,-0.170-0.011,-0.133-0.016,-0.097-0.017,-0.068-0.017,-0.834 0.374,-0.315 0.145,0.051-0.019,1.210-0.603,0.188-0.186,0.155-0.191,0.123-0.180,0.094-0.158,-0.021-0.224,0.096-0.449,-0.104-0.374,-0.117-0.361,-0.117-0.324,-0.108-0.275,-1.536 1.693,1.571-2.154,-0.014-0.121,-0.091 0.054,-0.137 0.157,-0.154 0.215,0.095-0.046,0.206-0.213,-0.204 0.297,-0.265 0.362,-0.284 0.367,-0.267 0.342,-1.241 1.565,0.908-1.319,-0.317 0.339,-0.325 0.383,-0.299 0.375,-0.258 0.337,-0.211 0.283,-0.363-0.021,0.020-0.573,0.374-2.784,-0.065-0.878,-0.107-0.467,-0.122-0.168,-0.127 0.036,-0.270 1.148,-0.380-1.876,-0.494 0.046,-0.474 0.165,-0.422 0.229,-0.356 0.244,-0.284 0.237,-0.448 0.293,-0.420 0.518,-0.393 0.525,-0.346 0.480,-0.284 0.415,-0.224 0.336,-0.165 0.261,-0.118 0.189,-0.076 0.133,-0.046 0.085,-0.023 0.048,-3.510-1.301,-2.476-0.715,-1.656-0.313,-1.014-0.040,-0.533 0.125,-0.199 0.217,8.713 3.105,-10.811-2.650,-0.904 0.437,-0.118 0.553,0.382 0.580,0.660 0.550,0.780 0.486,0.793 0.409,0.735 0.325,1.571 0.291,0.962 0.189,0.925 0.144,0.833 0.102,0.713 0.069,0.583 0.043,0.457 0.023,0.455-0.001,0.013-0.025,-0.103-0.035,-0.174-0.040,-0.206-0.040,-0.215-0.037,-0.396-0.023,0.451 0.033,0.597 0.049,0.644 0.056,0.620 0.056,0.559 0.051,4.525 0.130,-2.395 0.007,0.298 0.073,-0.552 0.131,0.644 0.074,0.616 0.044,0.555 0.022,0.479 0.005,0.238 1.082</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518.000 379.000,'-0.059'0.208,"-0.091"0.315,-0.100 0.351,-0.097 0.343,-0.088 0.306,-0.074 0.257,0.013-0.036,0.014-0.037,0.032-0.096,0.039-0.124,0.041-0.133,0.236-0.732,-0.134 2.092,0.105 0.909,0.107 0.747,0.098 0.582,0.084 0.432,0.071 0.305,-0.052-2.528,0.187 1.877,0.057-0.433,0.034-0.530,0.013-0.554,0.003-0.527,-0.008-0.472,1.189 3.180</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828.000 372.000,'0.000'0.074,"0.000"0.115,0.000 0.142,0.000 0.182,0.000 0.178,-0.027 0.368,-0.043 0.172,-0.051 0.126,-0.052 0.084,-0.049 0.053,0.063-0.547,-0.025 0.025,-0.169 0.687,-0.054 0.151,-0.042 0.144,-0.030 0.131,-0.023 0.114,-0.015 0.094,0.289-1.290,-0.367 1.669,0.029 0.042,0.061-0.042,0.075-0.089,0.080-0.116,0.061 0.009,0.081-0.238,0.067-0.241,0.052-0.221,0.041-0.189,0.028-0.154,0.020-0.119,0.006-0.211,-0.020 0.405,-0.040 0.142,-0.050 0.101,-0.052 0.071,-0.051 0.045,0.070-0.699,-0.002 0.010,-0.083 0.574,-0.003-0.146,-0.002-0.197,0.002-0.221,0.001-0.220,0.176-0.765,-0.088 0.371,0.009-0.018,-0.049 0.313,0.030-0.032,0.029-0.033,0.028-0.030,0.024-0.028,0.020-0.023,0.015 0.022,0.015-0.109,0.011-0.117,0.007-0.110,0.004-0.099,0.001-0.080,0.000-0.065,0.000-0.047,-0.001-0.034,-0.001-0.023,-0.002-0.013,-0.000-0.006,-0.002-0.003,-0.001 0.001,0.000 0.002,0.000 0.004,-0.001-0.032,-0.002 2.151</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508.000 490.000,'0.006'0.000,"0.008"0.000,0.362 0.000,0.277 0.000,0.120-0.012,0.128-0.021,0.094-0.023,0.061-0.025,0.039-0.025,0.192-0.019,0.133-0.009,-0.035 0.014,-0.071 0.018,-0.088 0.019,-0.090 0.020,-0.678 0.042,1.201 0.033,0.338 0.091,0.259 0.100,0.187 0.094,0.128 0.084,-1.081-0.164,1.249 0.172,0.005-0.008,-0.087-0.018,-0.138-0.026,-0.161-0.026,-1.066-0.132,-0.063 0.008,0.689 0.141,-0.253-0.023,-0.260-0.040,-0.242-0.044,-0.212-0.047,-0.764-0.139,0.864 0.168,0.035 0.004,-0.042-0.020,-0.016-0.020,-0.026-0.025,-0.031-0.026,-0.031-0.025,0.168-0.020,0.077-0.020,-0.041-0.018,-0.086-0.014,-0.106-0.010,-0.110-0.007,-0.133-0.051,0.352-0.297,0.193-0.390,0.192-0.428,0.174-0.422,0.154-0.387,0.125-0.335,0.028-0.265,-0.039-0.202,-0.078-0.145,-0.097-0.099,-0.102-0.062,-0.099-0.034,-1.214 2.480,0.708-1.850,-0.047-0.249,0.287-1.538,-0.152-0.102,-0.161 0.072,-0.152 0.179,-0.494 2.493,0.292-2.404,-0.150 0.362,-0.126 0.451,-0.105 0.470,-0.080 0.446,-0.060 0.396,-0.048 1.534,-0.088-1.970,-0.161-0.170,-0.162-0.072,-0.152-0.005,-0.132 0.036,-0.106 0.057,-0.084 0.067,-0.395 0.110,-0.249 0.120,-0.091 0.237,0.017 0.298,0.083 0.313,0.897 0.860,-0.895-0.425,0.065 0.241,0.118 0.205,0.144 0.166,0.154 0.129,0.148 0.097,0.306 0.059,-1.082 0.015,-0.556 0.023,-1.896 0.044,-0.571 0.017,-0.285 0.007,-0.083-0.003,0.054-0.008,-0.089 0.064,-0.174 0.104,-0.215 0.123,-0.225 0.125,-0.217 0.117,-0.193 0.106,2.519-0.254,0.116 0.040,-2.266 0.528,0.361 0.133,0.382 0.103,0.367 0.074,0.327 0.052,1.921-0.560,-1.081 0.565,0.275 0.087,0.279 0.070,0.265 0.054,0.238 0.040,0.206 0.028,1.283-0.937,-1.298 1.308,0.189 0.021,0.199-0.058,0.190-0.102,0.169-0.122,0.142-0.125,0.001 0.152,0.124-0.029,0.139-0.073,0.131-0.092,0.120-0.096,0.097-0.089,0.360-0.544,-0.128 0.885,0.102 0.193,0.094 0.110,0.080 0.051,0.067 0.008,0.073-0.815,0.016 0.088,0.095 1.221,0.162 0.185,0.174 0.108,0.170 0.049,0.153 0.011,0.131-0.018,-0.661-2.367,1.059 2.603,0.195-0.069,0.101-0.185,0.035-0.242,-0.009-0.261,-0.037-0.250,0.135-0.106,0.123-0.150,0.145-0.104,0.147-0.065,0.134-0.038,-1.368-1.087,1.636 1.119,0.072-0.046,-0.021-0.090,-0.075-0.108,-0.101-0.110,-1.914-1.147,1.374 0.783,0.060-0.024,0.357 0.105,0.049-0.064,0.029-0.073,0.012-0.072,0.001-0.068,-1.808-0.667,2.086 0.588,-0.051-0.111,-0.159-0.107,-0.221-0.100,-0.243-0.084,-0.243-0.071,-0.224-0.057,-0.567-0.101,3.201 0.461,1.031 0.147,0.468 0.073,0.077 0.021,-0.174-0.013,-0.319-0.035,0.073 0.001,-0.139-0.066,-0.239-0.099,-0.281-0.112,-0.287-0.111,-1.159-0.153,-0.881-0.093,-0.084-0.028,1.008 0.008,-0.162-0.048,-0.161-0.039,-0.147-0.028,-0.130-0.021,-1.460-0.015,2.014-0.145,-0.101-0.090,-0.182-0.061,-0.217-0.038,-0.217-0.024,-0.198-0.009,-1.420 0.234,1.144-0.264,-0.143-0.011,-0.188 0.012,-0.202 0.025,-0.197 0.033,-0.178 0.034,-0.130 0.012,-0.134 0.012,-0.107 0.004,-0.080 0.000,-0.057-0.004,-0.037-0.006,-0.215 0.133,0.000 0.009,0.251-0.113,0.008 0.012,0.003 0.009,-0.002 0.004,-0.336 0.160,0.156-0.071,-0.007-0.016,0.181-0.135,-0.003-0.029,-0.004-0.017,-0.005-0.009,-0.005-0.003,-0.003 0.001,0.087-0.009,0.079-0.030,0.059-0.033,0.042-0.035,0.029-0.031,-0.331 0.192,0.276-0.221,-0.019-0.031,-0.038-0.016,-0.049-0.007,-0.052 0.002,-0.052 0.007,-0.310 0.337,0.108-0.112,-0.016 0.002,0.156-0.195,-0.044 0.032,-0.046 0.044,-0.042 0.045,-0.037 0.046,-0.190 0.218,0.136-0.206,0.089-0.186,-0.003-0.050,-0.014-0.032,-0.019-0.017,-0.021-0.007,-0.044-0.077,-0.039-0.085,-0.040-0.068,-0.039-0.052,-0.033-0.037,-0.029-0.026,-0.027 0.190,0.000-0.125,0.004 0.035,0.011 0.048,0.014 0.056,0.016 0.056,0.017 0.052,-0.057 0.398,0.066-0.416,-0.007 0.056,-0.012 0.071,-0.015 0.076,-0.014 0.074,-0.015 0.067,-0.037 0.277,0.023-0.716,-0.010-0.197,-0.009-0.078,-0.005 0.006,-0.005 0.057,-0.003 0.088,0.000 0.744,-0.001-0.358,0.000 0.007,-0.024-3.056</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845.000 434.000,'-0.092'-0.013,"-0.142"-0.021,-0.162-0.022,-0.163-0.024,-0.150-0.021,-0.130-0.019,0.319 0.023,-0.567-0.117,-0.255-0.017,-0.254 0.005,-0.238 0.021,-0.208 0.027,0.603 0.069,0.027 0.016,-0.673-0.014,0.031 0.030,0.039 0.024,0.042 0.019,0.040 0.015,0.825 0.012,-0.703 0.015,-0.007 0.023,0.007 0.024,0.013 0.025,0.019 0.021,0.020 0.018,1.391-0.091,-1.655 0.217,0.000 0.070,0.081 0.046,0.125 0.026,0.142 0.013,0.144 0.002,0.513-0.099,-0.139 0.073,-1.180 0.467,-0.076 0.087,0.078 0.020,0.167-0.025,0.209-0.050,0.217-0.061,0.207-0.063,0.181-0.061,0.626-0.299,-0.322 0.237,0.128-0.008,0.124-0.015,0.113-0.016,0.098-0.017,0.081-0.017,-0.072 0.217,-0.169 0.350,-0.219 0.415,-0.236 0.429,-0.233 0.408,-0.212 0.367,1.302-2.166,-1.601 2.796,0.070 0.045,0.173-0.120,0.220-0.210,0.233-0.248,0.220-0.251,0.414-0.941,0.066-0.062,-0.052 0.406,0.117-0.097,0.110-0.097,0.097-0.089,0.081-0.079,0.160-1.273,0.006 0.755,0.088 0.044,0.287 0.899,0.193 0.050,0.142-0.006,0.100-0.040,0.066-0.060,-0.306-0.798,0.052 0.033,0.558 0.880,0.120-0.046,0.082-0.106,0.050-0.141,0.027-0.148,0.011-0.146,0.550 0.106,0.385-0.012,0.325-0.010,0.259-0.006,0.195-0.004,-1.923-1.002,1.184 0.473,0.253 0.017,1.136 0.320,0.099-0.076,-0.040-0.110,-0.129-0.123,-0.183-0.128,-2.765-0.763,1.752 0.376,0.169-0.045,2.222 0.234,0.155-0.121,-0.025-0.111,-0.137-0.096,-0.201-0.079,-1.083-0.123,-0.106-0.047,0.670-0.022,0.004-0.052,0.029-0.041,0.044-0.034,0.050-0.025,-1.406-0.014,2.357-0.057,0.342-0.082,0.168-0.089,0.045-0.090,-0.040-0.083,-0.092-0.073,-0.172-0.074,-0.527-0.040,-0.591-0.024,-0.586-0.014,-0.542-0.005,-0.473 0.001,-0.393 0.004,-0.210-0.099,-0.352-0.051,-0.160-0.124,-0.136-0.128,-0.114-0.121,-0.092-0.110,-0.520 0.425,-0.047-0.001,0.373-0.513,-0.043-0.058,-0.025-0.054,-0.012-0.050,-0.002-0.044,0.004-0.037,-0.619 0.896,0.750-1.244,-0.044-0.079,-0.073-0.033,-0.085 0.000,-0.085 0.018,-0.408 0.783,0.320-1.217,-0.121-0.115,-0.135-0.022,-0.132 0.036,-0.118 0.069,-0.102 0.084,-0.126 0.988,-0.023-0.054,-0.030-0.929,-0.076-0.085,-0.074-0.037,-0.069-0.005,-0.060 0.016,-0.132 0.244,-0.145-0.025,-0.335-0.541,-0.159 0.118,-0.114 0.165,-0.077 0.184,-0.047 0.182,-0.025 0.166,-0.115 0.077,-0.170 0.048,-0.163 0.071,-0.150 0.079,-0.130 0.080,-0.109 0.075,-0.466-0.046,-0.172 0.129,-0.062 0.160,0.010 0.168,0.056 0.158,0.080 0.141,0.649 0.320,-0.190 0.048,-1.677-0.161,-0.177 0.141,-0.015 0.132,0.087 0.116,0.734 0.128,-0.381 0.043,-1.505 0.028,-0.020 0.044,0.203 0.033,0.325 0.020,0.227 0.121,0.182 0.105,0.343 0.049,0.204 0.030,0.190 0.009,0.168-0.005,0.142-0.014,0.115-0.019,-0.174-0.028,-0.140-0.019,-0.036-0.017,0.032-0.016,0.078-0.011,0.103-0.011,1.196-0.047,-1.337 0.146,0.371-0.002,0.413-0.026,0.402-0.038,0.360-0.041,-1.931 0.148</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291.000 1239.000,'0.000'-0.007,"0.000"-0.012,0.000-0.012,0.000-0.012,0.000-0.013,0.000-0.009,0.000-0.009,0.000-0.007,0.000-0.004,0.000-0.004,0.000-0.003,0.075-0.007,0.119-0.026,0.143-0.031,0.147-0.031,0.141-0.031,0.130-0.028,-0.202 0.060,0.474-0.175,0.143-0.066,0.110-0.055,0.081-0.045,0.056-0.033,0.399-0.156,0.360-0.129,0.516-0.084,0.495-0.010,0.480 0.028,0.443 0.049,0.388 0.062,-0.130 0.127,2.397-0.184,0.603 0.071,0.388 0.077,0.225 0.073,0.103 0.065,-3.469 0.255,3.239-0.186,-0.242 0.053,-0.481 0.067,-0.601 0.072,-0.632 0.068,-0.605 0.061,-4.236 0.147,2.965-0.096,0.474-0.040,2.304-0.134,0.225-0.053,-0.058-0.037,-0.239-0.026,-0.342-0.015,-0.312 0.006,-0.341 0.023,-0.307 0.032,-0.264 0.035,-0.217 0.035,-0.173 0.032,-0.606 0.051,0.240-0.012,1.222-0.051,-0.161 0.023,-0.329 0.035,-0.412 0.040,-0.435 0.037,-0.956 0.054,0.920 0.005,-0.086 0.030,-0.084 0.023,-0.075 0.017,-0.064 0.012,0.278 0.010,0.098 0.004,0.121 0.004,0.122 0.001,0.112-0.001,0.098-0.002,-2.840-0.005,2.083 0.002,0.508-0.001,2.225 0.001,0.033-0.002,-0.302-0.001,-0.503 0.000,-0.599-0.001,0.438 0.078,-0.164 0.043,-0.274 0.017,-0.320 0.000,-0.322-0.011,-0.301-0.016,-0.007 0.035,0.208 0.067,0.315 0.081,0.358 0.085,0.357 0.078,0.329 0.070,0.284 0.058,-0.290-0.013,-0.080-0.001,-0.152-0.015,-0.186-0.023,-0.196-0.026,-0.188-0.025,-0.171-0.026,-0.147-0.020,-1.050-0.110,-0.188-0.035,0.788 0.030,-0.284-0.045,-0.266-0.038,-0.237-0.029,-0.198-0.022,-0.159-0.015,-0.490-0.015,-0.178 0.014,-0.166 0.018,-0.151 0.022,-0.128 0.022,-0.108 0.021,0.190 0.072,-0.138 0.025,-0.128 0.020,-0.110 0.014,-0.091 0.010,-0.960-0.218,1.039 0.210,0.288 0.043,1.299 0.219,0.088-0.027,-0.108-0.062,-0.221-0.081,-0.280-0.088,-0.296-0.085,-0.280-0.077,-0.323-0.065,-0.326-0.056,-0.304-0.042,-0.268-0.032,0.924-0.183</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331.000 1280.000,'0.010'0.010,"0.014"0.014,0.018 0.018,0.016 0.016,0.016 0.016,0.012 0.012,0.012 0.012,0.007 0.007,0.007 0.007,0.004 0.004,0.003 0.003,0.001 0.001,0.001 0.001,0.001 0.001,-0.001-0.001,0.000 0.000,-0.001-0.001,-0.027-0.027,0.025 0.025,0.082 0.082,0.085 0.086,0.352 0.394,0.246 0.316,0.226 0.301,0.195 0.266,-0.113-0.115,-0.016-0.007,-0.054-0.056,-0.072-0.083,-0.080-0.094,-0.080-0.096,-0.074-0.090,-0.219-0.308,0.746 0.738,0.316 0.193,0.272 0.134,0.224 0.088,0.175 0.051,0.161-0.035,-0.192-0.254,-0.122-0.181,-0.178-0.201,-0.204-0.203,-0.208-0.192,-0.196-0.170,-0.080-0.132,-0.239-0.173,-0.137-0.114,-0.119-0.093,-0.099-0.072,-0.080-0.055,-0.062-0.039,0.218-0.173,0.255-0.232,0.307-0.250,0.312-0.238,0.290-0.213,0.254-0.177,-0.831 0.479,0.216-0.122,1.300-0.706,0.268-0.094,0.134-0.004,0.032 0.055,-0.036 0.090,0.182-0.020,-0.348 0.210,-0.400 0.215,-0.398 0.200,-0.370 0.177,-0.319 0.148,-0.215 0.156,-0.233 0.150,-0.127 0.111,-0.108 0.100,-0.092 0.085,-0.072 0.070,-0.058 0.056,0.250 0.191,0.262 0.221,0.125 0.166,0.079 0.132,0.043 0.099,0.019 0.069,-1.222-0.767,1.514 1.049,0.086 0.082,-0.048-0.038,-0.130-0.109,-0.169-0.147,-0.597-0.412,0.721 0.425,-0.028-0.056,-0.103-0.094,-0.141-0.114,-0.158-0.118,-0.153-0.111,-0.846-0.432,0.804 0.287,0.373 0.063,1.643 0.360,0.690 0.048,0.513 0.003,0.365-0.027,0.242-0.046,-3.790-0.631,3.548 0.447,0.078-0.076,1.382-0.019,-0.247-0.202,-0.365-0.201,-0.410-0.182,-0.404-0.157,-2.914 0.123,2.361-0.213,-0.359-0.034,-0.395-0.009,-0.389 0.009,-0.357 0.019,-0.311 0.022,-1.796 0.244,1.775-0.128,0.381 0.021,1.250-0.015,0.120 0.036,-0.082 0.034,-0.215 0.029,-0.288 0.025,-2.695 0.045,1.487-0.014,-0.038 0.007,1.575 0.021,-0.332 0.040,-0.395 0.038,-0.400 0.033,-0.368 0.028,-1.089-0.034,0.697 0.160,-0.040 0.075,-0.002 0.060,0.023 0.044,0.036 0.034,0.044 0.022,0.400 0.089,0.440 0.085,0.394 0.066,0.336 0.050,0.275 0.035,0.217 0.023,-3.177-0.676,3.381 0.641,-0.146-0.096,-0.270-0.114,-0.329-0.118,-0.343-0.111,-0.328-0.099,-2.241-0.225,2.050 0.131,-0.007-0.041,-0.021-0.026,-0.030-0.014,-0.033-0.005,-0.033 0.002,-0.049-0.010,0.091-0.008,0.605 0.002,-0.072-0.018,-0.139-0.015,-0.165-0.015,-0.626-0.063,0.295-0.083,0.878-0.183,0.294-0.165,0.205-0.160,0.135-0.143,0.080-0.124,0.222-0.132,0.078-0.027,-0.194 0.092,-0.242 0.134,-0.254 0.149,-0.239 0.146,-1.438 0.267,0.075 0.041,2.167 0.002,0.510 0.179,0.439 0.162,0.362 0.140,0.280 0.115,-4.704-0.307,3.880 0.337,-0.093 0.025,0.635 0.093,-0.505-0.025,-0.567-0.042,-0.553-0.048,-0.501-0.047,-2.144-0.241,1.665 0.143,-0.120-0.033,-0.142-0.026,-0.147-0.020,-0.142-0.015,-0.126-0.010,-1.279-0.089,1.590 0.165,-0.030 0.009,-0.125-0.015,-0.174-0.028,-0.192-0.033,-0.188-0.034,-0.171-0.034,-0.119-0.027,-0.210-0.026,-0.228-0.020,-0.218-0.015,-0.198-0.011,-0.167-0.008,-0.134-0.004,-0.104-0.003,-0.079-0.001,-0.043 0.001,-0.027 0.000,-0.013 0.001,-0.004-0.000,0.002 0.002,0.007 0.001,-0.009 0.000,-0.013 0.002,-0.011 0.000,-0.011 0.000,-0.009 0.001,-0.009 0.000,-0.005 0.001,-0.004-0.001,-0.004 0.000,-0.001 0.000,-0.001 0.001,-0.001-0.001,0.000 0.000,0.000 0.000,0.001 0.000,0.000 0.000,0.000 0.000,0.001 0.000,0.000 0.000,0.000 0.000,0.000 0.000,0.000 0.000,0.001 0.000,-0.001 0.000,0.001 0.000,-0.001 0.000,0.001 0.000,-0.001 0.000,0.084 0.000</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244.000 1194.000,'0.030'-0.010,"0.047"-0.016,0.055-0.017,0.056-0.020,0.054-0.018,0.047-0.015,0.041-0.014,-0.056-0.029,0.128-0.131,0.053-0.073,0.059-0.059,0.054-0.044,-0.452 0.346,0.328-0.395,0.088-0.222,0.746-1.227,0.312-0.524,0.260-0.370,0.207-0.245,0.156-0.145,0.358-0.165,1.363-0.643,1.418-0.326,1.454-0.271,1.353-0.215,1.173-0.162,0.208 0.260,-0.195 0.395,-0.499 0.481,-0.643 0.496,-0.679 0.463,-0.643 0.403,-5.336 1.981,12.286-3.563,3.211-0.691,1.119-0.165,-0.303 0.187,-1.189 0.396,-1.669 0.501,-11.846 3.096,10.054-1.855,1.667 0.147,11.769-0.860,1.116 0.702,-0.285 0.725,-1.105 0.675,-21.602 1.040,9.604-0.079,0.081 0.319,9.413 0.809,-1.237 0.525,-1.796 0.322,-2.020 0.169,-2.016 0.060,-10.211-1.115,6.430 1.014,2.253 0.670,-0.754 0.223,-0.894 0.165,-0.923 0.115,-0.881 0.075,-0.790 0.044,0.273 0.471,-1.361-0.013,-1.306-0.044,-1.157-0.060,-0.964-0.064,-0.762-0.059,-0.663 0.155,0.146 0.861,-0.484 0.388,-0.515 0.279,-0.488 0.186,-3.083-4.270,1.450 2.412,-0.214-0.019,0.390 1.259,-0.394-0.346,-0.348-0.432,-0.293-0.456,-0.235-0.435,-0.079-0.201,0.108 0.281,0.102 0.226,0.135 0.306,0.144 0.330,0.137 0.315,-0.685-1.728,0.592 2.066,-0.144-0.005,-0.194-0.188,-0.212-0.289,-0.205-0.328,-0.185-0.330,-0.162-0.241,-0.097-0.187,-0.070-0.279,-0.049-0.321,-0.031-0.325,-0.017-0.307,-0.021-0.672,0.051 0.373,0.043 0.279,-0.002-0.073,-0.015-0.102,-0.021-0.115,-0.022-0.116,-0.024-0.106,-0.083-0.944,-0.165 1.151,-0.198 0.124,-0.174 0.073,-0.146 0.034,-0.117 0.006,-0.092-0.047,-0.161 0.091,-0.636 0.629,-0.429 0.258,-0.406 0.240,-0.356 0.206,1.263-1.362,-0.043 0.018,-1.168 1.114,0.065-0.119,0.146-0.187,0.186-0.216,0.200-0.220,0.192-0.205,-0.107-0.021,-0.072-0.050,-0.043-0.063,-0.021-0.069,-0.007-0.065,0.005-0.061,1.782-1.194,-3.233 1.879,-1.060 0.435,-0.564 0.139,-0.288-0.012,-0.093-0.108,0.040-0.157,0.117-0.177,0.379-0.305,0.231-0.251,0.232-0.247,0.218-0.225,0.190-0.194,-0.042-0.163,-0.191-0.131,-0.270-0.101,-0.303-0.073,-0.299-0.052,-0.276-0.032,-0.241-0.020,-0.048-0.038,0.079-0.047,0.155-0.051,0.191-0.049,0.200-0.043,0.194-0.038,4.094-0.206,-5.252 0.149,-0.598-0.040,-0.212-0.037,0.055-0.032,0.225-0.028,0.321-0.022,5.161-0.036,-4.146-0.030,-0.794-0.030,-3.457-0.020,-0.483 0.047,-0.041 0.074,0.251 0.085,0.425 0.088,3.853-0.051,0.226 0.031,-3.765 0.242,0.831 0.030,0.859-0.006,0.801-0.025,0.696-0.036,0.445-0.067,0.411-0.089,0.286-0.091,0.187-0.084,0.109-0.071,0.052-0.058,2.806 0.008,-4.657-0.439,-1.700-0.400,-1.525-0.391,-1.295-0.354,-1.050-0.303,-0.812-0.250,2.923 0.457,-3.553-0.790,0.572-0.106,0.763-0.076,0.808-0.049,9.322 2.251,-4.837-1.323,0.188-0.100,-2.817-1.125,1.205 0.144,1.346 0.268,1.316 0.322,1.184 0.326,1.972 0.786,-1.680-1.138,-0.157-0.389,-0.139-0.352,-0.116-0.304,-0.096-0.253,-0.073-0.201,3.727 3.012,-4.416-3.875,-0.004-0.149,0.346 0.209,0.547 0.431,0.643 0.541,0.656 0.578,0.624 0.561,0.543 0.424,0.460 0.319,0.544 0.435,0.425 0.338,0.312 0.250,0.207 0.294,0.070-0.042,0.129-0.486,0.120-0.276,0.091-0.278,0.066-0.258,0.045-0.223,0.019-0.071,0.008 0.008,-0.004 0.066,-0.009 0.095,-0.012 0.108,-0.014 0.106,-0.149 0.710,0.276-0.965,0.117-0.281,0.115-0.287,0.104-0.268,0.092-0.237,0.073-0.196,-0.025 0.176,0.026 0.039,0.015 0.086,0.009 0.109,0.002 0.117,-0.002 0.115,-0.199 0.472,0.089-0.161,0.401-0.886,0.038-0.012,-0.009 0.092,-0.042 0.153,-0.061 0.188,-0.977 2.154,0.662-1.247,0.075-0.010,0.710-1.035,-0.041 0.221,-0.127 0.299,-0.176 0.330,-0.196 0.328,-0.176 0.213,-0.206 0.325,-0.090 0.191,-0.052 0.159,-0.025 0.126,-0.002 0.098,0.009 0.071,0.070 0.002,0.024 0.013,0.025-0.005,0.023-0.019,0.019-0.024,0.015-0.026,0.013-0.026,0.197-0.089,0.079-0.048,-0.001-0.021,-0.054 0.001,-0.083 0.014,-0.570 0.455,0.738-0.482,0.009 0.050,-0.045 0.078,-0.077 0.086,-0.089 0.087,-0.091 0.080,-0.661 0.330,0.857-0.212,0.358-0.018,1.782-0.292,0.753-0.128,0.551-0.125,0.377-0.110,0.036-0.023,0.080-0.018,0.008 0.002,-0.036 0.015,-0.060 0.023,-0.070 0.025,-2.107 0.414,0.077-0.010,2.439-0.390,0.256 0.060,0.154 0.090,0.076 0.103,0.023 0.101,-1.022 0.149,1.799-0.063,0.909 0.025,0.907 0.027,0.844 0.023,0.744 0.021,0.629 0.017,-8.319 0.297,11.212-0.279,0.177 0.059,-0.667 0.062,-1.136 0.057,-1.325 0.049,-1.333 0.043,-0.765 0.031,-0.351 0.026,-0.066 0.016,0.114 0.012,0.216 0.008,0.262 0.003,-3.636-0.005,2.750 0.029,-0.189 0.040,-0.382 0.046,-0.487 0.049,-0.527 0.046,-4.780-0.163,2.670 0.176,0.023 0.061,2.247 0.289,-0.462 0.049,-0.627 0.004,-0.695-0.027,-0.690-0.045,-1.524-0.224,-0.103-0.006,1.192 0.198,-0.274-0.039,-0.269-0.046,-0.247-0.048,-0.214-0.044,-1.867-0.275,1.915 0.514,1.464 0.616,0.525 0.320,0.346 0.223,0.205 0.144,0.102 0.081,-1.127-0.424,0.755 0.321,-0.462-0.168,-0.581-0.221,-0.614-0.239,-0.590-0.231,-0.531-0.211,0.838 0.485</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1035.000 502.000,'0.011'0.011,"0.019"0.019,0.021 0.021,0.022 0.022,0.020 0.020,0.019 0.019,0.009 0.045,-0.007 0.053,0.081 0.072,0.147 0.117,0.177 0.129,0.186 0.128,0.180 0.118,-0.254-0.228,0.053 0.042,0.729 0.599,0.190 0.122,0.149 0.082,0.115 0.053,0.081 0.030,0.218 0.137,0.095 0.052,0.078 0.046,0.061 0.040,0.047 0.030,0.032 0.024,-1.487-1.108,1.991 1.241,0.186 0.020,-0.028-0.095,-0.163-0.159,-0.237-0.192,-0.269-0.197,0.456-0.075,0.283-0.124,0.151-0.148,0.055-0.150,-0.011-0.142,-0.051-0.126,-2.668-0.443,2.442 0.238,0.760-0.042,0.077-0.082,-0.071-0.068,-0.166-0.054,-0.218-0.044,-2.751-0.042,1.627-0.020,0.164-0.057,1.907-0.259,0.383-0.244,0.285-0.242,0.202-0.228,0.135-0.202,0.082-0.171,-3.177 0.767,3.322-1.217,-0.240-0.218,-0.361-0.149,-0.412-0.092,-0.419-0.050,-0.394-0.019,-3.066 1.882,2.901-2.181,-0.187-0.102,-0.287 0.048,-0.332 0.143,-0.342 0.197,-0.328 0.222,-1.265 1.217,1.538-1.745,0.028-0.198,-0.020-0.123,-0.051-0.063,-0.064-0.022,-0.072 0.007,-0.506 0.535,-0.070-0.034,0.172-0.435,-0.231 0.210,-0.252 0.275,-0.248 0.299,-0.229 0.294,-0.764 1.557,0.600-1.836,-0.157-0.293,-0.149-0.324,-0.130-0.322,-0.109-0.295,-0.088-0.258,-0.068-0.256,-0.050-0.359,-0.040 0.162,-0.023 0.269,-0.012 0.312,-0.005 0.312,-0.010 0.536,-0.017 0.425,-0.018 0.412,-0.017 0.370,-0.017 0.314,-0.013 0.257,0.047 0.566,-0.262-0.532,-0.171-0.168,-0.634-0.936,-0.166-0.086,-0.050 0.048,0.024 0.126,1.100 1.609,-0.676-0.864,-0.068 0.042,-0.600-0.469,-0.143 0.024,-0.111 0.017,-0.083 0.012,-0.058 0.007,-0.358-0.108,-0.291 0.002,-0.308 0.002,-0.293 0.003,-0.258 0.004,-0.215 0.004,0.414 0.358,-1.729-0.392,-0.508 0.089,-0.304 0.146,-0.150 0.167,-0.043 0.170,0.026 0.156,4.823 0.800,-5.649-0.560,-0.261 0.223,0.036 0.213,0.218 0.190,0.313 0.160,5.268-0.024,-5.741 0.432,0.356 0.262,0.600 0.184,0.692 0.121,0.686 0.071,0.622 0.035,0.387 0.128,-0.223 0.318,0.118 0.153,0.137 0.101,0.137 0.059,0.126 0.030,0.834-0.482,-0.827 0.528,0.135 0.021,0.198 0.001,0.223-0.012,0.216-0.018,0.197-0.021,0.065 0.052,0.091-0.002,0.052-0.001,0.025 0.003,0.145-0.031,-0.146 0.410,0.073 0.261,0.103 0.244,0.111 0.213,0.109 0.173,1.098-1.999,-1.031 2.177,0.124-0.120,0.187-0.309,0.212-0.405,0.212-0.430,0.195-0.416,0.455-1.049,-0.496 1.218,0.004 0.066,0.037-0.007,0.054-0.052,0.063-0.076,0.063-0.087,-0.066 0.330,-0.067 0.512,-0.017 0.427,-0.002 0.392,0.011 0.339,0.015 0.279,0.037 0.171,0.075-0.086,0.083-0.177,0.078-0.216,0.071-0.222,0.060-0.207,0.195-2.028,-0.091 1.836,0.044-0.067,0.039-0.197,0.032-0.271,0.027-0.302,0.021-0.305,0.021-1.174,0.001 0.934,0.012-0.328,0.007-0.303,0.004-0.264,0.001-0.218,0.000-0.172,-0.010-0.361,1.041 1.114</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1554.000 577.000,'0.130'0.000,"1.223"0.035,0.763 0.055,0.544 0.061,0.365 0.061,0.225 0.055,0.118 0.048,0.043 0.039,-2.749-0.284,3.567 0.367,0.833 0.054,0.721 0.028,0.595 0.009,0.470-0.004,-5.433-0.421,5.786 0.281,4.078 0.047,1.720-0.050,1.236-0.049,0.834-0.042,0.518-0.037,0.274-0.030,-9.262-0.127,10.315 0.170,0.683 0.034,0.082 0.024,-0.319 0.016,-0.567 0.012,-0.694 0.005,-0.971-0.065,1.012-0.023,6.350-0.034,0.729-0.153,0.185-0.166,-0.173-0.162,-0.380-0.144,-5.455 0.007,2.901-0.202,-0.970-0.112,-1.158-0.092,-1.204-0.076,-1.152-0.058,-1.287-0.024,-2.277 0.066,-2.324 0.096,-2.181 0.105,-1.928 0.107,-1.627 0.098,-2.030-0.525</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1468.000 1006.000,'0.555'0.007,"0.865"0.011,0.994 0.012,1.001 0.013,0.928 0.011,0.812 0.010,0.676 0.009,0.539 0.007,0.409 0.004,0.297 0.005,0.204 0.002,-5.439-0.050,17.615 0.694,5.992 0.273,2.824 0.090,0.588-0.033,-0.886-0.111,-1.765-0.151,-2.197-0.167,-14.620-0.429,14.996-0.037,-1.519-0.319,-1.725-0.251,-1.702-0.189,-1.542-0.132,-5.342 0.129,2.061-0.157,-1.140 0.063,-1.098 0.102,-0.987 0.121,-0.846 0.123,-0.691 0.118,-7.923 0.181,7.062-0.062,-1.330 0.094,-1.395 0.075,-1.324 0.057,-1.175 0.043,0.961 0.777</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1663.000 943.000,'0.071'0.000,"0.117"0.000,0.226 0.025,0.145 0.038,0.113 0.044,0.084 0.046,0.060 0.041,0.039 0.038,-0.017 0.045,-0.006 0.060,-0.014 0.063,-0.020 0.058,-0.022 0.054,-0.022 0.044,0.003 0.042,-0.064-0.032,-0.070-0.052,-0.065-0.059,-0.059-0.060,-0.050-0.057,-0.347-0.265,0.809 0.403,0.868 0.350,0.557 0.207,0.438 0.159,0.329 0.119,0.235 0.084,-1.240-0.513,-0.007 0.013,1.578 0.684,-0.268-0.136,-0.355-0.190,-0.375-0.208,-0.355-0.198,-0.687-0.326,0.511 0.004,-0.086-0.160,-0.073-0.131,-0.056-0.099,-0.043-0.073,-0.030-0.048,-0.185-0.045,-0.106-0.040,-0.111-0.036,-0.104-0.030,-0.094-0.023,-0.979 0.105,1.096-0.438,0.314-0.246,0.942-0.589,0.224-0.243,0.085-0.153,-0.014-0.081,-0.079-0.030,-0.545 0.287,-0.232 0.085,0.151-0.196,-0.354 0.203,-0.318 0.207,-0.274 0.196,-0.225 0.172,-0.402 0.333,-0.073 0.052,0.148-0.133,-0.142 0.137,-0.120 0.127,-0.095 0.108,-0.071 0.089,-0.069 0.070,-0.033 0.046,-0.023 0.032,-0.015 0.022,-0.008 0.014,-0.003 0.008,-0.102-0.019,0.433 0.108,0.248 0.135,0.205 0.153,0.162 0.155,0.121 0.144,0.087 0.126,-0.088-0.027,-0.047-0.021,-0.073-0.054,-0.086-0.072,-0.089-0.078,-0.085-0.078,-0.444-0.287,0.831 0.332,0.153-0.001,0.095-0.004,0.049-0.006,0.017-0.006,-0.005-0.005,-0.063-0.031,-0.123-0.053,-0.138-0.059,-0.139-0.058,-0.127-0.053,-0.108-0.045,-0.090-0.038,-0.069-0.028,-0.053-0.022,-0.097-0.044,0.173-0.027,0.089-0.052,0.083-0.057,0.076-0.056,0.065-0.051,0.054-0.047,-0.596 0.101,0.830-0.378,0.004-0.213,-0.036-0.201,-0.058-0.173,-0.065-0.143,-0.067-0.113,-0.106 0.045,-0.023-0.003,-0.010 0.018,-0.001 0.031,0.006 0.038,0.007 0.037,0.010 0.035,0.048 0.016,-0.087 0.176,-0.105 0.188,-0.104 0.181,-0.097 0.158,-0.081 0.132,0.093 0.109,0.095 0.101,0.183 0.090,0.320 0.174,0.187 0.193,0.153 0.192,0.117 0.178,0.087 0.155,0.063 0.131,0.529 0.285,0.153 0.063,-0.017-0.037,-0.122-0.095,-0.174-0.123,-0.194-0.130,-0.252-0.139,-0.301-0.152,-0.291-0.137,-0.259-0.117,-0.218-0.095,-0.157-0.102,-0.117-0.105,-0.078-0.093,-0.046-0.078,-0.022-0.061,-0.007-0.047,-0.040-0.036,0.336-0.341,0.104-0.158,0.045-0.094,0.005-0.048,-0.020-0.016,0.069-0.086,0.070-0.068,0.084-0.068,0.084-0.064,0.078-0.057,0.067-0.047,0.054-0.036,-0.150 0.179,-0.051 0.078,-0.066 0.095,-0.071 0.099,-0.071 0.095,-0.064 0.087,-0.046 0.096,-0.029 0.099,-0.017 0.091,-0.007 0.081,-0.002 0.068,0.004 0.056,0.051 0.043,0.041 0.070,-0.021 0.080,-0.035 0.079,-0.038 0.068,-0.040 0.060,-0.036 0.048,-0.031 0.036,-0.045-0.028,-0.008-0.031,-0.043-0.048,-0.012-0.025,-0.012-0.021,-0.013-0.019,-0.009-0.014,-0.009-0.011,-0.006-0.015,-0.025-0.024,-0.027-0.027,-0.026-0.025,-0.024-0.022,-0.022-0.020,-0.123-0.031,0.267-0.033,0.084-0.083,0.070-0.084,0.056-0.080,0.040-0.070,0.030-0.057,-0.092-0.111,-0.047-0.087,-0.053-0.042,-0.053-0.010,-0.048 0.012,-0.043 0.023,-0.094 0.113,0.028-0.141,-0.041 0.083,-0.032 0.104,-0.024 0.107,-0.015 0.100,-0.012 0.087,-0.005 0.071,-0.003 0.057,-0.001 0.041,0.000 0.029,0.002 0.020,0.002 0.010,0.002 0.006,0.002 0.002,0.001-0.001,0.002-0.003,0.022 0.025,0.039 0.044,0.045 0.049,0.044 0.050,0.040 0.046,0.034 0.039,0.029 0.032,1.194 1.202</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1745.000 527.000,'0.000'0.099,"0.000"0.157,0.000 0.184,0.000 0.188,0.000 0.178,0.000 0.158,0.000 0.137,0.000-0.230,0.000 0.099,0.000-0.003,0.011 0.901,0.019 0.178,0.021 0.079,0.022 0.007,0.020-0.038,0.019-0.066,-0.089-1.614,0.121 1.554,0.032-0.178,0.031-0.207,0.029-0.212,0.027-0.201,0.021-0.178,-0.224-0.801,0.382 0.663,0.074-0.166,0.043-0.131,0.021-0.099,0.006-0.072,-0.005-0.047,-0.045-0.046,-0.051-0.032,-0.056-0.025,-0.052-0.019,-0.049-0.012,-0.266-0.168,0.339 0.125,0.058-0.026,0.034-0.027,0.014-0.026,0.001-0.022,-0.007-0.018,-0.400-0.035,0.503 0.016,0.046-0.025,0.012-0.031,-0.013-0.033,-0.026-0.031,-0.033-0.026,-0.056-0.016,-0.040-0.015,-0.035-0.010,-0.032-0.007,-0.028-0.005,-0.022-0.002,0.044-0.047,0.061-0.062,0.078-0.072,0.082-0.072,0.080-0.067,0.070-0.059,0.061-0.049,0.185-0.110,0.103-0.067,0.043-0.034,0.003-0.011,-0.026 0.005,-0.039 0.015,-0.667 0.483,0.240-0.168,0.006-0.005,0.425-0.303,-0.060 0.042,-0.087 0.064,-0.100 0.072,-0.099 0.073,-0.093 0.068,-0.082 0.061,-0.070 0.051,-0.175 0.098,-0.014-0.030,0.167-0.205,0.006-0.028,0.010-0.007,0.012 0.007,0.013 0.016,-0.221 0.235,0.276-0.175,-0.049 0.052,-0.076 0.050,-0.089 0.044,-0.088 0.036,-0.081 0.061,-0.044 0.040,-0.030 0.040,-0.020 0.034,-0.013 0.031,-0.006 0.023,-0.001 0.020,0.039 0.026,0.064 0.029,0.074 0.029,0.074 0.027,0.071 0.023,0.063 0.019,-0.158-0.010,0.062 0.070,0.479 0.405,0.173 0.286,0.136 0.265,0.102 0.233,0.075 0.195,-0.119-0.073,0.604 0.750,0.059 0.035,-0.027-0.099,-0.075-0.174,-0.101-0.207,-0.107-0.207,-0.321-0.389,-0.130-0.193,-0.129-0.182,-0.118-0.164,-0.105-0.140,-0.088-0.117,-0.021-0.077,-0.119-0.111,-0.107-0.088,-0.090-0.064,-0.074-0.046,-0.055-0.031,0.068-0.197,0.127-0.279,0.157-0.304,0.160-0.292,0.150-0.258,0.126-0.215,-0.446 0.655,0.394-0.601,0.047-0.036,0.029 0.011,0.016 0.040,0.006 0.057,0.000 0.067,-0.629 0.788,0.596-0.760,-0.101 0.147,-0.110 0.169,-0.107 0.170,-0.098 0.159,-0.084 0.140,-0.025 0.128,-0.029 0.090,-0.042 0.068,-0.046 0.052,-0.046 0.036,-0.044 0.024,-0.005 0.035,0.004 0.047,0.016 0.046,0.023 0.043,0.027 0.039,0.024 0.033,-0.315-0.064,0.356 0.299,0.073 0.154,0.226 0.304,0.110 0.163,0.096 0.123,0.080 0.090,0.065 0.061,0.071 0.024,-0.071-0.162,-0.105-0.207,-0.118-0.218,-0.115-0.209,-0.106-0.187,-0.092-0.157,-0.074-0.128,-0.059-0.098,-0.043-0.072,-0.032-0.050,-0.021-0.032,0.045-0.080,0.209-0.230,0.043-0.062,-0.004-0.003,-0.038 0.032,-0.054 0.054,-0.061 0.064,-0.365 0.388,0.289-0.299,0.069-0.067,0.467-0.488,0.079-0.098,0.020-0.043,-0.017-0.005,-0.043 0.019,-0.024-0.055,-0.006-0.051,-0.114 0.110,-0.122 0.143,-0.118 0.152,-0.105 0.142,-0.101 0.171,-0.045 0.114,-0.029 0.100,-0.015 0.082,-0.008 0.067,0.000 0.051,-0.092 0.038,0.203 0.017,0.033 0.022,0.012 0.013,-0.001 0.006,-0.010 0.000,-0.012-0.003,0.965 0.063</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1774.000 547.000,'0.014'0.000,"0.020"0.000,0.023 0.000,0.022 0.000,0.021 0.000,0.016 0.000,0.015 0.000,0.009 0.000,0.008 0.000,0.005 0.000,0.003 0.000,0.002 0.000,0.000 0.000,0.140 0.000,0.228 0.000,0.259 0.000,0.260 0.000,0.237 0.000,0.249-0.013,0.250-0.021,0.226-0.022,0.195-0.024,0.158-0.021,0.124-0.019,-1.375 0.061,3.196-0.190,0.776-0.046,0.416-0.016,0.164 0.003,-0.005 0.014,-0.107 0.021,-0.329 0.028,-0.175 0.019,-0.167 0.017,-0.148 0.013,-0.125 0.012,-0.099 0.008,0.401-0.000,0.449 0.005,0.520 0.004,0.519 0.001,0.472 0.001,0.400 0.001,-5.950 0.132,5.334-0.193,-0.552-0.019,-0.761 0.007,-0.831 0.024,-0.813 0.031,-0.734 0.034,-0.646 0.019,-0.621 0.013,-0.513 0.006,-0.403 0.001,-0.301-0.002,-0.215-0.004,-0.142-0.005,-0.043 0.054,0.017 0.003,0.108-0.036,0.038-0.002,0.028-0.005,0.020-0.005,0.012-0.005,0.008-0.006,0.003-0.005,0.018-0.012,-0.017 0.003,-0.020 0.006,-0.023 0.007,-0.020 0.007,-0.019 0.006,-0.015 0.006,-0.012 0.004,-0.009 0.004,-0.006 0.002,-0.006 0.002,-0.001 0.008,-0.003 0.012,-0.004 0.015,-0.002 0.012,-0.003 0.012,0.000 0.011,-0.052 0.012,0.207-0.001,0.111 0.005,0.099 0.005,0.084 0.002,0.066 0.001,-0.140 0.000,0.175 0.001,0.008 0.000,-0.011-0.001,-0.023 0.000,-0.029-0.000,-0.030 0.000,1.562 0.000</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818.000 354.000,'-0.016'0.000,"-0.024"0.000,-0.029 0.000,-0.028 0.000,-0.025 0.000,0.022 0.000,-0.136 0.000,-0.079 0.000,-0.070 0.000,-0.061 0.000,-0.051 0.000,0.381 0.000,-0.803 0.016,-0.216 0.024,-0.142 0.029,-0.081 0.028,-0.039 0.025,0.077-0.004,-0.057-0.006,-0.063-0.009,-0.061-0.014,1.175-0.071,-1.190 0.044,-0.679 0.022,-0.095 0.019,0.006 0.026,0.072 0.029,0.105 0.027,0.120 0.026,0.119 0.022,0.774-0.098,-0.499 0.059,-0.037 0.006,-0.032 0.006,-0.028 0.007,0.480-0.052,-0.035 0.016,-0.992 0.188,0.035 0.038,0.100 0.024,0.135 0.014,0.145 0.003,-0.018 0.080,0.037 0.074,0.039 0.067,-0.226 0.159,-0.273 0.168,-0.286 0.165,2.001-0.910,-3.678 1.599,-0.550 0.204,-0.099 0.015,0.182-0.100,0.334-0.162,0.398-0.184,0.726-0.289,0.199-0.058,0.140-0.027,0.095-0.005,0.058 0.011,0.029 0.018,0.009 0.023,1.002-0.469,-0.006 0.010,0.014 0.001,-0.917 0.478,0.156-0.041,0.199-0.062,0.215-0.071,-0.097-0.003,0.850-0.471,-0.038-0.006,-0.942 0.490,0.056 0.058,0.127 0.060,0.159 0.054,1.184-0.790,-0.963 0.840,0.174 0.001,0.174-0.027,0.164-0.041,0.142-0.050,0.121-0.051,0.558-0.716,-0.321 0.447,-0.061 0.119,-0.536 0.848,-0.055 0.161,-0.001 0.075,0.027 0.018,0.045-0.020,0.236-0.364,0.118-0.177,0.128-0.196,0.122-0.196,0.113-0.183,0.066-0.062,0.021 0.035,-0.004 0.091,-0.021 0.119,-0.112 0.696,-0.051 0.428,-0.003 0.210,0.030 0.052,0.049-0.057,0.060-0.125,0.415-1.895,-0.374 2.149,0.101-0.151,0.094-0.190,0.117-0.661,0.042-0.088,0.034-0.091,0.052 0.199,0.075-0.083,0.074-0.067,0.068-0.053,0.061-0.039,0.000-0.494,0.090 0.050,0.381 0.684,0.157 0.123,0.113 0.096,0.078 0.070,0.048 0.049,-0.860-1.577,0.807 1.315,0.027-0.032,0.366 0.341,0.226 0.089,0.033-0.130,0.002-0.123,-0.016-0.111,-0.474-0.536,0.002-0.022,0.514 0.301,0.300-0.006,0.338-0.004,0.336-0.006,-1.549-0.901,1.705 0.693,0.609 0.093,0.980 0.234,0.128-0.061,-0.099-0.112,-0.246-0.142,-0.329-0.152,-3.050-0.916,1.842 0.471,0.154-0.011,2.990 0.467,0.862-0.094,0.771-0.113,0.651-0.116,0.526-0.109,-1.172-0.246,1.593-0.028,-0.089-0.097,-0.455-0.088,-0.675-0.077,-0.779-0.064,-3.825-0.091,5.134 0.021,0.211-0.037,-0.196-0.027,1.637-0.163,0.742-0.228,0.867-0.247,-1.790-0.018,-0.226-0.084,-0.383-0.059,-0.467-0.037,-1.356 0.064,-2.059 0.161,-0.155-0.049,3.311-0.611,-0.858-0.034,-0.952 0.022,-0.935 0.056,-2.683 0.540,-0.114-0.009,-0.037-0.028,2.517-0.783,-0.022-0.159,-0.074-0.127,-0.100-0.094,-0.895 0.121,-0.191-0.188,-0.188-0.209,-0.171-0.212,-0.816 0.152,-0.580 0.162,-0.224-0.083,0.235-0.764,-0.396-0.110,-0.372-0.074,-0.338-0.046,-0.479 0.682,-0.169-0.030,0.055-1.368,-0.223 0.336,-0.117 0.058,-0.087 0.125,-0.062 0.163,-0.072 0.306,-0.029-0.318,-0.042 0.126,-0.091-0.346,-0.129 0.172,-0.131 0.166,-0.121 0.149,-0.174 0.529,-0.254-0.121,-0.510-0.546,-0.379-0.136,-0.346-0.104,-0.305-0.078,-0.257-0.054,0.555 0.960,-0.378-0.234,-3.241-2.896,-0.860-0.351,-0.514-0.082,-0.260 0.088,-0.083 0.187,3.249 2.661,-2.380-1.396,0.074 0.412,0.172 0.450,0.228 0.444,0.250 0.414,0.249 0.367,3.154 1.428,-3.752-1.086,0.046 0.346,1.206 0.492,0.408 0.217,0.469 0.189,0.486 0.161,0.341 0.168,-0.522 0.060,0.338 0.145,0.413 0.114,0.434 0.084,0.414 0.060,-2.482 0.471</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477.000 775.000,'0.015'0.029,"0.023"0.047,0.026 0.053,0.028 0.054,0.025 0.051,-0.019-0.014,-0.001 0.037,0.027 0.059,0.034 0.039,0.042 0.036,0.045 0.029,-0.010-0.071,0.224 0.220,0.154 0.094,0.315 0.239,0.072 0.001,0.010-0.049,-0.032-0.076,-0.519-0.460,0.810 0.350,0.332 0.014,0.918 0.121,0.409-0.104,0.312-0.134,0.227-0.142,0.154-0.136,-0.643-0.127,0.599-0.105,-0.119-0.147,-0.190-0.144,-0.223-0.133,-0.232-0.116,-2.200 0.355,1.521-0.545,0.270-0.260,0.690-0.507,0.196-0.320,2.128-1.684,-0.156-0.348,-0.385-0.116,-0.488 0.032,-1.765 1.288,-0.223-0.089,0.772-1.522,-0.623 0.312,-0.581 0.469,-0.505 0.521,-0.558 0.791,-0.250 0.185,-0.291 0.083,-0.314 0.075,-0.301 0.034,-0.273 0.008,-0.237-0.014,-0.045 0.347,-0.302-0.127,-1.253-0.990,-0.400 0.047,-0.215 0.169,-0.081 0.233,0.007 0.250,2.475 1.481,-2.857-1.230,0.049 0.286,0.806 0.422,0.253 0.180,0.280 0.162,0.282 0.139,1.013 0.228,-0.992-0.079,0.102 0.102,0.298 0.087,0.157 0.066,0.162 0.058,0.154 0.049,0.037 0.078,0.218 0.015,0.186-0.003,0.151-0.016,0.115-0.020,0.084-0.022,0.058-0.022,0.035-0.017,0.020-0.015,0.009-0.012,0.002-0.009,-0.040-0.079,0.123 0.249,0.129 0.160,0.210 0.147,0.242 0.127,0.238 0.103,0.215 0.079,-0.941-0.720,1.134 0.609,1.368 0.419,0.723 0.056,0.558-0.005,0.410-0.041,0.283-0.059,-1.157-0.371,0.067-0.090,0.064-0.095,1.599 0.060,0.524-0.091,0.523-0.059,0.483-0.039,-5.413-0.374,4.870 0.185,1.199-0.030,5.748 0.028,0.792-0.099,-0.034-0.096,-0.547-0.086,-8.243-0.012,8.115-0.150,-0.361-0.072,-0.790-0.042,-1.007-0.016,-1.071-0.001,-1.034 0.010,-2.258 0.048,0.653-0.040,3.400-0.142,-0.082 0.006,-0.551 0.032,-0.822 0.047,-0.943 0.056,-6.694 0.230,7.462-0.171,0.553 0.067,-0.118 0.076,-0.301 0.070,-0.387 0.061,-0.414 0.052,-1.910-0.009,1.087 0.027,-0.617-0.002,-0.787-0.009,-0.843-0.014,-0.821-0.014,-0.752-0.015,-3.055-0.052,2.814-0.026,0.090-0.037,1.233-0.087,-0.498-0.050,-0.655-0.036,-0.690-0.023,-0.749 0.000,-0.600 0.004,-0.520 0.008,-0.424 0.012,-0.330 0.011,-0.247 0.012,-1.154-0.442</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880.000 697.000,'0.005'0.000,"0.007"0.000,0.009 0.000,0.008 0.000,0.007 0.000,0.007 0.000,0.004 0.000,0.004 0.000,0.003 0.000,0.001 0.000,0.001 0.000,0.001 0.000,0.001 0.000,-0.001 0.000,0.000 0.000,0.000 0.000,-0.001 0.000,0.001 0.000,-0.006 0.000,0.029 0.000,0.142 0.000,0.106 0.000,0.100 0.000,0.088 0.000,-0.411 0.000,0.419 0.000,0.067 0.000,0.034 0.000,0.162 0.000,0.099 0.000,0.103 0.000,0.101 0.000,-0.071 0.024,0.033 0.038,0.433 0.174,0.115 0.188,0.102 0.196,0.089 0.185,0.072 0.163,-0.445-0.209,0.133 0.135,-0.169-0.009,-0.201-0.020,-0.209-0.027,-0.202-0.027,-0.182-0.028,-0.365-0.437,0.135 0.523,-0.141 0.016,-0.118-0.013,-0.095-0.033,-0.074-0.044,-0.056-0.047,0.092-0.574,-0.588 1.473,-0.469 0.668,-0.449 0.580,-0.399 0.478,-0.335 0.375,-0.267 0.280,0.333-0.793,-0.301 0.116,-0.713 0.493,-0.238-0.160,-0.154-0.249,-0.091-0.294,-0.041-0.305,0.979-0.880,0.126-0.204,-0.528 0.191,0.374-0.350,0.401-0.321,0.392-0.281,0.361-0.237,-1.554 0.951</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2263.000 878.000,'0.000'-0.010,"0.000"-0.017,0.000-0.020,0.000-0.018,0.000-0.018,0.000-0.017,0.000-0.013,-0.098-0.012,-0.154-0.012,-0.178-0.008,-0.181-0.009,-0.168-0.005,-0.149-0.004,0.074 0.038,-0.348-0.015,-0.071 0.021,-0.026 0.021,0.005 0.021,0.026 0.020,-0.259 0.016,0.396 0.019,-0.041 0.006,-0.554 0.003,0.020 0.007,0.067 0.006,0.088 0.002,0.575 0.001,-0.652 0.013,0.039 0.019,0.101 0.022,0.134 0.020,0.146 0.021,0.144 0.018,0.845-0.092,-0.942 0.181,-0.006 0.113,0.009 0.125,0.018 0.122,0.022 0.111,0.024 0.095,0.650-0.438,-0.248 0.240,-0.005 0.054,-0.447 0.566,0.064 0.079,0.091 0.030,0.102-0.001,0.102-0.025,0.109-0.047,0.109-0.060,0.098-0.063,0.086-0.060,0.070-0.054,0.056-0.047,0.087-0.206,0.032 0.002,0.030 0.012,0.020 0.102,0.027-0.034,0.025-0.050,0.017-0.057,0.012-0.056,0.006-0.376,0.003 0.208,0.052 0.558,0.068 0.079,0.073 0.008,0.071-0.033,0.064-0.057,0.053-0.067,0.182 0.008,0.151 0.000,0.101-0.043,0.064-0.067,0.036-0.078,0.027-0.109,0.063-0.070,0.015-0.080,0.007-0.060,0.002-0.044,-0.001-0.030,-0.240-0.125,-0.109-0.042,-0.016 0.002,0.325 0.118,0.002-0.010,0.002-0.020,0.001-0.022,0.002-0.022,-0.101-0.048,0.006-0.017,0.012-0.014,0.013-0.013,0.013-0.009,0.013-0.008,-0.283-0.029,0.054 0.035,0.535 0.181,0.020 0.036,-0.032 0.011,-0.066-0.008,-0.081-0.019,-0.383-0.158,0.056-0.017,0.750 0.102,0.000-0.064,-0.080-0.061,-0.120-0.053,-0.136-0.043,-0.531-0.050,0.452-0.025,0.003-0.057,-0.006-0.059,-0.012-0.054,-0.015-0.047,-0.014-0.041,-0.095-0.011,-0.024-0.024,-0.023-0.019,-0.021-0.015,-0.018-0.011,-0.016-0.007,-0.496 0.180,0.595-0.297,-0.044-0.014,-0.070 0.012,-0.080 0.027,-0.079 0.035,0.023-0.157,-0.280 0.180,0.006-0.034,0.346-0.475,-0.084-0.097,-0.114-0.061,-0.120-0.034,-0.386 0.872,0.261-0.628,0.012-0.040,0.068-0.140,0.007 0.032,0.004 0.057,-0.000 0.070,-0.002 0.074,-0.338 0.604,0.202-0.326,0.001 0.004,0.178-0.355,-0.048-0.030,-0.062-0.030,-0.068-0.024,-0.065-0.023,-0.058-0.164,-0.089 0.423,-0.016-0.011,0.005-0.516,-0.032-0.015,-0.024 0.007,-0.016 0.023,-0.008 0.211,-0.022 0.108,-0.032-0.016,-0.110-0.454,-0.077-0.055,-0.068-0.041,-0.059-0.031,0.120 0.598,-0.084-0.127,-0.036 0.033,-0.166-0.253,-0.025 0.064,-0.005 0.064,0.006 0.062,0.015 0.057,0.294 0.528,-0.342-0.580,-0.177-0.256,-0.034-0.006,-0.005 0.047,0.018 0.080,0.031 0.096,0.037 0.100,0.235 0.401,-0.439-0.280,-0.040 0.124,-0.012 0.102,0.007 0.084,0.019 0.062,-0.002 0.060,0.073 0.090,0.033 0.084,0.008 0.073,-0.010 0.059,-0.019 0.046,0.552 0.049,-0.184-0.015,-0.032-0.015,-0.376-0.059,-0.001-0.010,0.034 0.001,0.055 0.009,0.064 0.013,0.283 0.041,-0.004 0.007,-0.244-0.012,0.040 0.014,0.058 0.011,0.065 0.010,0.066 0.009,0.144 0.007,0.013 0.003,-0.163 0.004,0.019 0.003,0.021 0.003,0.016 0.001,0.016 0.000,-0.987 0.014</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2176.000 602.000,'0.074'-0.074,"0.159"-0.079,0.191-0.068,0.197-0.057,0.186-0.046,0.163-0.033,-0.349 0.140,0.084-0.016,0.668-0.198,0.188-0.048,0.140-0.040,0.099-0.033,0.063-0.023,-0.718 0.211,-0.032-0.006,0.594-0.239,-0.116 0.012,-0.128 0.026,-0.126 0.032,-0.117 0.037,-0.104 0.034,-0.014 0.014,-0.149 0.081,-0.138 0.081,-0.121 0.076,-0.099 0.063,-0.468 0.127,0.270-0.020,1.871-0.060,0.788-0.009,0.488-0.025,0.259-0.031,0.102-0.034,-0.006-0.033,-1.107 0.020,0.350-0.100,-0.170-0.053,-0.198-0.044,-0.202-0.034,-0.191-0.026,-0.175-0.020,-1.283 0.275,1.511-0.419,-0.143 0.036,-0.159 0.076,-0.150 0.093,-0.136 0.094,-0.111 0.088,-0.214 0.089,0.078 0.049,0.119 0.039,0.137 0.031,0.141 0.024,7.530 0.160</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2150.000 911.000,'0.012'0.000,"0.018"0.000,0.020 0.000,0.020 0.000,0.019 0.000,0.016 0.000,0.014 0.000,0.041 0.000,0.078 0.000,0.089 0.000,0.091 0.000,0.085 0.000,0.260 0.000,0.118 0.000,0.045 0.000,-0.006 0.000,-0.036 0.000,-0.054 0.000,-0.354 0.000,0.008 0.000,0.453 0.000,0.234 0.000,0.128 0.000,0.102 0.000,0.077 0.000,0.054 0.000,0.038 0.000,0.022 0.000,-0.893 0.012,0.831 0.039,0.210 0.021,1.358 0.087,0.176 0.034,0.014 0.020,-0.083 0.012,-0.139 0.004,-1.954-0.146,1.695 0.119,-0.308-0.030,-0.353-0.034,-0.346-0.031,-0.316-0.030,-0.514-0.033,0.055 0.006,-0.225 0.006,-0.204 0.012,-0.175 0.015,-0.143 0.016,-0.111 0.016,-0.072 0.000,-0.042-0.008,-0.019-0.015,-0.003-0.015,0.007-0.016,0.012-0.015,0.014-0.012,0.014-0.013,0.020-0.007,0.019-0.005,0.019-0.006,0.017-0.002,-0.044-0.001,0.020-0.002,0.167-0.001,0.024-0.001,0.001-0.001,-0.014 0.002,-0.021-0.001,-0.022 0.002,0.487-0.003</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2205.000 932.000,'-0.012'0.000,"-0.018"0.000,-0.020 0.000,-0.020 0.000,-0.019 0.000,-0.016 0.000,-0.014 0.000,0.031-0.024,0.005-0.038,-0.041-0.072,-0.015-0.016,-0.020 0.003,-0.020 0.015,-0.003 0.046,-0.039 0.034,-0.045 0.035,-0.044 0.036,-0.041 0.033,-0.038 0.030,0.199-0.032,-0.306 0.108,-0.213 0.085,-0.872 0.295,-0.336 0.089,-0.211 0.033,-0.119 0.000,-0.050-0.024,0.992-0.304,-0.834 0.194,0.054 0.016,0.111 0.031,0.139 0.036,0.148 0.041,0.143 0.038,0.928-0.383,-0.753 0.531,0.139 0.032,0.139-0.016,0.133-0.047,0.117-0.063,0.101-0.069,0.059 0.042,0.055 0.018,0.066-0.014,0.069-0.033,0.067-0.045,0.061-0.049,0.219-0.329,-0.143 0.631,0.068 0.132,0.060 0.058,0.050 0.007,0.039-0.027,0.032-0.046,0.039 0.075,0.043 0.052,0.042 0.013,0.038-0.010,0.035-0.026,0.028-0.035,0.023-0.036,0.018-0.037,-0.179-0.804,0.288 0.837,0.102 0.022,0.093-0.013,0.081-0.033,0.069-0.044,0.054-0.050,-0.570-0.732,1.067 0.821,0.225-0.028,0.096-0.060,0.006-0.079,-0.052-0.082,-0.085-0.081,-0.561-0.286,-0.002-0.018,0.618 0.223,-0.060-0.069,-0.087-0.070,-0.097-0.066,-0.096-0.057,-0.505-0.166,-0.008-0.022,0.607 0.056,0.167-0.057,0.182-0.050,0.174-0.039,0.156-0.029,0.132-0.022,-0.843-0.012,0.679-0.005,-0.001-0.007,0.301-0.005,-0.147-0.002,-0.179-0.001,-0.182 0.003,-0.169 0.001,-1.226 0.007,1.109-0.123,-0.025-0.093,-0.042-0.081,-0.051-0.065,-0.052-0.053,-0.049-0.039,-0.707 0.266,0.665-0.379,-0.115-0.024,-0.139 0.004,-0.141 0.023,-0.134 0.034,-0.118 0.036,-0.013-0.179,-0.033-0.135,-0.037-0.101,-0.040-0.068,-0.038-0.046,-0.041-0.025,-0.055 0.033,-0.052 0.050,-0.046 0.056,-0.038 0.055,-0.032 0.051,-0.043 0.651,-0.005-0.520,-0.039-0.143,-0.142-0.713,-0.128-0.218,-0.119-0.140,-0.105-0.080,-0.087-0.038,0.092 0.404,-0.162-0.342,-0.031 0.051,-0.013 0.094,0.001 0.116,0.009 0.122,0.188 0.522,-0.022 0.113,-0.260-0.190,0.017 0.187,0.039 0.159,0.052 0.130,0.055 0.099,0.011 0.032,-0.021 0.057,-0.034 0.034,0.015 0.050,0.024 0.040,0.028 0.032,0.018 0.055,0.098 0.076,-0.216-0.026,-0.012 0.021,0.005 0.010,0.014 0.002,0.019-0.001,0.281 0.049,-0.429-0.137,-0.037-0.008,0.004 0.018,0.025 0.031,0.038 0.037,0.129 0.033,0.083 0.010,0.084 0.004,0.082 0.000,0.071-0.003,0.061-0.006,-0.363-0.428</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2335.000 909.000,'-0.012'0.000,"-0.018"0.000,-0.020 0.000,-0.020 0.000,-0.019 0.000,-0.016 0.000,-0.014 0.000,0.026 0.000,-0.044 0.000,-0.247 0.000,-0.157 0.000,-0.144 0.000,-0.126 0.000,-0.105 0.000,-0.083 0.000,-0.065 0.000,0.039 0.000,0.032 0.000,0.053 0.000,0.063 0.000,0.067 0.000,0.063 0.000,0.048 0.000,0.079 0.000,0.075 0.000,0.067 0.000,0.057 0.000,0.046 0.000,0.036 0.000,-0.435 0.133,-1.518 0.337,-0.638 0.167,-0.300 0.092,-0.057 0.034,0.109-0.003,0.213-0.031,1.743-0.417,-1.470 0.441,0.286-0.029,0.283-0.046,0.263-0.055,0.229-0.054,0.194-0.052,0.105-0.031,0.181-0.067,0.152-0.061,0.121-0.055,0.093-0.044,0.068-0.035,0.576-0.182,-0.699 0.152,-0.026-0.019,0.015-0.014,0.039-0.007,0.050-0.004,0.052-0.001,0.314-0.069,-0.245 0.038,0.045-0.018,0.059-0.019,0.062-0.018,0.059-0.016,0.010 0.001,0.014 0.009,0.000 0.014,-0.009 0.018,-0.014 0.016,-0.015 0.016,0.050-0.011,0.021-0.009,0.028-0.011,0.028-0.015,0.029-0.014,0.026-0.013,-0.515 0.016</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2017.000 348.000,'-0.993'-0.238,"-0.735"-0.169,-0.517-0.110,-0.339-0.066,-0.200-0.033,-0.095-0.007,-0.020 0.008,0.214 0.094,-1.245-0.041,-0.738 0.127,-0.722 0.160,-0.662 0.168,-0.578 0.164,-0.481 0.148,-0.475 0.187,0.424 0.156,0.646 0.135,0.734 0.108,0.732 0.085,0.674 0.063,3.528-0.752,-1.891 0.445,-0.293 0.081,-2.117 0.509,-0.163 0.035,0.072-0.030,0.225-0.072,0.314-0.095,0.135-0.064,0.441-0.136,0.426-0.130,0.386-0.119,0.335-0.101,0.276-0.085,0.220-0.067,0.168-0.052,-0.102 0.173,-0.428 0.328,-0.549 0.400,-0.598 0.424,-0.589 0.412,-0.547 0.378,-0.391 0.292,0.071 0.051,0.250-0.054,0.349-0.118,0.388-0.153,0.388-0.164,3.235-1.804,-3.230 1.911,0.316-0.109,0.415-0.189,0.452-0.225,0.439-0.231,0.400-0.220,1.637-1.109,-0.804 0.794,0.027 0.194,-0.595 1.134,0.047 0.326,0.053 0.219,0.053 0.137,0.050 0.073,-0.056 0.321,0.098-0.009,0.211-0.122,0.174 0.039,0.178 0.054,0.169 0.057,0.151 0.058,0.354-1.209,0.170 1.875,0.358 0.062,0.321-0.093,0.275-0.186,0.227-0.230,0.178-0.243,-0.958-2.821,1.694 3.204,0.354 0.056,0.139-0.181,-0.009-0.322,-0.106-0.394,-0.161-0.411,-1.684-2.117,1.492 1.239,0.441 0.078,2.652 1.250,0.911-0.037,0.665-0.140,0.456-0.196,0.293-0.221,0.633-0.067,-0.596-0.380,-0.794-0.367,-0.853-0.330,-0.814-0.276,-0.725-0.223,3.005 0.273,3.313 0.230,2.387 0.050,1.798-0.035,1.288-0.088,0.865-0.111,-3.533-0.379,3.125-0.089,-0.045-0.326,-0.291-0.345,-0.430-0.333,-0.493-0.303,-0.498-0.261,-8.572 0.404,11.300-1.448,0.196-0.613,-0.312-0.476,-0.600-0.354,-0.727-0.247,-0.743-0.161,-2.531 0.304,-1.260-0.012,-1.281 0.011,-1.205 0.024,-1.075 0.031,-0.913 0.033,-0.841-0.215,-1.117-0.038,-1.061 0.003,-0.944 0.030,-0.800 0.045,-0.650 0.050,-0.535-0.155,-0.535 0.236,-0.440 0.064,-0.395 0.104,-0.339 0.125,-0.281 0.131,-0.226 0.126,0.576 1.625,-1.483-1.833,-0.556-0.004,-0.459 0.022,-0.363 0.036,-0.276 0.042,-0.198 0.043,-0.135 0.040,-0.146 0.150,-0.608-0.100,-0.694-0.132,-0.709-0.146,-0.672-0.145,-0.606-0.136,-0.008 0.289,-2.994-0.702,-1.677-0.088,-1.520-0.014,-1.321 0.037,-1.102 0.066,-0.887 0.083,13.306 2.908,-14.972-2.731,0.169 0.386,0.865 0.445,1.260 0.450,1.430 0.425,1.442 0.378,5.168 0.674,-6.407-0.176,-0.291 0.304,-0.196 0.241,-0.121 0.180,-0.063 0.131,-0.024 0.086,0.500 0.058,1.583 0.030,1.813 0.009,1.801-0.004,1.644-0.010,1.409-0.015,2.372-0.029,-6.922 0.078</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407.000 543.000,'0.000'0.005,"0.000"0.007,0.000 0.007,0.000 0.009,0.000 0.007,0.000 0.005,0.000 0.005,0.000 0.003,0.000 0.003,0.000 0.002,0.000 0.000,0.000 0.001,0.000 0.000,0.000 0.001,0.000-0.001,0.000-0.001,0.000 0.001,0.000-0.001,0.000 0.000,0.074 0.102,0.115 0.167,0.177 0.229,0.175 0.210,0.168 0.191,0.148 0.163,-0.121-0.188,0.096 0.081,0.317 0.312,0.128 0.078,0.106 0.052,0.085 0.029,0.064 0.014,0.880 0.994,0.517 0.625,0.078 0.161,-0.143-0.080,-0.270-0.225,-0.327-0.297,-0.982-1.131,0.431 0.606,0.016 0.129,0.253 0.397,-0.041-0.056,-0.060-0.124,-0.072-0.165,-0.073-0.180,-0.275-0.425,-0.033-0.137,0.433 0.334,-0.164-0.260,-0.182-0.238,-0.178-0.205,-0.416-0.430,-0.008-0.084,0.341 0.110,-0.026-0.142,-0.035-0.124,-0.040-0.101,-0.947-0.368,0.875 0.244,-0.107-0.085,-0.138-0.074,-0.145-0.058,-0.137-0.045,-0.121-0.032,-0.101-0.022,-0.080-0.014,-0.025-0.007,0.029-0.002,0.054-0.001,0.063 0.000,0.065 0.003,0.063 0.002,0.054 0.003,0.074 0.004,-0.088 0.002,0.055 0.001,0.509-0.001,0.026 0.003,-0.030 0.000,-0.064 0.001,-0.405 0.001,0.112 0.000,-0.003 0.000,0.440 0.001,-0.008-0.001,-0.019 0.001,-0.026 0.000,-0.924-0.007,0.739-0.151,0.130-0.136,0.572-0.339,0.198-0.218,0.153-0.180,0.111-0.143,0.077-0.106,-0.861 0.472,0.985-0.669,-0.047-0.021,-0.138 0.053,-0.185 0.097,-0.204 0.115,-0.036 0.019,-0.090 0.042,-0.118 0.054,-0.126 0.057,-0.122 0.058,-0.111 0.050,0.066-0.045,0.046-0.007,-0.052 0.085,-0.081 0.109,-0.091 0.119,-0.090 0.111,-0.749 0.470,0.789-0.446,0.028 0.026,0.129-0.012,0.747-0.269,0.177-0.018,0.110-0.006,0.057 0.003,-0.113 0.051,-0.217 0.077,-0.264 0.089,-0.278 0.091,-0.264 0.083,-0.237 0.075,-0.662 0.284,1.006-0.478,0.261-0.125,0.215-0.099,0.105-0.044,0.047-0.015,0.005 0.005,-0.022 0.018,0.498-0.158,0.018 0.056,-0.085 0.098,-0.140 0.112,-0.162 0.113,-0.150 0.111,0.086 0.042,-0.158 0.061,-0.048 0.016,-0.075 0.008,-0.086 0.004,-0.089 0.000,-0.134 0.026,0.143-0.033,0.867-0.193,0.145 0.002,0.062 0.028,0.002 0.041,-0.035 0.049,0.091 0.062,-0.793 0.145,-0.047 0.034,0.480-0.011,-0.181 0.051,-0.203 0.046,-0.204 0.037,-0.283 0.126,0.346 0.180,-0.181 0.096,-0.203 0.048,-0.201 0.013,-0.181-0.007,-0.352-0.129,0.294 0.131,0.111 0.013,0.476 0.197,0.349 0.172,0.361 0.197,0.344 0.197,-0.864-0.354,0.606 0.358,0.012 0.032,0.835 0.475,-0.098-0.045,-0.146-0.083,-0.163-0.098,-2.186-1.190,0.929 0.469,-0.034-0.043,1.112 0.466,-0.064-0.098,-0.077-0.086,-0.076-0.071,-1.857-0.732,1.115 0.421,0.098 0.029,1.068 0.363,0.038-0.030,-0.057-0.064,-0.110-0.081,-0.133-0.083,-0.554-0.248,1.018 0.073,0.310-0.088,0.282-0.071,0.236-0.055,-0.519-0.146,0.197-0.113,0.216-0.127,0.212-0.125,-0.069-0.228,0.196-0.203,0.069-0.163,1.395-0.504,-0.233-0.117,-0.349-0.036,-0.387 0.013,-0.380 0.046,-1.856 0.604,1.186-0.449,-0.164 0.050,-0.189 0.077,-0.195 0.090,-1.072 0.394,1.243-0.351,-0.122 0.119,-0.160 0.128,-0.172 0.124,-0.166 0.110,-0.149 0.094,-0.817 0.166,-0.081 0.039,0.432 0.080,-0.032 0.185,-0.005 0.198,0.013 0.190,0.025 0.175,-1.411-0.503,1.653 0.752,0.305 0.204,-0.511-0.228,1.516 0.731,0.446 0.210,0.315 0.137,0.207 0.082,-0.159-0.101,-0.118-0.087,-0.193-0.124,0.006-0.128,0.263-0.070,0.376-0.051,0.434-0.032,1.882 0.189,-1.843-0.549,0.097-0.067,2.418 0.277,0.090-0.177,-0.020-0.177,-0.091-0.164,-2.722-0.367,3.700 0.089,0.061-0.176,-0.256-0.161,-0.438-0.140,-0.524-0.114,-0.539-0.091,-5.375 0.144,5.680-0.420,0.946-0.268,0.581-0.196,0.299-0.138,0.091-0.089,-0.056-0.050,-4.915 0.666,5.168-0.663,-0.122 0.081,0.965-0.022,-0.843 0.197,-0.964 0.197,-0.959 0.186,-2.197 0.227,-0.364 0.082,1.054 0.123,-0.211 0.214,-0.110 0.207,-0.036 0.187,0.011 0.159,-2.018-0.147,1.698 0.380,0.550 0.186,1.219 0.265,0.302 0.042,0.136-0.024,0.017-0.065,-2.522-0.478,-0.109-0.063,-0.022-0.068,0.046-0.072,2.736 0.182,-0.252-0.142,-0.409-0.120,-0.486-0.094,-0.354-0.041,-0.242-0.003,-0.156 0.025,-0.085 0.038,-1.204-0.062,0.467 0.080,2.133 0.267,0.365 0.088,0.145 0.059,-0.011 0.035,-0.114 0.016,-5.625-0.721,3.354 0.372,0.109-0.034,3.731 0.261,0.089-0.108,-0.095-0.103,-0.206-0.095,-0.262-0.083,-3.363-0.192,0.075-0.030,3.416 0.047,-0.293-0.066,-0.508-0.055,-0.607-0.043,-0.626-0.033,1.043-0.097,1.078-0.205,-0.468-0.111,-0.196-0.102,-0.458-0.076,-0.606-0.053,-0.667-0.036,-4.816 0.505,3.662-0.400,-0.253 0.039,0.771-0.064,-0.445 0.062,-0.434 0.059,-0.397 0.051,-0.068 0.036,-0.472 0.076,-0.419 0.072,-0.349 0.062,-0.277 0.050,-0.209 0.039,-1.547 0.040,1.312-0.003,0.661 0.011,0.093 0.010,-0.069 0.006,-0.175 0.005,-0.236 0.002,-0.933-0.005,0.372-0.045,0.168-0.052,-0.226-0.024,-0.217-0.009,-0.198 0.003,-0.172 0.010,-0.739 0.054,0.543-0.085,0.337-0.076,-0.146 0.002,-0.194 0.020,-0.207 0.029,-0.197 0.032,-0.173 0.031,-0.143 0.028,-0.114 0.023,-0.084 0.019,-0.060 0.013,-0.041 0.011,-0.023 0.006,-0.013 0.004,-0.004 0.003,0.002-0.000,0.003 0.001,0.007-0.001,0.005-0.001,0.007-0.001,0.005-0.001,0.004-0.001,0.004 0.000,0.002-0.001,0.003-0.001,0.000 0.000,0.002 0.000,-0.001 0.000,0.001 0.000,0.000 0.000,0.088-0.001</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575.000 686.000,'-0.345'-0.081,"-0.369"-0.044,-0.355-0.018,-0.316 0.002,-0.020 0.025,-0.131 0.014,-0.097 0.015,-0.065 0.016,-0.043 0.016,-0.022 0.013,1.375 0.033,-1.439-0.016,-0.252 0.007,-0.925-0.023,-0.524-0.036,-0.496-0.045,-0.446-0.050,-0.382-0.047,1.758 0.076,-0.060-0.002,-2.728-0.105,0.053 0.027,0.207 0.035,0.282 0.039,0.306 0.036,1.315 0.046,0.495 0.039,0.032 0.041,-1.133 0.111,0.041 0.112,0.064 0.107,0.073 0.098,1.445-0.096,-1.125 0.263,-0.215 0.148,-1.778 0.525,0.025 0.143,0.198 0.072,0.283 0.021,0.171 0.167,0.061 0.161,0.187 0.088,0.255 0.033,0.276-0.002,0.266-0.025,1.765-0.804,-0.022 0.045,-1.821 0.986,0.310-0.124,0.436-0.217,0.475-0.255,0.459-0.257,2.027-1.062,-0.011 0.011,-2.636 1.569,-0.234 0.207,0.801-0.457,0.112-0.040,0.152-0.070,0.175-0.086,0.300-0.170,0.178-0.087,0.173-0.084,-0.563 0.518,-0.208 0.273,-0.306 0.334,-0.338 0.344,1.049-0.867,0.050 0.030,-0.808 1.044,0.231 0.071,0.257 0.026,0.252-0.001,0.226-0.021,0.725-1.134,-0.586 1.371,0.146-0.113,0.180-0.272,0.190-0.350,0.178-0.368,0.118-0.136,0.278-0.726,-0.007 0.018,-0.515 1.278,-0.231 0.439,-0.238 0.439,-0.221 0.398,0.177-0.388,-0.052 0.138,-0.269 0.816,0.166-0.115,0.221-0.211,0.231-0.251,0.506-1.114,0.096 0.134,-0.078 1.638,0.188-0.195,0.150-0.372,0.115-0.444,0.082-0.881,0.041-0.246,0.036 0.083,0.023-0.190,0.013-0.138,0.004-0.096,-0.002-0.059,-0.022-0.746,0.042 0.568,0.046-0.009,0.056-0.020,0.057-0.026,0.056-0.030,0.051-0.029,-0.165-0.830,0.357 0.842,0.074-0.059,0.033-0.097,0.002-0.117,-0.018-0.122,-0.030-0.118,-0.207-0.346,0.107 0.148,0.069 0.078,0.316 0.386,0.128 0.083,0.110 0.048,0.092 0.023,0.074 0.004,-0.287-0.341,0.015-0.011,0.663 0.419,0.418 0.050,0.470 0.051,0.474 0.053,0.444 0.047,-1.175-0.610,0.145 0.019,1.890 0.682,0.281-0.007,0.171-0.039,0.084-0.059,0.025-0.069,-1.314-0.467,0.061-0.037,2.071 0.450,0.229-0.081,0.164-0.085,0.110-0.081,0.067-0.071,0.308-0.047,0.166-0.073,0.165-0.066,0.151-0.054,0.128-0.044,0.103-0.033,-5.899-0.711,4.129 0.435,0.554 0.034,2.949 0.265,0.324-0.002,0.006-0.027,-0.202-0.043,0.838-0.047,-3.106-0.273,-0.182-0.030,2.827 0.151,-0.778-0.105,-0.871-0.109,-0.858-0.100,-4.408-0.207,1.350 0.026,0.137-0.025,3.767 0.012,0.477-0.053,0.307-0.038,0.177-0.025,-5.443-0.005,2.811-0.006,0.278-0.005,3.551-0.033,-0.258-0.033,-0.589-0.035,-0.748-0.032,-5.181 0.078,3.451-0.134,0.006-0.060,2.421-0.223,-0.384-0.099,-0.522-0.074,-0.560-0.054,-2.090 0.093,-0.004-0.113,1.883-0.444,-0.271-0.117,-0.373-0.064,-0.399-0.024,-0.385-0.001,-1.019 0.193,-0.661 0.132,-0.671 0.150,-0.627 0.151,-0.553 0.140,-0.464 0.123,-0.155-0.027,1.005-0.324,0.467-0.166,2.537-0.843,0.102-0.106,-0.281 0.017,-0.490 0.092,-0.577 0.129,-2.245 0.834,1.416-0.523,-0.483 0.165,-0.427 0.140,-0.356 0.111,-0.283 0.084,-0.161 0.028,-0.074-0.011,-0.013-0.034,0.023-0.042,0.046-0.048,-0.656 0.293,0.154-0.113,0.764-0.441,0.023-0.025,-0.079 0.046,-0.139 0.086,-0.170 0.110,-0.408 0.183,0.131-0.128,-0.156 0.035,-0.159 0.041,-0.154 0.046,-0.138 0.044,-0.120 0.040,-0.506 0.377,-0.220 0.193,0.895-0.836,0.179-0.209,0.804-0.810,0.046-0.052,-0.076 0.088,-0.149 0.170,0.027-0.023,-0.162 0.136,-0.141 0.106,-0.115 0.077,-0.092 0.056,-0.066 0.034,-1.152 1.224,0.602-0.672,0.140-0.240,0.800-1.140,0.089-0.280,-0.019-0.126,-0.089-0.015,-0.131 0.058,-0.150 0.104,-0.880 1.471,0.736-1.597,-0.163 0.091,-0.164 0.158,-0.154 0.192,-0.139 0.201,-0.118 0.193,-0.115 0.111,-0.050-0.146,0.032-0.557,-0.062-0.017,-0.053 0.054,-0.041 0.094,-0.216 1.425,0.039-0.584,-0.017-0.102,0.031-1.001,-0.037-0.002,-0.033 0.098,-0.027 0.159,-0.023 0.191,-0.018-0.033,-0.014-0.012,-0.024-0.225,-0.032 0.057,-0.030 0.079,-0.030 0.085,-0.026 0.083,-0.039 0.260,-0.066 0.133,-0.069 0.135,-0.071 0.127,-0.064 0.114,-0.059 0.098,0.051 0.252,-0.009 0.070,-0.001 0.061,-0.170-0.188,-0.078-0.007,-0.086-0.029,-0.085-0.043,-0.079-0.046,-0.863-0.901,-0.755-0.787,-0.185-0.161,0.068 0.106,0.214 0.256,2.026 2.187,-1.239-1.186,-0.149-0.024,-1.537-0.987,-0.467 0.016,-0.387 0.064,-0.301 0.092,-0.225 0.098,1.852 1.045,-2.472-0.876,-0.452 0.031,-0.262 0.080,-0.118 0.108,-0.016 0.116,0.049 0.116,4.896 1.420,-4.984-1.272,0.227 0.169,0.415 0.188,0.507 0.188,0.535 0.174,0.513 0.155,2.241 0.437,-4.325-0.569,-0.849 0.057,-0.510 0.105,-0.256 0.126,-0.080 0.129,0.034 0.120,0.052 0.038,-0.935-0.034,0.165-0.015,0.349-0.020,0.426-0.023,4.953 0.265,-1.381-0.078,0.032-0.009,-3.401-0.200,0.305 0.035,0.428 0.056,0.466 0.065,5.198 0.229,-4.796-0.145,0.356 0.050,0.545 0.043,0.622 0.035,0.620 0.026,0.571 0.021,2.582 0.015,-1.834 0.038,-0.666 0.074,-3.834 0.268,-1.110 0.142,-0.629 0.098,-0.276 0.059,-0.030 0.035,7.228-0.571,-3.806 0.295,-1.070 0.088,0.013 0.011,-2.732 0.260,0.386 0.019,0.524 0.006,0.573-0.001,3.297-0.323,-0.610 0.089,0.166 0.000,-1.101 0.160,0.675-0.048,0.757-0.065,0.763-0.069,0.721-0.069,0.992-0.144,0.062-0.015,-1.045 0.127,0.211-0.072,0.236-0.079,0.229-0.073,0.205-0.067,-4.495-0.035</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660.000 829.000,'0.007'0.000,"0.011"0.000,0.011 0.000,0.013 0.000,0.011 0.000,0.009 0.000,0.007 0.000,0.006 0.000,0.004 0.000,0.004 0.000,0.001 0.000,0.001 0.000,0.023 0.036,0.088 0.062,0.223 0.147,0.077 0.068,0.031 0.039,-0.001 0.018,-0.286-0.225,0.440 0.161,0.086-0.031,0.228 0.021,0.148 0.008,0.138 0.021,0.125 0.025,-1.123-0.280,1.482 0.385,0.147 0.093,-0.197-0.024,0.023 0.035,0.006 0.026,-0.007 0.018,-0.013 0.012,-0.991-0.365,1.065 0.301,0.021-0.047,-0.028-0.053,-0.060-0.052,-0.075-0.051,-0.081-0.045,-0.845-0.170,-0.344-0.067,1.300 0.167,0.297-0.009,1.215 0.067,0.053-0.041,-0.150-0.044,-0.269-0.043,-0.621-0.059,0.788-0.061,0.089-0.120,0.102-0.122,0.104-0.115,0.095-0.100,0.082-0.084,-1.555 0.189,-0.039-0.041,1.174-0.373,-0.126-0.108,-0.150-0.082,-0.152-0.059,-0.143-0.040,-0.144-0.021,-0.262 0.051,-0.261 0.069,-0.241 0.076,-0.209 0.074,-0.173 0.067,-0.724 0.418,0.579-0.320,0.148-0.025,0.395-0.133,0.106 0.006,0.057 0.020,0.021 0.029,-0.640 0.258,0.385-0.127,-0.016 0.041,0.306-0.048,-0.115 0.098,-0.137 0.097,-0.141 0.090,-0.132 0.080,-0.119 0.066,0.224 0.051,0.190 0.045,0.186 0.030,0.166 0.022,0.142 0.013,-0.429 0.000,0.502 0.009,-0.087 0.000,-0.138-0.001,-0.159-0.003,-0.160-0.004,-0.410-0.005,0.366 0.000,-0.063-0.003,-0.062-0.003,-0.059-0.002,-0.050-0.001,-0.001-0.002,0.334-0.147,0.521-0.161,0.266-0.105,0.188-0.072,0.124-0.044,-2.249 0.434,1.422-0.228,0.197 0.019,0.838-0.050,-0.019 0.052,-0.148 0.054,-0.222 0.051,-0.260 0.046,-1.803 0.121,2.360-0.080,0.072 0.041,-0.042 0.030,-0.111 0.023,-0.144 0.014,-0.154 0.011,-0.061 0.004,0.002 0.003,-0.275 0.001,-0.322-0.001,-0.324-0.003,-0.298-0.002,-0.258-0.002,-0.165-0.018,-0.098-0.024,-0.082-0.029,-0.070-0.027,-0.054-0.027,0.931-0.562</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932.000 822.000,'0.010'0.000,"0.016"0.000,0.018 0.000,0.018 0.000,0.019 0.000,0.015 0.000,0.014 0.000,0.005 0.000,0.036 0.000,0.139 0.044,0.118 0.070,0.118 0.079,0.112 0.082,0.097 0.075,-0.278-0.118,0.015 0.024,0.542 0.365,0.157 0.147,0.146 0.132,0.127 0.111,-1.171-0.822,0.648 0.443,0.083 0.059,1.070 0.742,0.173 0.116,0.084 0.054,0.026 0.010,-0.015-0.016,-0.038-0.033,-0.111-0.151,0.062-0.029,-0.018-0.075,-0.070-0.103,-0.100-0.113,-0.113-0.114,-1.095-0.560,1.226 0.532,-0.048-0.067,-0.132-0.089,-0.176-0.101,-0.197-0.100,-0.197-0.095,-0.099-0.075,0.040-0.035,0.174-0.014,0.005-0.064,-0.011-0.065,-0.022-0.059,-0.825-0.121,1.156 0.057,-0.046-0.046,-0.159-0.035,-0.211-0.024,-0.229-0.017,-0.717-0.002,0.494-0.067,0.073-0.100,0.434-0.384,0.447-0.488,0.488-0.530,0.481-0.519,0.439-0.472,-1.218 0.918,0.077-0.108,1.257-1.108,0.005-0.026,-0.082 0.074,-0.136 0.140,-0.161 0.170,-0.003 0.054,-0.301 0.304,-0.306 0.304,-0.284 0.281,-0.250 0.244,-0.210 0.205,-0.035 0.139,-0.110 0.161,-0.150 0.161,-0.166 0.153,-0.163 0.132,-0.150 0.113,-0.506 0.164,0.015 0.014,0.690-0.007,0.020 0.101,-0.034 0.087,-0.063 0.073,-0.078 0.057,-0.081 0.044,-0.120-0.002,-0.019 0.021,-0.003 0.014,0.007 0.013,0.015 0.007,0.018 0.005,-0.089-0.045,1.390 0.622,0.702 0.284,2.792 1.084,1.004 0.259,0.635 0.087,0.353-0.028,0.148-0.098,-0.404-0.264,0.287-0.137,-0.414-0.376,-0.453-0.377,-0.437-0.347,-0.392-0.298,-2.508-0.416,2.834-0.084,-0.207-0.247,-0.415-0.180,-0.507-0.127,-0.519-0.082,-2.861 0.245,2.371-0.384,0.178-0.088,0.179-0.047,0.169-0.020,0.152 0.002,0.129 0.015,-2.677 0.414,3.077-0.304,0.059 0.077,0.162 0.060,-0.375 0.093,-0.467 0.086,-0.497 0.075,-0.484 0.063,-1.530 0.073,-0.134 0.018,0.907 0.007,-0.202 0.028,-0.163 0.019,-0.123 0.013,-1.405-0.008,1.214 0.014,-0.028 0.003,0.162 0.002,-0.119-0.001,-0.137-0.004,-0.138-0.004,-0.127-0.003,-0.596-0.006,-0.028-0.002,0.900 0.000,0.325-0.002,0.361-0.003,0.349-0.001,-1.415 0.000,-0.013-0.001,1.109-0.001,-0.278 0.001,-0.342-0.001,-0.356 0.000,-0.337 0.000,-1.204 0.001,0.646-0.001,0.068 0.001,0.065-0.001,0.887 0.001,0.079-0.001,0.011 0.001,-0.033 0.000,-1.211 0.000,1.174 0.000,-0.116 0.000,-0.161 0.000,-0.179 0.000,-0.177 0.000,-0.164 0.000,-0.947 0.000,3.702 0.000</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1432.000 831.000,'0.004'0.000,"0.006"0.000,0.007 0.000,0.007 0.000,0.006 0.000,0.005 0.000,0.005 0.000,0.003 0.000,0.002 0.000,0.002 0.000,0.001 0.000,0.001 0.000,0.000 0.000,0.000 0.000,0.000 0.000,0.000 0.000,0.000 0.000,-0.001 0.000,0.000 0.000,0.000 0.000,0.000 0.000,0.003 0.000,0.015 0.000,0.019 0.000,0.020 0.000,0.019 0.000,-0.094 0.000,0.224 0.000,0.123 0.000,0.443 0.000,0.412 0.000,0.405 0.000,0.366 0.000,-1.233 0.000,0.049 0.012,1.364 0.074,-0.006 0.033,-0.143 0.012,-0.221-0.001,-0.258-0.009,-0.263-0.014,-0.154-0.008,-0.302-0.021,-0.254-0.021,-0.202-0.017,-0.152-0.014,-0.110-0.011,-0.074-0.008,-0.044-0.005,-0.025-0.004,-0.009-0.001,0.001-0.002,0.006 0.001,0.009 0.000,0.011 0.000,0.010 0.001,0.009 0.001,0.006 0.001,0.007-0.001,0.004 0.002,0.004-0.001,0.001 0.001,0.002 0.000,0.000 0.000,0.001 0.000,-0.001 0.000,0.000 0.001,0.000-0.001,0.000 0.000,-0.001 0.000,0.028 0.000,0.051 0.000,0.059 0.000,0.062 0.000,0.058 0.000,0.053 0.000,-0.178 0.000,0.142 0.000,0.050 0.000,0.397 0.015,0.117 0.022,0.085 0.028,0.058 0.027,0.035 0.024,-0.838-0.092,0.533 0.049,0.831 0.068,0.146 0.014,0.051 0.012,-0.015 0.011,-0.053 0.007,-0.076-0.015,0.153-0.013,0.134-0.025,0.155-0.027,0.155-0.023,0.142-0.023,-0.370 0.023,0.807 0.066,0.247 0.032,0.192 0.019,0.140 0.010,0.100 0.003,0.063-0.002,-1.028-0.053,0.081 0.021,1.008 0.106,0.153 0.056,0.117 0.052,0.085 0.048,0.059 0.042,-2.067-0.237,1.485 0.196,0.466 0.060,2.835 0.359,0.219 0.019,-0.150-0.028,-0.389-0.061,-0.522-0.076,-1.393-0.173,0.067-0.002,2.914 0.259,0.324-0.072,0.232-0.089,0.155-0.092,0.094-0.086,-3.438-0.206,4.335 0.209,0.324 0.026,0.018 0.024,-0.173 0.024,-0.282 0.018,-1.825-0.099,-0.859-0.059,-0.033-0.014,2.219 0.106,-0.190-0.035,-0.266-0.037,-0.300-0.035,-2.931-0.159,1.736 0.036,0.161-0.039,2.359 0.003,-0.008-0.059,-0.158-0.049,-0.239-0.041,-5.420-0.049,3.380 0.006,-0.040-0.012,1.856-0.013,-0.466-0.011,-0.578-0.007,-0.603-0.003,-5.547 0.010,3.612-0.048,0.209-0.024,2.465-0.069,0.458-0.031,0.361-0.020,0.276-0.015,0.200-0.008,0.594 0.001,-0.333 0.017,-0.136 0.009,-0.207 0.008,-0.236 0.006,-0.242 0.005,-0.226 0.004,-6.424 0.130,6.551-0.252,-0.214-0.051,-0.563-0.012,-0.755 0.016,-0.837 0.032,-0.837 0.041,-3.904 0.194,1.417-0.165,4.434-0.775,0.600-0.350,1.323-0.521,-0.565-0.111,-0.907 0.012,-1.048 0.087,-0.798-0.066,-0.968 0.057,-0.927 0.113,-0.826 0.134,-0.693 0.139,-0.554 0.128,-0.823 0.618,-0.068-0.026,0.429-0.884,-0.049-0.357,-0.009-0.362,0.019-0.338,0.033-0.297,-0.262 0.500,0.123-0.679,-0.105-0.030,-0.132 0.066,-0.139 0.123,-0.134 0.152,-0.226 1.126,-0.021-0.004,0.212-1.331,0.092-0.126,0.120-0.109,0.130-0.086,0.125-0.069,0.012-0.006,0.020-0.036,-0.101 0.403,-0.119 0.465,-0.120 0.462,-0.112 0.421,-0.239 0.634,0.027-0.400,-0.024-0.170,0.047-1.049,-0.087-0.171,-0.089-0.067,-0.082 0.002,-0.073 0.047,-0.063 0.127,-0.048 0.325,-0.035 0.365,-0.023 0.357,-0.014 0.327,-0.009 0.281,-0.186-0.135,-0.425-0.786,-0.256-0.239,-0.189-0.083,-0.132 0.022,-0.086 0.089,-0.463-0.140,-0.801-0.303,-0.793-0.211,-0.774-0.197,-0.699-0.174,-0.596-0.144,0.483 0.632,-2.329-0.792,-1.031-0.063,-0.827 0.018,-0.636 0.071,-0.469 0.099,-0.325 0.110,-0.212 0.111,-0.855-0.015,0.091 0.272,0.192 0.287,0.240 0.271,0.253 0.240,0.954 0.313,1.131 0.299,1.230 0.283,1.197 0.249,1.081 0.211,0.927 0.167,0.754 0.129,1.390 0.266,-8.936-1.027,-3.411-0.271,-1.880-0.082,-0.763 0.044,0.007 0.120,-0.043 0.193,1.156 0.258,0.710 0.208,0.826 0.197,0.844 0.175,0.800 0.150,2.728 0.146,0.457 0.071,-2.751 0.105,0.772 0.150,0.751 0.135,0.671 0.113,0.566 0.090,8.030-0.356,-7.831 0.593,0.794 0.099,1.108 0.028,1.207-0.019,1.160-0.044,4.394-0.605,-1.016 0.173,-2.131 0.433,-0.017 0.073,-0.780 0.250,0.149 0.053,0.205 0.026,0.227 0.007,0.227-0.007,-0.067 0.098,0.235 0.013,0.210 0.014,0.177 0.013,0.143 0.012,0.109 0.011,0.476-0.118,-0.888 0.478,-0.110 0.148,0.005 0.089,0.082 0.044,0.125 0.013,0.144-0.009,0.148-0.023,0.116-0.027,0.242-0.121,0.240-0.135,0.224-0.134,0.195-0.124,1.859-1.114,-1.592 1.012,0.124-0.041,0.141-0.066,0.145-0.075,0.136-0.080,0.123-0.075,1.057-0.727,-0.034 0.029,-2.033 1.607,-0.568 0.584,-1.124 1.095,-0.072 0.196,0.169-0.037,0.302-0.174,0.287-0.121,0.433-0.348,0.479-0.451,0.468-0.477,0.416-0.446,0.350-0.391,-0.429 0.255,-0.405 0.325,-0.142 0.143,-0.006 0.055,0.078-0.001,0.125-0.039,0.886-0.814,-0.680 1.007,0.129 0.156,0.148 0.115,0.150 0.081,0.140 0.055,0.108 0.062,0.140-0.115,0.148-0.218,0.143-0.269,0.131-0.283,0.111-0.269,0.290-0.862,-0.157 0.945,0.104-0.314,0.023 0.063,-0.062 0.800,0.053-0.052,0.050-0.128,0.044-0.174,0.037-0.191,0.040-0.322,0.016 0.055,0.009 0.628,0.019 0.082,0.011 0.048,0.008 0.024,0.005 0.007,-0.012-1.696,0.039 1.926,0.038 0.005,0.043-0.074,0.043-0.119,0.040-0.140,0.036-0.141,0.008-0.199,0.038 0.072,0.093 0.346,0.020-0.071,0.007-0.117,-0.002-0.138,-0.008-0.137,-0.009-0.126,-0.040-0.259,-0.018-0.181,-0.016-0.177,-0.017-0.163,-0.032-0.160,0.064 0.087,-0.016-0.061,-0.032-0.071,-0.042-0.072,-0.042-0.070,-0.042-0.061,-0.119-0.271,0.195 0.393,0.073 0.160,0.194 0.393,0.098 0.178,0.077 0.129,0.059 0.088,0.043 0.053,-0.308-0.588,0.003 0.003,0.329 0.621,-0.004-0.003,-0.018-0.026,-0.025-0.035,-0.026-0.042,0.003-0.056,-0.077-0.197,-0.029-0.106,-0.033-0.112,-0.034-0.107,-0.032-0.098,-0.193-0.274,-0.003-0.001,0.198 0.229,0.019-0.047,0.021-0.062,0.020-0.066,0.018-0.066,0.016-0.062,0.085 0.027,0.127 0.048,0.051 0.009,0.039 0.009,0.032 0.008,-0.357-0.189,-0.009-0.021,2.723 0.877</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1549.000 975.000,'0.000'0.007,"0.000"0.012,0.000 0.014,0.000 0.012,0.000 0.014,0.000 0.010,0.000 0.010,0.000 0.008,0.000 0.005,0.000 0.005,0.030-0.014,0.048-0.007,0.080 0.052,0.071 0.074,0.065 0.087,0.057 0.090,-0.278-0.299,0.347 0.412,0.065 0.121,0.198 0.199,0.212 0.158,0.227 0.145,0.222 0.129,0.203 0.109,-0.350-0.342,0.062 0.018,0.759 0.528,0.074-0.027,0.023-0.059,-0.010-0.075,-0.032-0.078,-1.672-1.070,1.536 0.835,0.094 0.003,0.264 0.080,-0.033-0.075,-0.077-0.091,-0.101-0.096,-1.250-0.551,1.145 0.442,0.100 0.014,0.062 0.001,-0.048-0.036,-0.089-0.048,-0.108-0.053,-0.116-0.051,0.170 0.000,-0.095-0.113,-0.073-0.112,-0.055-0.102,-0.039-0.089,-0.026-0.070,-0.762-0.078,-0.040-0.014,0.574-0.008,-0.117-0.063,0.003-0.075,0.008-0.081,0.009-0.081,0.011-0.075,-0.730 0.151,1.204-0.634,0.342-0.290,0.218-0.153,0.171-0.074,0.126-0.019,0.088 0.016,-1.119 0.554,1.564-0.685,0.132 0.009,0.051 0.043,-0.002 0.064,-0.036 0.070,-0.663 0.323,0.937-0.257,-0.071 0.072,-0.208 0.096,-0.276 0.104,-0.297 0.101,-0.287 0.090,-0.120 0.158,0.034 0.083,-0.023 0.079,-0.063 0.069,-0.083 0.058,-0.092 0.050,-1.238 0.146,1.179-0.169,-0.187 0.015,-0.232 0.030,-0.241 0.034,-0.233 0.037,-0.212 0.037,-0.760 0.105,1.250-0.056,0.196 0.045,0.048 0.044,-0.053 0.039,-0.114 0.034,-0.146 0.028,-0.085 0.032,0.109 0.048,0.270 0.074,-0.041 0.022,-0.093 0.008,-0.120-0.002,-0.126-0.010,-0.613-0.129,1.916 0.392,0.588 0.092,0.293 0.020,0.075-0.028,-0.071-0.060,-0.165-0.075,-1.920-0.297,2.211 0.180,-0.197-0.147,-0.269-0.140,-0.294-0.128,-0.284-0.108,-0.730 0.001,0.364-0.087,-0.045-0.040,-0.003-0.030,0.022-0.020,0.035-0.016,0.044-0.007,-1.350 0.199,0.540-0.086,0.104-0.004,1.572-0.186,0.016 0.044,-0.139 0.061,-0.218 0.066,-0.612 0.101,0.076 0.031,0.657 0.009,-0.228 0.039,-0.319 0.029,-0.351 0.023,-0.911 0.014,-0.039 0.004,-0.032 0.003,0.781 0.009,0.016 0.003,0.022 0.003,0.026-0.001,0.073 0.044,-0.051 0.066,0.099 0.110,0.235 0.136,0.278 0.137,0.280 0.125,0.258 0.109,-2.485-0.601,2.595 0.654,-0.017-0.022,-0.150-0.076,-0.221-0.102,-0.248-0.112,-0.347-0.108,-0.389-0.097,-0.381-0.084,-0.346-0.067,-0.295-0.053,-0.241-0.038,-0.188-0.027,-0.138-0.017,-0.097-0.010,-0.064-0.005,-0.037-0.002,-0.019 0.002,-0.004 0.003,0.003 0.004,0.025 0.023,0.033 0.034,0.039 0.040,0.036 0.037,0.025 0.021,0.001-0.002,-0.007-0.015,-0.015-0.019,-0.015-0.021,-0.016-0.019,-0.015-0.018,-0.011-0.014,-0.009-0.012,-0.008-0.008,-0.005-0.006,-0.003-0.005,-0.003-0.001,-0.001-0.002,0.000 0.000,-0.000 0.000,0.000 0.000,0.000 0.001,0.001 0.001,0.000-0.000,0.001 0.001,0.000 0.000,0.000 0.001,0.001-0.001,0.000 0.001,-0.001 0.000,0.001 0.000,0.000 0.000,0.000 0.000,0.000 0.001,-0.000-0.001,0.000 0.000,0.000 0.000,-0.001 0.000,0.001 0.000,0.000 0.000,0.000 0.000,0.000 0.000,0.000 0.000,-0.001 0.000,0.001 0.000,0.000 0.000,0.000 0.000,0.000 0.000,0.000 0.000,-0.001 0.000,0.001 0.000,0.000 0.000,0.000 0.000,0.125 0.000,0.198 0.000,0.227 0.000,0.228 0.000,0.208 0.000,0.183 0.000,-0.964 0.003,1.431 0.080,0.331 0.037,0.237 0.016,0.158-0.001,0.096-0.010,0.049-0.016,0.139-0.018,0.126-0.018,0.109-0.017,0.091-0.015,0.071-0.013,0.055-0.010,0.319-0.007,0.406 0.008,0.432 0.019,0.416 0.024,0.377 0.026,0.323 0.025,-0.970 0.028,0.106 0.079,0.942 0.107,-0.122 0.021,-0.213-0.011,-0.258-0.030,-0.271-0.040,-0.124-0.031,-0.562-0.051,-0.570-0.047,-0.533-0.039,-0.465-0.034,-0.387-0.025,-0.808-0.024,0.801-0.004,-0.087-0.011,-0.145-0.006,-0.173-0.005,-0.177-0.002,-0.167-0.000,-0.965 0.010,0.717-0.005,0.162 0.001,1.349-0.004,0.093 0.002,-0.101 0.001,-0.207 0.003,-0.255 0.000,-0.259 0.002,-0.436 0.001,-0.201 0.000,-0.182 0.001,-0.155 0.000,-0.129 0.000,-0.270 0.001,0.273-0.001,0.125 0.000,0.161 0.001,0.173-0.001,0.172 0.000,0.160 0.000,-0.770 0.001,1.572-0.001,0.142 0.000,-0.032 0.000,-0.139 0.000,-0.188 0.000,-0.454 0.000,0.402-0.012,-0.106-0.020,-0.171-0.021,-0.197-0.024,-0.202-0.020,-0.188-0.019,1.606-0.497</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2086.000 993.000,'0.011'0.000,"0.018"0.000,0.019 0.000,0.020 0.000,0.018 0.000,0.016 0.000,0.014 0.000,-0.073 0.000,0.786 0.024,0.594 0.038,1.563 0.116,0.711 0.085,0.458 0.071,0.262 0.058,-3.598-0.317,1.893 0.170,0.275 0.012,3.003 0.206,0.839 0.018,0.668 0.006,0.508-0.003,0.369-0.009,0.062-0.039,-0.366-0.058,-0.152-0.042,-0.186-0.039,-0.193-0.035,-0.187-0.028,-0.169-0.025,-5.678-0.164,7.484 0.257,0.254 0.027,-0.140 0.005,-0.369-0.008,-0.478-0.015,-3.634-0.150,3.137 0.078,-0.659-0.044,-0.892-0.042,-0.971-0.038,-0.943-0.034,-0.850-0.027,2.106-0.021,0.972-0.017,0.201-0.011,-0.298-0.007,-0.587-0.005,-2.084 0.028,2.482 0.056,0.187 0.025,0.782 0.032,-0.704-0.002,-0.905-0.011,-0.956-0.018,-1.346-0.028,-0.630-0.014,2.018 0.051</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1489.000 825.000,'0.074'0.000,"0.115"0.000,0.133 0.000,0.136 0.000,0.126 0.000,0.112 0.000,0.523 0.137,0.559 0.158,0.513 0.162,0.450 0.155,0.379 0.140,-0.080-0.016,0.373 0.072,0.967 0.220,-0.031-0.001,-0.217-0.038,-0.322-0.057,-0.370-0.069,-0.373-0.068,0.340-0.056,0.963 0.097,2.496 0.334,0.471-0.024,0.009-0.088,-0.304-0.125,-0.492-0.141,-2.273-0.351,-0.058-0.082,2.404-0.046,-0.263-0.258,-0.332-0.241,-0.354-0.213,-0.346-0.181,-4.232 0.453,4.023-0.646,-0.573-0.032,-0.664 0.039,-0.673 0.082,-0.632 0.102,-0.556 0.109,0.999-0.425</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1892.000 704.000,'0.000'-0.012,"0.000"-0.020,0.000-0.022,0.000-0.022,0.000-0.021,0.000-0.019,-0.017-0.013,-0.027 0.008,-0.028 0.016,-0.030 0.019,-0.026 0.018,-0.022 0.018,-0.018 0.015,-0.014 0.012,-0.009 0.009,-0.007 0.007,0.011 0.005,-0.136 0.002,-0.049 0.002,-0.033 0.002,-0.020 0.000,-0.009 0.000,0.346 0.006,-0.152 0.065,-0.789 0.470,-0.311 0.249,-0.210 0.162,-0.130 0.096,-0.072 0.044,-0.026 0.010,0.217-0.058,-0.097 0.138,-0.273 0.271,0.066 0.009,0.124-0.047,0.153-0.084,0.165-0.101,1.111-0.967,-0.850 0.702,-0.064 0.044,-0.696 0.531,-0.130 0.051,-0.093 0.019,-0.065-0.005,-0.040-0.018,0.067 0.019,0.205-0.073,0.165-0.039,0.175-0.047,0.169-0.050,0.155-0.050,0.133-0.044,0.500-0.503,0.045 0.015,-0.253 0.485,0.075 0.026,0.064 0.010,0.052-0.003,0.040-0.010,0.338-0.708,-0.244 0.414,-0.077 0.093,-0.741 1.182,-0.106 0.110,-0.022-0.003,0.029-0.071,0.059-0.109,0.456-0.579,-0.014 0.202,0.159-0.137,0.159-0.169,0.148-0.179,0.132-0.176,0.111-0.160,0.171-0.590,-0.047 0.650,0.066 0.027,0.048 0.011,0.035-0.002,0.023-0.009,0.013-0.014,-0.032-0.856,-0.040 1.430,-0.037 0.176,-0.018 0.011,-0.006-0.092,0.004-0.155,0.009-0.180,0.051-0.761,-0.034 1.590,0.013 0.243,0.011 0.020,0.012-0.126,0.008-0.208,0.008-0.246,0.078-0.537,0.091 0.077,0.204 0.552,0.132 0.000,0.108-0.051,0.084-0.085,0.063-0.101,0.010-0.182,0.002-0.164,0.075-0.008,-0.023-0.143,-0.032-0.115,-0.032-0.088,-0.032-0.064,-0.566-0.834,0.699 0.895,0.090 0.046,0.042 0.000,0.007-0.033,-0.014-0.049,-0.030-0.060,-0.483-0.539,1.274 1.111,0.468 0.271,0.383 0.196,0.300 0.131,0.223 0.083,0.158 0.042,-2.634-1.863,1.261 0.865,-0.041-0.038,1.040 0.644,-0.146-0.184,-0.169-0.204,-0.172-0.203,-0.165-0.191,-0.145-0.166,-1.663-0.772,2.035 0.761,0.005-0.130,-0.049-0.126,-0.075-0.112,-0.086-0.092,-0.084-0.074,-0.075-0.056,-0.064-0.038,-0.051-0.027,-0.039-0.016,2.533 0.240,2.441 0.212,1.127 0.058,0.443-0.016,-0.012-0.058,-0.290-0.082,-3.726-0.316,2.743 0.072,-0.399-0.170,-0.474-0.174,-0.487-0.164,-0.461-0.146,-0.409-0.124,-0.177-0.106,-0.266-0.060,-0.196-0.033,-0.136-0.015,-0.088-0.001,-0.052 0.006,-0.823 0.088,0.465-0.113,1.928-0.387,0.127-0.075,-0.157-0.018,-0.335 0.023,-0.426 0.047,0.289-0.270,-0.414-0.098,-0.484-0.056,-0.484-0.025,-0.446-0.002,-0.383 0.009,-1.377 0.578,-0.065-0.133,0.792-1.032,-0.231-0.203,-0.240-0.096,-0.227-0.022,-0.202 0.030,-0.859 1.403,0.586-1.552,-0.202 0.056,-0.169 0.122,-0.139 0.153,-0.107 0.162,-0.077 0.155,-0.328 1.482,0.122-0.848,-0.026-0.111,0.009-1.146,-0.099-0.278,-0.098-0.213,-0.089-0.155,-0.080-0.108,0.142 2.553,-0.277-2.843,-0.055 0.010,-0.021 0.118,0.004 0.176,0.020 0.204,0.027 0.203,0.032 0.189,0.249 2.090,-0.304-2.173,-0.029 0.090,-0.013 0.189,-0.002 0.238,0.003 0.250,0.009 0.243,-0.246-0.105,-0.315-0.170,-0.337-0.200,-0.326-0.204,-0.296-0.192,0.024 0.318,-0.765-0.618,-0.185-0.004,-0.050 0.091,0.040 0.146,0.097 0.174,0.127 0.178,1.506 1.333,-1.891-1.302,-0.533-0.129,-1.368-0.558,-0.268 0.131,-0.056 0.218,0.077 0.249,2.380 1.140,-0.021 0.069,-2.389-0.681,0.188 0.295,0.315 0.289,0.363 0.261,2.494 0.584,-1.533-0.243,-0.551-0.040,-4.055-0.550,-0.867-0.057,-0.433-0.016,-0.124 0.010,0.082 0.027,0.370 0.034,0.941 0.133,0.774 0.123,0.809 0.135,0.772 0.132,0.700 0.123,0.600 0.106,2.528 0.263,-2.583-0.278,0.023 0.019,0.136 0.043,0.201 0.054,0.234 0.059,0.239 0.058,0.040 0.040,0.492 0.058,0.494 0.047,0.459 0.038,0.400 0.027,0.332 0.020,-1.059 0.130</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332.000 532.000,'0.000'-0.037,"0.000"-0.057,0.000-0.129,0.000-0.141,0.000-0.140,0.000-0.128,0.000-0.111,0.000 0.599,0.000-0.758,0.000-0.175,0.000-0.135,0.000-0.102,0.000-0.071,0.000 0.121,0.037-0.786,0.057-0.591,0.043-0.032,0.051-0.084,0.046 0.030,0.041 0.101,0.036 0.146,-0.053 0.650,0.063-0.222,0.404-1.957,0.189-0.573,0.165-0.447,0.135-0.336,0.108-0.240,0.083-0.160,-1.104 4.549,1.551-5.268,0.447-0.551,0.417-0.342,0.369-0.181,0.314-0.064,0.259 0.020,-1.960 4.306,4.132-5.767,0.972 0.269,0.684 0.581,0.452 0.726,0.268 0.752,0.134 0.707,-0.423 1.147,0.641 0.471,0.747 0.390,0.768 0.310,0.728 0.239,2.307-0.015,-4.805 1.477,0.481 0.078,6.458-0.864,1.670 0.184,1.496 0.187,1.287 0.176,1.066 0.158,-16.166 1.644,10.292-0.812,1.014 0.096,13.608-0.547,-0.302 0.309,-1.688 0.290,-2.419 0.254,-2.684 0.211,-5.102 0.257,4.463 0.065,2.269 0.107,2.584 0.086,2.627 0.064,2.487 0.047,2.233 0.033,-19.154 0.008,26.456 0.220,-0.330 0.189,-1.812 0.177,-2.578 0.151,-2.843 0.128,-2.773 0.098,-2.499 0.075,-23.105-0.855,21.615 0.971,-1.985-0.008,-2.561-0.083,-2.718-0.122,-2.600-0.137,-3.920-0.092,1.500 0.245,-0.908 0.116,-1.141 0.096,-1.225 0.079,-1.206 0.059,-8.002-1.030,5.231 0.938,-0.303 0.187,3.317 1.279,-0.935 0.286,-0.967 0.151,-0.898 0.056,-1.446-0.350,-0.681-0.100,-0.970-0.320,-0.563-0.150,-0.502-0.148,-0.426-0.140,-0.351-0.124,-0.277-0.105,-0.976-0.678,0.963 1.041,0.064 0.455,0.149 0.541,0.188 0.554,0.200 0.518,0.189 0.454,0.063 0.284,-0.058 0.100,-0.115-0.003,-0.144-0.067,-0.148-0.103,-2.243-3.879,2.468 5.155,-0.011 0.694,-0.192 0.284,-0.292 0.002,-0.337-0.178,-0.339-0.281,-0.852-2.809,-0.103-0.126,0.324 1.985,-0.168-0.290,-0.125-0.300,-0.090-0.284,-0.062-0.256,-0.077-0.396,-0.090-0.509,-0.089-0.526,-0.081-0.502,-0.072-0.452,-0.060-0.387,0.094 2.310,-0.060 1.027,-0.121 0.510,-0.164 0.046,-0.178-0.258,-0.177-0.439,-0.163-0.527,0.366-3.563,-0.572 3.138,-0.075-0.582,-0.019-0.604,0.020-0.571,0.043-0.511,0.056-0.432,0.520-1.088,-0.566 0.798,0.045-0.276,0.067-0.219,0.072-0.164,0.073-0.117,0.157-0.109,0.046-0.019,0.043-0.003,-0.007 0.026,0.032-0.025,0.018-0.026,0.007-0.028,-0.001-0.023,-0.388 0.000</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1546.000 875.000,'-0.010'0.020,"-0.016"0.031,-0.017 0.037,-0.020 0.038,-0.018 0.035,-0.015 0.032,-0.014 0.027,-0.008 0.057,-0.010 0.092,-0.010 0.099,-0.009 0.102,-0.006 0.094,-0.006 0.084,0.080-0.343,-0.157 0.979,-0.094 0.650,-0.175 1.628,-0.038 0.990,0.002 0.837,0.026 0.677,0.039 0.523,0.226-2.587,0.047 0.108,0.101 3.185,0.276 0.155,0.281 0.000,0.266-0.100,0.233-0.156,-0.210-2.391,0.064-0.222,0.485 1.679,0.002-0.735,-0.054-0.764,-0.085-0.723,-0.098-0.637,2.095 4.443</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1578.000 875.000,'0.011'0.000,"0.018"0.000,0.019 0.000,0.020 0.000,0.018 0.000,0.016 0.000,0.014 0.000,-0.091-0.003,0.389-0.153,0.270-0.095,0.242-0.056,0.203-0.028,0.165-0.008,0.128 0.005,-0.470 0.133,0.157-0.011,1.947-0.180,1.143 0.029,1.092 0.050,0.970 0.057,0.810 0.058,-4.232 0.134,6.331-0.099,1.229-0.023,0.756-0.037,0.395-0.046,0.141-0.046,-0.033-0.043,2.390-0.136,0.670-0.063,-0.116-0.027,-0.585 0.002,-0.824 0.016,-5.919 0.244,5.894-0.227,0.701 0.047,0.687 0.069,0.624 0.079,0.535 0.076,0.436 0.071,-6.141 0.110,0.562 0.018,8.390 0.006,0.362 0.060,-0.294 0.055,-0.691 0.046,-0.894 0.039,-0.745 0.033,-1.493 0.020,-1.476 0.012,-1.352 0.005,-1.168 0.001,-0.958-0.001,-1.228-0.053,3.388-0.001,1.127-0.043,0.801-0.044,0.532-0.044,0.322-0.042,0.163-0.035,-12.175 0.051,13.765-0.193,-0.430-0.083,-0.979-0.056,-1.247-0.033,-1.318-0.018,-1.256-0.005,0.205-0.090,-0.878-0.019,-1.141 0.016,-1.206 0.036,-1.139 0.043,-3.643 0.206,-0.206 0.022,-0.141 0.020,2.238-0.053,-0.092 0.053,-0.053 0.049,-0.023 0.039,-0.003 0.031,-0.048 0.025,-0.315-0.006,-0.158-0.025,-0.169-0.035,-0.163-0.040,-0.150-0.039,-0.129-0.036,-2.625 0.108,3.017-0.239,-0.254-0.038,-0.419-0.008,-0.490 0.014,-0.497 0.023,-0.462 0.030,0.447 0.085,0.366 0.132,0.363 0.142,0.329 0.133,0.279 0.120,-3.689-0.232,4.304 0.449,0.465 0.123,0.198 0.063,0.011 0.022,-0.106-0.009,-0.175-0.025,-0.208-0.035,-0.659-0.088,-0.625-0.081,-0.677-0.086,-0.663-0.084,-0.609-0.075,-0.533-0.066,-0.539-0.066,-0.107-0.024,-0.254-0.036,-0.190-0.025,-0.137-0.019,-0.090-0.012,-0.055-0.006,-0.048 0.094,-0.047 0.153,-0.039 0.180,-0.033 0.183,-0.024 0.171,-0.017 0.153,-0.013-0.713,-0.159 1.421,-0.170 0.562,-0.168 0.470,-0.157 0.375,-0.136 0.288,-0.115 0.212,0.517-2.004,-0.314 1.366,0.008 0.170,-0.247 1.509,0.085-0.049,0.104-0.202,0.107-0.285,0.101-0.319,0.256-1.525,-0.102 1.077,0.031-0.228,0.012-0.272,-0.001-0.282,-0.012-0.273,-0.015-0.248,0.033-0.610,-0.689 1.414,-0.433 0.382,-0.393 0.321,-0.336 0.256,-0.274 0.195,-0.215 0.141,2.158-3.274,-2.582 3.733,-0.054 0.009,0.085-0.142,0.161-0.225,0.193-0.253,1.751-2.507,-1.292 1.929,0.293-0.383,0.300-0.405,0.279-0.391,0.247-0.348,0.205-0.296,0.173-0.262,0.193-0.312,0.162-0.271,0.131-0.223,0.097-0.174,0.071-0.130,0.048-0.090,0.029-0.061,0.016-0.035,0.007-0.017,-0.001-0.006,-0.003 0.003,-0.007 0.008,-0.007 0.009,-0.006 0.011,-0.007 0.009,-0.004 0.008,-0.035 0.010,-0.082 0.003,-0.055 0.003,-0.043 0.003,-0.034 0.002,-0.024 0.001,-0.016 0.002,0.081 0.022,-0.410 0.057,-0.270 0.034,-1.270 0.140,-0.545 0.043,-0.401 0.022,-0.280 0.007,-0.180-0.005,1.072-0.105,-0.299 0.009,-3.320 0.196,-0.645-0.009,-0.343-0.023,-0.128-0.032,0.015-0.032,2.943-0.159,-3.349 0.053,-0.837-0.039,-0.705-0.039,-0.572-0.034,-0.448-0.030,-0.335-0.024,5.788-0.035,-8.560 0.008,-1.148-0.015,-0.649-0.010,-0.275-0.007,-0.014-0.004,0.158-0.002,8.708 0.006,-7.699-0.004,-0.778-0.000,-2.750-0.026,0.079-0.038,0.458-0.047,0.684-0.048,0.790-0.047,3.023-0.104,-0.533-0.139,-6.594-0.476,-0.183-0.208,0.292-0.147,0.576-0.097,0.713-0.058,0.749-0.030,14.185 1.180,-15.792-1.247,0.508 0.133,1.052 0.185,1.300 0.202,1.343 0.198,1.257 0.175,2.777 0.194,1.611 0.119,1.588 0.100,1.465 0.082,1.283 0.063,1.076 0.048,1.287 0.029,-2.460 0.023,0.124 0.018,0.455 0.011,0.623 0.002,0.682-0.001,-3.738 0.097</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796.000 480.000,'0.000'-0.024,"0.000"-0.038,-0.062-0.069,-0.101-0.054,-0.118-0.052,-0.125-0.043,-0.121-0.037,-0.061 0.038,-0.341-0.078,-0.027 0.042,0.044 0.053,0.082 0.055,0.100 0.050,0.103 0.045,0.095 0.037,0.081 0.029,0.332 0.042,-0.307 0.008,-1.216 0.051,-0.650 0.031,-1.384 0.049,-0.507 0.008,-0.273-0.005,-0.106-0.013,2.710-0.079,-3.168 0.082,0.024 0.019,0.185 0.027,0.272 0.030,0.304 0.029,0.303 0.026,1.472-0.057,-0.180 0.062,-2.197 0.331,-0.509 0.142,-0.404 0.109,-0.309 0.084,-0.225 0.058,1.724-0.265,0.054-0.005,-1.449 0.272,-0.040 0.070,-0.038 0.080,-0.036 0.083,-0.033 0.078,1.451-0.256,-0.056 0.077,-1.511 0.467,0.266 0.024,0.387-0.023,0.443-0.054,0.452-0.069,0.428-0.076,2.456-0.798,-1.500 0.546,-0.307 0.159,-2.058 0.851,-0.228 0.178,-0.026 0.090,0.104 0.027,3.490-1.457,-2.457 1.137,-0.162 0.171,-1.871 1.067,0.347 0.002,0.540-0.120,0.608-0.183,4.348-2.503,-2.368 1.508,0.049 0.118,-0.838 0.862,0.312 0.092,0.369 0.026,0.386-0.016,0.375-0.046,2.103-2.415,-1.337 2.004,0.083 0.278,-0.627 1.819,0.178 0.335,0.178 0.175,0.165 0.062,0.144-0.016,0.200-0.307,0.220-0.469,0.216-0.537,0.179-0.126,0.237-0.235,0.208-0.118,0.285-1.273,-0.011 1.648,0.091 0.258,0.114 0.090,0.126-0.032,0.124-0.109,0.117-0.157,0.053-1.186,0.272 0.620,0.189 0.102,0.863 1.801,0.479 0.194,0.425 0.117,0.361 0.058,0.293 0.016,0.259-0.215,0.393 0.121,0.733 0.550,0.107-0.259,-0.023-0.362,-0.105-0.399,-3.682-4.119,2.092 1.984,0.222-0.052,1.501 0.841,0.332-0.207,1.153 0.120,0.500-0.366,0.458-0.373,0.402-0.354,0.003-0.554,-0.493-0.476,0.358-0.221,3.487 0.146,-0.326-0.390,-0.698-0.331,-0.882-0.271,-3.398-0.280,1.259-0.087,0.279-0.135,2.992-0.185,0.680-0.126,0.600-0.079,0.510-0.042,0.419-0.013,-1.542 0.070,-0.008 0.027,4.086-0.128,-0.313-0.025,-0.488-0.039,-0.551-0.043,-4.729 0.110,0.664-0.164,3.635-0.421,-0.341-0.105,-0.854-0.028,-1.143 0.026,-1.257 0.058,-1.256 0.078,-6.388 0.776,12.854-2.063,2.897-0.641,1.254-0.395,0.109-0.209,-0.631-0.076,-1.058 0.017,-13.898 2.887,14.755-3.430,-1.357 0.038,-4.225 0.861,-1.152 0.121,-1.073 0.119,-0.957 0.112,-0.494-0.139,-0.627-0.123,-0.064-0.421,-1.092 0.015,-1.077 0.071,-0.988 0.101,-1.096 0.154,-0.753-0.093,-0.642-0.139,-0.529-0.160,-0.769 0.455,-0.216-0.479,-0.009-1.702,-0.298-0.196,-0.248 0.052,-0.196 0.217,-0.153 0.312,-0.158 3.852,-0.248-2.700,-0.259-0.372,-0.430-1.106,-0.317-0.276,-0.830-1.481,-0.559-0.102,-0.528 0.031,-0.477 0.121,-1.643-1.268,0.448 1.799,-0.654 0.170,-1.499-0.541,-0.686 0.293,-0.556 0.304,-0.438 0.297,2.589 2.126,-3.860-1.647,-0.619 0.299,-1.501-0.073,0.088 0.579,0.349 0.585,0.490 0.548,6.646 2.209,-6.723-1.431,0.000 0.416,0.245 0.363,0.384 0.305,0.453 0.246,0.463 0.189,7.621 0.988,-11.933-1.078,-2.200 0.112,0.249 0.278,0.401 0.275,0.922 0.287,1.170 0.269,10.900 0.106,-9.809 0.477,0.873 0.331,1.167 0.196,1.271 0.097,1.242 0.025,1.133-0.022,2.013-0.281,-8.752 2.443</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1320.000 682.000,'0.014'0.014,"0.021"0.021,0.025 0.025,0.023 0.023,0.022 0.022,0.019 0.019,0.202 0.202,0.303 0.303,0.340 0.340,0.337 0.337,-0.723-0.746,0.749 0.633,0.294 0.191,1.235 0.939,0.091 0.006,-0.122-0.145,-0.244-0.227,-1.571-1.208,0.893 0.599,0.121 0.033,0.864 0.464,0.173-0.019,0.123-0.052,0.083-0.070,0.051-0.079,-2.591-1.276,2.467 1.013,0.208-0.041,0.893 0.188,0.078-0.100,-0.015-0.105,-0.076-0.104,-0.110-0.095,-0.424-0.185,1.855 0.233,0.710-0.086,0.643-0.107,0.547-0.112,0.446-0.106,-1.244-0.245,1.614-0.074,0.147-0.186,-0.092-0.190,-0.246-0.185,-0.332-0.165,-0.368-0.146,-5.829 0.335,6.517-0.872,-0.075-0.273,-0.364-0.150,-0.524-0.057,-0.593 0.005,-0.598 0.048,-3.541 0.850,3.600-0.710,-0.100 0.155,-0.134 0.157,-0.142 0.147,-0.140 0.129,-0.127 0.108,-4.317 0.466,2.818-0.185,0.280 0.114,1.473 0.102,-0.180 0.113,-0.396 0.072,-0.520 0.042,-0.568 0.019,1.299 0.184,0.637 0.136,0.569 0.114,0.478 0.090,0.381 0.066,0.290 0.049,-0.291-0.084,-0.686-0.092,-0.385-0.047,-0.488-0.049,-0.523-0.043,-0.513-0.041,-0.474-0.033,-1.290-0.116,4.992 0.513,1.819 0.160,1.138 0.073,0.624 0.013,0.254-0.026,0.005-0.045,-0.132-0.159,0.309-0.109,0.095-0.109,-0.047-0.098,-0.137-0.087,-0.183-0.073,-2.215-0.116,1.819-0.016,-0.385-0.057,-0.561-0.047,-0.636-0.041,-0.643-0.030,-1.553-0.024,-0.028-0.013,2.844-0.013,-0.170-0.012,-0.277-0.004,-0.313-0.001,-2.296 0.004,-0.658 0.002,0.375 0.022,-1.134 0.037,-1.053 0.040,-0.911 0.040,-0.977 0.006,-0.740-0.003,-0.630-0.013,-0.511-0.016,-0.395-0.020,-0.289-0.017,-0.203-0.017,-0.129-0.013,-0.076-0.011,-0.035-0.009,-0.007-0.005,0.010-0.005,0.022-0.003,0.025-0.001,0.026-0.001,0.025 0.000,0.021 0.000,0.018 0.000,0.186 0.106,0.178 0.068,0.156 0.041,0.132 0.022,0.102 0.006,0.079-0.002,0.184-0.040,0.001-0.026,0.005-0.005,-0.055-0.001,-0.087 0.002,-0.106 0.003,1.675 0.594</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923.000 882.000,'0.053'0.000,"0.326"0.000,0.388 0.000,0.800 0.027,0.886 0.043,0.915 0.051,0.873 0.052,0.785 0.049,-1.445-0.076,4.288 0.138,0.814 0.006,0.370-0.004,0.067-0.009,-0.124-0.014,-1.111-0.044,-0.584-0.034,-0.629-0.034,-0.610-0.034,-0.557-0.029,-0.477-0.026,-4.003-0.053,0.099-0.010,6.871-0.239,2.674-0.206,2.619-0.139,1.924-0.064,1.499-0.013,1.119 0.020,0.797 0.039,-2.291 0.176,-0.060 0.135,6.067 0.121,-0.521 0.178,-0.767 0.128,-0.846 0.087,-1.588-0.022,-1.272-0.062,-1.745-0.089,-1.902-0.098,-1.853-0.098,-1.676-0.089,-4.078 0.041,-0.760-0.037,1.255-0.204,-1.580-0.025,-1.313 0.002,-1.031 0.021,-1.800 0.286,1.446-1.066</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1948.000 471.000,'0.000'0.003,"0.000"0.006,0.000 0.006,0.000 0.005,0.000 0.006,0.000 0.004,0.000 0.003,0.000 0.003,0.000 0.003,0.000 0.000,0.000 0.002,0.000 0.000,0.000 0.000,0.000 0.000,0.000 0.001,0.000-0.001,0.000-0.001,0.000 0.001,0.000-0.001,0.000 0.001,0.000-0.001,0.000-0.000,0.000 0.000,0.000 0.000,0.000-0.000,0.052 0.117,0.078 0.178,0.088 0.200,0.087 0.197,0.079 0.178,0.047 0.063,0.080 0.119,0.077 0.099,0.069 0.081,0.058 0.065,0.049 0.047,0.037 0.033,0.303 0.601,0.238 0.414,0.161 0.229,0.098 0.091,0.050-0.004,0.130 0.128,0.066-0.027,-0.035-0.211,-0.061-0.247,-0.071-0.252,-0.071-0.235,-0.067-0.205,-1.244-1.374,1.240 1.257,0.035-0.043,-0.079-0.142,-0.103-0.152,-0.113-0.147,-0.108-0.131,-0.120-0.185,-0.028-0.097,-0.122-0.139,-0.118-0.115,-0.104-0.090,-0.088-0.067,-0.086-0.055,-0.050-0.028,-0.034-0.018,-0.024-0.009,-0.014-0.002,-0.125-0.060,0.010-0.008,0.169 0.055,0.040 0.027,0.034 0.034,0.028 0.037,0.023 0.034,-0.100-0.064,-0.103-0.061,0.014-0.008,0.404 0.118,0.101 0.010,0.089 0.018,0.075 0.020,0.060 0.020,-0.678-0.201,0.682 0.251,0.023 0.043,-0.020 0.027,-0.047 0.014,-0.064 0.005,-0.779-0.373,0.554 0.211,0.111 0.002,1.085 0.275,0.235 0.018,0.126 0.009,0.048 0.005,-0.002 0.002,-0.986-0.267,1.378 0.304,0.269 0.009,0.206-0.007,0.148-0.018,-2.007-0.384,2.828 0.521,0.542 0.100,0.728 0.114,0.441 0.050,0.346 0.028,0.258 0.012,0.185 0.000,-4.110-0.668,4.034 0.591,0.193-0.035,0.082-0.054,0.001-0.065,-0.050-0.066,-0.080-0.063,-1.101-0.140,0.206 0.008,2.293 0.174,0.426-0.032,0.331-0.047,0.243-0.051,0.171-0.053,-0.383-0.094,-0.105-0.083,-0.153-0.082,-0.172-0.078,-0.169-0.066,-0.157-0.057,-0.137-0.045,1.424-0.241,0.550-0.200,-0.048-0.162,-0.430-0.122,-0.639-0.091,-0.439-0.081,-1.166 0.022,-1.151 0.051,-1.044 0.067,-0.892 0.070,-0.723 0.066,-2.795 0.429,3.263-0.754,1.074-0.377,4.674-1.575,0.463-0.554,-0.375-0.315,-0.850-0.145,-1.061-0.027,-1.092 0.045,-1.424 0.313,-1.010 0.122,-0.900 0.123,-0.761 0.113,-0.613 0.098,-1.368 1.885,0.626-1.591,-0.317-0.010,-0.268 0.009,-0.217 0.022,-0.170 0.031,-0.127 0.032,-0.215 2.098,0.096-2.178,-0.075 0.005,-0.055 0.062,-0.036 0.096,-0.024 0.112,-0.013 0.115,-0.044 0.221,-0.110-0.566,-0.077 0.117,-0.064 0.204,-0.054 0.245,-0.040 0.252,-0.031 0.240,0.060 0.213,-0.065-0.212,-0.254-0.776,-0.074-0.110,-0.049-0.002,-0.029 0.068,-0.014 0.112,0.205 0.638,-0.017 0.063,-0.404-0.659,-0.044 0.157,-0.030 0.164,-0.016 0.155,-0.007 0.135,-0.001 0.115,0.952 1.259,-1.081-1.111,-0.417-0.259,-1.634-1.151,-0.985-0.468,-0.905-0.387,-0.793-0.307,3.403 2.297,-4.080-2.339,-0.058 0.171,0.248 0.307,0.436 0.381,0.534 0.403,0.562 0.394,0.220 0.232,0.504 0.343,0.050 0.243,-0.243 0.162,-0.414 0.097,-0.491 0.048,-0.538 0.026,-0.202 0.075,-0.089 0.073,-0.012 0.066,0.039 0.058,0.066 0.047,4.928 0.744,-4.913-0.565,-1.583 0.018,-2.657-0.033,-0.578 0.127,-0.012 0.148,0.362 0.150,0.590 0.142,0.701 0.129,7.314 0.058,-9.211 0.195,-0.076 0.157,0.167 0.100,0.300 0.058,0.357 0.025,4.565-0.190,-3.280 0.292,0.347 0.071,0.561 0.046,0.667 0.025,0.694 0.010,0.669-0.001,4.901-0.610,-4.899 0.804,-0.245 0.230,-1.110 0.379,0.142 0.073,0.282-0.006,0.348-0.056,0.363-0.083,-0.025 0.005,-0.315 0.077,0.123-0.020,0.226-0.042,0.272-0.053,0.278-0.056,2.546-0.545,-1.939 0.689,0.131 0.110,0.162 0.065,0.174 0.034,0.169 0.010,-0.320 0.171,0.362-0.108,0.376-0.120,0.467-0.164,0.495-0.179,0.479-0.178,0.434-0.166,1.873-0.831,-0.010 0.004,-2.059 0.905,-0.122 0.059,-0.016 0.018,0.055-0.013,0.097-0.030,0.122-0.041,1.304-0.559,-2.033 1.275,-0.223 0.327,-0.059 0.202,0.050 0.107,0.118 0.036,0.153-0.010,0.168-0.042,1.135-0.799,-0.871 1.242,0.248 0.201,0.307 0.106,0.331 0.037,0.322-0.013,0.298-0.043,0.527-1.100,-0.034 1.374,0.355 0.001,0.336-0.064,0.296-0.104,0.252-0.122,0.206-0.125,0.657 0.454,0.463 0.062,0.338-0.057,0.234-0.127,0.149-0.162,0.085-0.171,-0.611-0.823,-0.004-0.130,0.459 0.282,-0.128-0.265,-0.161-0.263,-0.172-0.243,-0.164-0.211,-0.150-0.177,-0.306-0.254,-0.178-0.154,-0.174-0.139,-0.160-0.122,-0.141-0.103,-0.053-0.060,-0.161-0.111,-0.135-0.091,-0.108-0.070,-0.083-0.053,-0.058-0.036,0.110-0.228</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1427.000 728.000,'-0.094'-0.024,"-0.110"-0.038,-0.232-0.066,-0.106-0.017,-0.062 0.002,-0.030 0.013,-0.006 0.020,0.007 0.020,-0.069-0.015,-0.097-0.033,-0.112-0.042,-0.109-0.047,-0.100-0.041,0.902 0.215,-0.585-0.129,-0.162-0.015,-0.826-0.118,-0.173 0.011,-0.067 0.026,0.006 0.035,0.056 0.038,1.540 0.162,-2.010-0.126,-0.393 0.039,-0.245 0.038,-0.195 0.031,-0.149 0.025,-0.107 0.018,1.537 0.012,0.062 0.003,-1.386 0.008,0.319 0.005,0.347 0.002,0.334 0.001,1.042 0.020,-0.002 0.019,-0.876 0.105,0.022 0.061,0.055 0.053,0.069 0.043,0.074 0.035,0.801-0.128,0.012 0.016,-0.820 0.298,0.012 0.140,0.028 0.141,0.037 0.129,0.037 0.112,0.036 0.091,0.125 0.046,0.168 0.014,0.185-0.008,0.180-0.021,0.162-0.026,0.139-0.030,0.386-0.480,0.028 0.002,-0.232 0.429,-0.013 0.035,-0.031 0.031,-0.041 0.023,-0.046 0.018,0.288-0.444,-0.004 0.008,-0.379 0.634,0.068-0.008,0.093-0.037,0.101-0.052,0.098-0.055,0.259-0.509,-0.106 0.683,0.063 0.113,0.046 0.078,0.034 0.050,0.021 0.027,0.064-0.312,-0.012 0.515,0.033-0.035,0.029-0.092,0.025-0.118,0.020-0.126,0.016-0.119,0.011-0.358,0.006 0.358,0.006-0.017,0.003-0.023,0.003-0.028,-0.001-0.025,0.000-0.057,0.012-0.043,0.021-0.008,0.024-0.017,0.026-0.023,0.023-0.025,-0.083-0.879,0.322 1.010,0.419 0.684,0.254 0.231,0.184 0.125,0.128 0.046,0.081-0.008,0.045-0.041,0.058 0.013,-0.023-0.076,-0.041-0.079,-0.048-0.073,-0.049-0.065,-0.047-0.053,-0.114-0.174,-0.140-0.218,-0.148-0.237,-0.142-0.231,-0.127-0.207,-0.108-0.177,-0.087-0.145,-0.181-0.281,1.010 0.806,0.431 0.240,0.286 0.129,0.170 0.050,0.086-0.006,0.024-0.040,-1.781-1.153,3.569 1.894,0.920 0.297,0.547 0.121,0.271 0.003,0.080-0.067,-3.670-1.621,3.219 1.202,0.101-0.089,-0.021-0.117,-0.100-0.126,-0.145-0.125,-0.168-0.115,0.167-0.037,-0.494-0.235,-0.530-0.236,-0.506-0.218,-0.456-0.190,-0.386-0.157,-2.248-0.378,2.862 0.562,1.158 0.255,3.614 0.682,1.239 0.152,0.736 0.020,0.357-0.067,0.082-0.119,0.601-0.136,-0.774-0.305,-0.570-0.267,-0.697-0.261,-0.730-0.242,-0.703-0.211,-3.239-0.137,-0.283-0.072,2.220-0.267,-0.174-0.251,-0.041-0.236,0.047-0.208,0.103-0.178,0.097-0.142,-0.359-0.014,-0.455 0.035,-0.482 0.065,-0.463 0.081,-0.418 0.082,-0.358 0.080,-2.432 0.611,2.370-0.636,-0.040-0.177,-0.064-0.234,-0.073-0.251,-0.074-0.242,-1.516 0.654,1.302-1.148,-0.271-0.177,-0.327-0.080,-0.336-0.014,-0.320 0.031,-0.285 0.058,-0.241 0.069,-0.426 0.463,0.060-0.357,-0.178 0.038,-0.181 0.071,-0.172 0.088,-0.157 0.094,-0.134 0.092,-0.411 1.601,0.250-1.728,-0.147-0.056,-0.132-0.044,-0.115-0.035,-0.096-0.025,-0.075-0.017,0.069 1.325,-0.638-1.687,-0.465-0.244,-0.442-0.165,-0.400-0.103,-0.345-0.054,-0.287-0.020,0.565 1.043,-3.393-2.279,-1.202-0.113,-0.851 0.077,-0.566 0.187,-0.341 0.233,-0.177 0.243,1.410 0.831,0.489 0.386,0.577 0.394,0.595 0.373,0.567 0.331,3.941 1.256,-0.079 0.002,-7.506-1.249,-1.527 0.186,-0.770 0.228,-0.237 0.233,0.117 0.220,0.328 0.193,0.435 0.162,0.466 0.129,0.450 0.098,0.401 0.072,7.305 0.041,-6.915 0.011,0.098 0.026,0.177 0.016,0.212 0.006,0.221 0.000,3.260-0.022,0.020-0.001,-2.478 0.020,0.290 0.012,0.395 0.014,0.441 0.016,0.443 0.014,0.414 0.015,-0.039 0.086,0.360 0.051,0.473 0.027,0.517 0.010,0.509-0.003,0.468-0.010,1.747-0.168,-1.342 0.149,0.473-0.044,0.414-0.046,0.345-0.041,0.272-0.038,0.205-0.030,0.182-0.025,0.130-0.017,0.100-0.012,0.072-0.008,0.051-0.006,-0.164-0.056</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294.000 121.000,'0.000'-0.006,"0.000"-0.211,0.000-0.119,0.000-0.069,0.000-0.030,0.000-0.007,0.000 0.011,0.000 0.018,-0.006 0.336,-0.099-0.225,-0.078-0.029,-0.182-0.114,-0.146-0.031,-0.140-0.024,-0.130-0.017,-0.867-0.289,-0.033 0.094,-0.320-0.037,-0.539-0.099,-0.163 0.034,-0.068 0.055,0.000 0.069,0.155 0.145,0.195 0.125,-0.157 0.059,-1.179-0.029,-0.066 0.096,0.039 0.082,0.107 0.070,0.142 0.053,1.297 0.050,-0.123 0.014,-2.278 0.016,-0.346 0.023,-0.215 0.013,-0.119 0.005,3.263-0.008,-1.838 0.067,-0.368 0.051,-1.906 0.129,0.111 0.044,0.389 0.021,0.544 0.006,0.609-0.007,3.558-0.264,-5.246 0.470,-0.060 0.060,-0.156 0.068,0.121 0.042,0.300 0.021,0.399 0.006,3.092-0.343,-1.391 0.358,-0.072 0.131,-1.471 0.554,-0.085 0.236,-1.501 0.739,0.399 0.075,0.549-0.046,0.601-0.114,0.584-0.152,0.530-0.160,0.832-0.347,0.149-0.054,0.202-0.099,0.231-0.120,0.761-0.332,-1.393 0.880,-0.225 0.385,-0.000 0.287,0.152 0.202,0.247 0.131,0.295 0.079,0.463-0.138,0.290 0.016,0.273 0.002,0.247-0.008,-0.061 0.771,0.197 0.373,0.337-0.298,0.208-0.142,0.197-0.245,0.181-0.298,0.156-0.315,0.493-2.118,-0.474 3.897,0.126 0.462,0.163-0.515,0.122-0.296,0.111-0.423,0.101-0.474,0.082-0.470,0.068-0.435,0.051-0.379,0.769 0.718,0.338 0.226,0.351 0.372,0.947 1.340,0.295 0.125,0.159-0.068,0.058-0.191,-1.057-1.617,-0.012-0.097,0.329 0.297,-0.026-0.202,0.787 0.613,-0.116-0.460,-0.146-0.457,-0.154-0.423,0.507-0.070,0.366-0.188,0.452-0.081,-2.443-1.138,1.756 0.585,0.624 0.075,2.127 0.486,0.510-0.022,0.240-0.080,0.043-0.111,-0.091-0.127,-5.327-1.176,3.317 0.631,0.315-0.025,4.587 0.583,0.065-0.175,-0.360-0.196,-0.593-0.194,-0.690-0.178,-0.696-0.153,-0.640-0.125,-0.556-0.097,-2.243-0.200,3.639 0.051,0.365-0.070,-0.048-0.058,-0.308-0.044,-0.452-0.036,-0.773-0.038,0.192-0.039,0.347-0.038,0.428-0.038,-5.718 0.080,7.931-0.473,0.544-0.287,1.043-0.386,-0.469-0.237,-0.727-0.171,-0.817-0.119,-1.737 0.112,-0.941-0.021,-1.311 0.131,-0.728 0.007,-0.641 0.010,-0.543 0.010,-0.443 0.012,-0.635 0.167,0.045-0.243,-0.231-0.053,-0.183-0.048,-0.136-0.043,-0.097-0.038,-0.523 0.469,1.014-1.447,0.495-1.000,0.186-0.605,0.109-0.473,0.055-0.351,-0.589 0.906,-0.226 0.316,-0.264 0.415,-0.029 0.074,-0.063 0.207,0.008 0.117,0.049 0.051,0.075 0.005,-0.769 1.210,-0.008-0.030,0.792-1.486,-0.127 0.022,-0.164 0.098,-0.173 0.140,-0.313 0.417,-0.081-0.126,-0.099-0.176,-0.142-0.092,-0.146-0.072,-0.139-0.053,-0.127-0.037,-0.021-1.078,-0.065-0.320,-0.064 0.012,-0.061 0.223,-0.053 0.343,-0.045 0.391,-0.085 2.911,-0.097-2.115,-0.113 0.151,-0.151-0.132,-0.083 0.320,-0.054 0.332,-0.031 0.321,-0.013 0.291,0.209 0.864,0.136 0.336,-1.266-1.564,-0.513-0.250,-0.393-0.157,-0.290-0.089,-0.202-0.034,-0.130 0.003,0.027 0.155,-0.061 0.097,-0.039 0.115,-0.357-0.100,0.251 0.265,0.319 0.275,0.340 0.258,0.246 0.237,-0.196 0.014,-0.585-0.136,-0.110 0.062,-0.041 0.072,0.005 0.070,0.033 0.066,-3.163-0.366,-2.593-0.306,-1.798-0.183,-0.215 0.067,0.509 0.167,0.917 0.214,0.486 0.161,0.833 0.203,2.012 0.304,0.425 0.091,0.330 0.070,0.249 0.053,-0.503 0.023,1.581 0.158,-0.283-0.018,-2.403-0.202,0.308 0.012,0.615 0.032,0.754 0.041,4.146 0.388,-3.028-0.293,0.749 0.067,0.703 0.066,0.623 0.060,0.525 0.053,0.426 0.043,0.972 0.115</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824.000 261.000,'0.005'0.005,"0.007"0.007,0.009 0.009,0.007 0.007,0.008 0.008,0.006 0.006,0.005 0.005,0.004 0.004,0.002 0.002,0.002 0.002,0.001 0.001,0.001 0.001,0.001 0.001,-0.001-0.001,0.000 0.000,0.000 0.000,0.000 0.000,-0.001-0.001,0.013 0.040,0.068 0.114,0.460 0.681,0.333 0.449,0.296 0.330,0.249 0.229,0.196 0.146,0.148 0.086,-0.438-0.633,0.189 0.106,1.180 0.974,0.224 0.019,0.101-0.078,0.017-0.131,-0.320-0.397,-0.141-0.194,-0.241-0.223,-0.292-0.227,-0.307-0.216,-0.297-0.195,-0.405-0.249,-0.165-0.091,0.087 0.070,-0.201-0.130,-0.150-0.104,-0.105-0.078,0.690 0.143,0.572 0.087,0.127-0.047,0.318 0.009,0.273-0.004,0.223-0.013,0.177-0.017,-0.313-0.116,0.549-0.013,-0.024-0.097,-0.109-0.104,-0.162-0.103,-0.185-0.094,-0.188-0.084,-1.947 0.064,2.021-0.382,0.225-0.250,1.148-0.539,0.072-0.190,-0.059-0.085,-0.135-0.015,-2.391 0.919,1.039-0.486,-0.044-0.054,0.823-0.511,-0.123-0.048,-0.143-0.012,-0.149 0.011,-0.139 0.026,-0.292 0.187,-0.107 0.115,0.288-0.110,-0.278 0.201,-0.284 0.189,-0.263 0.165,-1.452 0.745,0.909-0.379,0.141 0.027,-0.145 0.123,-0.165 0.107,-0.165 0.088,-0.155 0.072,-0.308 0.067,-0.010 0.018,0.327 0.020,0.035 0.029,0.039 0.018,0.039 0.009,0.036 0.002,-0.005-0.004,-0.050 0.007,-0.048 0.013,-0.063 0.017,-0.068 0.016,-0.066 0.017,-0.062 0.014,0.316 0.112,0.246 0.127,0.291 0.142,0.175 0.096,0.129 0.074,0.088 0.053,-0.943-0.364,1.267 0.633,0.399 0.241,0.986 0.491,0.324 0.124,0.199 0.036,0.103-0.022,0.033-0.060,-2.415-1.069,2.031 0.693,1.615 0.349,-0.220-0.270,-1.245-0.474,-0.350-0.196,-0.361-0.182,-0.344-0.164,-1.606-0.300,0.590 0.037,-0.034-0.052,1.315-0.003,-0.323-0.108,-0.377-0.070,-0.377-0.043,-0.019-0.184,0.327-0.177,1.153-0.366,0.584-0.231,0.499-0.184,0.406-0.139,-4.061 1.079,4.968-1.403,0.170-0.114,-0.216 0.001,-0.429 0.068,-0.520 0.103,-0.528 0.116,-0.500 0.156,-0.440 0.168,-0.364 0.160,-0.285 0.141,-0.213 0.116,-0.150 0.091,-1.984 0.529,1.873-0.460,-0.070 0.063,-0.128 0.082,-0.153 0.084,-0.155 0.082,-0.011 0.149,0.188 0.173,0.256 0.179,0.282 0.172,0.277 0.152,0.254 0.132,-0.926-0.160,1.233 0.341,0.427 0.099,1.197 0.279,-0.150-0.067,-0.398-0.130,-0.525-0.162,-0.639-0.173,-0.528-0.141,-0.481-0.122,-0.419-0.102,-0.348-0.083,-0.279-0.064,-0.212-0.046,-0.157-0.034,0.395-0.037,0.551-0.054,0.665-0.052,0.671-0.044,0.617-0.037,0.529-0.027,-3.473 0.096,2.343-0.266,3.556-0.633,0.948-0.275,0.435-0.144,0.072-0.046,-0.170 0.020,-0.316 0.061,-0.062 0.036,-0.800 0.169,-0.837 0.179,-0.791 0.170,-0.701 0.151,-2.732 0.406,1.031 0.022,2.559 0.266,-0.082 0.329,-0.329 0.252,-0.452 0.182,-0.490 0.124,-1.836-0.355,1.262 0.572,-0.039 0.125,-0.028 0.072,-0.019 0.030,-0.011 0.004,-0.007-0.015,0.029-0.026,-0.321-0.185,-0.374-0.210,-0.376-0.211,-0.350-0.191,-0.303-0.168,-1.214-0.335,3.334 0.252,1.539-0.011,3.442 0.026,0.902-0.103,0.228-0.117,-0.212-0.114,-0.468-0.105,-4.125 0.019,-0.234-0.013,2.778-0.094,-0.388-0.026,-0.335-0.016,-0.279-0.008,-0.220-0.004,-3.830 0.142,3.285-0.101,-0.139 0.023,-0.222 0.026,-0.264 0.026,-0.276 0.025,-3.862 0.073,1.956-0.042,-0.168-0.015,12.502-0.899</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1847.000 277.000,'0.007'0.000,"0.009"0.000,0.013 0.000,0.011 0.000,0.010 0.000,0.010 0.000,0.008 0.000,0.005 0.000,0.006 0.000,0.002 0.000,0.003 0.000,0.001 0.000,0.286 0.221,0.151 0.169,0.155 0.194,0.320 0.333,0.250 0.251,0.233 0.221,0.206 0.188,-1.331-1.253,1.410 1.185,0.257 0.175,0.568 0.411,0.165 0.075,0.089 0.015,0.031-0.026,-0.008-0.053,-2.235-1.650,1.415 0.909,0.157-0.010,2.170 1.009,0.165-0.128,-0.028-0.167,-0.142-0.180,-0.204-0.170,-0.222-0.152,0.014-0.204,-0.005-0.166,-0.079-0.149,-0.120-0.131,-0.134-0.106,-0.229-0.103,-0.413-0.122,-0.433-0.110,-0.411-0.093,-0.361-0.077,-0.302-0.058,-0.491-0.222,1.394-0.183,0.751-0.215,4.417-1.089,0.799-0.632,0.046-0.482,-0.417-0.348,-0.664-0.237,-2.084 0.654,0.714-0.638,-0.468 0.028,-0.498 0.116,-0.483 0.169,-0.441 0.189,-0.381 0.191,-0.180 0.211,-0.271 0.252,-0.326 0.273,-0.342 0.267,-0.329 0.246,-0.947 0.546,-0.098 0.091,0.553-0.134,-0.197 0.205,-0.167 0.169,-0.132 0.131,-0.102 0.099,0.000 0.143,0.050 0.206,0.125 0.238,0.149 0.244,0.152 0.228,0.145 0.204,0.128 0.172,0.109 0.141,0.091 0.111,-1.632-1.259,2.498 1.624,-0.705-0.549,0.106-0.005,1.175 0.492,0.036-0.210,-0.054-0.258,-0.109-0.271,-0.135-0.258,-0.142-0.231,-0.136-0.198,-0.122-0.160,-0.068-0.273,0.169-0.409,0.007-0.432,0.021-0.407,0.028-0.360,0.031-0.298,0.029-0.237,-0.392 0.165,-0.162 0.055,-0.186 0.109,-0.191 0.135,-0.179 0.145,-0.161 0.139,-1.083 0.817,0.685-0.496,0.240-0.132,-0.163 0.168,-0.183 0.182,-0.184 0.176,-0.170 0.160,0.117 0.139,0.178 0.120,0.074 0.121,0.048 0.098,0.027 0.074,0.012 0.054,0.002 0.038,0.077 0.084,0.177 0.115,0.200 0.124,0.202 0.119,0.184 0.105,-1.341-0.422,1.551 0.497,0.161 0.052,0.074 0.023,0.013 0.001,-0.029-0.012,-0.053-0.020,-2.076-0.655,2.165 0.670,-0.149-0.072,-0.235-0.101,-0.272-0.115,-0.277-0.113,-0.257-0.106,-1.203-0.271,1.693 0.178,0.285-0.061,0.190-0.041,0.115-0.026,0.060-0.013,0.020-0.006,-0.008 0.001,-2.151-0.077,2.191 0.068,-0.058-0.012,-0.115-0.014,-0.139-0.012,-0.145-0.012,-0.138-0.011,-1.707-0.021,1.597 0.012,-0.074-0.007,-0.101-0.004,-0.111-0.004,-0.110-0.002,-0.684 0.000,0.470-0.014,-0.183-0.019,-0.195-0.023,-0.186-0.022,-0.169-0.021,-0.143-0.018,-0.068-0.029,-0.032-0.027,0.005-0.025,0.024-0.023,0.037-0.020,0.042-0.015,0.039-0.012,-0.446 0.217,0.785-0.214,0.108 0.034,0.011 0.043,-0.049 0.042,-0.080 0.038,-0.093 0.033,-0.091 0.027,-0.083 0.021,-0.071 0.014,-0.055 0.011,-0.074 0.005,-0.034 0.004,-0.027 0.001,-0.018 0.001,-0.013 0.000,-0.008-0.001,-0.038-0.002,-0.020 0.000,-0.023-0.001,-0.022-0.002,-0.020 0.000,-0.016 0.000,-0.015-0.002,-0.021 0.001,0.023-0.001,0.061 0.000,0.013 0.000,0.007 0.000,0.000-0.001,-0.004 0.001,0.743-0.001</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1787.000 302.000,'0.006'0.000,"0.167"-0.027,0.430-0.044,0.402-0.022,0.567-0.041,0.280-0.023,0.171-0.018,0.088-0.013,0.027-0.010,-1.640 0.156,1.402-0.083,0.415 0.006,3.438-0.072,1.023 0.033,0.638 0.033,0.349 0.033,0.682 0.111,0.954 0.074,0.473 0.051,0.128 0.035,-0.105 0.018,-0.251 0.009,-0.325 0.002,0.128-0.046,3.919 0.012,1.109-0.024,0.483-0.028,0.043-0.026,-0.246-0.023,-0.421-0.021,-11.348-0.042,12.665 0.038,-0.204 0.009,-0.781 0.017,-1.095 0.020,-1.213 0.020,-1.777 0.002,-1.491-0.006,-1.433-0.011,-1.296-0.013,-1.114-0.016,-0.923-0.015,-0.730-0.013,-2.763-0.030,0.197 0.001,3.826 0.045,1.388 0.014,7.835 0.057,1.143-0.027,-0.200-0.046,-1.019-0.053,-6.340-0.013,4.896-0.050,-1.928-0.035,-2.023-0.028,-1.900-0.021,-1.656-0.014,-1.360-0.010,-1.596 0.079,1.150-0.049,-0.168-0.005,-0.291-0.007,-0.357-0.008,-0.376-0.007,2.752-0.634</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751.000 286.000,'0.023'0.000,"0.036"0.000,0.041 0.000,0.041 0.000,0.038 0.000,0.034 0.000,0.028 0.000,0.022 0.000,0.017 0.000,0.012 0.000,-0.226 0.000,0.363 0.024,0.146 0.038,0.676 0.064,0.574 0.016,0.574-0.001,0.527-0.013,1.783 0.052,1.548 0.023,1.905 0.024,1.469 0.009,1.234 0.001,0.992-0.002,0.757-0.003,-4.770-0.105,2.150 0.009,0.795-0.015,8.095 0.033,1.499-0.036,0.917-0.031,0.483-0.027,0.178-0.021,-9.329-0.022,10.681 0.025,0.692 0.030,0.092 0.041,-0.289 0.042,-0.507 0.041,-0.606 0.037,5.139 0.108,2.388 0.027,1.402-0.016,0.679-0.042,-9.220-0.089,-0.484 0.010,5.592 0.063,-1.794-0.027,-2.030-0.038,-2.016-0.043,-1.847-0.041,-4.732-0.103,5.815-0.112,-0.026-0.107,-0.219-0.085,-0.317-0.062,-0.350-0.046,-3.964 0.065,-0.481 0.020,0.987 0.005,-1.010 0.046,-1.059 0.046,-1.012 0.043,-0.910 0.038,3.895 0.033,3.115 0.025,1.008 0.021,0.038 0.017,-0.572 0.010,-0.908 0.007,-4.850-0.000,1.860 0.004,-0.898 0.000,-1.020 0.000,-1.033-0.001,-0.976-0.001,-0.877-0.001,-6.910-0.005,7.580 0.028,-0.413 0.037,-0.602 0.043,-0.680 0.045,-0.680 0.040,-0.629 0.038,-0.159-0.002,-0.378-0.013,-0.702-0.022,-0.866-0.028,-0.914-0.031,-0.881-0.029,-4.495-0.086,5.372 0.045,1.107-0.015,4.139 0.009,0.501 0.008,-0.106 0.016,-0.468 0.019,-0.648 0.020,-5.121-0.055,3.551 0.043,-0.723-0.011,-0.824-0.014,-0.824-0.016,-0.767-0.015,-1.630-0.020,1.169-0.003,-0.511-0.011,-0.458-0.009,-0.386-0.006,-0.309-0.006,-1.104-0.001,0.587-0.002,0.023-0.001,0.002-0.001,-0.009 0.001,-0.019 0.000,-0.021 0.000,-0.168 0.000,-0.029 0.001,0.403 0.001,-0.326-0.001,-0.381 0.001,-0.383 0.001,-1.828 0.000,1.499-0.001,-0.216 0.001,-0.251 0.000,-0.257 0.000,-0.239 0.000,-0.212 0.000,-0.875 0.000,0.370 0.001,-0.006-0.001,0.358 0.014,-0.068 0.024,-0.086 0.027,-0.094 0.027,-0.089 0.024,-0.389-0.016,0.239 0.104,-0.079 0.019,-0.085-0.001,-0.086-0.016,-0.079-0.022,-0.072-0.028,-0.016-0.011,-0.067-0.036,-0.052-0.033,-0.038-0.025,-0.026-0.020,-0.015-0.016,-0.108-0.009,0.319 0.032,0.186 0.016,0.708 0.060,0.201 0.011,0.072-0.001,-0.016-0.010,-0.072-0.013,3.773 0.176</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1096.000 494.000,'-0.268'-0.060,"-0.196"-0.036,-0.325-0.073,-0.132-0.037,-0.063-0.028,-0.018-0.017,0.082 0.033,0.081 0.015,0.072 0.005,0.085 0.003,0.089 0.001,0.085 0.001,0.403 0.154,-0.389-0.216,0.025-0.018,0.022 0.009,0.018 0.024,0.013 0.035,0.009 0.036,0.012 0.036,0.013 0.033,0.010 0.028,0.010 0.024,0.009 0.018,0.007 0.014,-0.151-0.025,-0.205-0.046,-0.234-0.057,-0.232-0.059,-0.212-0.055,-0.183-0.048,-0.150-0.040,0.651 0.124,-0.149-0.040,-1.827-0.413,-0.759-0.169,-0.654-0.138,-0.534-0.107,1.236 0.266,-0.100-0.029,-1.070-0.213,0.013 0.049,0.091 0.077,0.132 0.089,0.149 0.089,0.495 0.140,0.206 0.088,0.200 0.081,0.184 0.073,0.162 0.061,0.137 0.052,-2.031-0.034,-1.886-0.039,-1.794-0.032,-0.618 0.020,-0.113 0.037,0.222 0.046,0.431 0.047,1.681 0.022,0.055-0.001,-0.045 0.008,-1.688-0.030,-0.387 0.000,-0.399-0.001,-0.380-0.002,3.412 0.088,-1.329-0.012,0.001 0.014,-2.402-0.018,0.339 0.027,0.471 0.025,0.527 0.024,0.531 0.021,4.908 0.035,-5.909-0.014,0.486 0.016,0.397 0.010,0.563 0.007,0.635 0.005,0.636 0.003,2.815-0.002,0.211 0.001,-2.600 0.035,0.027 0.050,-0.080 0.054,-0.140 0.056,-0.168 0.050,2.876-0.076,-2.834 0.266,0.229 0.130,0.343 0.117,0.386 0.096,0.383 0.079,0.531 0.096,0.773-0.043,0.518-0.034,0.529-0.068,0.503-0.087,0.455-0.094,0.392-0.091,0.891-0.280,-2.101 0.691,-0.289 0.092,0.032-0.017,0.230-0.083,0.329-0.116,0.366-0.126,-0.384 0.645,-0.093 0.343,-0.014 0.226,0.107 0.100,0.180 0.010,0.215-0.050,1.757-1.559,-1.939 1.960,0.029 0.088,0.104-0.052,0.146-0.137,0.161-0.181,0.159-0.197,1.441-1.518,-1.473 1.596,0.733-0.773,-0.009 0.034,-0.780 0.923,0.139-0.131,0.194-0.211,0.215-0.246,0.208-0.246,0.179-0.124,0.107-0.044,0.106-0.052,0.096-0.052,0.085-0.049,0.070-0.045,0.191 0.077,0.010 0.371,-0.130 1.603,0.056 0.399,0.061 0.140,0.061-0.042,0.056-0.157,0.088-1.358,0.018-0.108,-0.008 0.924,0.034-0.384,0.027-0.387,0.018-0.362,0.013-0.317,0.007-0.267,-0.006-0.683,0.068 0.465,0.091-0.076,0.105-0.047,0.109-0.025,0.101-0.010,0.090 0.003,0.318 0.170,0.169 0.060,0.061-0.013,-0.015-0.062,-0.062-0.090,-0.090-0.100,-0.745-0.539,1.168 0.739,0.095 0.006,-0.023-0.057,-0.092-0.090,-0.130-0.105,-0.140-0.103,-0.503-0.256,-0.013-0.010,0.564 0.230,0.353 0.120,0.416 0.145,0.428 0.151,0.408 0.146,-0.519-0.221,0.268 0.074,1.929 0.636,0.577 0.139,0.442 0.097,0.321 0.062,0.221 0.034,-3.599-1.153,3.954 1.087,-0.084-0.111,-0.380-0.173,-0.539-0.199,-0.603-0.201,-0.598-0.187,-2.304-0.597,3.968 0.333,1.149-0.093,0.547-0.059,0.272-0.014,0.077 0.012,-0.050 0.031,-1.570-0.050,2.395 0.294,0.486 0.120,0.390 0.095,0.298 0.071,0.218 0.052,0.149 0.033,-0.840-0.117,-0.221-0.067,-0.274-0.083,-0.288-0.090,-0.279-0.086,-3.278-0.315,-0.169-0.044,2.593 0.111,-0.309-0.107,-0.304-0.095,-0.279-0.081,-0.244-0.067,0.510-0.051,-0.132-0.043,-0.368-0.030,-0.490-0.019,-0.534-0.012,-0.522-0.007,-1.625 0.009,-0.140 0.000,2.012-0.007,1.005-0.030,0.711-0.045,0.599-0.051,0.479-0.053,0.366-0.047,0.183-0.147,-0.739-0.052,-0.347-0.054,-0.509-0.029,-0.585-0.010,-0.598 0.001,-1.322 0.061,-0.079-0.053,1.671-0.360,-0.167-0.105,-0.200-0.082,-0.203-0.060,-0.192-0.044,-0.126-0.014,0.285-0.114,-0.002-0.038,0.024-0.035,0.038-0.030,0.043-0.027,0.043-0.019,-0.632 0.173,-0.463 0.133,-0.536 0.155,-0.545 0.160,-0.507 0.148,-2.124 0.551,1.220-0.362,0.101-0.069,0.069-0.067,1.352-0.560,-0.147-0.034,-0.268 0.034,-0.329 0.072,-1.106 0.473,0.146-0.101,-0.074-0.001,0.491-0.328,-0.045-0.052,-0.026-0.051,-0.012-0.048,-0.002-0.041,-0.363 0.230,-0.057 0.039,0.441-0.303,-0.097 0.058,-0.096 0.057,-0.088 0.053,-0.075 0.044,-1.282 0.893,1.146-0.867,-0.017-0.020,-0.070 0.035,-0.101 0.070,-0.116 0.089,-0.118 0.096,-0.573 0.446,0.872-0.795,0.080-0.164,0.045-0.130,0.019-0.098,-0.001-0.070,-0.010-0.048,-0.662 0.736,-0.029 0.006,0.373-0.565,-0.103 0.015,-0.111 0.026,-0.108 0.035,-0.099 0.037,-0.062 0.005,-0.112 0.151,-0.100 0.163,-0.083 0.161,-0.067 0.144,-0.053 0.124,-0.055-0.818,-0.073-0.548,-0.085-0.322,-0.084-0.153,-0.080-0.035,-0.069 0.046,-0.177-0.013,-0.155 0.040,-0.100 0.201,-0.063 0.236,-0.038 0.239,-0.017 0.224,-0.003 0.194,-0.118-0.051,-0.149-0.043,-0.141-0.010,-0.128 0.016,-0.109 0.027,-0.087 0.036,-0.636-0.295,-0.370-0.091,-0.205 0.013,-0.088 0.081,-0.005 0.114,0.047 0.127,2.209 1.137,-1.488-0.662,-2.265-0.832,-0.458-0.030,-0.135 0.082,0.083 0.151,0.215 0.182,1.743 0.605,-0.130 0.036,-2.562-0.437,-0.162 0.116,0.005 0.119,0.111 0.108,0.169 0.094,0.190 0.080,4.218 0.538,-4.259-0.432,-0.101 0.051,-0.017 0.040,0.040 0.026,0.071 0.019,0.088 0.012,0.090 0.005,2.940 0.236,-1.557-0.092,-0.580 0.001,-4.063-0.152,-0.406 0.043,0.134 0.054,0.468 0.060,0.648 0.055,0.717 0.050,0.705 0.044,0.409 0.033,0.881 0.031,0.797 0.023,0.675 0.015,0.545 0.010,1.308-0.001,0.069 0.001,-0.655 0.005,0.225 0.001,0.230-0.001,0.220-0.001,0.197-0.001,-1.782 0.013</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579.000 601.000,'0.589'0.000,"0.849"0.000,0.770 0.032,0.509 0.049,0.340 0.056,0.209 0.057,0.109 0.051,-0.067 0.016,0.228 0.028,0.249 0.020,0.247 0.016,0.226 0.010,0.200 0.007,0.847-0.009,0.720-0.008,1.084 0.024,1.107 0.031,1.051 0.036,0.940 0.036,-3.486-0.146,0.460 0.037,8.567 0.428,2.962 0.131,2.700 0.104,2.314 0.078,1.880 0.054,1.458 0.036,0.617-0.012,-0.523-0.065,-0.969-0.081,-1.158-0.087,-1.173-0.080,-4.884-0.167,-0.731 0.002,3.250 0.115,-0.841-0.071,-0.789-0.086,-0.687-0.086,-15.582-0.458,10.479 0.202,1.027-0.042,6.692 0.005,-0.104-0.090,-0.875-0.084,-1.319-0.076,-1.521-0.063,-0.183-0.093,-2.790-0.076,-2.705-0.066,-2.417-0.052,-2.031-0.040,-1.622-0.029,-1.229-0.019,7.866-2.200</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643.000 820.000,'0.021'0.000,"0.033"0.000,0.038 0.000,0.039 0.000,0.036 0.000,0.032 0.000,0.027 0.000,0.049 0.000,0.148 0.000,0.425 0.000,0.326 0.000,0.305 0.000,0.271 0.000,-1.375 0.000,2.216 0.000,0.901 0.000,1.415 0.000,0.824 0.000,0.638 0.000,0.467 0.000,0.328 0.000,1.153 0.000,0.436-0.014,0.560-0.021,0.386-0.025,0.245-0.026,0.138-0.026,-3.628 0.040,0.332-0.002,5.091-0.029,0.533 0.028,0.227 0.035,0.012 0.037,-0.128 0.036,-0.212 0.033,-9.730-0.049,8.669 0.106,0.725 0.032,2.256 0.044,-0.056 0.001,-0.398-0.011,-0.599-0.020,-0.701-0.023,-4.086-0.074,0.307-0.035,5.060-0.069,-0.176-0.083,-0.566-0.073,-0.789-0.062,-0.892-0.051,-1.046-0.009,-0.706 0.010,1.230-0.077,-0.838-0.016,-0.726-0.020,-0.595-0.019,-1.336 0.012,-0.164-0.056,-0.049-0.063,0.033-0.062,0.079-0.059,0.108-0.052,0.116-0.044,-4.239 0.414,5.619-0.705,0.193-0.095,-0.221-0.025,-0.470 0.021,-0.594 0.048,-0.630 0.063,-1.729 0.187,-0.380-0.021,0.532-0.236,-0.791 0.011,-0.781 0.028,-0.716 0.038,-0.624 0.041,-1.242 0.403,-0.180-0.003,0.444-0.532,-0.398-0.045,-0.298-0.032,-0.209-0.018,-0.141-0.011,-0.300 0.496,0.086-0.784,-0.106-0.226,-0.086-0.195,-0.069-0.158,-0.051-0.123,-0.041 1.342,-0.005-1.420,-0.019-0.082,-0.013-0.017,-0.006 0.026,-0.003 0.051,0.001 0.067,0.002 0.069,0.007 0.472,-0.001-0.280,0.004 0.168,0.003 0.168,0.004 0.154,0.003 0.137,-0.088 0.283,-0.081-0.091,-0.358-0.736,-0.313-0.196,-0.311-0.154,-0.285-0.117,-0.249-0.084,-0.205-0.058,-0.349-0.130,-0.135 0.166,-0.082 0.212,-0.046 0.221,-0.019 0.207,2.063 1.503,-2.100-1.292,-0.078 0.175,-0.065 0.172,-0.049 0.157,-0.038 0.137,-0.026 0.109,0.972 0.375,-0.275-0.020,-2.036-0.371,-0.570-0.032,-0.404-0.012,-0.269 0.000,-0.162 0.010,-1.080-0.162,-0.192-0.039,-0.133-0.042,-0.081-0.040,-0.045-0.035,-0.019-0.029,2.491 0.475,-6.305-0.852,-1.770-0.006,-1.108 0.122,-0.608 0.189,-0.251 0.213,9.209 0.745,-9.403-0.425,0.440 0.206,0.865 0.177,1.054 0.145,1.082 0.114,1.009 0.083,1.881 0.057,0.856 0.034,0.765 0.021,0.653 0.012,0.535 0.007,0.421-0.001,4.171-0.034,-6.975 0.037,-1.538-0.007,-1.184-0.008,-0.865-0.007,-0.594-0.006,-0.379-0.006,5.705-0.006,-5.594 0.034,0.562 0.050,0.875 0.056,0.992 0.058,0.976 0.050,5.890-0.146,-4.137 0.267,0.418 0.107,0.351 0.093,0.283 0.080,0.220 0.063,0.162 0.050,4.719-0.607,-4.798 0.643,0.040 0.004,0.228-0.026,0.340-0.048,0.393-0.056,0.402-0.060,1.769-0.254,0.047-0.035,-2.259 0.162,0.075-0.086,0.114-0.071,0.130-0.055,0.126-0.039,3.780-0.195,-3.600 0.249,0.100 0.038,0.183 0.025,0.219 0.014,0.225 0.005,0.213 0.000,2.825-0.298,-3.041 0.489,0.276 0.054,0.099 0.065,0.177 0.037,0.216 0.019,0.230 0.002,0.786-0.167,0.115 0.023,-0.626 0.354,0.199 0.068,0.181 0.056,0.154 0.043,0.128 0.032,0.099 0.022,0.074 0.016,0.053 0.008,0.035 0.004,0.021 0.001,0.012-0.001,-0.081 0.788,0.061 0.483,0.132 0.268,0.166 0.108,0.174 0.002,0.165-0.065,0.555-1.701,-0.403 1.729,0.098-0.009,0.097-0.078,0.089-0.116,0.077-0.131,0.065-0.131,0.206-1.358,0.050 1.270,0.180 0.232,0.406 1.147,0.312 0.045,0.255-0.100,0.197-0.181,0.148-0.214,0.068-0.284,0.015-0.303,-0.020-0.290,-0.038-0.254,-0.048-0.213,-0.405-0.637,0.080-0.019,-0.120-0.212,-0.131-0.192,-0.131-0.169,-0.123-0.140,-0.108-0.113,-0.287-0.215,0.320 0.236,0.094 0.073,0.121 0.095,0.129 0.102,0.127 0.101,0.115 0.092,0.235 0.143,0.012-0.006,0.001-0.005,-0.034-0.025,-0.056-0.035,-0.067-0.042,-0.068-0.040,-0.019-0.038,-0.044-0.077,-0.034-0.077,-0.024-0.074,-0.016-0.063,-0.010-0.055,-0.408-0.207,-0.014-0.025,0.367 0.100,-0.071-0.048,-0.081-0.038,-0.079-0.025,-0.075-0.017,1.102 0.391</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699.000 817.000,'-0.003'0.000,"-0.071"0.022,-0.008 0.032,0.024 0.038,0.042 0.035,0.047 0.034,0.049 0.027,0.044 0.022,0.038 0.018,0.031 0.011,0.023 0.009,0.018 0.006,0.011 0.002,-0.060-0.067,0.222 0.220,0.067 0.063,0.033 0.033,0.010 0.008,-0.006-0.007,-0.017-0.015,-0.370-0.377,0.465 0.360,0.195 0.115,1.095 0.723,0.232 0.090,0.052-0.027,-0.063-0.096,-0.132-0.134,-0.160-0.143,-0.167-0.139,-0.155-0.124,-0.137-0.105,-0.114-0.084,0.550 0.287,0.524 0.253,0.306 0.085,0.299 0.045,0.224-0.010,0.159-0.043,0.107-0.062,0.065-0.072,-0.090-0.144,0.018-0.131,0.007-0.134,0.001-0.129,-0.005-0.118,-0.006-0.103,-0.379-0.369,0.297-0.257,2.232-0.758,-0.023-0.387,-0.299-0.247,-0.441-0.137,-0.493-0.060,-2.086 0.876,1.033-0.632,-0.400 0.146,-0.347 0.179,-0.287 0.185,-0.229 0.176,-0.697 0.396,-0.091 0.090,0.509-0.046,0.016 0.184,0.058 0.161,0.081 0.131,0.090 0.102,0.087 0.078,0.050 0.075,0.002 0.065,-0.021 0.056,-0.034 0.043,-0.038 0.033,-1.189-0.209,1.788 0.342,0.403 0.059,0.335 0.032,0.262 0.013,0.196 0.000,0.141-0.007,-0.882-0.131,1.155 0.115,0.084-0.082,0.016-0.105,-0.030-0.112,-0.054-0.106,-0.067-0.094,-0.066-0.080,-0.064-0.064,-0.055-0.048,-0.045-0.035,-0.036-0.024,-0.895-0.004,1.119-0.129,0.228-0.053,0.213-0.037,0.185-0.022,0.154-0.012,-2.964 0.272,3.323-0.187,0.282 0.087,0.155 0.100,0.061 0.101,-0.003 0.094,-0.043 0.081,0.229 0.109,0.033 0.057,-0.204 0.018,-0.344-0.010,-0.410-0.025,-0.426-0.035,-0.405-0.038,-0.497-0.060,1.364 0.014,0.036-0.011,-0.111-0.002,-0.192 0.005,-0.230 0.009,-0.318 0.005,-0.302 0.006,-0.289 0.005,-0.256 0.003,-0.217 0.003,-0.174 0.001,-1.231-0.073,1.259 0.067,-0.171 0.002,-0.255 0.005,-0.284 0.005,-0.281 0.006,-0.939-0.078,-0.068-0.007,0.594 0.045,-0.020-0.022,0.018-0.023,0.041-0.022,0.052-0.018,0.057-0.017,0.137 0.017,0.487 0.039,0.472 0.037,0.328 0.028,0.246 0.020,0.176 0.017,0.117 0.010,-0.505-0.030,0.761 0.033,-0.363-0.029,-0.434-0.031,-0.444-0.032,-0.417-0.029,-0.749-0.035,0.102-0.006,-0.348-0.017,-0.306-0.013,-0.255-0.010,-0.205-0.006,-0.118-0.051</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770.000 735.000,'-0.141'-0.094,"-0.271"-0.143,-0.158-0.049,-0.106-0.006,-0.065 0.021,-0.033 0.035,-0.011 0.042,-0.255 0.094,-0.255 0.096,-0.188 0.104,-0.131 0.103,-0.085 0.093,0.528-0.042,-0.535 0.193,-0.068 0.079,-0.587 0.275,0.043 0.074,0.100 0.039,0.128 0.017,0.135-0.002,-0.071 0.191,0.134 0.025,0.025 0.068,0.057 0.032,0.078 0.006,0.084-0.011,0.194-0.085,-0.088 0.142,-0.361 0.412,0.026 0.078,0.077 0.026,0.105-0.012,0.115-0.034,0.637-0.586,0.034 0.161,-0.425 1.085,0.096 0.185,0.099 0.074,0.098-0.006,0.087-0.057,0.078-0.091,0.693-1.996,-0.604 2.057,0.141-0.122,0.136-0.138,0.126-0.136,0.108-0.128,0.089-0.110,0.153-1.564,-0.057 1.589,0.067-0.051,0.057-0.134,0.046-0.175,0.037-0.193,0.026-0.189,0.238 0.762,0.128 0.238,0.061 0.003,0.017-0.138,-0.014-0.213,-0.028-0.237,-0.074-0.294,-0.079-0.260,-0.082-0.238,-0.077-0.201,-0.066-0.164,-0.137-0.410,0.197 0.377,0.153-0.008,0.187-0.002,0.194 0.003,0.182 0.005,0.157 0.006,-0.213-0.111,1.037 0.378,0.335 0.092,0.174 0.029,0.056-0.014,-0.027-0.042,-0.078-0.059,-0.778-0.248,1.201 0.345,-0.039-0.042,-0.142-0.073,-0.198-0.087,-0.220-0.092,-0.218-0.085,-1.514-0.368,4.030 0.463,1.412 0.049,0.849 0.024,0.425 0.006,0.124-0.007,-0.080-0.013,1.347 0.040,0.920 0.032,0.445 0.013,0.104-0.001,-0.124-0.009,-0.265-0.015,-0.337-0.016,-0.375-0.068,0.210-0.055,0.345-0.060,0.408-0.060,0.428-0.056,0.412-0.049,-3.775-0.133,0.107-0.023,5.564 0.052,-0.091-0.057,-0.373-0.048,-0.518-0.037,-0.568-0.030,-8.990-0.029,8.772 0.005,-0.664-0.013,-0.790-0.009,-0.801-0.005,-0.743-0.001,-0.641 0.001,-5.896 0.012,5.844-0.011,-0.162 0.003,-0.255 0.002,-0.293 0.002,-0.290 0.002,-0.265 0.001,-4.754 0.004,2.963-0.028,3.660-0.091,0.351-0.063,-0.182-0.052,-0.518-0.040,-0.700-0.031,-0.772-0.022,-4.768 0.257,4.072-0.382,-0.574-0.101,-0.532-0.086,-0.466-0.072,-0.393-0.056,-0.316-0.044,-0.244-0.030,-0.204-0.059,-0.279-0.028,-0.259-0.024,-0.225-0.019,-0.187-0.013,-0.472 0.190,-0.160-0.015,0.062-0.455,-0.239-0.220,-0.197-0.231,-0.154-0.216,-0.114-0.190,-0.175 0.883,0.030-1.117,-0.069-0.009,-0.052 0.080,-0.036 0.129,-0.025 0.148,-0.014 0.149,-0.043-0.149,-0.055-0.110,-0.058-0.091,-0.055-0.073,-0.049-0.054,0.226 1.902,-0.277-2.091,-0.044-0.040,-0.036 0.026,-0.031 0.064,-0.024 0.080,-0.018 0.084,0.085 0.524,0.024 0.220,0.027 0.234,0.031 0.232,0.030 0.213,0.027 0.188,0.053 0.081,-0.160-0.553,-0.238-0.723,-0.080-0.130,-0.044 0.032,-0.017 0.131,-0.000 0.182,0.308 0.740,-0.347-0.566,-0.052 0.075,-0.045 0.080,-0.038 0.077,-0.031 0.070,-0.023 0.058,0.568 0.672,-0.839-0.853,-0.304-0.151,-0.308-0.125,-0.290-0.099,-0.258-0.075,-0.220-0.054,-0.178-0.038,1.566 1.070,-1.665-0.908,-0.383-0.045,-1.174-0.380,-0.295 0.065,-0.159 0.108,-0.060 0.125,0.008 0.131,0.053 0.123,0.077 0.110,0.002 0.083,0.183 0.123,0.194 0.113,0.187 0.098,0.168 0.082,-0.031 0.070,-0.159 0.060,-0.227 0.046,-0.255 0.037,-0.254 0.026,-0.234 0.017,-0.204 0.013,2.908 0.418,-6.448-0.444,-1.191 0.063,-0.362 0.093,0.183 0.104,0.510 0.101,3.599 0.162,0.380 0.039,-1.986-0.003,0.950 0.062,0.922 0.046,0.831 0.035,0.709 0.024,2.778 0.002,-2.510 0.015,0.006 0.005,0.006 0.003,0.003 0.000,0.004-0.002,0.002-0.003,2.149-0.023,-6.427-0.118,-1.799-0.084,-0.975-0.063,-0.392-0.043,-0.003-0.029,0.231-0.015,2.138 0.079,0.451 0.047,0.447 0.056,0.415 0.059,0.367 0.057,0.312 0.052,-0.187 0.115,0.495 0.078,0.562 0.053,0.565 0.030,0.525 0.015,0.462 0.002,0.080 0.035,0.542 0.005,0.480 0.004,0.399 0.002,0.315 0.001,0.237 0.001,1.220-0.134,-1.215 0.157,-0.103-0.011,-0.052-0.032,-0.013-0.045,0.012-0.047,0.027-0.048,0.144-0.043,0.211-0.037,0.236-0.031,0.235-0.025,0.218-0.018,0.191-0.014,0.099-0.009,0.271-0.008,0.249-0.002,0.215-0.001,0.174 0.001,0.135 0.001,0.280 0.019,0.103 0.002,-1.098 0.154,-0.413 0.067,-0.293 0.026,-0.195 0.001,-0.117-0.018,-0.059-0.028,1.320-0.118,-1.992 0.210,0.028 0.016,0.191-0.004,0.274-0.016,0.298-0.022,0.287-0.022,-2.725 0.469</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1035.000 1210.000,'-0.024'-0.012,"-0.219"-0.086,-0.143-0.034,-0.106-0.011,-0.075 0.005,-0.050 0.013,0.371 0.080,-0.475-0.053,-0.041 0.020,-0.013 0.019,0.006 0.016,0.018 0.014,0.054 0.011,0.062 0.008,0.066 0.006,0.063 0.004,0.058 0.002,0.048 0.002,0.040 0.001,0.034-0.001,0.034 0.000,0.029 0.000,0.022-0.001,0.018-0.001,0.170-0.001,-0.446 0.000,-0.205 0.000,-0.388 0.000,-0.132 0.000,-0.061-0.001,-0.010 0.000,0.497 0.000,0.030 0.000,-0.251 0.000,0.100 0.000,0.108 0.000,0.104-0.001,0.094 0.001,0.081 0.000,-0.027 0.015,-0.021 0.023,-0.014 0.026,-0.009 0.028,-0.007 0.024,-0.003 0.025,-0.030 0.027,-0.035 0.026,-0.035 0.024,-0.033 0.020,-0.029 0.016,-0.025 0.013,0.634-0.213,-0.782 0.229,0.049-0.036,0.093-0.043,0.114-0.045,0.116-0.041,0.107-0.035,-0.118 0.209,-0.062 0.160,-0.025 0.115,0.001 0.078,0.015 0.050,0.024 0.028,0.017-0.045,-0.111 0.062,-0.138 0.070,-0.144 0.069,-0.140 0.066,-0.126 0.058,0.737-0.581,-0.851 0.684,0.050 0.001,0.106-0.032,0.135-0.049,0.142-0.060,0.137-0.059,0.114 0.011,0.163-0.038,0.146-0.027,0.123-0.018,0.098-0.012,0.077-0.005,0.053-0.114,0.034-0.050,0.021-0.053,0.014-0.054,0.008-0.050,0.002-0.044,-0.001-0.047,-0.001-0.052,-0.005-0.047,-0.004-0.043,-0.004-0.037,-0.004-0.028,-0.004-0.023,0.021-0.025,0.119 0.227,0.095 0.096,0.087 0.073,0.076 0.048,0.062 0.033,-0.186-0.234,-0.006 0.030,0.173 0.323,0.005 0.027,0.007-0.003,0.006-0.020,0.007-0.030,0.006-0.035,-0.240-0.378,0.643 0.586,0.188 0.041,0.116-0.019,0.059-0.055,0.021-0.074,-0.008-0.080,0.088-0.032,0.284 0.076,0.341 0.107,0.356 0.125,0.343 0.125,0.314 0.120,0.169 0.056,-0.129-0.070,-0.248-0.116,-0.305-0.140,-0.326-0.147,-0.312-0.139,-1.444-0.533,1.125 0.343,0.071-0.021,0.939 0.173,-0.085-0.102,-0.175-0.107,-0.216-0.103,-0.223-0.090,-0.337-0.081,-0.190-0.053,-0.168-0.040,-0.142-0.031,-0.115-0.021,-0.089-0.014,-0.184 0.043,0.151 0.053,0.018 0.021,0.028 0.006,0.033-0.004,0.034-0.012,0.176 0.018,0.834 0.083,0.382 0.028,0.259 0.013,0.161 0.003,0.088-0.006,0.032-0.008,-2.258-0.186,1.957 0.139,-0.133-0.025,-0.197-0.028,-0.227-0.025,-0.234-0.025,-0.220-0.021,-1.159-0.047,1.832 0.014,0.142-0.040,-0.001-0.039,-0.087-0.033,-0.131-0.027,-0.145-0.021,-0.167-0.016,-0.112-0.015,-0.091-0.013,-0.069-0.009,-0.052-0.007,-0.665 0.090,-0.010 0.006,0.443-0.069,0.017-0.032,0.019-0.040,0.017-0.043,0.016-0.043,0.013-0.039,-0.467 0.102,0.464-0.233,-0.093-0.048,-0.122-0.028,-0.129-0.013,-0.128-0.004,-0.117 0.005,-0.561 0.458,0.478-0.565,-0.022-0.105,0.096-0.331,-0.021-0.146,-0.021-0.117,-0.016-0.089,-0.014-0.066,-0.511 1.246,0.397-1.568,-0.075-0.237,-0.079-0.130,-0.077-0.051,-0.071 0.003,-0.104 0.894,-0.020-0.057,-0.038-1.084,-0.107 0.005,-0.108 0.087,-0.101 0.131,-0.089 0.150,-0.178-0.038,-0.182-0.069,-0.073 0.208,-0.029 0.253,0.001 0.258,0.020 0.237,0.491 0.846,-0.638-0.700,-0.020 0.077,0.088 0.171,0.060 0.128,0.071 0.125,0.072 0.115,0.066 0.100,0.366 0.288,-0.473-0.151,-0.124 0.057,-0.115 0.042,-0.101 0.031,-0.085 0.020,-0.068 0.013,-0.541-0.101,-0.317-0.069,-0.209-0.050,-0.124-0.035,-0.062-0.020,0.144 0.014,-1.398-0.234,-0.350-0.035,-0.156 0.008,-0.022 0.031,0.065 0.046,0.109 0.049,0.758 0.114,0.313 0.049,0.337 0.045,0.331 0.040,0.304 0.036,0.268 0.028,0.144 0.018,0.154 0.022,0.102 0.018,0.061 0.013,0.032 0.009,0.008 0.008,-0.005 0.003,0.722 0.083,-0.910-0.067,0.020 0.019,0.094 0.019,0.133 0.019,0.151 0.017,0.148 0.013,-1.320 0.026</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995.000 1269.000,'-0.032'-0.006,"-0.922"-0.160,-0.477-0.074,-0.244-0.031,-0.074 0.000,0.040 0.021,0.108 0.032,0.146 0.035,0.063 0.144,0.091 0.210,0.064 0.228,0.045 0.223,0.026 0.201,0.030 0.125,0.029 0.065,0.028 0.025,0.022-0.005,0.020-0.020,0.014-0.030,0.012-0.033,0.007-0.034,0.006-0.029,0.003-0.026,-0.207 0.058,-0.181 0.123,-0.086 0.100,-0.015 0.080,0.031 0.059,0.060 0.043,0.820-0.719,-0.676 1.123,0.151 0.183,0.151 0.114,0.141 0.060,0.125 0.022,0.104-0.004,0.357-1.222,-0.215 1.393,0.106-0.036,0.092-0.105,0.076-0.138,0.061-0.153,0.046-0.148,0.034-0.136,0.017-0.368,0.008 0.050,0.045 0.535,0.052-0.018,0.059-0.064,0.055-0.090,0.051-0.101,0.045-0.100,0.037-0.093,0.010-0.049,0.160 0.034,0.227 0.029,0.256 0.057,0.256 0.069,0.236 0.070,0.221 0.062,0.033-0.097,-0.031-0.132,-0.069-0.140,-0.084-0.134,-0.087-0.118,-0.881-0.596,1.346 0.684,0.218 0.038,0.086-0.010,-0.005-0.038,-0.061-0.053,-0.093-0.058,1.105 0.211,0.921 0.121,0.650 0.016,0.429-0.055,0.255-0.096,0.123-0.118,-0.008-0.122,-0.416-0.164,-0.522-0.159,-0.552-0.142,-0.530-0.123,-0.477-0.100,0.646-0.173,0.214-0.134,-0.077-0.098,-0.261-0.068,-0.356-0.045,-0.392-0.026,-0.388-0.012,-1.491 0.207,1.412-0.338,-0.030-0.107,-0.033-0.099,-0.032-0.085,-0.029-0.070,-0.023-0.057,-1.781 0.722,1.921-1.235,-0.130-0.466,-0.196-0.450,-0.222-0.403,-0.220-0.339,-0.199-0.272,-0.305 0.189,-0.166-0.081,-0.148-0.049,-0.129-0.022,-0.104-0.004,-0.084 0.007,-0.075 0.050,-0.088 0.263,-0.078 0.303,-0.066 0.310,-0.054 0.289,-0.042 0.255,-0.031 0.215,-0.100-0.152,-0.138-0.158,-0.155-0.124,-0.152-0.095,-0.143-0.067,-0.124-0.046,-0.105-0.029,-0.084-0.014,0.026 0.217,-0.036 0.063,-0.165-0.151,0.012 0.201,0.031 0.215,0.041 0.210,0.044 0.188,0.042 0.160,0.592 0.771,-0.697-0.545,-0.053 0.106,-0.022 0.078,-0.001 0.053,0.010 0.032,0.019 0.019,0.022 0.006,0.021 0.000,0.850 0.545,-1.592-0.817,-0.337-0.108,-0.117-0.015,0.031 0.047,0.126 0.080,0.174 0.099,1.106 0.499,-1.960-0.694,-0.173 0.054,0.027 0.121,0.145 0.152,0.205 0.156,0.222 0.145,0.186 0.059,0.048 0.028,0.094 0.033,0.117 0.034,0.122 0.030,0.117 0.026,0.106 0.023,0.972 0.120,-0.553-0.077,0.079-0.020,-0.250-0.074,0.170 0.014,0.164 0.029,0.143 0.036,0.120 0.036,0.094 0.033,0.080 0.032,0.011 0.005,0.064-0.005,0.066-0.010,0.063-0.015,0.056-0.016,0.047-0.015,-0.344-0.415</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1538.000 1205.000,'0.014'0.000,"0.021"0.000,0.025 0.000,0.023 0.000,0.022 0.000,0.019 0.000,1.075 0.096,0.841 0.090,0.619 0.080,0.433 0.068,0.282 0.055,0.163 0.045,1.826 0.160,1.034 0.048,0.721 0.004,0.467-0.023,0.271-0.036,0.128-0.044,0.027-0.044,-0.038-0.041,-0.074-0.035,0.220-0.065,0.233-0.083,0.280-0.087,0.285-0.081,0.266-0.070,0.232-0.059,0.193-0.046,-4.187 0.008,0.019-0.027,4.104-0.151,-0.446-0.056,-0.661-0.034,-0.738-0.017,-0.728-0.007,-0.659 0.002,-0.563 0.007,-4.667 0.279,4.891-0.224,0.703 0.041,0.738 0.045,0.707 0.044,0.635 0.039,-2.562 0.052,0.003 0.016,2.217 0.004,-0.398 0.019,-0.536 0.016,-0.589 0.009,-0.583 0.008,-0.538 0.003,0.486 0.030,-0.044 0.041,-0.122 0.046,-0.163 0.045,-0.174 0.042,-0.170 0.035,0.393 0.008,0.507-0.019,0.614-0.030,0.632-0.038,0.590-0.035,0.515-0.034,0.428-0.029,-3.222-0.034,-0.160-0.009,2.947-0.078,-0.383-0.048,-0.375-0.026,-0.535-0.008,-0.605 0.004,-0.606 0.011,-0.568 0.015,-3.292 0.064,4.734-0.041,0.925 0.018,0.783 0.016,0.635 0.013,0.492 0.012,0.365 0.008,0.258 0.007,-8.526 0.005,7.752-0.001,0.059 0.004,2.006-0.028,-0.564-0.044,-0.729-0.050,-0.768-0.049,-0.719-0.044,-0.628-0.038,-0.836-0.051,-0.511-0.015,-0.413 0.007,-0.461 0.026,-0.460 0.036,-0.429 0.041,-0.379 0.041,-0.317 0.039,-1.909 0.034,1.896-0.137,-0.093-0.077,-0.079-0.072,-0.062-0.065,-0.048-0.055,-0.035-0.045,-0.024-0.034,-0.016-0.025,-0.745 0.104,1.311-0.222,-0.075-0.052,-0.228-0.042,-0.303-0.031,-0.327-0.021,-0.315-0.014,-0.281-0.008,-0.237-0.004,-0.482 0.093,-0.371 0.080,-0.371 0.092,-0.344 0.092,-0.300 0.087,-0.251 0.076,-0.449 0.150,0.011-0.020,0.489-0.241,-0.066-0.004,-0.103 0.022,-0.116 0.036,-0.116 0.042,-0.103 0.043,-0.088 0.037,-0.072 0.033,-0.055 0.026,-0.040 0.020,-0.251 0.176,1.020-0.597,0.362-0.238,0.155-0.143,0.015-0.072,-0.069-0.022,-0.118 0.010,-0.134 0.028,-0.096 0.055,-0.087 0.090,-0.132 0.090,0.006-0.046,0.028-0.073,0.040-0.086,0.045-0.088,0.044-0.082,0.151-0.196,0.008-0.036,-0.009-0.010,-0.019 0.005,-0.022 0.015,-0.023 0.019,-0.126 0.129,-0.175 0.181,-0.190 0.200,-0.184 0.190,-0.161 0.169,-0.134 0.141,-0.106 0.112,-0.079 0.083,0.257-0.464,0.163-0.287,0.086-0.140,0.028-0.034,-0.010 0.034,-0.033 0.077,-0.046 0.099,-0.050 0.104,-0.048-0.623,0.015-0.564,0.003-1.121,-0.199-0.299,-0.243-0.075,-0.250 0.075,-0.238 0.164,-0.212 0.210,-0.180 0.224,0.194 1.132,-0.207-0.039,-0.245-0.062,-1.308-1.227,-0.420 0.045,-0.262 0.137,-0.144 0.190,-0.057 0.210,0.007 0.207,0.044 0.192,-0.409 0.030,-0.196 0.193,-0.226 0.164,-0.226 0.134,-0.210 0.104,-0.178 0.076,-0.148 0.054,0.933 0.304,0.280 0.117,-0.242-0.010,-2.053-0.374,-0.117 0.058,0.066 0.082,0.178 0.095,0.237 0.095,0.256 0.086,0.251 0.078,-0.247 0.054,-0.017 0.113,-0.080 0.105,-0.112 0.094,-0.124 0.078,-0.120 0.061,0.150 0.067,0.357 0.068,0.434 0.059,0.443 0.052,0.413 0.041,0.358 0.031,0.295 0.023,0.231 0.015,0.172 0.010,0.120 0.006,0.081 0.003,0.062 0.003,-4.955 0.257,-1.594 0.136,-0.629 0.102,0.018 0.071,0.420 0.049,0.632 0.028,0.713 0.016,3.039-0.266,0.259-0.004,-1.912 0.236,0.834-0.075,0.838-0.090,0.771-0.093,0.662-0.084,0.538-0.074,0.415-0.059,-0.078 0.063,-0.020 0.058,0.046 0.045,0.084 0.035,0.098 0.023,0.101 0.018,0.155 0.013,0.456-0.060,-0.001 0.054,-0.492 0.215,-0.046 0.066,-0.039 0.047,-0.032 0.032,-0.025 0.019,-0.018 0.011,-0.013 0.003,-0.125 0.083,1.019-0.361,0.000 0.050,-1.052 0.707,0.150 0.203,0.206 0.171,0.224 0.138,0.221 0.106,0.198 0.079,0.172 0.055,1.142-1.711,-0.488 0.928,0.061 0.071,-0.304 1.101,0.199-0.110,0.188-0.222,0.166-0.277,0.140-0.291,0.111-0.276,0.086-0.244,0.067-0.382,0.022 0.866,0.035 0.158,0.020 0.028,0.011-0.056,0.003-0.105,-0.002-0.126,0.046-0.085,0.077 0.021,0.090 0.056,0.090 0.074,0.084 0.081,0.076 0.079,0.063 0.072,0.061-0.038,0.101 0.079,0.275 0.443,0.051-0.062,0.012-0.113,-0.015-0.137,-0.029-0.138,-0.035-0.126,-0.137-0.241,-0.091-0.129,-0.095-0.117,-0.089-0.102,-0.079-0.081,-0.067-0.065,-0.054-0.049,-0.306-0.730,0.204 0.391,0.090 0.070,0.524 0.690,0.067 0.006,-0.031-0.085,-0.087-0.132,-0.112-0.151,-0.118-0.146,-0.394-0.531,-0.108-0.144,0.465 0.566,0.011-0.016,-0.010-0.036,-0.023-0.046,-0.030-0.049,-0.033-0.047,-0.273-0.291,0.421 0.412,0.052 0.024,0.019-0.009,-0.003-0.028,-0.017-0.040,-0.026-0.045,0.040-0.031,0.030-0.059,0.040-0.054,0.043-0.047,0.042-0.041,0.037-0.031,0.032-0.025,0.026-0.017,0.020-0.012,-0.092-0.032,-0.085-0.029,-0.104-0.030,-0.107-0.029,-0.100-0.027,-0.090-0.021,-0.076-0.019,0.262-0.056</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720.000 591.000,'0.108'0.000,"0.167"0.000,0.190 0.000,0.188 0.000,0.173 0.000,0.148 0.000,0.122 0.000,0.094 0.000,0.071 0.000,0.050 0.000,0.033 0.000,0.019 0.000,0.976 0.000,0.540 0.000,0.224 0.000,0.004 0.000,-0.129 0.000,-0.204 0.000,-0.235 0.000,-0.234 0.000,-0.215 0.000,-0.498 0.012,8.376 0.084,3.302 0.021,1.596-0.008,0.419-0.023,-0.333-0.031,-0.760-0.035,-0.955-0.031,-0.989-0.028,-0.924-0.024,0.681-0.106,0.462-0.058,0.289-0.027,0.157-0.003,0.066 0.011,0.002 0.018,-0.036 0.021,-0.055 0.022,-0.063 0.019,-1.231 0.016,-1.118 0.002,-1.241-0.002,-1.217-0.003,-1.104-0.006,-0.944-0.005,-0.768-0.006,-0.594-0.004,-0.441-0.005,-0.308-0.003,-0.200-0.002,-0.117-0.002,-0.057-0.001,-0.014-0.001,0.015-0.001,0.029 0.000,2.539-0.134,1.240-0.012,0.447 0.058,-0.073 0.096,-0.380 0.110,-0.532 0.107,-0.575 0.099,-0.551 0.082,-0.488 0.066,-0.404 0.051,-0.245-0.007,-0.308-0.028,-0.384-0.042,-0.400-0.047,-0.376-0.048,-0.328-0.043,-0.271-0.035,-0.213-0.031,-0.145-0.022,0.036-0.015,0.093-0.012,0.121-0.007,0.130-0.004,0.124-0.002,0.112-0.001,0.096 0.000,0.076 0.002,0.059 0.001,0.044 0.001,0.031 0.001,-0.759 0.002,0.468 0.001,-0.343 0.000,-0.370 0.001,-0.359 0.001,-0.320 0.000,-0.271 0.000,-0.218 0.000,-0.189 0.000,-0.169 0.001,-0.136-0.001,-0.102 0.000,-0.074 0.001,-0.052-0.001,-0.031 0.000,-0.017 0.000,-0.008 0.000,0.000 0.000,0.004 0.000,0.146 0.000</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775.000 832.000,'0.130'-0.024,"0.191"-0.031,1.811-0.295,0.685-0.103,0.270-0.031,-0.006 0.014,-0.172 0.039,-0.262 0.053,-0.293 0.057,-0.286 0.053,-0.258 0.047,-0.219 0.039,5.930-0.279,3.928-0.184,2.280-0.102,1.058-0.043,0.200 0.000,-0.367 0.027,-0.700 0.041,-1.015 0.086,-0.599 0.079,-0.517 0.081,-0.425 0.078,-0.336 0.070,-0.256 0.058,-0.185 0.050,-0.125 0.038,0.389 0.040,-0.130 0.052,-0.130 0.047,-0.119 0.042,-0.103 0.036,-0.084 0.027,-0.068 0.022,-0.050 0.016,-0.036 0.011,-0.058 0.005,-1.388-0.010,-1.600-0.017,-1.586-0.018,-1.438-0.017,-1.219-0.015,-0.978-0.013,-0.746-0.010,-1.322-0.027</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979.000 1199.000,'0.000'0.123,"0.000"0.192,0.000 0.222,0.000 0.226,0.000 0.211,0.000 0.186,0.000 0.157,0.000 0.125,0.000 0.097,-0.024 0.084,-0.038 0.343,-0.137 1.172,-0.122 0.231,-0.115 0.059,-0.101-0.052,-0.086-0.117,0.369-2.029,-0.523 2.280,-0.072 0.425,-0.019 0.387,0.014 0.334,0.035 0.277,0.046 0.219,0.619-4.108,-0.622 4.480,-0.013 0.129,-0.005-0.091,0.004-0.227,0.007-0.301,0.010-0.326,0.009-0.321,-0.006-0.197,0.060-0.524,0.067-0.512,0.067-0.465,0.062-0.398,0.051-0.326,0.283-1.223,-0.236 0.931,0.030-0.071,0.045-0.076,0.052-0.073,0.052-0.067,0.051-0.058,0.114-0.770,-0.063 0.866,0.047-0.138,0.037-0.160,0.026-0.161,0.018-0.146,0.007-0.387,0.003-0.003,-0.004 0.248,-0.014 0.006,-0.020 0.003,-0.020-0.000,-0.022 0.000,-0.020-0.002,-0.018 0.022,0.003-0.079,0.012-0.094,0.014-0.095,0.016-0.087,0.016-0.076,0.014-0.064,0.012-0.051,0.009-0.038,0.008-0.027,0.006-0.020,0.003-0.011,0.004-0.006,-0.015 0.008,-0.025 0.014,-0.026 0.020,-0.030 0.020,-0.025 0.018,-0.528 0.523</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966.000 1208.000,'0.026'-0.026,"0.091"-0.074,0.053-0.029,0.039-0.008,0.025 0.005,0.016 0.012,0.007 0.017,0.003 0.019,-0.001 0.017,-0.004 0.017,-0.032 0.004,0.078-0.025,0.449-0.087,0.370-0.050,0.374-0.040,0.352-0.033,0.310-0.024,0.260-0.018,-1.907 0.253,2.826-0.438,0.684-0.133,0.515-0.100,0.366-0.071,0.246-0.049,0.151-0.028,-4.180 0.703,5.694-0.878,-0.025 0.038,-0.442 0.084,-0.654 0.105,-0.723 0.109,-0.702 0.100,-3.442 0.512,5.712-0.656,1.298-0.105,0.563-0.053,0.056-0.018,-0.265 0.008,-0.451 0.022,-0.529 0.031,-3.201 0.372,0.964-0.142,-0.405 0.052,0.257-0.034,-0.785 0.107,-0.770 0.107,-0.709 0.098,-0.619 0.088,-0.517 0.073,-0.415 0.059,-0.294 0.072,-0.319 0.084,-0.220 0.073,-0.142 0.062,-0.081 0.047,-0.037 0.036,-0.007 0.025,0.010 0.017,0.021 0.009,0.025 0.006,0.025 0.001,0.024-0.001,0.020-0.001,0.004 0.048,0.002 0.130,-0.002 0.152,-0.003 0.153,-0.004 0.144,-0.006 0.128,-0.005 0.107,-0.012-0.890,0.105 3.074,0.053 1.347,0.030 0.926,0.016 0.589,0.004 0.331,-0.002 0.142,-0.007 0.013,-0.025 0.136,-0.053-0.996,0.005 1.734,-0.028-0.103,-0.025-0.332,-0.022-0.456,-0.018-0.502,-0.014-0.492,-0.012-0.452,-0.009-3.202,-0.001 3.143,-0.006-0.520,-0.003-0.583,-0.002-0.569,0.001-0.514,0.004-1.949,-0.012 1.239,-0.012-0.275,-0.017-0.250,-0.014-0.217,-0.016-0.179,-0.012-0.143,-0.012-0.109,-0.010-0.080,0.086-0.828,-0.084 1.308,-0.014 0.502,-0.006 0.179,-0.007 0.060,-0.008-0.018,-0.006-0.061,-0.006-0.085,0.025-0.422,0.015-0.221,0.017-0.235,0.017-0.228,0.018-0.208,0.014-0.181,0.014-0.148,0.010-0.097,0.010-0.104,0.007-0.072,0.005-0.045,0.003-0.027,0.002-0.011,-0.013-0.006,-0.019 0.005,-0.025 0.007,-0.023 0.010,-0.022 0.009,-0.019 0.009,-0.026 0.000,-0.018-0.015,-0.013-0.019,-0.011-0.022,-0.008-0.020,0.112-0.042,-0.256 0.017,-0.144-0.011,-0.141-0.011,-0.128-0.006,-0.112-0.006,-0.091-0.003,-0.074-0.003,0.038 0.000,-0.076-0.001,-0.723-0.043,-0.720-0.063,-0.777-0.073,-0.748-0.070,-0.668-0.065,-0.562-0.055,-0.227-0.002,0.000 0.030,0.139 0.046,0.211 0.055,0.241 0.054,0.238 0.049,0.099 0.046,0.256 0.054,0.008 0.056,0.046 0.058,0.069 0.054,0.078 0.050,0.080 0.044,3.147-0.174,-4.356 0.226,-0.421 0.008,-0.213-0.004,-0.065-0.012,0.032-0.014,0.091-0.016,0.239-0.029,0.313-0.033,0.334-0.036,0.323-0.033,0.288-0.028,0.246-0.024,0.408-0.019,0.479-0.015,0.485-0.011,0.451-0.007,0.394-0.004,0.327-0.003,0.318-0.001,0.223 0.000,0.178 0.001,0.137 0.001,0.100 0.001,0.068 0.000,-0.842-0.002</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1744.000 440.000,'0.000'-0.009,"0.000"-0.013,0.000-0.015,0.000-0.014,0.000-0.014,0.000-0.011,0.000-0.008,0.000-0.007,0.000-0.005,0.000-0.004,0.000-0.001,0.000-0.002,0.000-0.000,0.000 0.000,0.000 0.000,0.000 0.001,0.000 0.000,0.000 0.001,0.000 0.000,0.000 0.000,0.000 0.003,0.000-0.006,0.000-0.006,0.000-0.007,0.000-0.006,0.000-0.005,0.000-0.005,0.012 0.081,0.067-0.161,0.390-0.807,0.192-0.315,0.116-0.156,0.060-0.039,0.018 0.040,-0.011 0.089,0.067 0.028,-0.026 0.204,-0.031 0.207,-0.031 0.195,-0.026 0.171,-0.024 0.144,-0.020 0.113,0.078 0.276,0.086 0.363,0.102 0.381,0.103 0.358,0.096 0.316,0.082 0.262,0.025 0.506,-0.074 0.229,-0.138 0.030,-0.164-0.094,-0.169-0.165,-0.157-0.194,-0.136-0.197,-0.321-1.079,0.050 0.731,-0.139 0.108,-0.256 0.603,-0.245-0.131,-0.200-0.225,-0.153-0.260,-0.113-0.261,-0.078-0.235,-0.003-0.245,-0.010-0.196,0.008-0.166,0.015-0.133,0.021-0.102,0.021-0.076,0.562-0.047,-0.666-0.049,-0.045-0.075,-0.006-0.072,0.017-0.063,0.032-0.051,0.412 0.068,-0.403-0.328,0.013-0.178,0.045-0.157,0.059-0.134,0.067-0.108,0.066-0.085,0.272 0.392,-0.337-0.687,0.041-0.025,0.072 0.046,0.087 0.091,0.089 0.112,0.085 0.117,0.079 0.036,0.088 0.111,0.077 0.126,0.066 0.127,0.052 0.118,0.039 0.103,0.031 0.084,0.018 0.096,0.012 0.057,0.008 0.049,0.003 0.036,0.001 0.030,0.000 0.019,0.004 0.012,0.006 0.033,0.004 0.033,0.006 0.027,0.005 0.023,0.005 0.018,0.002 0.015,0.003 0.009,0.002 0.006,0.002 0.004,0.000 0.003,0.000 0.000,0.001-0.001,0.000 0.000,0.000-0.000,0.000-0.002,0.000-0.001,-0.047-0.003,1.182 0.004</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1782.000 442.000,'0.009'0.003,"0.266"0.145,0.173 0.146,0.119 0.145,0.079 0.132,0.046 0.116,0.022 0.097,0.003 0.079,0.029 0.082,-0.041-0.030,-0.051-0.060,-0.051-0.073,-0.049-0.077,-0.059-0.081,-0.028-0.038,-0.021-0.027,-0.016-0.014,-0.009-0.009,-0.005-0.002,-0.003 0.000,0.016 0.024,0.030 0.035,0.032 0.039,0.035 0.041,0.032 0.038,0.029 0.033,-0.465-0.582,0.692 1.106,0.028 0.129,-0.044-0.032,-0.082-0.126,-0.099-0.171,-0.099-0.184,0.587 0.913</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1820.000 394.000,'0.025'0.000,"0.037"0.000,0.043 0.000,0.042 0.000,0.037 0.000,0.031 0.000,0.026 0.000,-0.052 0.000,0.054 0.000,0.235 0.021,0.167 0.035,0.166 0.040,0.155 0.042,0.136 0.041,0.117 0.037,-0.674-0.110,1.163 0.324,0.075 0.106,-0.007 0.074,-0.060 0.051,-0.085 0.031,-0.093 0.016,-0.224-0.063,-0.146-0.038,-0.145-0.045,-0.131-0.046,-0.114-0.044,-0.093-0.038,-0.113-0.032,-0.115-0.025,-0.108-0.019,-0.096-0.015,-0.080-0.009,-0.064-0.007,-0.119 0.015,-0.142 0.056,-0.151 0.071,-0.146 0.071,-0.135 0.069,-0.115 0.063,-0.097 0.052,-0.061 0.065,-0.091 0.117,-0.086 0.127,-0.077 0.125,-0.064 0.115,-0.053 0.103,0.967-1.079,-1.105 1.392,0.127-0.048,0.158-0.124,0.167-0.156,0.155-0.164,0.136-0.155,0.113-0.134,0.317-0.282,0.165 0.081,0.120-0.035,0.117 0.072,0.382 0.645,0.162 0.119,0.086 0.066,0.034 0.027,-0.003-0.001,-0.029-0.020,-0.025 0.026,-0.038 0.013,-0.066-0.030,-0.078-0.058,-0.082-0.073,-0.079-0.077,-0.286-0.804,0.199 0.840,-0.097-0.136,-0.082-0.152,-0.068-0.149,-0.055-0.137,-0.040-0.117,-0.028-0.096,-0.020-0.075,-0.012-0.055,-0.004 0.573,-0.147 0.502,-0.224 0.312,-0.252 0.193,-0.254 0.101,-0.231 0.036,-0.202-0.007,0.753-1.346,-1.289 1.389,-0.155-0.125,-0.003-0.207,0.091-0.241,0.143-0.244,0.167-0.227,-3.114 1.487</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1855.000 448.000,'0.137'-0.051,"0.135"-0.080,0.126-0.092,0.107-0.092,0.090-0.085,0.070-0.074,0.053-0.063,0.039-0.048,0.025-0.038,0.056-0.044,0.099-0.071,0.109-0.072,0.108-0.069,0.097-0.060,0.086-0.052,0.071-0.042,0.056-0.033,0.043-0.024,0.591-0.154,0.248 0.045,0.064 0.127,-0.051 0.166,-0.120 0.178,-0.154 0.171,-0.160 0.150,-0.890 0.244,-0.044 0.083,0.764 0.265,0.215 0.318,0.267 0.295,0.283 0.259,0.272 0.217,0.244 0.175,0.209 0.132,0.171 0.099,0.481 0.078,0.050-0.224,-0.011-0.288,-0.044-0.300,-0.063-0.279,-0.067-0.244,-1.742-0.300,1.370-0.187,-0.434-0.169,-0.511-0.082,-0.512-0.024,-0.472 0.014,-0.404 0.038,-0.330 0.046,-0.256 0.050,-0.187 0.047,-0.131 0.040,0.009 0.047,0.385-0.063,1.124-0.241,0.502-0.167,0.298-0.160,0.148-0.144,0.040-0.123,-0.033-0.100,-0.076-0.079,-0.098-0.059,6.228-3.957</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2005.000 395.000,'0.000'0.006,"0.000"0.414,0.000 0.419,0.021 0.345,0.033 0.456,0.038 0.445,0.039 0.404,0.036 0.349,0.032 0.288,0.027 0.227,-0.068-0.911,-0.006 0.128,0.047 1.399,-0.028 0.195,-0.030 0.111,-0.029 0.052,-0.027 0.009,-0.024-0.020,-0.020-0.035,-0.018-0.837,-0.007 0.752,-0.009-0.256,-0.007-0.332,-0.004-0.355,-0.003-0.344,0.000-0.311,-0.001-0.091,0.000-0.357,0.002-0.388,0.001-0.371,0.000-0.332,0.002-0.279,0.000-0.037</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1725.000 501.000,'0.079'0.000,"0.525"0.035,0.579 0.055,0.610 0.065,0.584 0.066,0.529 0.062,0.453 0.056,0.376 0.048,0.296 0.038,-2.216-0.240,3.379 0.308,0.623 0.031,0.362 0.007,2.255 0.148,1.557 0.084,1.586 0.089,1.471 0.085,1.272 0.073,-0.445-0.115,1.042-0.051,1.001-0.072,0.905-0.081,0.779-0.081,0.645-0.074,0.510-0.067,1.645-0.031,-0.851-0.070,-1.185-0.060,-1.291-0.049,-1.249-0.038,-1.117-0.028,-1.978-0.057,-2.098-0.068,-2.106-0.069,-1.937-0.066,-1.675-0.057,-1.374-0.049,-1.076-0.037,-0.802-0.029,-0.567-0.020,-0.374-0.014,-0.224-0.009,-0.389-0.807</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1739.000 360.000,'-0.357'1.588,"-0.288"1.330,-0.220 1.069,-0.164 0.824,-0.114 0.610,-0.074 0.426,-0.043 0.278,0.014 0.817,0.112 0.203,0.143-0.090,0.152-0.269,0.146-0.366,0.134-0.400,0.269-2.501,-0.095 2.233,0.090-0.462,0.066-0.524,0.047-0.519,0.031-0.477,0.017-0.412,0.028-0.664,0.019-0.464,0.020-0.445,0.016-0.402,0.015-0.345,0.012-0.286,0.039-0.401</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1744.000 355.000,'0.133'0.000,"0.203"0.000,0.229 0.000,0.228 0.000,0.205 0.000,0.176 0.000,0.143 0.000,0.110 0.000,0.081 0.000,0.056 0.000,0.037 0.000,0.020 0.000,5.400 0.193,3.808 0.114,2.537 0.057,1.546 0.016,0.807-0.008,0.290-0.025,-2.281-0.068,-1.330-0.045,-1.557-0.046,-1.585-0.042,-1.487-0.039,-1.316-0.033,3.407-0.016,1.423-0.013,0.420-0.004,-0.231 0.001,-0.606 0.004,-0.782 0.007,-0.824 0.005,-0.777 0.006,-0.681 0.006,-0.564 0.004,-0.444 0.004,-0.332 0.002,-0.637 0.005,-0.631 0.011,-0.766 0.013,-0.789 0.013,-0.743 0.011,-0.655 0.010,-0.654-0.003,-0.447 0.004,-0.370 0.002,-0.296 0.001,-0.223 0.001,-0.164 0.000,-0.112-0.001,-0.071 0.007,-0.027-0.004,0.002-0.004,0.021-0.004,0.030-0.004,0.034-0.004,0.034-0.002,0.032-0.003,0.015 0.133,0.017 0.089,0.020 0.075,0.017 0.053,0.017 0.036,0.015 0.023,0.011 0.012,-0.110-0.426,0.301 1.133,0.142 0.523,0.121 0.448,0.099 0.362,0.075 0.276,0.055 0.202,0.037 0.138,0.025 0.087,-0.714-2.641,1.133 4.424,0.341 1.396,0.256 1.027,0.180 0.716,0.120 0.463,0.073 0.267,0.036 0.123,-1.410-5.430,0.971 4.473,-0.218-0.446,-0.083 0.315,-0.324-0.901,-0.302-0.907,-0.263-0.841,-0.220-0.734,-0.173-0.608,-0.133-0.482,-0.069-0.964,-0.005-0.180,0.010 0.226,-0.015-0.412,-0.015-0.415,-0.014-0.384,-0.012-0.336,-0.012-0.283,-0.008-0.225,-0.014-0.429,0.000 0.002,0.005 0.430,-0.005 0.015,-0.002-0.006,-0.003-0.016,-0.001-0.025,0.000-0.026,0.001-0.164,-0.017 2.122</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2017.000 357.000,'-0.531'0.042,"-0.393"0.064,-0.278 0.073,-0.182 0.071,-0.107 0.065,-0.053 0.056,0.100 0.004,0.106-0.006,0.132-0.020,0.140-0.026,0.131-0.030,0.118-0.028,0.509-0.157,-0.513 0.309,0.029 0.123,0.029 0.116,0.026 0.100,0.022 0.083,0.017 0.064,0.034 0.059,0.008 0.098,0.003 0.097,0.001 0.090,0.000 0.075,-0.001 0.062,0.302-0.551,-0.207 0.761,0.020 0.162,0.005 0.084,-0.008 0.029,-0.014-0.009,-0.016-0.032,-0.019-0.044,-0.017-0.050,-0.061 0.056,-0.002-0.101,0.006-0.104,0.008-0.097,0.010-0.083,0.416-0.873,-0.359 1.042,0.072-0.047,0.053-0.039,0.066-0.101,0.069-0.133,0.067-0.148,0.061-0.148,0.113-0.541,-0.193 0.836,-0.046 0.121,-0.045 0.100,-0.036 0.077,-0.031 0.058,-0.025 0.040,0.034-0.080,0.019 0.022,0.025 0.019,0.029 0.017,0.028 0.014,0.026 0.011,0.022 0.007,0.019 0.006,0.015 0.004,0.015 0.169,0.039 0.078,0.040 0.082,0.038 0.079,0.032 0.071,0.027 0.058,0.046-0.229,0.046 0.065,0.050 0.071,0.050 0.074,0.046 0.068,0.039 0.061,0.033-0.094,0.043-0.050,0.085 0.312,0.000-0.124,-0.019-0.135,-0.026-0.130,-0.032-0.115,-0.031-0.097,-0.154-1.173,0.200 0.788,0.063 0.079,0.152 0.401,0.009-0.103,-0.023-0.168,-0.040-0.196,-0.049-0.200,-0.051-0.188,0.034-0.100,0.036-0.055,0.027-0.045,0.019-0.035,0.013-0.027,0.007-0.019,-0.411-0.665,0.474 0.936,-0.009 0.059,-0.011 0.005,-0.011-0.027,-0.013-0.044,-0.010-0.052,-0.037-0.136,-0.028-0.126,-0.026-0.130,-0.026-0.123,-0.021-0.105,-0.019-0.089,-0.035-0.081,-0.008-0.047,-0.004-0.033,-0.003-0.022,0.000-0.015,0.001-0.007,-0.242-0.109,0.018 0.004,0.809 0.264,0.262 0.082,0.128 0.047,0.033 0.021,-0.031 0.001,-0.070-0.010,-0.091-0.017,-0.201-0.055,0.203 0.123,-0.067 0.021,-0.061 0.000,-0.052-0.013,-0.042-0.020,-0.033-0.025,-0.025-0.023,-0.018-0.023,0.003-0.034,-0.030-0.060,-0.031-0.061,-0.028-0.059,-0.025-0.052,-0.020-0.044,0.011-0.036,0.027-0.026,0.039-0.021,0.040-0.013,0.039-0.008,0.035-0.006,-0.138 0.002,0.184-0.014,0.020-0.016,-0.006-0.019,-0.023-0.020,-0.032-0.018,-0.038-0.018,-0.678 0.087,0.778-0.228,-0.005-0.121,-0.048-0.109,-0.070-0.096,-0.081-0.079,-0.083-0.064,0.001-0.094,0.051-0.102,0.081-0.100,0.095-0.095,0.099-0.083,0.093-0.070,0.083-0.056,0.110-0.245,-0.015-0.200,-0.044-0.209,-0.060-0.199,-0.064-0.176,-0.061-0.148,-0.310 0.391,0.100-0.902,-0.168 0.037,-0.160 0.160,-0.143 0.218,-0.118 0.236,-0.171 1.441,0.042-1.430,-0.051-0.024,-0.039 0.092,-0.027 0.165,-0.018 0.203,-0.012 0.215,0.007 0.579,-0.073-1.011,-0.090-0.409,-0.104-0.436,-0.106-0.424,-0.099-0.385,-0.088-0.336,0.455 3.257,-0.737-4.387,-0.123-0.069,-0.075 0.194,-0.040 0.338,-0.016 0.392,0.001 0.391,0.072 0.582,0.055 0.472,0.060 0.441,0.060 0.384,0.053 0.317,0.045 0.249,0.481 1.004,-0.522-0.795,-0.048 0.092,-0.041 0.067,-0.034 0.044,-0.027 0.030,-0.019 0.015,-0.014 0.006,0.260 0.275,0.024-0.004,-0.155-0.211,-0.024-0.045,-0.036-0.047,-0.040-0.044,-0.040-0.040,-0.037-0.035,0.595 0.720,-0.839-0.921,-0.060 0.008,-0.011 0.068,0.022 0.097,0.039 0.109,0.048 0.109,0.443 0.392,0.041 0.045,-0.272-0.227,0.111 0.067,0.112 0.056,0.102 0.045,0.089 0.035,0.123 0.109,0.075 0.078,0.066 0.082,0.056 0.080,0.046 0.073,0.036 0.062,0.029 0.036,0.043 0.025,0.038 0.012,0.032 0.000,0.027-0.005,0.021-0.010,-0.009 0.045,-0.070-0.046,-0.020-0.008,-0.003-0.010,0.007-0.009,0.014-0.009,0.017-0.006,-0.120-0.492</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1702.000 493.000,'0.007'0.000,"0.012"0.000,0.013 0.000,0.013 0.000,0.012 0.000,0.009 0.000,0.009 0.000,0.007 0.000,0.004 0.000,0.003 0.000,0.003 0.000,0.041 0.060,0.090 0.096,0.108 0.128,0.080 0.112,0.065 0.102,0.051 0.085,0.039 0.072,0.082 0.177,0.088 0.120,0.101 0.094,0.101 0.067,0.094 0.048,0.081 0.032,0.070 0.017,-0.940-0.957,1.439 1.609,0.219 0.280,0.126 0.141,0.060 0.045,0.013-0.017,-0.016-0.052,-0.314-0.374,-0.173-0.221,-0.191-0.241,-0.190-0.233,-0.174-0.213,-0.152-0.183,-0.706-0.634,0.224 0.166,0.932 0.555,0.047-0.074,-0.073-0.115,-0.139-0.129,-0.171-0.128,-0.477-0.229,0.410-0.015,0.004-0.203,0.022-0.197,0.032-0.174,0.035-0.146,0.032-0.114,-0.398 0.157,-0.015-0.113,-0.091 0.000,0.011-0.091,0.428-0.766,0.017-0.249,-0.002-0.194,-0.014-0.142,-0.021-0.102,-0.025-0.066,-0.759 1.766,0.980-2.029,0.022 0.155,-0.034 0.255,-0.064 0.293,-0.077 0.290,-0.079 0.263,-0.156 0.331,-0.068 0.206,-0.057 0.182,-0.051 0.154,-0.039 0.122,-0.030 0.096,0.042 0.211,0.504 0.411,0.267 0.347,0.218 0.298,0.172 0.239,0.126 0.188,0.089 0.136,-0.193-0.185,-0.047-0.098,-0.069-0.139,-0.078-0.156,-0.079-0.156,-0.073-0.145,0.150-0.101,0.053-0.173,0.078-0.155,0.088-0.128,0.084-0.101,0.078-0.077,-0.810-0.056,1.146-0.073,0.170-0.107,0.117-0.107,0.073-0.093,0.041-0.080,-0.045-0.065,-0.173-0.036,-0.207-0.018,-0.207-0.008,-0.190 0.000,-0.161 0.005,-0.427 0.109,-0.184 0.035,-0.181 0.038,-0.168 0.039,-0.149 0.035,-0.126 0.032,-0.085 0.029,-0.073 0.044,-0.051 0.040,-0.030 0.036,-0.016 0.032,-0.006 0.026,0.002 0.020,-0.164 0.026,0.297-0.008,0.055 0.013,0.028 0.008,0.007 0.004,-0.003 0.001,-0.011 0.000,-0.177-0.005,0.222 0.002,0.022-0.001,0.008-0.001,-0.004-0.003,-0.008 0.000,-0.193-0.003,0.266 0.001,0.036-0.001,0.024-0.000,0.014-0.001,0.005 0.000,-0.072-0.001,-0.049 0.001,-0.057 0.000,-0.060-0.001,-0.057 0.001,-0.049 0.000,-0.043-0.001,-0.029 0.001,-0.038 0.000,-0.032 0.000,-0.025 0.000,-0.019 0.000,-0.013 0.000,-0.009 0.000,-0.006 0.000,-0.003 0.000,-0.001 0.000,0.001 0.000,0.000 0.000,0.209 0.000</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952.000 1222.000,'0.047'-0.047,"0.056"-0.060,-0.001-0.005,-0.024 0.017,-0.038 0.031,-0.042 0.036,-0.042 0.037,-0.038 0.033,-0.033 0.030,-0.026 0.024,-0.021 0.019,-0.015 0.013,-0.009 0.010,-0.008 0.007,-0.004 0.003,-0.001 0.003,-0.001-0.001,0.001 0.001,0.001-0.001,0.002-0.002,0.000-0.001,0.002 0.000,0.002 0.052,-0.016 0.099,-0.020 0.116,-0.020 0.115,-0.020 0.111,-0.017 0.096,0.225-0.580,-0.320 0.862,-0.074 0.167,-0.054 0.095,-0.041 0.044,-0.028 0.005,-0.018-0.020,-0.009-0.034,0.024-0.088,0.005-0.037,0.009-0.034,0.010-0.031,0.010-0.025,0.010-0.022,-0.090 0.319,-0.049 0.181,-0.032 0.104,-0.017 0.047,-0.008 0.006,0.000-0.021,-0.015 0.044,0.100-0.195,0.116-0.221,0.115-0.216,0.108-0.196,0.090-0.169,0.180-0.565,-0.120 1.431,0.021 0.499,-0.002 0.309,-0.014 0.167,-0.019 0.064,-0.022-0.002,-0.021-0.044,0.137-1.651,-0.091 1.128,0.016-0.025,0.011 0.082,0.025-0.097,0.024-0.111,0.021-0.112,0.021-0.105,0.015-0.092,0.029-1.268,0.028 1.529,0.075 0.075,0.080 0.053,0.077 0.032,0.068 0.020,0.056 0.008,0.024-0.123,0.007-0.164,-0.005-0.187,-0.014-0.188,-0.016-0.170,-0.018-0.147,-0.016-0.120,-0.133-0.432,0.147 0.246,0.037 0.007,0.067 0.088,0.002-0.010,-0.011-0.015,-0.018-0.019,-0.024-0.019,-0.023-0.019,-0.022-0.015,0.002-0.041,-0.005-0.102,0.001-0.113,0.003-0.110,0.005-0.101,0.005-0.077,0.008-0.051,0.011-0.034,0.008-0.021,0.009-0.010,0.006-0.003,0.006 0.002,-0.032-0.015,0.013-0.009,0.015-0.010,0.014-0.012,0.016-0.010,0.012-0.010,-0.254-0.020,0.367 0.009,-0.005-0.007,-0.035-0.007,-0.050-0.004,-0.057-0.003,-0.055-0.002,0.063-0.001,0.078 0.000,0.073 0.000,0.066 0.000,0.055 0.000,0.045 0.001,-0.430 0.001,0.669-0.040,0.104-0.060,0.059-0.070,0.024-0.069,0.001-0.065,-0.012-0.054,-0.005-0.128,-0.083-0.128,-0.091-0.129,-0.090-0.118,-0.079-0.101,-0.057-0.132,-0.023-0.122,-0.036-0.064,-0.044-0.018,-0.045 0.008,-0.042 0.029,-0.036 0.036,-0.307 0.695,0.425-1.048,0.035-0.120,0.003-0.023,-0.021 0.036,-0.032 0.075,-0.082 0.074,-0.081-0.004,-0.084-0.024,-0.082-0.038,-0.076-0.040,-0.064-0.042,-0.053-0.039,-0.096 1.340,-0.110-2.680,-0.170-0.498,-0.137-0.177,-0.107 0.035,-0.080 0.156,-0.054 0.219,-0.035 0.370,-0.038 0.341,-0.031 0.329,-0.025 0.296,-0.016 0.248,-0.060 0.088,-0.056 0.027,-0.057-0.032,-0.053-0.063,-0.046-0.079,-0.038-0.079,0.091 0.165,0.040 0.088,0.052 0.114,0.054 0.121,0.053 0.118,0.047 0.104,0.039 0.089,0.033 0.073,0.418 0.612,-0.128-0.211,0.015-0.007,-0.180-0.336,0.036 0.043,0.036 0.067,0.033 0.077,0.032 0.078,0.025 0.075,0.224 0.367,-2.071-1.329</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1726.000 460.000,'-0.009'0.036,"-0.014"0.055,-0.015 0.062,-0.016 0.063,-0.015 0.058,-0.011 0.049,-0.011 0.041,-0.008 0.031,-0.006 0.024,0.009 0.187,0.010 0.158,0.012 0.120,0.014 0.085,0.013 0.057,0.012 0.033,0.026-0.843,-0.092 1.040,-0.028 0.201,-0.010 0.181,0.003 0.153,0.012 0.127,0.015 0.100,0.032-0.352,0.012-0.034,0.023 0.385,0.048-0.087,0.053-0.099,0.048-0.098,0.044-0.090,0.038-0.080,0.029-0.064,0.023-0.051,0.017-0.040,0.012-0.028,0.008-0.019,-0.136-0.715,0.494 1.872,0.176 0.444,0.109 0.194,0.061 0.023,0.024-0.086,0.001-0.143,-0.094-0.406,-0.046-0.255,-0.051-0.259,-0.051-0.241,-0.046-0.213,-0.040-0.178,-0.035-0.143,-0.074-0.192,-0.063-0.147,-0.064-0.136,-0.060-0.120,-0.055-0.100,-0.047-0.082,-0.219-0.374,0.396 0.594,0.060 0.020,0.016-0.051,-0.011-0.087,-0.029-0.106,-0.034-0.103,-0.037-0.097,-0.046-0.128,0.000-0.116,-0.012-0.090,-0.021-0.070,-0.023-0.048,-0.024-0.033,-0.023-0.021,-0.076 0.002,0.025-0.133,-0.025-0.048,-0.020-0.032,-0.015-0.018,-0.012-0.010,-0.008-0.002,-0.005 0.002,0.342-1.283</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1780.000 389.000,'-0.074'0.000,"-0.273"-0.009,-0.392-0.013,-0.438-0.017,-0.438-0.016,-0.408-0.016,-0.359-0.014,-0.303-0.011,-0.244-0.011,0.226 0.021,-1.202 0.060,-0.256 0.135,-0.127 0.153,-0.035 0.154,0.026 0.143,0.061 0.124,0.079 0.103,0.067 0.228,0.297 0.234,0.319 0.234,0.306 0.216,0.273 0.187,0.228 0.151,0.237 0.427,0.086 0.462,0.134 0.340,0.154 0.238,0.155 0.154,0.148 0.088,0.130 0.041,0.110 0.007,0.519-1.025,0.105 0.115,-0.024 1.351,0.381 0.125,0.395 0.047,0.375-0.008,0.337-0.043,0.288-0.062,0.236-0.071,0.662 0.367,0.655-0.049,0.662-0.048,0.610-0.043,0.528-0.036,0.433-0.030,1.408 0.211,1.155 0.040,0.834-0.137,0.565-0.236,0.354-0.281,-1.560-1.115,2.601 0.364,0.095-0.506,-0.195-0.510,-0.364-0.477,-0.443-0.418,-0.459-0.348,-0.433-0.277,-0.383-0.212,-0.324-0.154,3.346-0.344,2.193-0.361,1.348-0.341,0.712-0.302,0.254-0.254,-0.050-0.203,0.108-0.331,-1.386-0.203,-1.566-0.168,-1.536-0.128,-1.382-0.096,-1.164-0.065,-2.393 0.297,1.791-1.335,-0.745-0.210,-0.853-0.003,-0.844 0.121,-0.761 0.186,-0.644 0.209,-1.993 1.526,-0.200 0.046,0.668-1.090,-0.427-0.219,-0.554-0.042,-0.488-0.041,-0.408-0.038,-0.322-0.032,-0.245-0.025,-1.071-0.670,-1.182-0.764,-1.164-0.646,-1.069-0.521,-0.926-0.403,-0.768-0.298,-1.480-0.643,-0.648 0.288,-0.465 0.436,-0.312 0.487,-0.192 0.474,-0.102 0.423,5.955 3.223,-5.995-2.295,-0.142 0.521,0.103 0.525,0.249 0.484,0.319 0.422,0.339 0.351,-0.377 0.282,-0.396 0.229,-0.064 0.244,0.153 0.234,0.286 0.212,0.351 0.184,0.368 0.151,0.355 0.120,2.294 0.117,0.159 0.088,-2.019 0.213,0.851 0.077,0.949 0.029,0.939-0.005,0.857-0.025,0.740-0.036,-2.689 0.773</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1760.000 1230.000,'-0.024'-0.006,"-0.895"-0.236,-0.551-0.157,-0.357-0.110,-0.207-0.073,-0.099-0.043,-0.024-0.022,0.024-0.006,0.697 0.199,-0.031-0.025,-0.671-0.233,0.146 0.053,0.209 0.085,0.231 0.099,0.229 0.100,0.208 0.091,0.046 0.088,-0.094 0.060,-0.129 0.048,-0.146 0.037,-0.143 0.027,-0.135 0.021,0.477 0.006,-1.335 0.012,-0.356 0.007,-0.233 0.001,-0.138-0.000,-0.066-0.002,-0.015-0.002,-0.018-0.004,-0.019-0.003,-0.018-0.003,-0.017-0.002,-0.013-0.002,-0.012-0.002,0.275-0.002,0.277 0.000,0.324-0.001,0.333-0.001,0.313 0.001,0.281-0.001,0.240 0.000,0.675 0.001,-1.889-0.001,-0.552 0.001,-0.299-0.001,-0.114 0.001,0.019-0.001,0.102 0.001,2.718 0.000,-3.751 0.000,-0.349 0.000,-0.069 0.000,0.119 0.000,0.230 0.000,0.287 0.000,0.305 0.000,0.294 0.000,1.207 0.000,0.137 0.000,-0.960 0.000,0.459 0.000,0.457 0.000,0.418 0.000,0.355 0.000,0.286 0.000,1.044 0.006,-0.611 0.027,-2.983 0.178,-1.045 0.093,-0.559 0.062,-0.204 0.039,0.042 0.020,0.200 0.007,4.340-0.341,-4.480 0.451,0.283 0.064,0.427 0.045,0.486 0.031,0.489 0.018,0.454 0.009,2.121-0.433,-2.096 0.434,0.120-0.024,0.113-0.024,0.099-0.023,0.082-0.019,0.065-0.016,0.050-0.012,1.214-0.222,-0.017 0.018,-1.150 0.331,0.113 0.057,0.180 0.042,0.210 0.030,0.215 0.020,0.200 0.011,0.177 0.007,0.717-0.297,-0.800 0.617,0.116 0.039,0.152-0.033,0.161-0.073,0.151-0.090,0.301-0.257,-0.271 0.159,-0.062-0.034,-0.053-0.051,-0.045-0.058,-0.035-0.060,-0.028-0.055,1.162-0.548,-1.374 0.731,0.004 0.088,0.069 0.058,0.104 0.034,0.118 0.017,0.118 0.006,0.040 0.081,0.109 0.007,0.092 0.005,0.071 0.002,0.055 0.001,0.039 0.000,0.149-0.170,0.085-0.088,0.088-0.101,0.084-0.099,0.076-0.093,0.063-0.079,0.097-0.066,-0.181 0.812,-0.002 0.283,0.026 0.111,0.043-0.009,0.051-0.086,0.052-0.133,0.144-0.862,-0.063 0.852,0.062-0.002,0.056-0.009,0.052-0.012,0.043-0.016,0.035-0.013,-0.075-1.103,0.327 1.410,0.268 0.187,0.274 0.140,0.256 0.099,0.227 0.067,0.191 0.040,0.144-0.043,0.103-0.095,0.069-0.121,0.042-0.127,0.022-0.124,0.007-0.112,-0.002-0.094,0.011-0.135,0.234 0.007,0.283 0.033,0.295 0.049,0.286 0.054,0.261 0.057,0.161 0.014,-0.156-0.123,-0.262-0.163,-0.315-0.177,-0.326-0.175,-0.311-0.160,-0.279-0.140,0.236-0.027,0.556 0.046,0.726 0.094,0.784 0.115,0.769 0.123,0.705 0.119,0.614 0.108,0.431 0.035,0.335-0.003,0.231-0.032,0.147-0.048,0.082-0.057,0.034-0.058,0.044-0.052,-0.796-0.161,-0.937-0.168,-0.953-0.160,-0.888-0.144,-0.776-0.119,-1.051-0.147,2.189 0.000,0.487-0.055,0.113-0.040,-0.145-0.029,-0.305-0.019,-0.394-0.012,-3.200 0.024,4.219-0.035,0.445 0.000,0.382 0.002,0.316 0.006,0.246 0.007,0.183 0.005,0.130 0.005,0.175 0.006,0.085 0.003,0.064 0.004,0.042 0.001,0.027 0.003,0.015 0.000,-3.073-0.026,0.057-0.020,2.690-0.071,-0.486-0.017,-0.697-0.001,-0.781 0.010,-0.778 0.014,-0.718 0.019,-0.626 0.018,-2.167 0.059,0.096 0.005,6.422 0.065,2.038 0.076,1.127 0.048,0.474 0.025,0.036 0.011,-0.236-0.001,-0.380-0.005,-2.243-0.051,-0.544-0.020,0.867-0.003,-0.537-0.030,-0.445-0.028,-0.348-0.024,-0.260-0.019,-5.434-0.031,6.051-0.073,0.468-0.049,0.207-0.020,0.025-0.003,-0.088 0.010,-0.155 0.017,-4.722 0.073,4.609-0.052,-0.062 0.002,-0.269-0.003,-0.386-0.004,-0.435-0.007,-0.436-0.006,-0.408-0.007,-4.482 0.094,5.013-0.094,0.720-0.006,0.678-0.009,0.604-0.005,0.518-0.008,0.428-0.004,-5.099 0.087,5.955-0.076,0.006 0.015,-0.369 0.019,-0.595 0.018,-0.707 0.018,-0.737 0.017,-4.337 0.045,5.220 0.065,0.199 0.045,0.087 0.022,0.012 0.005,-0.039-0.006,-0.068-0.014,-0.082-0.017,0.283-0.012,-0.611-0.019,-0.688-0.017,-0.675-0.015,-0.610-0.010,-0.112-0.009,-0.177-0.006,-0.286-0.004,-0.328-0.002,-0.329-0.002,-0.301 0.000,-0.260 0.000,-1.152 0.001,0.313 0.001,0.302 0.000,0.282 0.000,1.811-0.054,0.180-0.084,0.019-0.102,-0.088-0.104,-0.155-0.102,-0.186-0.091,-4.565 0.417,5.608-0.771,-0.045-0.149,-0.235-0.076,-0.334-0.026,-0.368 0.007,-0.358 0.028,-0.323 0.037,-4.208 0.871,4.514-0.997,-0.073-0.128,-0.238-0.125,-0.324-0.112,-0.344-0.096,-0.331-0.077,-0.293-0.059,-0.245-0.043,-0.678 0.201,-0.172-0.061,-0.145-0.071,-0.115-0.072,-0.091-0.069,-0.068-0.062,0.034-0.183,-0.175-0.006,-0.187 0.015,-0.181 0.029,-0.164 0.036,-0.140 0.036,-0.115 0.035,-0.090 0.032,-0.069 0.026,-0.348 0.163,0.124-0.900,-0.207-0.131,-0.201-0.011,-0.179 0.062,-0.149 0.103,-0.122 0.120,-0.092 0.322,-0.064 0.301,-0.044 0.314,-0.029 0.298,-0.017 0.264,-0.006 0.221,-0.111 0.007,-0.160-0.086,-0.177-0.157,-0.174-0.187,-0.156-0.188,-0.133-0.175,-0.107-0.151,-0.081-0.122,0.309 0.585,-0.072-0.044,-0.578-0.627,-0.160 0.024,-0.129 0.074,-0.100 0.100,-0.073 0.107,-0.052 0.107,-0.965-0.232,-0.811-0.095,-0.728-0.070,-0.615-0.045,-0.496-0.029,-0.380-0.014,0.144 0.154,0.296 0.197,0.424 0.226,0.472 0.225,0.460 0.208,0.417 0.179,0.357 0.146,0.290 0.116,0.225 0.086,0.165 0.061,0.116 0.039,0.075 0.025,-4.495-0.666,-3.016-0.420,-1.717-0.209,-0.756-0.061,-0.077 0.043,0.369 0.105,0.635 0.140,0.920 0.185,0.953 0.191,0.949 0.188,0.877 0.171,0.773 0.151,0.650 0.124,-3.838 0.104,-2.199 0.102,-1.129 0.082,-0.362 0.063,0.156 0.048,0.476 0.033,0.645 0.022,0.706 0.013,5.002-0.008,-5.189 0.108,1.031 0.134,1.158 0.148,1.133 0.141,1.017 0.125,0.855 0.105,0.712 0.068,0.561 0.040,0.421 0.019,0.298 0.005,0.197-0.004,0.120-0.009,1.997-0.408,-2.601 0.383,-0.356-0.013,-0.198-0.026,-0.082-0.033,-0.004-0.036,0.045-0.034,0.070-0.028,0.083-0.026,0.272-0.085,-0.072-0.067,-0.110-0.072,-0.125-0.068,-0.128-0.062,-0.119-0.053,-0.104-0.043,-0.462-0.037,-0.064-0.046,-0.033-0.041,-0.009-0.034,0.007-0.027,0.014-0.019,0.019-0.015,1.167-0.008,-0.230-0.004,-1.784-0.004,-0.391 0.038,0.466 0.064,0.645 0.073,0.701 0.072,0.679 0.068,0.606 0.056,0.707 0.020,0.710-0.008,0.652-0.021,0.562-0.029,0.459-0.032,0.357-0.029,-1.110-0.059,-0.775-0.036,-0.420-0.034,-0.157-0.033,0.022-0.028,0.139-0.024,-9.895-0.065</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1814.000 1301.000,'0.023'0.034,"0.035"0.053,0.039 0.059,0.039 0.057,0.034 0.053,0.030 0.044,0.024 0.036,0.018 0.027,0.014 0.020,0.008 0.014,0.006 0.008,0.003 0.005,0.002 0.002,-0.000 0.000,-0.001 0.000,-0.140-0.218,0.372 0.519,0.150 0.201,0.111 0.150,0.078 0.106,0.051 0.070,0.030 0.042,0.113 0.121,-0.002-0.061,-0.016-0.087,-0.022-0.096,-0.026-0.096,-0.024-0.088,-0.024-0.074,-0.030-0.074,-0.034-0.066,-0.032-0.056,-0.029-0.046,-0.026-0.036,-0.020-0.026,-0.016-0.019,-0.158-0.163,0.110 0.035,-0.037-0.058,-0.049-0.054,-0.055-0.049,-0.053-0.043,-0.050-0.033,-0.044-0.028,-0.148-0.082,0.254 0.038,0.082-0.033,0.085-0.029,0.079-0.024,0.068-0.021,0.057-0.015,0.183-0.042,0.151-0.056,0.102-0.063,0.064-0.061,0.033-0.055,0.012-0.048,-0.001-0.040,-1.137 0.274,0.916-0.273,0.032-0.038,0.011-0.027,0.418-0.162,0.128-0.057,0.135-0.052,0.129-0.044,0.115-0.037,0.097-0.028,0.148-0.050,0.039-0.013,0.016-0.008,-0.003-0.002,-0.010 0.001,-0.018 0.003,-1.490 0.525,1.759-0.564,-0.036 0.093,-0.110 0.127,-0.146 0.138,-0.156 0.131,-0.146 0.115,-0.173 0.123,-0.134 0.112,-0.113 0.097,-0.094 0.082,-0.070 0.064,-0.053 0.047,-0.035 0.034,-0.224 0.023,0.483 0.199,-0.013 0.059,-0.102 0.020,-0.149-0.005,-0.168-0.021,-0.166-0.030,0.014 0.067,0.014 0.033,-0.030-0.012,-0.057-0.038,-0.069-0.054,-0.073-0.061,-0.070-0.060,0.863 0.279,0.662 0.163,0.531 0.101,0.406 0.054,0.296 0.022,0.202-0.002,-3.073-0.814,3.206 0.747,0.124-0.061,-0.020-0.093,-0.109-0.107,-0.160-0.106,-0.178-0.101,-0.178-0.087,0.211-0.153,-0.089-0.225,-0.665-0.128,-0.306-0.098,-0.330-0.071,-0.322-0.049,-0.295-0.031,-0.257-0.018,-1.065 0.310,1.440-0.391,0.228-0.009,0.167 0.019,0.117 0.038,0.076 0.046,0.043 0.049,0.021 0.046,0.003 0.041,-0.803 0.087,0.129-0.004,1.657-0.149,0.074-0.018,-0.088-0.011,-0.182-0.006,-0.224-0.003,-0.230 0.000,-0.380 0.037,-0.315 0.042,-0.306 0.047,-0.273 0.047,-0.233 0.044,-0.188 0.037,-0.800 0.080,0.038 0.007,2.361 0.203,0.768 0.180,0.420 0.128,0.170 0.087,0.003 0.054,-1.124-0.179,0.597 0.077,-0.244-0.073,-0.264-0.082,-0.254-0.082,-0.229-0.075,-0.196-0.065,-0.159-0.055,-0.124-0.042,-0.093-0.033,-0.065-0.022,0.452-0.016,0.294-0.010,0.550-0.052,0.197-0.069,0.121-0.075,0.062-0.071,0.025-0.063,-0.004-0.052,-0.285-0.025,-0.432-0.009,-0.480 0.004,-0.468 0.010,-0.418 0.013,-0.351 0.015,-0.591 0.192,1.668-0.645,0.559-0.120,0.349 0.008,0.189 0.087,0.076 0.127,-2.719 0.606,2.482-0.378,-0.049 0.141,-0.132 0.134,-0.176 0.120,-0.192 0.104,-0.190 0.086,-0.174 0.068,-0.154 0.050,-0.054 0.129,-0.140 0.080,-0.151 0.052,-0.149 0.025,-0.134 0.010,-0.115-0.003,-0.096-0.009,-0.075-0.015,0.103 0.016,0.260 0.055,0.326 0.068,0.343 0.072,0.332 0.070,0.302 0.062,0.260 0.055,0.127-0.040,0.058-0.091,-0.001-0.121,-0.040-0.133,-0.061-0.130,-0.073-0.121,0.442-0.197,-0.265-0.158,-0.394-0.099,-0.436-0.056,-0.422-0.023,-0.375-0.004,-0.313 0.011,-0.248 0.016,-0.186 0.020,-0.130 0.019,-0.089 0.017,2.254-0.245,1.483-0.163,0.833-0.077,0.350-0.018,0.014 0.022,-0.207 0.046,-0.335 0.060,-0.394 0.062,-0.271 0.070,-0.445 0.068,-0.633 0.072,-0.619 0.060,-0.566 0.048,-0.486 0.036,-0.399 0.027,-0.313 0.018,-0.581 0.091,1.223-0.287</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1768.000 365.000,'0.000'-0.012,"-0.035"-0.112,-0.055-0.071,-0.061-0.051,-0.061-0.036,-0.055-0.021,-0.048-0.013,-0.039-0.005,-0.081-0.010,-0.155-0.060,-0.178-0.068,-0.176-0.072,-0.165-0.066,-0.146-0.060,-0.158-0.017,-0.154 0.012,-0.143 0.031,-0.124 0.041,-0.104 0.044,-0.083 0.043,-0.158 0.050,-0.075 0.077,-0.061 0.076,-0.047 0.071,-0.035 0.063,-0.025 0.052,-0.016 0.041,-0.296 0.045,-0.099 0.045,-0.101 0.039,-0.091 0.030,-0.079 0.025,-0.064 0.017,-0.048 0.012,-0.323 0.211,-0.528 0.197,-0.870 0.294,0.101 0.145,0.326 0.092,0.442 0.052,0.479 0.023,0.465 0.001,0.360 0.081,0.405 0.064,0.334 0.070,0.265 0.067,0.198 0.061,0.141 0.052,0.122 0.219,0.079 0.328,0.057 0.359,0.036 0.351,0.021 0.314,0.010 0.268,0.002 0.215,0.503-1.425,-0.128 0.927,0.083 0.114,-0.003 0.672,0.129-0.165,0.119-0.260,0.104-0.305,0.089-0.314,0.070-0.296,0.096 0.805,0.112 0.374,0.103 0.239,0.091 0.135,0.075 0.061,0.059 0.010,0.207 0.090,0.268 0.011,0.284 0.008,0.270 0.004,0.239 0.003,0.198 0.001,0.156 0.000,-0.682-1.608,0.051-0.086,0.602 0.781,-0.023-0.302,-0.072-0.332,-0.101-0.326,-0.110-0.301,-0.112-0.264,-0.102-0.221,-1.136-1.276,0.063 0.034,3.038 2.271,0.876 0.388,0.422 0.112,0.098-0.075,-0.121-0.194,-0.253-0.256,-0.040-0.250,0.071-0.247,0.148-0.221,0.193-0.187,0.204-0.153,0.200-0.119,0.182-0.091,0.654-0.051,-0.002-0.225,-0.078-0.230,-0.117-0.214,-0.133-0.186,-0.130-0.154,-3.448-0.234,3.597-0.146,-0.046-0.198,-0.292-0.143,-0.427-0.098,-0.483-0.063,-0.481-0.034,-3.254 0.482,3.096-0.675,-0.393-0.075,-0.325-0.043,-0.255-0.019,-0.190 0.000,-0.136 0.007,0.019-0.075,-0.107-0.015,-0.158 0.017,-0.175 0.035,-0.169 0.043,-0.150 0.044,-0.126 0.040,-0.099 0.033,-0.075 0.029,-0.052 0.021,-0.035 0.016,-0.061-0.509,0.867-1.410,0.089-0.522,-0.097-0.200,-0.200 0.014,-0.248 0.142,-0.345 0.290,-0.270 0.142,-0.250 0.125,-0.218 0.105,-0.180 0.085,-0.144 0.063,-0.286 1.339,-0.176-3.066,-0.320-0.889,-0.265-0.589,-0.206-0.355,-0.156-0.182,-0.109-0.059,-0.073 0.021,-0.044 0.067,-0.022 0.091,-0.007 0.097,0.002 0.094,-0.005 0.434,-0.040 0.473,-0.046 0.511,-0.046 0.494,-0.044 0.442,-0.037 0.372,-0.030 0.299,1.214 2.292,-1.451-1.987,-0.288-0.005,-0.223 0.020,-0.162 0.034,-0.113 0.043,-0.074 0.045,1.489 1.358,-1.949-1.727,0.037 0.118,0.109 0.196,0.145 0.226,0.155 0.227,0.146 0.209,0.393 0.353,0.281 0.261,0.287 0.251,0.272 0.229,0.240 0.196,0.203 0.160,-0.542 0.469</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157.000 397.000,'0.000'0.009,"0.000"0.013,0.000 0.017,0.000 0.016,0.000 0.016,0.000 0.014,0.000 0.011,0.000 0.011,0.094 0.073,0.167 0.201,0.096 0.109,0.065 0.076,0.038 0.051,0.020 0.030,-0.377-0.512,0.559 0.651,0.241 0.207,0.224 0.172,0.531 0.467,0.023-0.037,-0.091-0.135,-0.157-0.187,-0.184-0.203,-0.187-0.200,0.271 0.138,0.290 0.167,0.204 0.115,0.135 0.070,0.080 0.037,-0.702-0.499,0.012-0.021,1.211 0.642,0.003-0.144,-0.050-0.165,-0.075-0.164,-0.593-0.386,0.035-0.103,0.549 0.027,0.047-0.070,0.024-0.039,0.008-0.016,-0.002 0.001,-0.339-0.066,0.508 0.077,-0.078-0.031,-0.174-0.052,-0.224-0.059,-0.242-0.061,-1.552-0.215,1.727 0.150,-0.171-0.065,0.031-0.038,0.297-0.027,-0.049-0.033,-0.074-0.022,-0.088-0.017,-0.087-0.010,-0.080-0.006,0.484-0.186,1.663-0.358,0.602-0.265,0.504-0.304,-0.028-0.215,-0.212-0.165,-0.309-0.123,-0.586 0.091,-0.384 0.086,-0.479 0.143,-0.501 0.171,-0.482 0.173,-0.432 0.165,-0.048-0.016,-0.108 0.068,-0.097 0.139,0.141 0.072,0.192 0.067,0.207 0.059,-0.296 0.158,0.282 0.034,1.743 0.045,0.263 0.210,0.044 0.211,-0.091 0.196,-3.264-0.352,1.816 0.332,-0.032 0.087,0.691 0.252,-0.166 0.026,-0.198-0.018,-0.211-0.049,-0.204-0.063,-0.636-0.206,0.000-0.053,-0.027-0.053,-0.049-0.053,0.315 0.003,-0.049-0.045,-0.046-0.030,-0.042-0.019,0.264-0.005,0.027-0.033,0.041-0.034,0.046-0.030,0.046-0.026,0.043-0.023,0.431-0.017,0.302-0.016,0.323-0.010,0.310-0.008,-2.294-0.000,0.756-0.001,0.042-0.001,1.323-0.031,-0.194-0.044,-0.300-0.050,-0.348-0.051,-0.358-0.049,-1.870 0.178,1.286-0.300,0.186-0.254,-0.275-0.091,-0.271-0.037,-0.246 0.001,-0.214 0.026,-0.134-0.044,-0.058-0.033,-0.042 0.007,0.020-0.030,-0.017 0.038,-0.008 0.046,-0.001 0.044,-0.369 0.384,0.671-0.508,0.175-0.107,0.078-0.048,0.007-0.005,-0.040 0.024,-0.070 0.042,-0.640 0.491,0.643-0.544,-0.038 0.000,0.140-0.162,0.045-0.084,0.063-0.095,0.068-0.094,-0.835 0.813,1.065-0.978,0.056-0.038,-0.175 0.156,-0.086 0.059,-0.109 0.074,-0.121 0.081,-0.120 0.080,0.038-0.066,-0.177 0.178,-0.161 0.178,-0.135 0.160,-0.107 0.135,-0.084 0.110,-0.058 0.082,-0.041 0.060,-0.298 0.239,0.775-0.471,-0.254 0.161,0.068-0.043,0.565-0.396,0.003-0.072,-0.073-0.036,-0.113-0.012,-0.464 0.355,-0.034-0.039,-0.042-0.053,-0.046-0.064,0.097-0.420,-0.098-0.072,-0.094-0.038,-0.084-0.012,0.013-0.372,-0.007-0.030,0.027-0.018,-0.047 0.347,0.026-0.007,0.029-0.011,0.028-0.015,-0.191 0.732,0.163-0.634,-0.022 0.048,0.056-0.369,-0.065 0.074,-0.065 0.073,-0.061 0.066,-0.051 0.057,-0.102 1.082,0.038-1.081,-0.045-0.044,-0.042 0.008,-0.036 0.042,-0.031 0.061,-0.026 0.070,0.016 0.502,-0.214-0.462,-0.142-0.017,-0.130-0.050,-0.116-0.065,-0.094-0.072,-0.076-0.069,-0.467-0.258,-0.164 0.009,-0.137-0.005,-0.049 0.062,0.012 0.103,0.052 0.122,0.074 0.128,0.352 0.415,-1.497-0.664,-0.770-0.132,-0.718-0.112,-0.634-0.089,-0.534-0.068,0.078 0.105,-0.127 0.008,-0.349-0.072,0.140 0.077,0.214 0.091,0.249 0.094,0.256 0.089,1.632 0.582,-2.770-0.608,0.086 0.160,0.368 0.195,0.515 0.200,0.566 0.190,0.464 0.199,1.654 0.297,-0.036 0.052,-2.720-0.012,-0.794 0.190,-0.775 0.168,-0.694 0.137,6.038-0.180,-2.910 0.146,-0.126 0.051,-2.806 0.236,-0.187 0.058,-0.055 0.026,0.034 0.002,0.092-0.014,0.124-0.022,4.129-0.299,-5.269 0.420,0.511-0.023,0.717-0.049,0.776-0.057,0.543 0.051,0.354 0.115,0.564 0.030,0.641-0.024,0.630-0.053,0.568-0.068,1.260-0.208,0.092 0.021,-0.530 0.190,0.063 0.031,0.036 0.021,0.019 0.011,0.004 0.005,0.043 0.061,0.390-0.126,-2.743 1.018,-0.731 0.333,-1.026 0.454,0.078 0.033,0.386-0.093,0.569-0.171,1.935-0.746,-1.615 0.954,0.458 0.022,0.576-0.095,0.356-0.005,0.301-0.010,0.246-0.011,0.193-0.012,2.119-1.781,-1.659 1.506,-0.464 0.553,0.179-0.062,0.225-0.131,0.238-0.168,0.227-0.178,0.059 0.033,0.121-0.053,0.154-0.105,0.162-0.132,0.156-0.137,0.141-0.133,0.091-0.044,0.401-0.575,0.026 0.012,-0.290 0.738,0.094 0.075,0.095 0.053,0.087 0.036,0.249-0.739,0.031 0.037,0.031 0.054,-0.066 1.122,0.082 0.077,0.066-0.002,0.051-0.051,0.055-1.849,-0.014 0.980,0.012-0.037,0.024 0.315,0.031-0.151,0.029-0.170,0.029-0.173,0.024-0.163,-0.094-0.793,0.102 0.405,0.041-0.007,0.257 0.391,0.153 0.030,0.141 0.030,0.125 0.031,0.105 0.026,0.229 0.130,0.144 0.036,0.282 0.107,0.102-0.068,0.065-0.094,0.038-0.099,-0.133-0.235,-0.013-0.096,-0.151-0.114,-0.183-0.094,-0.190-0.075,-0.178-0.055,-0.782-0.372,0.383 0.177,0.203 0.077,-0.002-0.025,0.256 0.064,0.008-0.034,0.001-0.029,0.000-0.023,-0.832-0.242,0.755 0.165,0.130 0.014,0.280 0.045,0.055 0.002,0.012-0.004,-0.021-0.007,-0.039-0.009,-0.375-0.075,-0.053-0.017,3.619 0.502</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478.000 418.000,'0.005'0.000,"0.007"0.000,0.007 0.000,0.009 0.000,0.007 0.000,0.005 0.000,0.005 0.000,0.003 0.000,0.003 0.000,0.002 0.000,0.000 0.000,0.001 0.000,0.000 0.000,0.001 0.000,-0.001 0.000,-0.001 0.000,0.001 0.000,-0.001 0.000,0.000 0.000,0.028 0.000,0.052 0.000,0.021-0.012,0.025-0.021,0.018-0.023,0.011-0.025,0.008-0.025,0.819-0.019,-0.217 0.050,0.172 0.003,0.933-0.033,0.189 0.014,0.068 0.015,-0.017 0.015,0.162 0.012,-0.202 0.004,-0.093-0.007,-0.116-0.012,-0.126-0.015,-0.123-0.015,-0.114-0.015,-0.138 0.014,0.205 0.002,1.383-0.016,1.104 0.015,1.144 0.018,1.078 0.016,0.951 0.016,0.544 0.013,0.349-0.004,0.020-0.015,-0.193-0.021,-0.316-0.023,-0.369-0.022,-0.864-0.014,-0.746-0.012,-0.776-0.012,-0.740-0.007,-0.669-0.005,-0.574-0.004,-2.333 0.132,2.097-0.149,0.329-0.017,0.357-0.002,1.569-0.050,0.258 0.028,0.082 0.038,-0.035 0.038,-3.032 0.111,4.264 0.030,0.371 0.058,-0.129 0.035,-0.443 0.017,-0.620 0.004,-0.692-0.005,-0.531-0.006,-0.630-0.013,-0.538-0.015,-0.439-0.014,-0.344-0.012,-0.257-0.011,-1.770-0.022,2.204-0.014,0.798-0.044,1.949-0.086,0.257-0.053,-0.140-0.037,-0.375-0.025,-4.203 0.206,2.216-0.117,-0.229 0.009,0.901-0.048,-0.562 0.032,-0.534 0.035,-0.474 0.032,-0.399 0.029,-0.780 0.036,-0.145 0.009,0.000 0.007,0.010 0.008,-0.144 0.009,-0.116 0.006,-0.090 0.005,0.068 0.003,-0.273-0.003,0.005 0.001,0.334 0.004,-0.010-0.001,-0.027 0.000,-0.033-0.002,-0.078-0.002,-0.049-0.000,-0.049-0.002,-0.043 0.000,-0.038-0.001,-0.031 0.000,-0.235-0.001,0.145 0.000,0.023 0.000,0.152-0.012,0.038-0.021,0.032-0.024,0.023-0.024,0.018-0.025,-0.027 0.007,0.082 0.000,0.321-0.033,0.148-0.010,0.131-0.011,0.110-0.011,0.087-0.008,0.098 0.006,-0.038 0.017,-0.119 0.021,-0.165 0.024,-0.179 0.022,-0.179 0.020,-0.129 0.003,-0.163-0.006,-0.135-0.011,-0.105-0.016,-0.079-0.014,-0.056-0.016,-0.020 0.010,0.018 0.008,0.729-0.221</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340.000 573.000,'0.000'0.012,"0.034"0.144,0.053 0.113,0.059 0.099,0.057 0.080,0.053 0.062,-0.113-0.311,0.411 0.286,0.153-0.005,0.191 0.033,0.043-0.034,-0.005-0.037,-0.036-0.038,-0.717-0.326,0.760 0.260,0.117-0.002,0.151 0.012,0.122 0.005,0.111 0.007,0.097 0.006,0.080 0.008,-1.262-0.291,2.079 0.743,0.698 0.426,0.476 0.321,0.362 0.252,0.259 0.186,0.176 0.132,-0.689-0.311,1.684 0.791,0.044-0.065,-0.166-0.191,-0.281-0.252,-0.326-0.266,-1.023-0.514,-0.233-0.199,0.296-0.027,2.340 0.415,0.092-0.208,-0.157-0.238,-0.301-0.234,-3.569-0.554,2.623 0.202,-0.292-0.176,-0.329-0.159,-0.333-0.136,-0.314-0.113,-0.283-0.092,-1.837 0.085,1.600-0.260,0.388-0.192,0.962-0.323,0.023-0.134,-0.158-0.075,-0.263-0.029,-0.316 0.003,0.692-0.553,0.091-0.231,-0.205-0.037,-0.380 0.088,-0.462 0.162,-0.483 0.199,-2.269 1.186,2.206-1.006,0.355-0.046,0.245 0.006,0.962-0.247,-0.153 0.155,-0.314 0.186,-0.395 0.192,-2.123 0.666,1.318-0.262,-0.014 0.122,0.272 0.069,-0.219 0.127,-0.266 0.107,-0.281 0.084,-0.273 0.067,-0.572 0.045,-0.084 0.023,0.555 0.059,-0.141 0.057,-0.121 0.046,-0.098 0.036,-0.308 0.041,0.298 0.111,1.085 0.299,0.423 0.110,0.308 0.062,0.214 0.025,0.136 0.002,-0.965-0.223,0.002 0.019,1.052 0.254,-0.200-0.078,-0.267-0.109,-0.289-0.123,-0.282-0.120,-1.166-0.225,-0.096-0.037,0.992 0.045,-0.012-0.089,0.047-0.068,0.080-0.050,0.093-0.033,-1.575-0.005,1.332-0.011,0.337-0.007,0.596-0.021,0.104-0.026,-0.014-0.029,-0.089-0.028,-1.045 0.010,1.299-0.137,0.153-0.068,0.346-0.106,0.023-0.082,-0.029-0.073,-0.061-0.063,-0.077-0.052,0.098-0.072,-0.181-0.002,-0.333 0.040,-0.410 0.064,-0.431 0.077,-0.416 0.078,-0.230 0.075,0.088 0.141,0.105 0.200,0.205 0.200,0.247 0.181,0.253 0.155,-0.561 0.010,0.654 0.217,0.044 0.056,-0.041 0.010,-0.092-0.021,-0.122-0.040,-0.130-0.051,-1.550-0.378,1.361 0.251,-0.162-0.082,-0.212-0.081,-0.229-0.076,-0.228-0.066,-0.211-0.057,-0.055-0.018,0.126 0.015,0.768 0.084,0.673 0.082,0.710 0.089,0.675 0.084,0.560-0.010,0.243-0.025,0.114-0.032,-0.409-0.067,-0.543-0.067,-0.582-0.066,-2.987-0.167,1.701 0.050,0.044-0.054,1.106-0.097,0.444-0.106,0.485-0.098,0.482-0.085,0.451-0.073,-1.114 0.070,0.177-0.027,2.016-0.209,-0.248-0.015,-0.457 0.006,-0.556 0.020,-0.577 0.024,-3.686 0.430,3.467-0.743,0.288-0.290,0.054-0.221,0.421-0.379,-0.369-0.125,-0.477-0.060,-0.522-0.016,-1.477 0.596,0.408-0.544,-0.371-0.042,0.176-0.648,-0.479 0.047,-0.385 0.093,-0.296 0.117,-0.894 1.452,0.546-1.340,-0.209 0.074,-0.194 0.121,-0.172 0.141,-0.145 0.144,-0.116 0.134,-0.172 1.290,0.032-0.702,-0.049-0.036,-0.116-0.680,-0.106 0.049,-0.082 0.108,-0.061 0.137,-0.045 0.147,-0.027 0.389,-0.191-0.121,-1.007-1.087,-0.381-0.165,-0.240-0.048,-0.131 0.029,-0.052 0.074,0.621 0.616,0.097 0.117,0.120 0.122,-0.042-0.009,0.158 0.163,0.149 0.153,0.135 0.137,0.064 0.117,-0.054 0.047,-0.100 0.019,-0.877-0.301,-0.812-0.227,-0.874-0.261,-0.842-0.260,2.461 1.029,-2.951-0.809,-1.013-0.150,-3.695-0.767,-0.640 0.062,-0.099 0.179,0.262 0.242,0.481 0.269,3.899 0.768,0.129 0.117,-4.009-0.303,-0.173 0.216,-0.197 0.163,-0.198 0.118,-0.185 0.080,1.649 0.131,1.023 0.061,0.052 0.002,-3.983-0.185,0.163 0.034,0.281 0.045,0.330 0.048,6.836 0.276,-4.430-0.173,-0.001 0.017,-2.751-0.071,1.057 0.066,1.296 0.071,1.324 0.066,1.663 0.074,0.146 0.033,-0.860 0.024,0.041 0.028,0.022 0.021,0.011 0.014,0.000 0.010,4.094-0.004,-4.524 0.010,-0.326 0.000,-0.147 0.001,-0.023-0.001,0.059-0.002,0.106-0.001,-0.530-0.002,0.080-0.003,0.079 0.000,0.070-0.003,0.060 0.000,1.495 0.046,1.401 0.032,-0.114 0.059,-3.934 0.269,0.487 0.094,0.793 0.044,0.917 0.009,0.917-0.014,0.837-0.024,-0.545 0.064,-0.149 0.000,0.010-0.030,0.106-0.044,4.484-0.412,-2.316 0.232,-0.149 0.036,-2.241 0.306,0.214 0.053,0.434 0.026,0.547 0.008,0.585-0.007,1.065-0.115,0.378 0.024,-0.041 0.166,0.382 0.020,0.302 0.010,0.230 0.004,0.166-0.002,0.555-0.292,-0.840 0.584,-0.102 0.083,-0.090 0.049,-0.078 0.023,-0.061 0.005,-0.018-0.052,-0.031-0.059,-0.022-0.066,-0.013-0.065,-0.008-0.061,-0.003-0.051,1.356-0.588,-0.895 0.422,-0.036 0.051,-0.207 0.160,0.066 0.037,0.099 0.023,0.115 0.012,-0.041 0.124,0.590-0.364,0.060 0.002,-0.404 0.372,0.037-0.005,0.019-0.018,0.007-0.026,1.135-0.922,-1.341 1.105,-0.192 0.159,-0.138 0.147,0.067-0.008,0.135-0.056,0.165-0.082,0.249-0.155,0.173-0.078,0.118-0.057,0.139-0.116,0.112-0.112,0.085-0.099,0.063-0.086,0.401-0.495,-0.345 0.429,0.061-0.039,0.079-0.045,0.083-0.048,0.081-0.045,0.186-0.273,-0.060 0.567,0.064-0.094,0.020 0.099,-0.007 0.963,0.044 0.058,0.031-0.066,0.020-0.134,-0.007-1.373,0.018 1.183,0.005-0.191,0.000-0.213,-0.002-0.203,-0.003-0.184,0.042-0.121,0.064-0.086,0.059-0.081,0.091 0.016,0.095 0.034,0.092 0.048,0.082 0.050,-0.117-0.143,0.135 0.107,1.111 0.841,0.573 0.307,0.480 0.214,0.381 0.141,-2.526-1.650,1.669 0.980,0.135 0.027,0.826 0.395,-0.101-0.123,-0.210-0.172,-0.272-0.194,-0.296-0.199,4.557 1.469</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797.000 397.000,'0.022'0.000,"0.034"0.000,0.038 0.000,0.036 0.000,-0.006 0.024,0.039 0.038,0.125 0.104,0.063 0.080,0.052 0.069,0.040 0.058,-0.359-0.299,0.289 0.314,0.056 0.094,0.175 0.298,0.036 0.168,0.012 0.148,-0.003 0.124,-0.374-0.698,0.291 0.514,0.098 0.110,0.368 0.505,0.116 0.068,0.082 0.014,0.053-0.025,0.029-0.047,0.122 0.012,0.045-0.006,0.036-0.029,-0.067-0.143,-0.095-0.171,-0.106-0.176,-0.109-0.170,-0.102-0.153,-0.817-0.656,0.815 0.511,-0.116-0.170,-0.130-0.145,-0.128-0.120,-0.118-0.095,-0.102-0.072,-0.085-0.051,-0.066-0.034,-0.050-0.022,-0.037-0.011,-0.025-0.004,-0.029 0.018,0.149-0.007,0.104 0.003,0.344-0.049,0.140-0.061,0.095-0.069,0.059-0.068,-0.850 0.224,0.934-0.377,0.071-0.107,0.042-0.078,0.020-0.052,0.004-0.032,-0.004-0.017,0.121-0.059,0.232-0.054,0.236-0.017,0.222 0.007,0.196 0.022,0.165 0.030,0.147 0.078,0.182 0.044,-0.167 0.102,-0.238 0.093,-0.262 0.081,-0.253 0.065,-1.487 0.263,0.394-0.062,0.667-0.091,0.046 0.007,0.405-0.037,-0.106 0.030,-0.161 0.032,-0.188 0.034,-0.551 0.063,-0.072 0.013,0.147-0.003,-0.103 0.020,0.065 0.011,-0.053 0.019,-0.025 0.013,-0.003 0.010,-0.456 0.025,0.503 0.179,0.182 0.171,0.515 0.329,0.178 0.173,0.115 0.121,0.066 0.076,-0.749-0.412,0.208 0.120,-0.005-0.001,0.788 0.416,-0.057-0.078,-0.087-0.103,-0.098-0.108,-0.291-0.166,-0.120-0.071,-0.100-0.095,-0.078-0.103,-0.061-0.100,-0.042-0.093,-0.029-0.078,-0.260-0.082,0.074-0.029,-0.094-0.037,-0.107-0.028,-0.111-0.020,-0.103-0.014,-0.464 0.008,0.291-0.009,0.266-0.041,0.029-0.049,0.212-0.177,0.040-0.179,0.025-0.179,0.018-0.162,-0.823 0.646,0.670-0.597,0.109-0.111,0.556-0.465,0.116-0.033,0.056 0.033,0.018 0.072,-1.402 1.027,0.622-0.440,0.005 0.012,0.698-0.432,-0.155 0.147,-0.204 0.170,-0.218 0.172,-0.206 0.155,-0.188 0.141,-0.112 0.100,-0.079 0.078,-0.054 0.059,-0.032 0.042,-0.019 0.029,-0.005 0.016,0.276 0.190,0.468 0.250,0.254 0.168,0.160 0.123,0.087 0.084,0.033 0.055,-0.919-0.485,0.384 0.232,0.016 0.005,0.921 0.513,-0.147-0.094,-0.212-0.130,-0.234-0.140,-0.515-0.274,-0.106-0.043,0.073 0.037,-0.108-0.091,-0.083-0.089,-0.062-0.081,-0.043-0.072,-0.031-0.056,-0.051-0.049,-0.046-0.037,-0.042-0.026,-0.033-0.018,-0.027-0.010,-0.120-0.049,0.397-0.270,0.183-0.192,0.160-0.158,0.132-0.123,0.104-0.093,-0.295 0.198,-0.083 0.058,0.047-0.036,0.324-0.227,0.031 0.002,0.005 0.026,-0.011 0.039,-0.427 0.314,0.478-0.236,-0.129 0.128,-0.156 0.129,-0.162 0.119,-0.155 0.106,-0.138 0.088,-0.452 0.156,0.405-0.074,-0.036 0.051,-0.034 0.038,-0.030 0.025,-0.024 0.016,-0.021 0.009,0.229 0.029,0.204 0.049,0.398 0.095,0.208 0.071,0.159 0.063,0.112 0.052,-0.258-0.054,-0.067-0.019,0.013-0.002,-0.074-0.023,-0.069-0.020,-0.059-0.019,-0.052-0.015,-0.446-0.099,-0.028-0.012,-0.024-0.012,-0.024-0.012,0.417 0.038,-0.070-0.037,-0.071-0.031,-0.067-0.025,-0.059-0.020,-0.280-0.015,0.673-0.050,0.273-0.074,0.241-0.081,0.198-0.075,-1.497 0.216,1.789-0.315,0.093-0.043,-0.070-0.007,-0.168 0.018,-0.216 0.031,-0.231 0.037,-0.221 0.037,-1.065 0.240,1.013-0.164,-0.023 0.040,-0.073 0.038,-0.103 0.035,-0.116 0.029,-0.116 0.025,-0.276 0.027,0.136 0.005,0.044 0.008,0.291 0.007,0.025 0.007,0.000 0.006,-0.017 0.002,-0.026 0.002,-0.218-0.003,0.026 0.000,0.422 0.003,-0.096-0.002,-0.142-0.002,-0.159-0.001,-0.155-0.002,-0.140-0.002,-0.012-0.001,-0.045-0.001,-0.049-0.000,-0.047-0.001,-0.330 0.000,0.384 0.000,0.042-0.001,0.070 0.001,0.062 0.000,0.055-0.001,0.046 0.001,0.037 0.000,-0.021-0.030,-0.010-0.049,0.073-0.050,-0.075-0.013,-0.088 0.003,-0.086 0.013,-0.192-0.006,0.075-0.063,0.014-0.057,-0.002-0.049,0.002-0.047,0.005-0.041,-0.281 0.230,0.310-0.298,-0.002-0.016,-0.024 0.012,-0.040 0.029,-0.043 0.038,-0.044 0.042,0.602-0.659</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251.000 721.000,'0.000'0.005,"0.000"0.009,0.000 0.008,0.000 0.009,0.000 0.007,0.000 0.007,0.000 0.006,0.000 0.003,0.000 0.003,0.000 0.001,0.000 0.002,0.000 0.000,0.000 0.001,0.000 0.000,0.000-0.001,0.000-0.000,0.000 0.000,0.015 0.000,0.024 0.019,0.029 0.023,0.030 0.024,0.103 0.173,-0.051-0.065,0.031 0.064,0.208 0.361,0.090 0.163,0.077 0.137,0.064 0.107,-0.228-0.312,0.203 0.561,0.000 0.137,0.057 0.241,-0.016 0.001,-0.020-0.051,-0.022-0.080,-0.353-0.905,0.195 0.608,0.015 0.094,0.255 0.805,0.013 0.012,0.000-0.069,-0.011-0.117,-0.014-0.135,-0.152-0.471,0.180 0.305,0.048-0.039,-0.027-0.194,0.127 0.119,0.149 0.159,0.156 0.177,0.451 0.687,-0.052-0.067,-0.141-0.177,-0.184-0.227,-0.192-0.239,-0.180-0.223,-0.377-0.684,-0.044-0.058,0.164 0.383,-0.093-0.160,-0.081-0.154,-0.065-0.137,-0.080-0.186,-0.055-0.143,-0.049-0.133,-0.040-0.113,-0.031-0.094,-0.023-0.074,-0.017-0.054,-0.012-0.040,-0.006-0.025,-0.003-0.016,-0.002-0.008,0.000-0.003,0.002 0.002,0.043-0.045,0.067-0.070,0.074-0.079,0.076-0.080,0.069-0.074,0.057-0.110,0.263-0.343,0.107-0.168,0.060-0.110,0.023-0.064,-0.001-0.030,-0.017-0.006,-0.033 0.004,0.056-0.131,0.171-0.357,-0.035-0.068,-0.066-0.021,-0.080 0.011,-0.492 1.036,0.633-0.956,0.135-0.125,0.349-0.448,0.024 0.017,-0.034 0.081,-0.071 0.119,-0.090 0.136,-0.553 0.789,-0.043 0.073,0.436-0.582,-0.195 0.282,-0.198 0.270,-0.180 0.241,-0.155 0.202,-0.126 0.161,-0.098 0.122,-0.072 0.088,-0.049 0.060,-0.033 0.036,-0.023 0.076,0.020 0.014,0.061-0.078,0.025-0.054,0.020-0.055,0.019-0.054,0.014-0.046,-0.065 0.119,0.028-0.028,0.030-0.029,0.262-0.322,0.030-0.009,-0.005 0.030,-0.026 0.049,-0.300 0.353,0.156-0.166,0.023-0.016,0.236-0.236,-0.010 0.024,-0.037 0.045,-0.048 0.054,-0.070 0.074,-0.055 0.058,-0.052 0.052,-0.045 0.045,-0.036 0.036,-0.029 0.028,-0.171 0.165,0.135-0.225,-0.032-0.003,-0.030 0.021,-0.024 0.035,-0.019 0.040,-0.015 0.040,-0.010 0.036,-0.007 0.030,-0.004 0.024,-0.002 0.018,-0.001 0.014,-0.000 0.009,0.001 0.006,0.001 0.002,0.000 0.002,0.002 0.001,0.001-0.002,0.001-0.001,0.000-0.001,0.000-0.001,0.001-0.001,0.000-0.001,0.000 0.000,0.001-0.002,-0.001 0.001,0.000-0.001,0.000 0.000,0.016 0.031,0.028 0.050,0.033 0.057,0.035 0.058,0.032 0.054,0.028 0.048,0.023 0.041,-0.067-0.083,0.214 0.510,0.034 0.288,0.006 0.259,-0.012 0.218,-0.147-0.487,0.009 0.087,0.139 0.622,0.014 0.048,0.008-0.014,0.003-0.052,-0.002-0.073,0.190 0.273,0.137 0.192,0.043-0.018,-0.006-0.100,-0.035-0.143,-0.050-0.158,-0.317-0.787,-0.009-0.063,0.184 0.373,-0.069-0.136,-0.078-0.122,-0.080-0.106,-0.076-0.086,0.128 0.299,0.042 0.055,0.003-0.047,-0.021-0.107,-0.034-0.134,-0.038-0.138,-0.212-0.464,0.237 0.257,-0.011-0.128,-0.028-0.109,-0.040-0.090,-0.041-0.069,-0.040-0.053,-0.035-0.037,-0.031-0.024,-0.023-0.014,-0.019-0.007,-0.014-0.003,-0.009 0.001,-0.006 0.004,0.000 0.005,0.009 0.004,0.013 0.004,0.012 0.003,0.013 0.004,0.012 0.002,0.019 0.009,0.010 0.013,0.008 0.015,0.007 0.013,0.003 0.013,0.003 0.009,0.003 0.009,-0.001 0.007,0.002 0.004,-0.001 0.003,0.000 0.002,-0.094-0.034,0.176 0.136,0.124 0.099,0.414 0.310,0.111 0.073,0.035 0.010,-0.014-0.029,-0.167-0.115,-0.039-0.019,-0.003 0.020,-0.110-0.050,-0.114-0.054,-0.111-0.051,-0.099-0.048,-0.013-0.054,0.029 0.093,0.034 0.165,0.041 0.203,0.044 0.211,0.040 0.199,-0.068-0.201,0.115 0.258,-0.028-0.064,-0.055-0.110,-0.065-0.133,-0.071-0.136,-0.237-0.620,0.261 0.555,-0.025-0.136,-0.040-0.145,-0.047-0.139,-0.045-0.124,-0.043-0.103,-0.036-0.083,-0.029-0.063,-0.023-0.046,-0.017-0.030,-0.011-0.019,-0.008-0.011,0.027-0.053,0.046-0.130,0.031-0.102,0.012-0.059,0.002-0.029,-0.007-0.010,-0.010 0.004,0.066-0.077,0.033-0.031,0.053-0.143,0.129-0.409,0.057-0.184,0.039-0.140,0.026-0.103,-0.105 0.216,0.051-0.290,0.122-0.666,0.005-0.232,-0.020-0.143,-0.032-0.076,-0.188 0.999,0.047-0.331,-0.019 0.024,0.097-0.672,-0.044 0.221,-0.042 0.267,-0.040 0.280,-0.034 0.269,-0.090 0.736,0.026 0.077,0.261-0.559,0.024 0.228,-0.005 0.201,-0.023 0.171,-0.032 0.136,-0.035 0.102,-0.033 0.073,0.017 0.121,-0.003 0.097,-0.027 0.092,-0.041 0.084,-0.044 0.070,-0.046 0.058,-0.041 0.043,-0.036 0.034,-0.029 0.023,-0.023 0.014,-0.017 0.009,-0.013 0.004,-0.017-0.006,0.024-0.001,-0.003 0.012,0.005 0.021,0.112 0.119,0.020 0.053,0.015 0.036,0.009 0.021,0.122 0.181,0.150 0.188,0.140 0.234,0.064 0.172,0.024 0.144,0.001 0.113,-0.595-1.024,0.592 1.222,0.009 0.155,0.162 0.528,-0.004 0.121,-0.012 0.065,-0.017 0.024,-0.018-0.002,-0.387-1.103,0.323 0.723,-0.021-0.201,-0.138-0.380,-0.078-0.204,-0.086-0.197,-0.088-0.180,-0.143-0.334,0.190 0.294,-0.013-0.092,-0.009-0.067,-0.009-0.045,-0.005-0.030,-0.028-0.063,0.012-0.016,0.016-0.005,-0.015-0.040,-0.021-0.040,-0.024-0.040,-0.221-0.230,0.092 0.116,0.008-0.007,0.129 0.119,0.001-0.018,-0.007-0.018,-0.014-0.020,0.021 0.019,0.017 0.016,-0.014-0.029,-0.027-0.052,-0.034-0.060,-0.035-0.062,-0.033-0.056,-0.028-0.049,-0.024-0.039,-0.018-0.030,-0.013-0.023,-0.010-0.015,-0.006-0.009,-0.004-0.007,-0.001-0.002,-0.001 0.000,0.000 0.001,0.055-0.061,0.004-0.112,0.045-0.204,0.124-0.368,0.072-0.214,0.062-0.159,0.053-0.114,0.044-0.075,0.034-0.046,-0.488 1.131,0.610-1.273,0.108-0.078,0.094-0.035,0.080-0.003,0.063 0.018,-0.156 0.294,0.021 0.006,0.286-0.391,-0.066 0.084,-0.096 0.109,-0.106 0.112,-0.370 0.534,-0.037 0.033,0.205-0.348,-0.110 0.189,-0.105 0.205,-0.096 0.199,-0.079 0.176,-0.078 0.157,-0.062 0.127,-0.052 0.100,-0.040 0.076,-0.030 0.055,-0.021 0.036,-0.014 0.023,-0.008 0.012,-0.004 0.005,-0.002 0.000,0.001-0.004,0.002-0.005,0.009 0.062,0.029 0.124,0.032 0.150,0.035 0.155,0.033 0.151,0.031 0.136,-0.184-0.686,0.223 0.798,0.110 0.325,0.286 0.899,0.061 0.156,0.004-0.020,-0.034-0.132,-0.057-0.198,-0.510-1.615,0.304 0.791,0.025-0.055,0.394 0.738,-0.003-0.107,-0.039-0.098,-0.058-0.084,-0.064-0.068,-0.326-0.678,0.084 0.229,-0.024-0.068,0.067 0.172,-0.080-0.166,-0.085-0.167,-0.079-0.153,-0.055-0.146,-0.038-0.143,-0.023-0.124,-0.012-0.099,-0.004-0.079,0.002-0.057,-0.097-0.053,0.085-0.081,0.038-0.093,0.242-0.488,0.138-0.376,0.122-0.347,0.104-0.305,0.084-0.256,0.066-0.203,0.389-0.548,0.270-0.284,0.176-0.095,0.103 0.032,0.047 0.113,0.112 0.067,-0.156 0.357,-0.092 0.219,-0.129 0.238,-0.148 0.235,-0.151 0.221,-0.142 0.193,-0.068 0.079,-0.198 0.209,-0.182 0.178,-0.161 0.146,-0.132 0.114,-0.105 0.086,-0.276 0.470,0.186-0.548,-0.058 0.027,-0.037 0.069,-0.022 0.091,-0.011 0.095,-0.003 0.091,-0.012 0.099,0.005 0.052,0.008 0.045,0.007 0.035,0.008 0.028,0.007 0.020,-0.037 0.047,-0.005 0.068,0.042 0.188,0.024 0.161,0.031 0.155,0.033 0.139,0.034 0.123,-0.042-0.156,0.027 0.049,0.170 0.449,0.057 0.091,0.044 0.067,0.035 0.045,0.026 0.027,-0.114-0.295,0.099 0.242,0.397 0.978,0.072 0.190,0.016 0.051,-0.025-0.042,-0.046-0.097,-0.245-0.634,-0.054-0.171,-0.055-0.185,0.016-0.018,-0.079-0.228,-0.077-0.203,-0.067-0.176,-0.060-0.145,-0.137-0.293,-0.003-0.035,0.154 0.214,-0.049-0.092,-0.059-0.079,-0.058-0.062,0.032-0.084,0.022-0.061,0.006-0.055,-0.002-0.047,-0.011-0.039,-0.012-0.029,-0.012-0.024,-0.034-0.017,-0.037-0.011,-0.033-0.006,-0.028-0.003,-0.024 0.000,-0.018 0.002,-0.013 0.001,-0.009 0.002,-0.005 0.003,-0.004 0.002,-0.001 0.001,-0.001 0.002,0.001 0.001,0.001 0.000,0.001 0.001,0.001 0.000,0.000 0.001,0.002-0.001,0.001 0.001,0.000-0.001,-0.000 0.000,0.000 0.000,0.001 0.001,0.000-0.001,-0.001 0.000,0.001 0.000,0.000 0.000,0.000 0.000,-0.001 0.000,0.001 0.000,0.000 0.000,-0.001 0.000,0.001 0.000,0.000 0.000,0.043-0.050,0.077-0.078,0.087-0.092,0.092-0.093,0.085-0.090,0.077-0.080,0.066-0.067,-0.002-0.001,0.201-0.242,0.033-0.099,-0.004-0.074,-0.028-0.049,-0.043-0.032,-0.018-0.008,-0.031 0.020,-0.054 0.059,-0.064 0.081,-0.066 0.090,-0.065 0.089,-0.318 0.552,0.278-0.404,0.069-0.046,0.424-0.510,0.035-0.025,-0.030 0.024,-0.069 0.054,-0.089 0.070,-0.576 0.803,0.443-0.812,-0.083 0.000,-0.101 0.109,-0.083 0.128,-0.067 0.133,-0.049 0.122,-0.035 0.106,-0.024 0.089,-0.031 0.076,-0.023 0.040,-0.021 0.026,-0.018 0.017,-0.016 0.006,0.063-0.057,0.021-0.025,0.012-0.033,-0.001-0.024,-0.008-0.020,-0.013-0.014,-0.016-0.008,-0.012-0.022,-0.017 0.014,-0.016 0.019,-0.013 0.023,-0.010 0.022,-0.010 0.022,-0.005 0.021,-0.005 0.020,-0.002 0.015,-0.003 0.014,0.000 0.010,0.010 0.005,0.016 0.031,0.018 0.031,0.018 0.029,0.017 0.025,0.013 0.021,0.011 0.016,0.008 0.012,0.007 0.007,0.003 0.006,0.002 0.002,0.002 0.002,0.000 0.001,0.000-0.001,-0.000-0.001,0.000-0.001,-0.001-0.001,0.008 0.093,0.047 0.086,0.048 0.076,0.104 0.205,0.076 0.208,0.073 0.220,0.064 0.215,-0.148-0.280,0.259 0.638,0.033 0.185,0.146 0.495,-0.054-0.025,-0.080-0.114,-0.088-0.158,-0.495-1.509,0.534 1.470,0.042 0.003,0.014-0.066,-0.007-0.107,-0.019-0.124,-0.025-0.127,-0.027-0.119,-0.026-0.104,-0.025-0.117,-0.021-0.115,-0.017-0.104,-0.014-0.092,-0.010-0.076,-0.008-0.060,-0.044-0.095,-0.041-0.087,-0.046-0.084,-0.047-0.079,-0.042-0.068,-0.037-0.058,-0.032-0.047,-0.031-0.047,-0.038-0.048,-0.035-0.041,-0.030-0.034,-0.026-0.029,-0.020-0.022,0.034-0.095,0.069-0.153,0.085-0.173,0.093-0.177,-0.048 0.165,0.086-0.148,0.098-0.176,0.623-1.160,0.192-0.311,0.115-0.165,0.057-0.061,0.017 0.010,-0.351 0.532,0.357-0.743,-0.057 0.103,-0.069 0.174,-0.073 0.203,-0.065 0.202,-0.343 0.667,0.237-0.310,-0.080 0.183,-0.086 0.161,-0.079 0.134,-0.070 0.106,-0.379 0.545,0.215-0.385,-0.098 0.157,-0.087 0.170,-0.073 0.163,-0.058 0.143,-0.244 0.310,0.044-0.076,0.088-0.160,0.009 0.004,0.072-0.079,-0.017 0.064,-0.029 0.071,-0.029 0.072,-0.030 0.064,-0.026 0.055,-0.023 0.043,-0.016 0.034,-0.014 0.023,-0.009 0.017,-0.006 0.009,-0.003 0.006,-0.003 0.002,0.000 0.000,0.000-0.002,-0.025 0.005,-0.003 0.057,0.034 0.178,0.035 0.115,0.045 0.100,0.045 0.084,0.045 0.067,-0.184-0.525,0.436 1.331,-0.077-0.194,0.057 0.232,0.204 0.699,0.007 0.019,-0.025-0.116,-0.044-0.196,-0.056-0.240,-0.432-1.325,0.350 1.029,0.032 0.115,0.371 1.077,0.038 0.030,0.008-0.080,-0.010-0.142,-0.295-0.742,-0.062-0.117,0.044 0.185,-0.091-0.209,-0.080-0.203,-0.068-0.182,-0.056-0.155,-0.051-0.211,0.058 0.102,-0.007-0.085,-0.014-0.098,-0.018-0.100,-0.019-0.093,-0.017-0.084,-0.189-0.323,0.147 0.262,0.016 0.014,0.075 0.100,0.011-0.010,0.004-0.021,-0.001-0.027,0.016-0.061,-0.020-0.136,-0.024-0.144,-0.024-0.138,-0.021-0.121,-0.019-0.100,-0.069 0.023,0.018-0.127,0.112-0.381,0.059-0.180,0.056-0.134,0.053-0.095,0.044-0.062,-0.154 0.461,0.037-0.013,0.279-0.478,0.053-0.026,0.030-0.012,0.013 0.000,-0.001 0.008,-0.573 1.021,0.836-1.505,0.036-0.049,-0.022 0.069,-0.058 0.135,-0.073 0.165,-0.078 0.169,-0.115 0.160,-0.128 0.137,-0.127 0.114,-0.114 0.090,-0.097 0.066,-0.079 0.048,-0.064 0.352,0.239-0.891,0.077-0.220,0.036-0.065,0.007 0.045,-0.013 0.114,-0.025 0.151,0.019 0.024,-0.067 0.258,-0.069 0.240,-0.063 0.205,-0.053 0.168,-0.044 0.128,-0.033 0.094,-0.025 0.066,-0.016 0.040,-0.010 0.024,-0.007 0.010,-0.001 0.002,-0.002-0.003,0.002-0.007,0.002-0.007,0.002-0.008,0.001-0.007,0.003-0.006,0.001-0.004,0.001-0.005,0.002-0.001,0.000-0.003,-0.008 0.018,-0.004 0.028,-0.006 0.034,-0.005 0.033,0.016 0.039,0.049 0.218,0.047 0.239,0.197 0.870,0.087 0.316,0.059 0.165,0.039 0.058,-0.109-0.433,-0.035-0.111,0.037 0.153,-0.041-0.184,-0.037-0.173,-0.028-0.151,-0.065-0.186,-0.040-0.049,-0.019 0.092,0.087 0.717,0.019 0.281,0.008 0.177,0.002 0.098,-0.174-1.398,0.260 1.357,0.006-0.261,-0.023-0.329,-0.037-0.343,-0.044-0.318,-0.043-0.279,-0.039-0.227,-0.034-0.179,-0.027-0.131,-0.021-0.093,-0.015-0.061,-0.005-0.033,0.003-0.017,0.007-0.005,0.011 0.002,0.008 0.007,0.010 0.009,-0.013-0.061,-0.010-0.070,0.029-0.128,0.132-0.454,0.114-0.443,0.119-0.453,0.111-0.424,-0.344 1.184,0.521-1.590,0.043-0.079,-0.019 0.079,-0.058 0.177,-0.078 0.228,-0.087 0.247,-0.066 0.226,0.010 0.015,0.024-0.039,0.010-0.011,0.008-0.018,0.006-0.020,0.005-0.021,-0.162 0.443,-0.030 0.054,0.075-0.271,-0.053 0.126,-0.048 0.131,-0.043 0.128,-0.039 0.115,-0.095 0.297,-0.026 0.052,0.027-0.177,-0.052 0.128,-0.043 0.120,-0.037 0.107,-0.027 0.089,-0.021 0.071,-0.014 0.066,-0.009 0.031,-0.006 0.020,-0.002 0.012,-0.002 0.005,-0.051-0.442</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824.000 741.000,'0.012'0.000,"0.020"0.000,0.021 0.000,0.022 0.000,0.020 0.000,0.017 0.000,0.014 0.000,0.011 0.000,0.008 0.000,0.007 0.000,0.002 0.000,0.004 0.000,0.000 0.000,0.159 0.000,0.260 0.000,0.300 0.000,0.304 0.000,0.285 0.000,0.084 0.000,1.208-0.017,0.479-0.027,0.325-0.028,0.201-0.030,0.109-0.026,-1.697 0.055,1.665-0.076,-0.033-0.029,-0.110-0.032,-0.150-0.028,-0.164-0.027,-0.160-0.020,-0.491 0.045,0.204-0.025,1.404-0.109,0.086 0.027,-0.054 0.047,-0.131 0.055,-3.453 0.202,1.754-0.068,0.123 0.015,2.533-0.030,-0.052 0.042,-0.267 0.033,-0.373 0.024,-3.684 0.022,2.130-0.004,0.021 0.006,1.413 0.006,0.089 0.005,0.052 0.003,0.023 0.001,0.005-0.001,-0.530-0.001,-0.343-0.002,-0.401 0.000,0.414-0.002,0.057-0.001,0.191-0.002,0.253 0.000,0.689-0.002,0.239 0.000,0.072-0.001,-0.169 0.000,-0.315 0.000,-0.392-0.001,-1.372 0.001,-0.167 0.000,1.047-0.001,-0.364 0.001,-0.343 0.000,-0.306-0.001,-0.796 0.001,-0.065 0.000,0.724-0.014,0.141-0.021,0.174-0.025,0.176-0.023,0.164-0.022,0.144-0.019,0.856 0.037,0.736 0.053,0.465 0.068,0.260 0.069,0.107 0.066,0.076 0.031,0.279 0.020,-0.401-0.015,-0.491-0.027,-0.503-0.032,-0.467-0.033,-2.739-0.074,1.785 0.021,0.050-0.013,1.295 0.014,0.164 0.014,0.127 0.025,0.092 0.026,-4.170-0.099,4.364 0.193,-0.022 0.050,-0.273 0.024,-0.411 0.006,-0.473-0.005,-0.474-0.014,2.111 0.044,1.105 0.006,-0.148-0.046,0.084-0.029,-0.134-0.036,-0.271-0.038,-0.348-0.037,-1.708-0.053,-0.234-0.019,1.193-0.001,-0.700-0.026,-0.717-0.020,-0.676-0.015,-0.599-0.010,-2.089-0.001,0.842-0.001,1.889-0.004,0.676-0.001,2.378 0.009,0.374 0.021,0.004 0.025,-0.238 0.028,-0.379 0.025,-3.558-0.057,2.683 0.047,1.261 0.022,-0.306-0.010,-0.446-0.015,-0.503-0.015,-0.503-0.015,-0.476-0.015,-0.422-0.012,-0.359-0.010,-0.289-0.008,-0.226-0.007,-0.167-0.004,-0.764-0.002,0.222-0.002,1.275 0.010,0.277 0.017,0.169 0.021,0.088 0.022,0.029 0.021,-0.011 0.019,-0.742 0.009,0.352 0.024,2.290 0.115,0.037 0.023,-0.251 0.009,-0.411-0.002,-0.477-0.008,-1.349-0.080,0.339 0.009,-0.411-0.033,-0.410-0.035,-0.381-0.031,-0.337-0.028,-1.850-0.069,2.406-0.041,0.339-0.058,0.260-0.030,0.192-0.011,0.132 0.002,0.086 0.011,0.048 0.016,0.314 0.031,0.093 0.041,-0.056 0.042,-0.148 0.041,-0.194 0.036,-0.196 0.017,-0.582-0.004,-0.402-0.006,-0.425-0.010,-0.411-0.012,-0.379-0.013,-0.330-0.013,-0.754-0.031,0.163 0.005,-0.070-0.004,0.285 0.003,-0.103-0.010,-0.067-0.006,-0.037-0.006,-0.104-0.002,-0.066-0.003,-0.066 0.000,-0.063-0.001,-0.056 0.000,-0.048 0.001,-0.039 0.000,-0.008 0.000,-0.022 0.001,-0.011-0.000,-0.006 0.001,-0.001 0.000,0.002-0.014,-0.001-0.023,-0.001-0.025,-0.001-0.023,-0.001-0.023,-0.001-0.018,-0.135 0.104,0.200-0.087,0.055 0.009,0.038 0.012,0.027 0.015,0.015 0.014,0.007 0.014,1.223-0.013</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1118.000 633.000,'-0.330'0.000,"-0.549"0.000,-0.950 0.000,-0.380 0.000,-0.156 0.000,-0.006 0.000,0.090 0.000,0.343 0.000,0.230 0.000,0.244 0.000,0.237 0.000,0.216 0.000,0.188 0.000,0.645 0.000,-0.224 0.000,-0.619 0.000,-0.175 0.000,-0.712 0.067,-0.123 0.101,-0.027 0.113,0.033 0.110,0.674-0.075,-0.071 0.056,-0.837 0.357,-0.056 0.163,0.007 0.143,0.044 0.118,0.066 0.094,-0.233 0.208,-0.169 0.109,-0.215 0.098,-0.175 0.052,-0.138 0.020,-0.104-0.004,-0.075-0.017,2.622-1.356,-2.748 1.511,0.219-0.058,0.347-0.141,0.405-0.182,0.410-0.198,1.652-1.026,-1.116 0.961,0.289-0.051,0.119 0.088,-0.285 0.686,0.151 0.052,0.113-0.011,0.083-0.049,0.056-0.072,0.035-0.037,0.134-0.216,0.089-0.124,0.094-0.134,0.094-0.135,0.087-0.124,0.075-0.110,0.232-0.542,-0.153 0.887,0.057 0.179,0.042 0.137,0.029 0.102,0.020 0.071,0.012 0.046,0.042 0.212,0.059 0.007,0.066-0.125,0.065-0.200,0.058-0.233,0.053-0.237,-0.141-1.010,0.370 0.984,0.171 0.201,0.437 0.769,0.083 0.036,-0.009-0.089,-0.067-0.167,-0.101-0.204,-0.364-0.727,0.015-0.013,0.644 0.792,0.325 0.097,0.352 0.101,0.340 0.097,0.311 0.087,0.267 0.076,0.684 0.244,0.385 0.042,0.166-0.092,0.011-0.170,-0.085-0.208,0.460-0.143,1.091-0.067,0.745-0.253,0.689-0.246,0.594-0.222,0.486-0.188,-3.544-0.515,3.592 0.219,-0.433-0.159,-0.649-0.126,-0.725-0.099,-0.709-0.072,-3.363-0.177,3.039 0.055,0.706-0.033,1.799-0.018,0.152-0.033,-0.152-0.026,-0.343-0.018,-0.443-0.014,-2.362-0.097,0.134-0.086,2.510-0.270,-0.446-0.111,-0.699-0.066,-0.823-0.029,-0.857-0.004,-3.511 0.517,1.578-0.309,-0.262-0.016,0.913-0.455,-0.647-0.108,-0.542-0.096,-0.433-0.083,-0.329-0.066,-0.410 0.236,0.108-0.558,-0.114-0.186,-0.069-0.167,-0.036-0.140,-0.012-0.113,-0.033 0.046,0.044-0.264,-0.030-0.036,-0.040-0.001,-0.044 0.023,-0.041 0.034,-0.436 1.960,0.247-1.398,-0.045-0.081,-0.075-0.525,-0.170-0.117,-0.185-0.092,-0.178-0.070,-0.164-0.052,0.121 1.063,-0.061 0.023,-0.624-1.381,-0.232 0.114,-0.184 0.154,-0.137 0.166,1.292 2.155,-0.700-1.011,-0.078-0.021,-0.798-0.883,-0.128 0.031,-0.075 0.077,-0.035 0.101,-0.004 0.111,0.014 0.112,0.758 0.706,-1.080-0.996,0.068 0.098,0.106 0.144,0.121 0.156,0.119 0.154,0.784 0.699,-0.331-0.212,-0.094-0.007,-0.623-0.368,-0.015 0.061,0.045 0.086,0.083 0.099,0.102 0.099,1.190 0.733,-0.789-0.445,-0.164-0.068,0.208 0.137,0.217 0.138,0.211 0.126,0.190 0.112,-1.239-0.510</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613.000 1243.000,'-0.007'0.000,"-0.012"0.000,-0.013 0.000,-0.013 0.000,-0.012 0.000,-0.009 0.000,-0.009 0.000,-0.007 0.000,-0.004 0.000,-0.003 0.000,-0.003 0.000,-0.054 0.041,-0.083 0.062,-0.094 0.071,-0.094 0.071,0.331-0.192,-0.483 0.342,-0.148 0.109,-0.148 0.105,-0.136 0.093,-0.124 0.081,-0.104 0.068,0.357-0.259,-0.721 0.476,0.028-0.013,0.101-0.053,0.141-0.072,0.151-0.079,0.149-0.078,0.474-0.307,0.037 0.026,-0.237 0.413,0.067 0.103,0.055 0.090,0.046 0.074,0.035 0.060,0.025 0.045,0.315-0.746,-0.231 0.692,0.048-0.078,0.045-0.113,0.041-0.132,0.037-0.134,0.030-0.128,0.184-0.501,-0.172 0.453,-0.002 0.049,-0.034 0.128,0.003-0.001,0.007-0.024,0.007-0.038,0.008-0.043,0.045 0.001,0.020 0.079,-0.003 0.219,0.032 0.023,0.032-0.013,0.026-0.032,0.025-0.044,0.029-0.357,0.007-0.018,0.000 0.382,0.015-0.064,0.009-0.071,0.004-0.065,0.039-0.335,0.043-0.011,0.241 0.305,0.163 0.070,0.143 0.082,0.118 0.082,0.094 0.076,-0.335-0.394,0.032 0.024,0.416 0.421,0.046 0.010,0.017-0.017,0.000-0.037,-0.014-0.044,-0.022-0.047,-0.581-0.523,0.321 0.266,0.022-0.009,0.241 0.145,-0.033-0.080,-0.057-0.098,-0.068-0.101,-0.074-0.098,-0.182-0.127,0.031-0.016,0.283 0.063,0.016-0.028,-0.005-0.027,-0.019-0.024,-0.028-0.019,-0.030-0.015,0.085-0.014,0.148-0.011,0.182-0.010,0.191-0.007,0.184-0.005,0.166-0.005,0.143-0.002,0.047-0.013,0.020-0.016,-0.014-0.018,-0.034-0.018,-0.045-0.018,-1.503-0.046,1.421 0.028,-0.111-0.012,-0.161-0.010,-0.185-0.007,-0.189-0.006,-0.178-0.004,-0.056-0.002,0.048-0.002,0.021-0.001,0.296-0.001,-0.075-0.001,-0.106 0.001,-0.116 0.001,-0.107-0.029,0.120-0.048,0.294-0.117,0.348-0.153,0.380-0.167,0.375-0.167,0.351-0.156,0.535-0.282,0.168-0.195,-0.158-0.086,-0.266-0.036,-0.314-0.004,-0.318 0.017,-0.741 0.356,-0.007-0.181,-0.296-0.017,-0.285-0.026,-0.258-0.031,-0.224-0.031,-0.188-0.031,-0.263 0.771,0.066-1.176,-0.124-0.102,-0.085-0.033,-0.053 0.013,-0.031 0.040,-0.012 0.056,0.072 1.465,-0.051-1.126,0.002-0.022,-0.014-0.190,-0.011 0.091,-0.014 0.125,-0.015 0.137,-0.015 0.137,-0.087-0.053,-0.092 0.052,-0.074 0.128,-0.063 0.135,-0.052 0.126,-0.039 0.112,-0.005 0.190,-0.390-0.192,-0.239-0.122,-0.214-0.150,-0.182-0.156,-0.147-0.149,0.332 0.223,0.027-0.004,0.051 0.016,-0.460-0.346,0.019 0.086,0.012 0.101,0.006 0.102,1.418 0.905,-0.822-0.480,-0.019 0.018,-0.455-0.207,0.131 0.113,0.177 0.128,0.195 0.127,0.192 0.119,0.732 0.302,-0.705-0.349,-0.423-0.267,-0.130-0.112,-0.075-0.073,-0.035-0.045,-0.006-0.021,0.013-0.006,1.229 0.761,-1.408-0.746,-0.078 0.030,0.004 0.061,0.057 0.073,0.089 0.079,0.102 0.076,0.221 0.098,-0.040-0.004,-0.470-0.156,0.169 0.085,0.229 0.105,0.243 0.106,0.431 0.160,-0.013 0.008,-0.443-0.127,-0.126-0.054,-0.130-0.066,-0.120-0.066,-0.108-0.063,0.664 0.225,-0.027-0.014,-0.923-0.325,-0.087-0.023,-0.048-0.003,-0.020 0.009,0.000 0.014,0.455 0.156,-0.723-0.209,-0.095 0.005,-0.066 0.016,-0.043 0.023,-0.024 0.023,1.188 0.331,-0.738-0.149,0.004 0.022,0.053 0.036,0.165 0.059,0.195 0.064,0.204 0.064,0.197 0.060,-0.083 0.043,-0.077 0.046,0.089 0.049,0.094 0.035,0.088 0.025,0.803 0.007,-0.248 0.004,-0.021 0.003,-0.409 0.008,0.034 0.003,0.067 0.001,0.083-0.001,0.092-0.001,-0.445-0.000,-0.120-0.003,0.002-0.003,0.080-0.002,0.121-0.002,0.134-0.002,0.087 0.012,0.077 0.017,0.054 0.020,0.034 0.021,0.020 0.019,0.007 0.015,0.002 0.012,-0.079 0.084,-0.131 0.119,-0.145 0.131,-0.144 0.127,-0.131 0.114,0.062 0.015,0.142-0.031,0.192-0.062,0.204-0.075,0.198-0.078,0.175-0.074,0.358-0.304,-0.996 0.686,-0.292 0.209,-0.099 0.106,0.032 0.031,0.115-0.017,0.156-0.049,0.178-0.022,0.175-0.004,0.161 0.008,0.143 0.015,0.117 0.018,0.094 0.019,0.010 0.079,0.036 0.107,0.063 0.048,0.069 0.030,0.070 0.019,0.062 0.008,0.053 0.002,0.129-0.038,0.120 0.029,0.103-0.013,0.088-0.044,0.069-0.059,0.054-0.066,-0.469-0.933,0.595 1.022,0.002-0.081,-0.040-0.127,-0.064-0.147,-0.074-0.151,-0.076-0.140,-0.371-0.497,0.726 0.810,0.145 0.127,0.058 0.056,-0.002 0.004,-0.039-0.024,-0.799-0.893,0.009 0.009,0.645 0.678,0.111 0.075,0.539 0.463,0.001-0.078,-0.080-0.150,-0.125-0.185,-0.147-0.194,-0.509-0.386,-0.043-0.040,0.300 0.166,-0.081-0.093,-0.068-0.080,-0.054-0.066,-0.041-0.052,-0.130-0.043,0.145 0.115,-0.027 0.047,-0.036 0.046,-0.038 0.041,-0.037 0.034,-0.066-0.084,0.187 0.131,0.043-0.013,0.022-0.034,0.004-0.046,-0.005-0.050,0.017-0.062,0.027-0.049,-0.067-0.074,-0.083-0.067,-0.086-0.055,-0.079-0.043,-0.143 0.009,0.224 0.143,0.020 0.084,0.137 0.171,-0.007 0.063,-0.018 0.034,-0.025 0.014,-0.203-0.197,0.022-0.001,0.178 0.099,0.023-0.048,0.013-0.060,0.004-0.064,0.000-0.063,-0.516-0.201,0.351 0.112,0.057-0.004,0.586 0.112,-0.007-0.042,-0.082-0.044,-0.122-0.045,-0.313-0.037,-0.048 0.020,0.077 0.045,-0.060-0.004,-0.053-0.016,-0.043-0.021,-0.035-0.023,-0.080-0.037,0.107-0.002,-0.027-0.020,-0.039-0.017,-0.045-0.013,-0.044-0.010,-0.041-0.007,-0.022-0.005,-0.028-0.003,-0.020-0.002,-0.013 0.000,-0.009 0.000,0.003 0.001,0.034 0.001,0.019 0.000,0.008 0.002,0.001 0.000,-0.004 0.000,-0.007 0.002,-0.010-0.001,-0.012 0.001,-0.012 0.000,-0.012 0.000,-0.010 0.000,-0.008 0.000,-0.006 0.000,-0.016 0.000,-0.017 0.001,-0.016-0.001,-0.013 0.000,-0.012 0.000,-0.009 0.000,-0.006 0.000,-0.005 0.000,-0.003 0.000,-0.002 0.000,-0.001 0.000,0.204 0.000</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1282.000 725.000,'0.000'0.005,"0.000"0.006,0.000 0.008,0.000 0.008,0.000 0.007,0.000 0.006,0.000 0.004,0.000 0.004,0.000 0.002,0.000 0.003,0.000 0.000,0.000 0.001,0.000 0.000,0.000 0.000,0.000 0.001,0.000-0.002,0.000 0.001,0.000-0.001,0.000 0.001,0.026 0.123,0.041 0.197,0.046 0.226,0.047 0.224,0.043 0.209,0.036 0.179,0.103 0.186,0.130 0.159,0.141 0.135,0.133 0.108,0.121 0.084,-0.351-0.789,0.011 0.016,0.323 0.641,0.010-0.032,-0.008-0.068,-0.015-0.086,-0.022-0.094,-0.024-0.093,0.173 0.135,-0.007-0.115,-0.066-0.169,-0.099-0.189,-0.111-0.188,-0.111-0.171,-0.460-0.554,0.454 0.477,-0.051-0.111,-0.060-0.112,-0.062-0.101,-0.054-0.086,-0.047-0.070,-0.039-0.052,-0.028-0.039,-0.022-0.026,-0.015-0.017,-0.008-0.010,-0.055 0.006,0.020-0.002,0.219-0.119,0.162-0.166,0.162-0.187,0.149-0.179,-0.349 0.262,0.038-0.049,0.383-0.420,0.057-0.163,0.028-0.149,0.009-0.130,-0.004-0.108,-0.014-0.089,-0.563 0.860,0.689-1.074,-0.007 0.044,-0.025 0.095,-0.035 0.119,-0.038 0.124,-0.038 0.118,0.021 0.114,-0.099 0.182,-0.137 0.174,-0.147 0.154,-0.143 0.129,-0.377 0.386,0.341-0.337,-0.028 0.058,-0.031 0.068,-0.028 0.065,-0.025 0.061,-0.020 0.051,-0.016 0.042,-0.013 0.032,-0.009 0.025,-0.005 0.016,-0.004 0.010,-0.001 0.007,0.020 0.046,0.189 0.119,0.065 0.098,0.030 0.086,0.008 0.074,-0.009 0.059,-0.013-0.020,0.390 0.296,0.148 0.066,0.101 0.020,0.064-0.009,0.037-0.028,-0.542-0.363,0.665 0.370,0.105 0.040,0.079 0.036,0.056 0.031,0.038 0.023,0.023 0.020,-1.369-0.783,1.308 0.810,-0.050-0.010,-0.108-0.063,-0.137-0.093,-0.149-0.108,-0.143-0.108,0.234-0.033,0.051-0.114,-0.028-0.130,-0.076-0.132,-0.098-0.121,-0.106-0.106,-0.102-0.088,-0.742 0.073,1.055-0.504,0.287-0.304,0.265-0.235,0.230-0.172,0.190-0.121,-0.308 0.194,0.788-0.468,0.051-0.007,-0.060 0.065,-0.123 0.102,-0.154 0.118,-0.537 0.328,0.633-0.306,-0.189 0.138,-0.246 0.161,-0.259 0.161,-0.243 0.146,-0.212 0.124,-0.261 0.137,-0.160 0.088,-0.134 0.073,-0.107 0.056,-0.083 0.043,-0.060 0.031,-0.324 0.117,0.527-0.067,0.101 0.074,0.094 0.089,0.067 0.098,0.043 0.095,0.023 0.089,-0.592-0.141,0.856 0.477,0.114 0.186,0.047 0.136,0.000 0.090,-0.034 0.058,-0.051 0.029,-0.810-0.653,1.139 0.912,0.069 0.027,0.041-0.004,0.021-0.021,0.005-0.032,-0.213-0.209,-0.105-0.144,-0.121-0.157,-0.120-0.154,-0.111-0.140,-0.097-0.121,-0.082-0.101,0.277-0.139,0.191-0.153,0.122-0.152,0.069-0.140,0.030-0.120,0.003-0.101,-0.657 0.078,0.026-0.084,0.823-0.534,-0.093-0.074,-0.155 0.007,-0.183 0.057,-0.184 0.083,-0.337 0.241,0.186-0.118,-0.140 0.119,-0.153 0.127,-0.148 0.125,-0.134 0.111,-0.105 0.090,-0.116 0.083,-0.092 0.064,-0.072 0.045,-0.053 0.030,-0.036 0.020,-0.022 0.010,-0.014 0.004,-0.005 0.000,-0.002-0.003,0.003-0.003,0.002-0.008,0.026-0.003,0.032-0.002,0.061-0.002,0.055-0.002,0.054-0.003,0.048-0.000,-0.184-0.003,2.582-0.006</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1517.000 722.000,'0.000'0.023,"0.000"0.037,0.000 0.041,0.000 0.040,0.000 0.037,0.000 0.033,0.000 0.025,0.098 0.096,0.149 0.128,0.170 0.139,0.167 0.132,0.152 0.118,0.129 0.100,0.100 0.145,0.100 0.131,-0.015-0.012,-0.061-0.072,-0.084-0.104,-0.094-0.116,-0.119-0.158,0.529 0.472,0.290 0.179,0.279 0.160,0.246 0.136,0.206 0.107,0.161 0.081,-0.221-0.231,0.057-0.024,0.043-0.036,0.032-0.043,0.022-0.044,0.014-0.041,0.184 0.033,0.012-0.083,0.004-0.086,-0.003-0.081,-0.004-0.071,-0.006-0.061,-0.380-0.212,-0.195-0.127,-0.224-0.136,-0.227-0.131,-0.216-0.122,-0.195-0.106,-0.867-0.237,0.553 0.100,-0.031-0.042,0.362-0.161,0.154-0.265,0.191-0.289,0.203-0.283,0.195-0.263,-0.644 0.340,0.064-0.102,1.143-0.945,0.095-0.138,0.018-0.040,-0.031 0.024,-0.060 0.065,-0.980 0.779,1.058-0.816,0.079-0.038,0.023 0.011,-0.017 0.043,-0.041 0.058,-0.055 0.067,-1.995 1.457,2.044-1.503,-0.117 0.096,-0.169 0.144,-0.190 0.164,-0.188 0.165,-0.176 0.152,-0.402 0.350,-0.057 0.122,0.082 0.054,-0.130 0.146,-0.138 0.126,-0.134 0.109,-0.125 0.087,-0.636 0.137,0.403 0.006,0.044 0.066,0.587 0.248,0.217 0.223,0.209 0.204,0.187 0.182,0.162 0.151,0.272 0.296,0.265 0.249,0.129 0.121,0.094 0.068,0.062 0.027,0.038 0.000,-1.220-0.787,-0.002-0.018,1.691 0.829,0.484 0.011,0.503 0.004,0.470-0.003,0.409-0.005,-4.217-1.507,4.853 1.325,0.137-0.260,-1.151-0.451,-0.281-0.232,-0.332-0.226,-0.347-0.206,-0.334-0.180,-0.604-0.157,1.191-0.275,0.252-0.192,0.322-0.137,0.335-0.090,-1.024 0.209,0.338 0.031,1.421-0.038,0.477 0.080,0.390 0.083,0.311 0.081,0.235 0.072,-1.844 0.114,0.149 0.061,2.377 0.070,0.112 0.057,-0.015 0.033,-0.097 0.014,-0.144 0.001,-0.165-0.008,-5.975-0.092,7.391 0.087,0.065-0.020,-0.139-0.021,-0.252-0.018,-0.296-0.016,-0.297-0.012,-0.715-0.009,-0.686-0.007,-0.695-0.005,-0.642-0.003,-0.555-0.001,-3.745 0.002,3.029-0.001,0.848 0.000,5.528-0.001,1.492-0.001,0.876 0.001,0.414 0.001,0.092 0.000,-2.441-0.000,3.098-0.012,-0.597-0.020,-0.884-0.024,-0.997-0.022,-0.989-0.021,-0.905-0.019,-1.144 0.005,-0.360 0.007,-0.198 0.012,-0.078 0.015,0.004 0.014,0.058 0.015,0.089 0.012,0.081 0.013,0.135 0.008,0.136 0.007,0.127 0.006,0.112 0.004,0.095 0.003,0.736-0.010,-0.248-0.017,-0.338-0.020,-0.366-0.020,-0.354-0.020,-0.315-0.016,-0.268-0.013,-1.524-0.013,-0.486-0.041,-0.791-0.043,0.819-0.140,-0.188-0.080,-0.170-0.066,-0.144-0.051,-0.117-0.039,-0.093-0.027,-0.070-0.020,-0.050-0.010,-1.868 0.249,-0.085-0.003,2.000-0.389,-0.340-0.055,-0.372-0.047,-0.355-0.038,-0.314-0.029,-0.264-0.022,-0.542 0.091,-0.268 0.009,-0.246 0.010,-0.216 0.013,-0.181 0.011,-1.271 0.670,1.269-0.745,0.124-0.065,0.536-0.268,0.423-0.186,0.443-0.189,0.421-0.179,0.377-0.157,-1.502 0.748,1.616-0.863,-0.243 0.057,-0.384 0.125,-0.447 0.158,-0.456 0.167,-0.425 0.163,-1.289 0.843,0.832-0.772,-0.204 0.033,-0.183 0.062,-0.157 0.078,-0.131 0.085,-0.104 0.081,-0.658 0.785,0.833-0.954,0.064-0.010,0.048 0.019,0.033 0.039,0.022 0.047,0.013 0.047,-0.321 0.275,-0.078 0.042,0.069-0.210,-0.132-0.086,-0.124-0.114,-0.108-0.123,-0.093-0.119,-0.193 0.499,0.018-0.865,-0.163-0.097,-0.157-0.040,-0.141-0.002,-0.116 0.022,0.201 1.161,-0.514-1.024,-0.385-0.022,-0.406 0.000,-0.397 0.018,-0.359 0.024,-0.313 0.030,1.968 1.308,-3.903-1.764,-1.599-0.244,-1.461-0.174,-1.257-0.119,-1.035-0.072,-0.812-0.037,-0.610-0.015,-0.435 0.004,2.660 0.739,0.213 0.190,-1.765-0.160,1.101 0.386,1.243 0.370,1.233 0.330,1.130 0.278,0.978 0.225,0.807 0.175,-0.054 0.036,-1.486-0.071,-2.787-0.145,-1.552-0.098,-8.599-0.455,-1.044-0.043,0.177 0.037,0.903 0.078,1.257 0.098,1.361 0.101,3.184 0.180,1.224 0.097,1.118 0.093,0.972 0.083,0.808 0.071,0.649 0.059,-1.987-0.006,-0.598-0.034,-0.294-0.057,-0.084-0.065,0.051-0.066,0.129-0.059,0.167-0.052,-0.294 0.044,-0.727 0.047,0.137 0.088,0.476 0.099,0.652 0.099,0.714 0.090,0.695 0.078,0.630 0.064,5.055-0.089,-4.968 0.085,0.092-0.048,0.241-0.067,0.321-0.075,0.347-0.075,-0.380-0.066,-0.058-0.035,-0.154-0.018,-0.196-0.004,-0.208 0.002,-0.197 0.008,-0.225 0.003,0.210 0.012,0.294 0.010,0.320 0.011,0.306 0.008,0.272 0.006,5.865 0.147,-6.023-0.085,-0.245 0.059,0.072 0.068,0.269 0.067,0.374 0.061,0.416 0.054,5.188-0.154,-5.610 0.231,-0.039 0.056,-0.017 0.049,0.000 0.041,0.009 0.032,0.013 0.024,0.583 0.035,0.193 0.090,0.209 0.099,0.203 0.098,0.183 0.091,0.158 0.078,2.257-0.366,-1.776 0.406,0.190-0.004,0.195-0.034,0.182-0.050,0.163-0.055,0.137-0.056,0.114-0.053,0.030 0.004,0.520-0.070,0.111 0.022,-0.164 0.074,0.249-0.030,0.261-0.045,0.249-0.052,0.225-0.052,1.428-0.350,-2.226 0.551,-0.226 0.053,-0.079 0.016,0.015-0.009,0.073-0.022,0.100-0.030,0.514-0.111,0.093 0.002,0.079 0.010,0.064 0.014,0.048 0.018,0.038 0.017,-0.174 0.084,0.126-0.011,0.141-0.021,0.136-0.026,0.125-0.025,0.103-0.023,0.512-0.182,-0.469 0.165,-0.084 0.025,-0.082 0.021,-0.075 0.018,-0.066 0.017,-0.053 0.011,1.408-0.473,-1.785 0.714,0.112 0.060,0.245 0.010,0.306-0.022,0.315-0.039,1.466-0.865,-1.094 0.845,0.125 0.028,0.103-0.007,0.078-0.028,0.060-0.042,0.042-0.046,0.028-0.046,-0.038 0.003,0.098-0.121,0.103-0.123,0.100-0.115,0.088-0.101,0.496-0.349,-0.876 0.778,-0.165 0.302,-0.026 0.213,0.068 0.142,0.121 0.085,0.150 0.042,0.157 0.012,0.566-1.329,-1.092 7.158</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292.000 788.000,'-0.236'0.035,"-1.757"0.287,-1.035 0.190,-0.710 0.147,-0.450 0.111,-0.250 0.077,-0.102 0.051,0.000 0.030,3.598-0.733,-4.602 1.019,-0.147 0.062,0.054-0.002,0.175-0.043,0.232-0.063,1.492-0.332,-0.412 0.100,0.245-0.042,0.255-0.044,0.241-0.041,0.219-0.035,0.190-0.031,2.336-0.578,-3.628 0.932,-0.644 0.195,-0.442 0.144,-0.283 0.101,-0.160 0.067,-0.071 0.039,-0.008 0.019,0.889-0.229,0.517-0.121,0.598-0.142,0.616-0.149,0.588-0.143,0.530-0.129,0.082 0.086,0.071 0.108,-0.084 0.164,-0.177 0.187,-0.222 0.186,-0.230 0.170,0.514-0.244,-0.817 0.743,0.132 0.175,0.224 0.113,0.264 0.067,0.264 0.031,0.414-0.147,0.247 0.060,0.225 0.069,0.196 0.068,0.160 0.065,0.126 0.057,0.097 0.046,0.163 0.052,0.133 0.039,0.134-0.091,0.126-0.174,0.112-0.216,0.098-0.231,-0.017-1.237,0.580 1.456,0.516 0.047,0.508 0.052,0.462 0.049,0.397 0.043,0.325 0.039,-0.423-0.550,0.952 0.502,0.243-0.086,0.162-0.130,0.097-0.148,0.049-0.150,0.015-0.139,-0.008-0.122,-2.334-1.065,3.519 1.155,0.680-0.095,0.581-0.123,0.468-0.129,0.359-0.123,0.262-0.107,0.179-0.089,-4.679-0.756,6.032 0.613,0.744-0.095,0.327-0.106,0.043-0.108,-0.142-0.097,-0.244-0.086,0.042-0.068,-0.368-0.080,-0.362-0.067,-0.327-0.053,-0.277-0.043,-0.224-0.029,-0.173-0.021,-0.125-0.013,-0.087-0.007,-0.055-0.003,-0.031 0.000,-1.827-0.130,1.541-0.098,7.737-0.271,1.572-0.163,0.422-0.105,-0.360-0.062,-0.841-0.029,-1.100-0.005,-11.848 0.551,12.965-0.801,-1.043-0.059,-1.304-0.002,-1.353 0.035,-1.267 0.053,-3.481 0.254,1.785-0.313,-0.748-0.119,-0.612-0.131,-0.477-0.131,-0.353-0.116,-4.507 0.880,3.790-1.292,-0.294-0.370,-0.459-0.302,-0.536-0.236,-0.548-0.179,-0.518-0.127,-0.462-0.085,-0.192-0.408,-0.574 0.018,-0.511 0.063,-0.429 0.081,-0.342 0.089,-0.412 0.392,-0.251 0.170,-0.260 0.354,-0.214 0.368,-0.170 0.346,-0.128 0.306,-0.091 0.040,-0.178-0.091,-0.222-0.058,-0.230-0.062,-0.217-0.057,-0.192-0.052,-0.162-0.044,0.902 1.391,-1.808-1.659,-0.755-0.168,-0.643-0.081,-0.527-0.017,-0.411 0.022,1.536 0.938,-3.101-0.912,-0.634 0.154,-0.426 0.170,-0.260 0.167,-0.137 0.149,-0.052 0.127,-0.341 0.117,-0.492 0.099,-0.545 0.081,-0.529 0.064,-0.478 0.047,-0.404 0.032,0.925 0.266,-3.575-0.093,-0.750 0.101,-0.124 0.115,0.294 0.118,0.546 0.113,0.672 0.100,7.148 0.187,-6.920-0.067,0.457 0.060,0.802 0.049,0.976 0.035,1.031 0.026,1.002 0.018,-0.241 0.012,0.375 0.005,0.524 0.002,0.583-0.001,0.583-0.003,0.539-0.005,0.476-0.003,0.398-0.005,-9.946 0.009</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354.000 1310.000,'0.000'-0.021,"0.000"-0.035,0.000-0.040,-0.064-0.031,-0.102-0.005,-0.116 0.005,-0.119 0.013,-0.110 0.017,-0.098 0.019,-0.082 0.016,-0.066 0.016,-0.193 0.056,-0.121 0.080,-0.109 0.086,-0.096 0.079,-0.078 0.071,-0.060 0.058,0.063 0.027,0.002 0.046,0.013 0.040,0.019 0.032,0.022 0.027,0.332-0.104,-0.179 0.132,-0.964 0.550,-0.295 0.173,-0.202 0.099,-0.126 0.045,-0.067 0.009,0.045 0.016,0.190-0.022,0.233-0.027,0.243-0.028,0.228-0.027,0.199-0.023,0.167-0.021,0.691-0.533,-0.301 0.509,0.103 0.089,0.024 0.200,0.133-0.016,0.124-0.052,0.106-0.071,0.089-0.080,0.071-0.079,0.053-0.072,0.040-0.062,0.027-0.052,0.042-0.096,0.047-0.118,0.049-0.123,0.046-0.118,0.039-0.104,0.033-0.089,0.028-0.072,0.020-0.058,0.089 0.161,0.007-0.097,0.016 0.042,0.132 0.376,0.091 0.093,0.085 0.065,0.077 0.042,0.064 0.024,0.050 0.011,-0.053-0.159,0.009-0.049,0.004-0.054,-0.001-0.055,-0.004-0.053,-0.004-0.045,-0.002-0.044,-0.006-0.046,-0.005-0.042,-0.006-0.036,-0.004-0.030,-0.005-0.024,-0.002-0.017,-0.002-0.013,-0.155-0.133,0.178 0.136,0.043 0.067,0.258 0.217,0.124 0.078,0.120 0.056,0.108 0.039,0.093 0.023,0.076 0.014,-1.075-0.701,1.333 0.763,0.112-0.029,0.053-0.064,0.013-0.080,-0.015-0.084,-0.030-0.082,-0.117-0.098,-0.071-0.075,-0.075-0.069,-0.070-0.056,-0.062-0.048,-0.054-0.036,0.098-0.008,0.004-0.015,0.017-0.008,0.023-0.001,0.024 0.002,0.025 0.004,0.020 0.006,0.018 0.004,0.014 0.006,-0.195-0.019,-0.105-0.001,-0.122-0.004,-0.123-0.002,-0.114-0.004,-0.101-0.003,-0.401-0.085,1.183 0.281,0.220 0.043,-0.001-0.008,-0.135-0.040,-0.207-0.057,-0.461-0.113,0.226 0.015,0.117-0.008,0.168 0.004,0.192 0.010,0.194 0.016,0.180 0.016,0.329 0.026,0.272 0.017,0.262 0.012,0.234 0.010,0.202 0.009,0.165 0.005,0.700 0.038,0.370 0.000,0.350-0.003,0.306-0.005,0.254-0.004,0.197-0.006,-0.390-0.039,-0.545-0.046,-0.656-0.052,-0.666-0.049,-0.617-0.045,-0.347-0.039,0.006-0.027,0.148-0.022,0.229-0.015,0.260-0.012,0.259-0.007,-1.142 0.014,0.457 0.022,3.186 0.072,0.714 0.023,0.325 0.004,0.053-0.008,-0.121-0.013,-0.221-0.019,-0.041-0.079,0.075-0.106,-0.134-0.119,-0.261-0.122,-0.326-0.113,-0.345-0.100,-0.264-0.098,-0.488-0.051,-0.471-0.032,-0.428-0.015,-0.366-0.004,-0.302 0.004,-2.607 0.583,3.095-1.047,0.070-0.219,-0.099-0.103,-0.199-0.024,-0.244 0.028,-0.256 0.061,-0.385 0.152,-0.436 0.198,-0.436 0.214,-0.399 0.204,-0.346 0.183,-0.284 0.155,-0.603 0.292,0.139-0.073,0.386-0.233,-0.043-0.020,-0.060-0.010,-0.065-0.001,-0.066 0.005,-0.062 0.006,-0.216 0.224,0.235-0.316,-0.036-0.019,-0.050 0.001,-0.056 0.015,-0.054 0.021,-0.050 0.023,-0.043 0.037,-0.033 0.020,-0.026 0.016,-0.020 0.013,-0.013 0.011,-0.011 0.008,-0.006-0.029,-0.004 0.008,-0.001 0.006,0.000 0.007,0.003 0.004,0.001 0.003,0.014-0.013,0.021-0.093,0.021-0.108,0.024-0.115,0.022-0.108,0.019-0.097,0.005-0.057,-0.005-0.020,-0.010 0.004,-0.014 0.018,-0.016 0.028,-0.014 0.030,-0.014 0.031,-0.036 0.009,-0.049 0.034,-0.052 0.031,-0.052 0.028,-0.046 0.022,-0.041 0.019,0.172 0.548,-0.663-0.818,-0.330-0.152,-0.247-0.081,-0.174-0.025,-0.116 0.008,-0.069 0.034,0.938 0.698,-1.767-0.803,-0.456 0.084,-0.378 0.108,-0.296 0.115,-0.221 0.108,-0.157 0.094,-0.103 0.077,-0.062 0.061,-0.031 0.045,-0.010 0.033,0.003 0.020,1.591 0.250,-0.310-0.002,-3.104-0.245,-0.583-0.022,-0.302-0.016,-0.100-0.013,0.034-0.009,1.714 0.117,-0.725-0.103,0.195-0.010,0.213 0.001,0.210 0.005,0.196 0.011,0.172 0.010,2.701 0.322,-4.345-0.384,-0.317 0.025,0.076 0.048,0.322 0.061,0.456 0.062,0.509 0.060,3.346 0.235,-3.726-0.166,-0.238 0.025,-0.149 0.011,-0.080 0.004,-0.032-0.003,0.003-0.007,-0.128-0.008,0.843 0.037,0.962 0.045,0.949 0.044,0.858 0.042,0.723 0.034,1.834 0.062,-0.560-0.037,-2.460-0.209,-0.476-0.068,-0.194-0.031,0.002-0.006,0.120 0.008,0.299 0.047,0.180 0.037,0.383 0.050,0.402 0.051,0.382 0.046,0.340 0.038,0.287 0.032,0.230 0.026,0.178 0.017,0.130 0.014,0.089 0.009,0.059 0.004,0.032 0.003,-1.150 0.001,-0.622-0.001,-0.218-0.001,0.056-0.002,0.228-0.001,0.323-0.001,1.472-0.004,-6.671 0.004</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625.000 1382.000,'0.037'0.000,"0.057"0.000,0.063 0.000,0.063 0.000,0.056 0.000,0.047 0.000,0.038 0.000,-0.283 0.000,0.669 0.000,0.317 0.000,0.258 0.000,0.205 0.000,0.154 0.000,0.110 0.000,-1.402 0.000,2.197 0.000,0.153 0.000,-0.080 0.000,-0.215 0.000,-0.282 0.000,-0.298 0.000,0.025 0.000,0.027 0.000,-0.051 0.000,-0.097 0.000,-0.118 0.000,-0.123 0.000,-1.185 0.000,1.748 0.000,3.806 0.000,1.746 0.000,1.118 0.000,0.630 0.000,0.271 0.000,0.014 0.000,-5.618-0.012,7.125-0.149,0.159-0.134,-0.150-0.122,-0.332-0.109,-0.419-0.088,-6.446 0.353,6.904-0.696,-0.622-0.164,-0.892-0.103,-0.973-0.057,-0.936-0.024,-0.830-0.002,-1.628 0.235,-0.858 0.114,-0.822 0.127,-0.744 0.129,-0.639 0.122,-0.530 0.107,0.616-0.367,0.181-0.174,-0.026-0.068,-0.155 0.006,-0.222 0.051,-0.243 0.073,-0.240 0.083,-0.217 0.081,-0.701 0.445,0.366-0.494,-0.074-0.092,0.069-0.380,-0.153-0.023,-0.145 0.028,-0.129 0.058,-0.108 0.072,-0.109 0.258,-0.044-0.313,-0.079 0.027,-0.061 0.048,-0.049 0.056,-0.036 0.058,-0.024 0.052,-0.035 0.086,-0.051 0.054,-0.051 0.047,-0.048 0.041,-0.043 0.033,-0.035 0.025,-0.040 0.047,-0.063 0.023,-0.064 0.017,-0.062 0.016,-0.054 0.011,-0.046 0.009,-0.038 0.006,-0.088 0.036,-0.208-0.011,-0.241-0.013,-0.245-0.017,-0.233-0.017,-0.210-0.015,1.114 0.354,-1.571-0.349,-0.043 0.054,0.071 0.063,0.139 0.065,0.174 0.059,0.181 0.054,1.534 0.247,-2.670-0.294,-0.883-0.032,-0.736-0.024,-0.587-0.016,-0.449-0.011,-0.328-0.006,-0.225-0.002,5.023 0.360,-5.362-0.304,-0.296 0.049,-0.117 0.055,0.008 0.055,0.089 0.052,1.148 0.109,-2.011 0.117,0.453 0.111,0.588 0.084,0.616 0.059,0.579 0.038,0.505 0.023,1.005-0.023,0.337 0.024,0.284 0.026,0.225 0.024,0.174 0.022,0.129 0.020,1.640-0.234,-2.701 0.617,-0.062 0.111,0.189 0.026,0.324-0.024,0.375-0.057,0.375-0.068,1.770-0.528,-0.799 0.239,-0.057 0.029,-1.231 0.389,-0.116 0.039,-0.052 0.012,-0.009-0.006,0.017-0.015,0.034-0.020,0.038-0.022,0.519 0.097,0.196 0.129,0.269 0.053,0.297-0.001,0.297-0.035,0.280-0.056,0.558-0.396,-0.384 0.575,0.148-0.038,0.103-0.070,0.068-0.083,0.039-0.084,0.019-0.078,0.005-0.069,0.086-0.106,0.091-0.081,0.104-0.076,0.103-0.068,0.095-0.056,0.081-0.044,0.068-0.036,0.054-0.024,0.041-0.030,0.026 0.005,0.018 0.013,0.013 0.015,0.006 0.018,0.004 0.018,-0.001-0.022,-0.001-0.020,-0.002-0.028,-0.002-0.031,-0.003-0.031,-0.003-0.029,0.007 0.576</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1435.000 1305.000,'0.000'-0.003,"-0.079"-0.085,-0.057-0.053,-0.036-0.033,-0.023-0.021,-0.010-0.009,-0.003-0.001,0.003 0.002,-0.124 0.075,-2.573-0.569,-1.498-0.241,-1.052-0.153,-0.690-0.085,-0.410-0.037,1.587 0.359,-1.352-0.117,-0.264 0.072,-0.231 0.068,-0.194 0.064,-0.154 0.053,-0.120 0.047,-0.087 0.035,-0.054 0.070,-0.085 0.082,-0.079 0.087,-0.069 0.084,-0.056 0.075,-0.047 0.066,1.472 0.066,0.178 0.031,-2.102 0.056,0.005 0.086,-0.014 0.079,-0.024 0.072,-0.028 0.058,-0.406 0.131,0.256 0.081,0.639 0.040,0.819 0.013,0.858-0.003,2.877-0.230,-1.640 0.235,0.598 0.001,0.612-0.016,0.575-0.023,0.509-0.029,0.429-0.029,0.029 0.097,0.014 0.058,0.051 0.020,0.071-0.008,0.078-0.024,0.080-0.035,1.016-0.314,-1.845 0.635,-0.338 0.234,-0.210 0.218,-0.112 0.191,-0.043 0.157,0.003 0.123,0.581-0.207,0.232-0.016,0.265-0.038,0.266-0.048,0.253-0.053,0.227-0.053,0.594-0.521,0.011-0.016,-0.802 0.705,-0.064 0.019,-0.058 0.013,-0.047 0.009,-0.040 0.006,0.902-0.674,-0.421 0.592,0.191 0.018,0.209-0.022,0.206-0.049,0.190-0.062,0.170-0.068,0.303-0.765,-0.119 0.812,0.091 0.027,0.063 0.014,0.040 0.003,0.024-0.005,0.009-0.008,0.020-0.179,0.023 0.235,0.045 0.010,0.051-0.002,0.051-0.012,0.047-0.016,0.043-0.018,0.134 0.025,0.167-0.044,0.183-0.047,0.179-0.046,0.167-0.044,0.145-0.036,0.121-0.031,0.468 0.146,0.225-0.000,0.222 0.024,0.157 0.005,0.105-0.010,0.063-0.018,-0.939-0.511,0.036 0.017,1.416 0.711,-0.044-0.073,-0.132-0.120,-0.172-0.142,-0.184-0.142,-2.055-0.900,2.288 0.699,0.649-0.007,0.705 0.027,0.693 0.045,0.637 0.056,0.557 0.058,-3.335-0.626,5.741 0.737,1.006-0.054,0.600-0.095,0.296-0.116,0.085-0.120,-0.057-0.110,0.360-0.098,-0.486-0.137,-0.549-0.125,-0.538-0.104,-0.485-0.083,-0.409-0.064,-1.512-0.045,-0.559-0.025,-0.545-0.018,-0.501-0.010,-0.439-0.006,-0.364-0.003,1.858 0.074,1.720 0.065,1.074 0.046,0.740 0.033,0.471 0.021,0.264 0.011,-4.529-0.097,-0.141-0.007,4.070 0.027,-0.660-0.096,-0.756-0.105,-0.752-0.102,-0.686-0.091,-0.589-0.078,-1.079 0.025,-0.122 0.008,-0.007 0.025,0.069 0.034,0.116 0.037,0.138 0.036,0.893 0.023,-0.153 0.040,-0.254 0.033,-0.291 0.026,-0.289 0.019,-0.362-0.110,-0.291-0.104,-0.387-0.091,-0.418-0.078,-0.404-0.062,-0.364-0.046,-0.310-0.036,-1.585 0.290,3.342-0.743,0.598-0.180,0.180-0.084,-0.090-0.014,-0.250 0.029,-0.327 0.051,-0.935 0.187,-0.352 0.025,-0.339 0.016,-0.308 0.009,-0.265 0.003,-0.224-0.001,0.137-0.146,-0.254 0.055,-0.215 0.066,-0.174 0.069,-0.133 0.064,-0.096 0.054,-0.273 0.121,-0.141 0.045,-0.141 0.038,-0.128 0.031,-0.112 0.024,-0.093 0.018,-0.079-0.089,-0.131-0.094,-0.119-0.112,-0.106-0.112,-0.087-0.103,-0.067-0.089,-0.075 0.646,0.020-0.963,-0.009-0.148,0.002-0.046,0.010 0.025,0.014 0.070,0.015 0.093,-0.067 1.146,0.075-1.116,-0.006 0.089,-0.008 0.102,-0.013 0.103,-0.013 0.095,-0.011 0.083,-0.011 0.071,-0.068 0.333,-0.114-0.196,-0.087-0.001,-0.365-0.376,-0.291-0.125,-0.274-0.129,-0.239-0.120,-0.199-0.104,-0.153-0.084,-0.169-0.001,-0.448-0.208,-0.493-0.228,-0.484-0.223,-0.444-0.206,-0.384-0.177,-0.446-0.180,0.047 0.144,0.175 0.222,0.240 0.251,0.259 0.247,0.250 0.225,2.279 1.144,-2.671-0.971,-0.765 0.008,-0.810 0.003,-0.779-0.002,-0.702-0.005,-0.602-0.005,4.453 0.974,-6.096-1.002,-0.630 0.076,-0.208 0.129,0.077 0.152,0.254 0.157,0.348 0.148,-0.158 0.156,0.269 0.149,0.519 0.135,0.642 0.114,0.675 0.095,0.644 0.073,5.515 0.223,-3.034-0.080,-0.167 0.021,-3.616-0.011,-0.014 0.058,0.239 0.049,0.380 0.038,0.440 0.031,0.445 0.021,0.413 0.016,0.363 0.009,0.302 0.006,0.242 0.002,0.183 0.000,1.743 0.033,-2.522 0.225,-0.046 0.085,0.314 0.039,0.533 0.004,0.647-0.017,0.677-0.032,3.075-0.351,-2.707 0.336,0.617-0.052,0.549-0.050,0.464-0.043,0.375-0.037,0.287-0.029,0.233-0.027,0.267-0.041,0.220-0.038,0.172-0.033,0.128-0.027,0.091-0.021,0.058-0.015,0.035-0.011,0.018-0.007,0.005-0.004,-0.002-0.002,-0.008-0.001,-0.009 0.001,-0.010 0.001,-0.009 0.002,-0.008 0.000,-0.006 0.002,-0.159-0.001</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1493.000 1160.000,'0.119'0.082,"0.102"0.044,0.081 0.017,0.064-0.001,0.046-0.013,0.033-0.017,0.021-0.022,0.011-0.019,0.007-0.018,0.000-0.017,-0.001-0.011,-0.018 0.004,0.253 0.028,0.670 0.052,0.336 0.014,0.251 0.002,0.179-0.007,0.120-0.012,0.073-0.015,-1.278-0.055,2.345 0.037,0.701-0.018,0.624-0.014,0.530-0.013,0.430-0.010,0.333-0.008,-0.021-0.006,-0.244-0.003,-0.371-0.003,-0.425-0.002,-0.427 0.000,-0.398-0.001,-0.350 0.001,0.406-0.012,0.858-0.018,1.084-0.023,1.150-0.021,1.107-0.021,0.999-0.018,-5.520 0.070,6.430-0.071,-0.126 0.010,-0.584 0.014,-0.836 0.016,-0.934 0.015,-0.929 0.015,-4.235 0.031,3.724-0.013,-0.566 0.009,-0.564 0.010,-0.519 0.005,-0.450 0.005,-0.371 0.002,-0.212 0.002,-0.283 0.001,-0.223 0.001,-0.168-0.001,-0.122-0.001,-0.080 0.000,-0.340 0.011,-0.061 0.017,-0.046 0.021,-0.033 0.022,-0.023 0.020,-0.015 0.018,0.322 0.030,0.167 0.016,0.185 0.012,0.184 0.008,0.167 0.005,0.142 0.003,0.117 0.002,0.090 0.001,0.066-0.001,0.047 0.000,0.030-0.001,-3.089-0.152,1.731 0.077,0.260 0.016,2.755 0.147,0.453 0.038,0.210 0.026,0.042 0.016,-0.068 0.008,-0.131 0.002,0.203-0.028,-0.026-0.042,-0.185-0.051,-0.272-0.051,-0.304-0.046,-0.302-0.042,-0.277-0.033,-0.803-0.029,-0.400-0.018,-0.401-0.013,-0.378-0.009,-0.336-0.007,-0.290-0.004,-0.062-0.013,-0.112-0.016,-0.075-0.019,-0.048-0.017,-0.026-0.016,-0.009-0.015,0.001-0.012,-0.131-0.017,-0.086-0.026,-0.100-0.030,-0.105-0.028,-0.098-0.027,-0.090-0.023,-0.747 0.153,0.667-0.165,-0.056-0.011,-0.056-0.012,-0.054-0.008,-0.049-0.008,-0.043-0.006,-0.021-0.004,-0.113 0.037,-0.120 0.044,-0.116 0.048,-0.102 0.044,-0.090 0.040,0.349-0.166,0.393-0.174,0.956-0.428,0.247-0.138,0.048-0.055,-0.088 0.004,-0.168 0.042,-0.209 0.063,-0.025-0.063,-0.229 0.032,-0.195 0.020,-0.159 0.010,-0.123 0.004,-0.166 0.070,-0.099 0.029,-0.107 0.044,-0.103 0.054,-0.094 0.052,-0.079 0.051,-0.066 0.043,-0.087-0.139,-0.073-0.144,-0.068-0.123,-0.061-0.103,-0.051-0.079,-0.043-0.061,-0.054 0.729,-0.020-0.932,-0.069-0.120,-0.071-0.087,-0.067-0.059,-0.060-0.036,-0.049-0.020,-0.042-0.006,0.194 1.056,-0.162-0.559,-0.039 0.031,-0.352-0.551,-0.202 0.087,-0.199 0.100,-0.182 0.100,-0.157 0.091,-0.128 0.079,-0.173 0.032,-0.004 0.130,0.034 0.129,0.055 0.112,0.063 0.096,0.062 0.074,0.767 0.462,0.326 0.155,-3.557-1.020,-1.006-0.109,-0.489 0.011,-0.123 0.086,0.115 0.125,0.257 0.142,0.325 0.140,0.105 0.091,0.612 0.157,-2.062-0.154,-0.121 0.081,0.112 0.090,0.239 0.088,0.298 0.077,0.305 0.066,4.435 0.252,-5.179-0.169,-0.571 0.058,-0.359 0.049,-0.197 0.040,-0.082 0.031,-0.004 0.022,1.044 0.016,0.134 0.009,0.135 0.004,0.127 0.005,0.113 0.000,0.097 0.001,-0.513 0.002,0.777-0.003,0.870-0.001,0.846-0.003,0.758-0.001,0.636-0.002,1.210-0.003,-3.777 0.001,-1.130-0.001,-0.537 0.000,-0.124-0.001,0.146 0.000,0.302 0.000,0.377-0.001,0.395 0.001,0.373-0.001,0.331 0.001,0.278 0.000,-0.535-0.048,-3.834-0.084,-1.164-0.047,-0.461-0.026,0.012-0.015,0.300-0.003,0.455 0.003,1.505 0.036,0.643 0.024,0.634 0.026,0.582 0.026,0.511 0.025,0.426 0.021,0.071 0.018,-0.120 0.033,0.319 0.039,0.296 0.039,0.258 0.036,0.211 0.030,0.062 0.032,-0.119 0.037,-0.188 0.032,-0.213 0.028,-0.213 0.024,-0.192 0.019,4.281-0.248,-5.054 0.324,-0.183 0.098,0.059 0.105,0.201 0.101,0.266 0.089,0.284 0.073,1.007-0.093,0.409-0.018,0.406-0.035,0.376-0.040,0.330-0.043,0.277-0.041,0.222-0.037,1.913-0.428,-2.022 0.541,0.169 0.027,0.184 0.010,0.177-0.003,0.157-0.008,1.475-0.552,-1.567 0.526,-0.094 0.018,0.008-0.002,0.075-0.011,0.111-0.019,0.129-0.022,0.951-0.336,-1.573 0.811,-0.088 0.274,0.041 0.221,0.116 0.172,0.150 0.123,0.158 0.087,0.286-0.196,0.082-0.054,0.055-0.077,0.038-0.083,0.020-0.083,0.010-0.075,0.171-0.283,-0.486 0.309,0.124-0.155,0.216-0.188,0.253-0.190,0.255-0.177,-0.476 0.563</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1715.000 1162.000,'0.007'0.000,"0.012"0.000,0.012 0.000,0.012 0.000,0.013 0.000,0.009 0.000,0.009 0.000,0.007 0.000,0.004 0.000,0.004 0.000,0.003 0.000,-0.046 0.012,0.198 0.124,0.138 0.102,0.134 0.092,0.121 0.079,0.105 0.064,0.085 0.081,0.107 0.096,0.051 0.060,0.033 0.044,0.019 0.030,0.009 0.022,-0.240-0.170,0.273 0.223,-0.019-0.025,-0.030-0.042,-0.035-0.051,-0.035-0.051,-0.033-0.048,-0.022-0.062,-0.040-0.084,-0.038-0.080,-0.033-0.073,-0.026-0.063,-0.022-0.049,-0.015-0.038,0.101-0.049,0.025-0.034,-0.019-0.028,-0.060-0.023,-0.083-0.020,-0.093-0.015,-0.092-0.012,-0.085-0.008,-0.217-0.003,-0.092-0.001,1.109 0.009,0.498 0.020,0.400 0.024,0.304 0.025,0.220 0.022,0.150 0.020,-0.470-0.032,0.912 0.016,0.146-0.011,0.021-0.014,-0.064-0.016,-0.111-0.013,-0.135-0.013,-0.139-0.011,-0.132-0.009,-2.248-0.013,2.361 0.004,0.017-0.003,-0.135-0.004,-0.228-0.002,-0.275-0.001,-0.289-0.001,-0.175-0.001,-0.278 0.000,-0.270 0.001,-0.246 0.000,-0.214 0.001,-0.179-0.000,-0.141 0.000,-0.224-0.025,0.127-0.117,-0.033-0.112,-0.027-0.112,-0.019-0.103,-0.014-0.092,-0.009-0.078,-0.179 0.340,0.277-0.652,0.009-0.080,-0.012-0.014,-0.025 0.025,-0.033 0.050,-0.058 0.064,-0.011-0.043,-0.010-0.014,0.002-0.021,0.008-0.025,0.011-0.024,0.014-0.023,0.011-0.019,0.013-0.017,-0.128 0.389,0.242-0.870,0.028-0.163,0.002-0.079,-0.013-0.018,-0.019 0.018,-0.022 0.040,-0.213 0.808,0.099-0.556,-0.033 0.093,-0.031 0.124,-0.025 0.138,-0.021 0.135,-0.017 0.125,-0.150 0.722,0.208-0.784,0.007-0.002,-0.013 0.019,-0.026 0.028,-0.034 0.035,-0.035 0.036,-0.033 0.032,-0.026-0.005,-0.028 0.074,-0.024 0.076,-0.017 0.071,-0.012 0.060,-0.019-0.139,-0.023-0.137,-0.024-0.092,-0.023-0.052,-0.022-0.027,-0.017-0.005,0.088 0.791,-0.258-0.874,-0.082 0.024,-0.036 0.079,-0.006 0.111,0.015 0.121,0.028 0.121,0.033 0.113,0.171 0.274,-0.594-0.717,-0.151-0.120,-0.050-0.009,0.015 0.061,0.055 0.097,0.072 0.109,0.076 0.106,0.072 0.096,0.063 0.081,0.051 0.063,0.041 0.049,-0.641-0.187,-0.449-0.087,-0.283-0.010,-0.154 0.039,-0.065 0.067,-0.002 0.077,0.021 0.102,-0.074 0.088,-0.086 0.081,-0.087 0.071,-0.080 0.059,-0.071 0.046,-0.084 0.049,-0.224 0.043,-0.243 0.039,-0.240 0.034,-0.218 0.027,-0.189 0.021,1.475-0.053,-1.603 0.096,0.111 0.048,0.179 0.051,0.204 0.051,0.207 0.044,0.191 0.039,0.270 0.004,0.301-0.016,0.294-0.029,0.268-0.034,0.230-0.034,0.189-0.033,1.101-0.215,-1.259 0.263,-0.308 0.067,-0.312 0.063,-0.294 0.056,-0.263 0.047,-0.226 0.040,2.296-0.459,-2.722 0.673,0.069 0.066,0.223 0.009,0.305-0.027,0.335-0.048,0.329-0.059,0.304-0.061,1.445-0.548,-1.023 0.521,0.206 0.015,0.168 0.009,0.134 0.006,0.100 0.002,0.073-0.000,0.258-0.211,-0.200 0.354,0.055 0.059,0.064 0.035,0.064 0.018,0.060 0.005,0.054-0.005,0.043 0.019,0.063-0.076,0.058-0.092,0.049-0.090,0.040-0.087,0.032-0.076,0.068 0.033,0.087 0.078,0.091 0.109,0.086 0.120,0.077 0.120,0.065 0.107,0.052 0.093,0.155-0.023,0.295 0.102,0.339 0.101,0.348 0.098,0.330 0.086,0.297 0.076,-0.139-0.182,0.551 0.288,0.124 0.001,0.063-0.024,0.022-0.042,-0.010-0.050,-0.029-0.053,-1.580-0.892,1.833 0.952,0.015-0.048,-0.092-0.104,-0.158-0.131,-0.191-0.142,-0.200-0.141,-1.431-0.643,1.563 0.509,-0.107-0.175,-0.105-0.149,-0.096-0.124,-0.082-0.096,-0.066-0.072,-0.052-0.050,-0.038-0.034,-0.908-0.116,0.709 0.054,-0.243-0.042,-0.269-0.037,-0.264-0.030,-0.237-0.026,-0.201-0.018,-0.163-0.015,-0.139-0.009,-0.105-0.006,-0.075-0.003,-0.050-0.001,-0.030 0.000,-0.016 0.000,-0.006 0.002,0.001 0.001,0.005 0.002,0.007 0.001,0.180 0.000</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1723.000 1134.000,'0.036'0.000,"0.054"0.000,0.064 0.000,0.062 0.000,0.058 0.000,0.049 0.000,0.041 0.000,0.031 0.000,0.024 0.000,0.260 0.000,0.215 0.000,0.266 0.000,0.251 0.000,0.227 0.000,0.194 0.000,0.162 0.000,-1.085 0.000,1.920-0.013,0.314-0.021,0.187-0.022,0.090-0.024,0.025-0.021,-0.020-0.019,0.171 0.005,0.620 0.007,0.736 0.012,0.760 0.014,0.722 0.015,0.649 0.015,0.554 0.013,1.297-0.043,0.155-0.067,-0.032-0.080,-0.145-0.081,-0.201-0.074,-1.246-0.056,-0.695-0.050,-1.072 0.002,-1.070 0.027,-0.983 0.040,-0.852 0.045,-0.702 0.046,-0.535 0.060,-0.317 0.053,-0.196 0.049,-0.103 0.045,-0.038 0.036,0.008 0.031,-0.036 0.023,-0.094 0.018,-0.111 0.013,-0.114 0.008,-0.105 0.004,-0.093 0.003,-0.077 0.000,-0.063-0.001,-0.046-0.001,0.001-0.003,0.045-0.001,0.064-0.001,0.071-0.002,0.072-0.001,0.066-0.001,0.060-0.001,0.090 0.000,0.073-0.001,0.068 0.000,0.061 0.000,0.049-0.001,-0.528 0.001,4.175-0.002</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1614.000 1159.000,'0.000'0.024,"0.000"0.038,0.037 0.080,0.057 0.055,0.068 0.045,0.066 0.036,0.065 0.026,0.055 0.020,-0.275-0.260,0.560 0.317,0.246 0.039,0.230 0.040,0.199 0.036,0.165 0.031,-1.193-0.425,1.613 0.708,0.294 0.233,0.208 0.197,0.136 0.156,0.082 0.120,0.041 0.085,-1.183-0.699,-0.018 0.002,1.032 0.664,-0.280-0.180,-0.336-0.229,-0.343-0.240,-0.315-0.227,-0.274-0.197,-0.223-0.164,-0.194-0.130,-0.140-0.092,-0.106-0.066,-0.077-0.044,-0.051-0.028,-0.033-0.014,-0.018-0.006,-0.071 0.040,0.241-0.035,0.121 0.004,0.091 0.006,0.066 0.005,0.044 0.006,0.029 0.005,0.015 0.005,-0.497 0.008,0.745-0.102,0.138-0.053,0.098-0.031,0.063-0.016,0.037-0.006,0.018 0.003,0.004 0.006,0.024 0.025,0.166-0.048,-0.073-0.009,-0.050-0.010,-0.097-0.002,-0.119 0.003,-0.129 0.008,-0.124 0.009,-0.328 0.091,0.236-0.058,-0.075 0.032,-0.073 0.031,-0.065 0.029,-0.056 0.027,-0.046 0.022,-0.340 0.044,0.414-0.023,0.025 0.015,0.016 0.011,0.004 0.008,0.001 0.004,-0.004 0.003,1.454 0.041</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1775.000 1303.000,'-0.012'-0.012,"-0.173"-0.106,-0.172-0.069,-0.170-0.051,-0.154-0.035,-0.134-0.024,-0.110-0.014,-0.085-0.006,-0.316-0.045,-0.340-0.039,-0.357-0.040,-0.336-0.038,-0.295-0.035,0.065 0.030,0.223 0.055,0.322 0.069,0.355 0.074,0.346 0.068,0.313 0.061,0.829 0.129,-0.516-0.039,-0.966 0.005,-0.206 0.058,-0.091 0.050,-0.011 0.042,0.036 0.031,0.063 0.023,0.531-0.038,0.174 0.003,-0.010 0.024,-0.430 0.101,-0.012 0.055,0.000 0.051,0.009 0.043,0.015 0.037,0.016 0.030,0.912-0.246,-0.950 0.336,0.019 0.041,0.053 0.023,0.071 0.008,0.079-0.002,0.079-0.007,0.742-0.328,-1.177 0.565,-0.164 0.083,-0.110 0.045,-0.065 0.018,-0.032 0.000,-0.009-0.013,0.186-0.085,0.182-0.076,0.211-0.083,0.215-0.082,0.199-0.075,0.177-0.067,0.559-0.291,-0.905 0.582,-0.050 0.100,0.009 0.043,0.078-0.013,0.117-0.049,0.133-0.069,0.136-0.079,-0.129 0.233,-0.037 0.093,-0.019 0.033,-0.003-0.008,0.004-0.032,0.010-0.045,0.012-0.051,0.013-0.049,0.012-0.045,0.012-0.037,0.008-0.032,0.141-0.022,0.110 0.065,0.126 0.082,0.125 0.091,0.119 0.087,0.105 0.082,0.088 0.069,0.168-0.969,-0.084 1.460,0.055 0.245,0.038 0.117,0.029 0.022,0.017-0.038,0.011-0.076,0.011 0.047,0.001-0.305,-0.004-0.325,-0.005-0.308,-0.005-0.270,-0.006-0.223,-0.006-0.140,0.041 0.059,0.065 0.145,0.079 0.191,0.079 0.204,0.074 0.199,-0.009-0.140,0.116 0.261,0.031-0.010,0.011-0.064,-0.004-0.095,-0.013-0.110,-0.019-0.112,-0.272-0.577,0.281 0.650,0.010-0.026,0.020-0.045,0.025-0.054,0.026-0.056,0.026-0.053,-0.462-0.680,0.606 0.620,0.095-0.065,0.073-0.059,0.055-0.050,0.038-0.039,0.026-0.031,-0.283-0.184,0.078-0.004,0.580 0.142,0.302 0.005,0.298 0.002,0.275 0.003,0.242 0.000,0.203 0.000,0.405-0.019,0.117-0.060,-0.016-0.069,-0.098-0.071,-0.146-0.066,-0.165-0.059,-2.234-0.131,2.719 0.060,0.527-0.054,0.482-0.050,0.421-0.043,0.350-0.035,0.281-0.028,0.523-0.020,0.046 0.004,-0.043 0.013,-0.094 0.018,-0.122 0.019,-0.127 0.019,-0.122 0.017,-0.146-0.001,-0.245-0.013,-0.252-0.019,-0.234-0.020,-0.204-0.021,-0.012-0.011,-0.276 0.010,-0.259 0.017,-0.226 0.020,-0.186 0.019,-0.146 0.020,-1.995 0.032,2.592 0.010,0.733 0.043,0.671 0.045,0.581 0.045,0.481 0.039,0.381 0.036,0.289 0.028,-4.167-0.138,3.558 0.111,-0.123-0.015,0.782 0.032,-0.552 0.009,-0.614 0.013,-0.603 0.017,-0.545 0.016,-0.464 0.015,-3.435-0.232,3.771 0.317,0.429 0.049,0.375 0.022,0.311 0.006,0.247-0.005,0.187-0.013,-3.660-0.259,4.479 0.289,0.175-0.025,-0.120-0.050,-0.298-0.061,-0.386-0.064,-0.411-0.062,-0.395-0.053,-3.321-0.098,2.372 0.025,0.091-0.022,1.286-0.040,0.012-0.059,-0.060-0.059,-0.104-0.055,-0.123-0.048,-0.127-0.040,-4.391 0.199,5.280-0.196,0.535 0.015,0.253 0.026,0.050 0.032,-0.083 0.031,-0.165 0.031,-0.208 0.027,-3.958 0.053,2.234-0.029,0.005-0.020,2.785-0.107,-0.444-0.050,-0.602-0.039,-0.644-0.028,-0.613-0.020,-0.538-0.014,-0.907 0.028,-0.624 0.015,-0.587 0.019,-0.518 0.021,-0.435 0.020,-0.347 0.018,-0.833 0.137,2.289-0.111,0.583 0.016,0.262 0.013,0.041 0.009,-0.099 0.007,-0.179 0.004,-0.212 0.003,-2.100 0.075,1.566-0.116,0.133-0.054,1.123-0.141,-0.088-0.021,-0.201 0.005,-0.254 0.024,-0.267 0.029,-0.249 0.034,0.017-0.015,0.039 0.002,-0.072 0.025,-0.141 0.037,-0.173 0.043,-0.180 0.042,-2.089 0.137,2.113-0.115,-0.009-0.003,-0.038-0.017,-0.056-0.022,-0.062-0.025,-0.061-0.026,-0.193-0.010,-0.261 0.000,-0.286 0.005,-0.282 0.010,-0.257 0.011,-0.223 0.011,-0.722 0.163,0.734-0.432,-0.048-0.160,-0.084-0.104,-0.098-0.061,-0.101-0.029,-0.096-0.006,-0.308 0.503,0.156-0.527,-0.078-0.081,-0.067-0.077,-0.058-0.072,-0.046-0.063,-0.037-0.052,-0.027 0.015,-0.032-0.533,-0.037-0.071,-0.033 0.004,-0.027 0.053,-0.022 0.078,-0.017 0.089,-0.098-0.048,-0.120 0.030,-0.129 0.011,-0.125 0.000,-0.108-0.009,-0.090-0.011,0.375 0.717,-0.370-0.665,-0.114-0.042,-0.128-0.021,-0.126-0.005,-0.117 0.006,-0.102 0.013,-0.680-0.393,-0.374-0.151,-0.178-0.017,-0.042 0.068,0.050 0.117,0.100 0.139,0.128 0.141,1.917 1.363,-3.176-1.660,-1.211-0.091,-1.178-0.019,-1.060 0.031,-0.897 0.056,-0.719 0.068,-0.551 0.069,-0.400 0.064,5.845 1.119,-7.856-1.270,-0.890-0.039,-0.289 0.042,0.112 0.085,0.351 0.109,2.915 0.484,-1.293-0.058,0.508 0.190,0.620 0.200,0.658 0.194,0.638 0.177,0.585 0.156,4.364 0.291,-6.102 0.089,-0.350 0.215,-0.065 0.146,0.119 0.089,0.227 0.047,0.277 0.016,0.285-0.003,5.521-0.290,-2.648 0.110,-0.001-0.027,-2.331 0.035,0.243-0.074,0.351-0.072,0.399-0.067,0.401-0.059,0.376-0.050,0.333-0.041,0.653-0.016,0.433-0.007,0.422 0.000,0.389 0.008,0.341 0.009,0.289 0.012,3.018 0.051,-3.367-0.003,-0.190 0.066,-0.156 0.074,-0.121 0.074,-0.093 0.070,-0.065 0.061,-0.454 0.082,0.432 0.002,0.529-0.022,0.540-0.033,0.497-0.036,0.429-0.037,2.284-0.234,-0.847 0.044,-4.636 0.109,-1.654-0.045,-1.097-0.042,-0.661-0.034,-0.338-0.028,-0.109-0.023,0.042-0.016,2.641-0.009,0.278-0.006,-1.437 0.021,0.739 0.037,0.776 0.045,0.738 0.047,0.657 0.043,0.553 0.039,0.084 0.051,0.241 0.026,0.124 0.019,0.042 0.011,-0.012 0.006,-0.044 0.004,0.646-0.052,0.483-0.039,0.555-0.043,0.558-0.045,0.516-0.041,0.451-0.036,0.376-0.030,0.299-0.023,0.227-0.019,0.166-0.013,0.112-0.008,0.069 0.000,-0.357-0.076</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1103.000 832.000,'-0.056'-0.011,"-0.084"-0.017,-0.094-0.019,-0.092-0.018,-0.082-0.017,-0.069-0.013,-0.054-0.011,-0.042-0.009,0.030 0.000,-0.076-0.026,-0.087-0.029,-0.087-0.030,-0.082-0.028,-0.073-0.026,0.208 0.063,-0.031 0.006,-0.456-0.067,-0.125 0.013,-0.116 0.015,-0.101 0.013,-0.084 0.011,-0.067 0.010,-0.494-0.006,-0.643-0.007,-0.716-0.011,-0.707-0.013,-0.646-0.013,-0.557-0.011,-0.457-0.010,0.636 0.044,0.008 0.020,-0.456 0.051,0.245 0.100,0.300 0.110,0.312 0.107,0.297 0.098,0.266 0.085,0.226 0.071,2.500-0.241,-1.477 0.246,0.166 0.049,-0.528 0.211,0.367 0.043,0.370 0.022,0.339 0.007,0.294-0.003,0.244-0.010,1.479-0.603,-1.645 0.712,-0.217 0.105,-0.225 0.094,-0.210 0.081,-0.187 0.067,-0.155 0.051,0.110-0.053,0.270-0.115,0.348-0.145,0.372-0.151,0.354-0.145,0.319-0.128,0.975-0.421,-0.955 0.363,-0.563 0.191,-0.138 0.038,-0.045 0.009,0.014-0.007,0.055-0.020,0.074-0.026,-0.005 0.038,0.059 0.031,0.048 0.043,0.038 0.046,0.029 0.045,0.944-0.470,-1.401 0.962,-0.176 0.289,-0.041 0.202,0.049 0.130,0.103 0.077,0.129 0.036,0.138 0.005,0.281-0.128,0.163 0.019,0.158 0.026,0.145 0.028,0.126 0.028,0.106 0.025,0.071 0.199,0.136 0.049,0.127 0.045,0.110 0.037,0.094 0.031,0.074 0.024,0.143-0.992,0.024 0.009,0.019 1.337,0.137 0.109,0.131 0.073,0.120 0.045,0.100 0.023,-0.211-1.918,0.562 1.968,0.287 0.037,0.258-0.045,0.218-0.091,0.178-0.115,0.136-0.121,0.103-0.114,-1.535-2.154,1.023 1.285,0.089 0.008,0.840 0.796,0.004-0.180,-0.074-0.238,-0.121-0.255,-0.137-0.247,-0.140-0.222,-1.495-1.182,1.648 1.098,0.232 0.036,0.202 0.044,0.171 0.048,0.138 0.045,0.106 0.040,0.079 0.036,-1.566-0.901,3.448 1.550,0.850 0.207,0.523 0.069,0.276-0.022,0.101-0.077,-0.019-0.105,-0.091-0.116,-0.129-0.111,-0.143-0.102,-0.142-0.086,-0.127-0.071,0.165-0.096,0.301-0.084,0.589-0.017,0.603-0.012,0.572-0.006,0.511-0.002,0.438-0.001,-7.202-1.305,7.900 1.266,0.171-0.095,-0.139-0.133,-0.331-0.145,-0.433-0.146,-0.471-0.135,0.745-0.073,-0.034-0.174,0.081-0.155,0.144-0.132,0.171-0.105,0.172-0.081,0.160-0.058,0.138-0.040,-1.310-0.135,0.602-0.167,1.555-0.257,0.211-0.229,0.007-0.211,-0.123-0.180,-0.196-0.150,-0.232-0.117,0.656-0.480,-0.428-0.277,-0.853-0.155,-1.050-0.066,-1.093-0.006,-1.034 0.033,-1.385 0.221,-0.935 0.110,-0.846 0.116,-0.728 0.111,-0.603 0.103,-0.478 0.089,-0.364 0.073,-0.280-0.162,-0.212-0.296,-0.150-0.365,-0.100-0.385,-0.059-0.371,-0.029-0.335,-0.008-0.289,0.007-0.238,-0.569 3.071,0.374-2.773,-0.089-0.212,-0.004-1.519,-0.130 0.102,-0.105 0.268,-0.080 0.348,-0.060 0.368,-0.036 2.721,-0.046-1.871,-0.073 0.335,-0.077 0.334,-0.071 0.311,-0.064 0.273,-0.054 0.229,-0.044 0.187,-0.035 0.144,-0.121 0.186,-0.309-0.287,-1.277-1.554,-0.559-0.300,-0.377-0.090,-0.234 0.045,-0.127 0.122,-0.052 0.158,0.574 0.652,0.230 0.302,0.266 0.310,0.274 0.297,0.257 0.265,0.231 0.228,0.849 0.657,-2.331-1.347,-0.922-0.339,-0.746-0.223,-0.575-0.130,-0.424-0.064,-0.298-0.015,2.277 1.066,-2.880-1.009,-0.331 0.068,-0.178 0.119,-0.065 0.142,0.013 0.148,0.061 0.143,5.717 1.604,-6.859-1.656,-0.099 0.139,0.209 0.173,0.388 0.182,0.469 0.173,0.483 0.152,5.574 1.009,-5.996-0.974,-0.095 0.086,0.105 0.117,0.222 0.126,0.280 0.124,0.293 0.110,0.225 0.123,-0.163 0.091,-0.267 0.078,-0.313 0.065,-0.319 0.050,-0.300 0.039,1.443 0.066,-1.319-0.004,0.150 0.014,0.250 0.007,0.300 0.001,0.311-0.001,0.297-0.005,4.933 0.101,-5.709-0.096,-0.040 0.014,0.247 0.017,0.415 0.017,0.490 0.018,0.503 0.014,3.319 0.028,-2.791-0.011,0.579 0.010,0.584 0.008,0.540 0.005,0.471 0.004,0.389 0.002,0.455 0.001,0.362 0.001,0.323-0.001,0.274 0.000,0.222-0.001,0.175 0.000,0.129-0.001,0.091 0.000,0.043-0.001,0.007 0.000,-0.592-0.001</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954.000 962.000,'0.000'-0.067,"0.000"-0.025,0.000 0.001,0.000 0.021,0.000 0.028,0.000 0.032,0.000 0.033,0.000 0.135,0.000 0.193,0.000 0.215,0.000 0.214,0.000 0.198,0.221 0.422,0.352 0.565,0.345 0.365,0.321 0.281,0.278 0.206,0.229 0.141,-1.054-1.815,1.380 2.045,0.213 0.137,0.115 0.001,0.045-0.084,-0.005-0.133,-0.035-0.154,-1.439-1.788,1.468 1.622,0.013-0.126,-0.030-0.162,-0.059-0.176,-0.072-0.172,-0.075-0.158,-0.072-0.136,-0.066-0.114,-0.828-0.732,-0.019-0.061,1.058 0.504,0.036-0.227,0.040-0.201,-0.011-0.201,-0.043-0.188,-0.059-0.168,-0.068-0.140,0.051-0.210,0.006-0.248,0.021-0.249,0.034-0.228,0.035-0.201,0.036-0.167,-1.872 0.755,2.364-1.431,0.217-0.393,0.039-0.234,-0.078-0.115,-0.150-0.030,-0.185 0.028,-0.195 0.062,-0.188 0.082,-1.828 1.772,1.403-1.412,0.143-0.171,0.977-0.977,0.063-0.008,-0.033 0.112,-0.093 0.182,-0.126 0.218,-0.138 0.223,-2.130 1.839,2.061-1.640,-0.171 0.230,-0.233 0.256,-0.258 0.256,-0.257 0.238,-0.237 0.210,-0.887 0.573,0.744-0.332,-0.170 0.198,-0.149 0.163,-0.121 0.127,-0.097 0.094,-0.072 0.066,-0.052 0.045,-0.033 0.026,0.052 0.120,0.150 0.177,0.327 0.205,0.347 0.172,0.353 0.146,0.328 0.119,0.287 0.091,-0.889-0.382,1.364 0.547,0.437 0.103,0.371 0.059,0.307 0.024,0.242 0.000,0.185-0.017,-2.509-0.820,3.431 0.668,0.239-0.286,0.076-0.318,-0.038-0.314,-0.104-0.289,-0.142-0.251,-0.153-0.209,-3.176 0.185,2.564-0.638,-0.236-0.275,0.585-0.535,0.044-0.307,0.115-0.246,0.150-0.189,0.161-0.138,0.153-0.096,-0.237 0.201,-0.163 0.230,-0.220 0.285,-0.240 0.302,-0.237 0.289,-0.215 0.259,-0.310 0.246,-0.375 0.208,-0.558 0.197,-0.559 0.156,-0.515 0.121,-0.448 0.089,-0.371 0.061,-0.292 0.040,-0.436-0.005,0.187 0.031,-0.085 0.006,-0.053-0.002,-0.031-0.004,-0.012-0.008,-0.002-0.009,0.008-0.007,0.017-0.007,-0.045-0.007,-0.055-0.007,-0.053-0.004,-0.052-0.004,-0.042-0.002,-0.037-0.002,0.280-0.012</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133.000 257.000,'0.008'0.016,"0.013"0.026,0.015 0.030,0.015 0.030,0.014 0.028,0.012 0.024,0.011 0.022,0.008 0.016,0.007 0.013,0.031 0.019,0.065 0.058,0.078 0.067,0.079 0.069,0.093 0.052,0.096 0.036,0.091 0.025,0.084 0.015,0.236 0.153,0.067 0.057,0.040 0.056,0.074 0.022,0.192 0.114,0.172 0.101,0.156 0.067,0.237 0.107,0.241 0.105,0.229 0.096,-0.715-0.444,0.079 0.038,0.070 0.029,0.059 0.022,1.306 0.736,-0.116-0.062,-0.225-0.113,-0.279-0.138,0.445 0.171,0.433 0.060,0.540 0.004,0.570-0.032,0.547-0.055,0.490-0.062,-0.797-0.369,-1.113-0.356,0.044-0.064,2.603 0.328,-0.068-0.210,-0.195-0.200,-0.259-0.181,-0.284-0.154,-4.405-0.302,4.461 0.118,-0.366-0.160,-0.509-0.143,-0.555-0.119,-0.542-0.096,-0.492-0.075,-2.487 0.315,0.725-0.207,1.751-0.724,0.224-0.304,1.037-0.700,0.016-0.217,-0.106-0.102,-0.180-0.021,-2.450 1.421,2.845-1.631,-0.053 0.084,-0.138 0.147,-0.177 0.169,-0.184 0.171,-1.692 0.923,0.357-0.125,-0.083 0.068,0.544-0.202,-0.324 0.189,-0.361 0.199,-0.364 0.191,-0.342 0.175,-0.983 0.361,0.629-0.151,-0.233 0.125,-0.202 0.097,-0.168 0.076,-0.134 0.054,-0.103 0.038,-0.177 0.006,0.404 0.131,0.361 0.163,0.423 0.179,0.433 0.177,0.408 0.161,0.360 0.142,0.526 0.005,0.297-0.012,0.630 0.083,3.032 0.621,0.065-0.082,-0.439-0.170,-0.712-0.209,-0.823-0.217,-0.818-0.202,-2.583-0.508,5.181 0.257,1.493-0.300,1.077-0.315,0.733-0.294,-0.498-0.189,-0.246-0.166,-0.425-0.126,-0.500-0.090,-0.510-0.062,-0.777 0.047,0.820-0.121,2.462-0.257,0.992-0.012,0.794 0.036,0.605 0.063,0.438 0.074,-2.924 0.355,2.276-0.053,-0.972 0.162,-1.288 0.156,-1.398 0.140,-1.363 0.120,-6.261 0.236,3.079-0.106,-0.037 0.012,0.741-0.006,-0.030 0.019,2.616-0.028,-0.427 0.043,-0.557 0.035,-1.670 0.073,-0.307 0.077,-0.245 0.086,0.669 0.145,0.083 0.113,0.165 0.098,0.208 0.080,-4.565-0.464,6.611 0.474,1.223 0.003,1.990-0.033,0.432-0.159,0.056-0.187,-0.194-0.191,-9.122-0.030,6.991-0.171,0.119-0.157,1.740-0.231,-0.464-0.096,-0.645-0.046,-0.723-0.010,-0.723 0.016,0.809-0.066,-0.059 0.010,-0.378 0.035,-0.558 0.053,-0.629 0.057,-0.631 0.057,-5.626 0.445,3.747-0.199,0.683 0.006,4.850-0.144,0.442 0.051,-0.146 0.062,-0.520 0.062,-0.732 0.060,-3.598 0.058,0.059-0.023,2.116-0.108,-0.145-0.045,1.204-0.101,-0.506-0.016,-0.579 0.004,-0.587 0.015,0.071 0.019,-0.354 0.057,-0.428 0.118,-0.445 0.146,-0.423 0.157,-0.377 0.149,-3.544-0.097,2.221 0.338,-0.044 0.224,1.573 0.654,-0.242 0.275,-0.304 0.178,-0.317 0.105,-1.613-0.527,-0.171-0.024,0.490 0.222,-0.169-0.071,-0.145-0.079,-0.119-0.081,-0.094-0.075,-1.142-0.474,0.254 0.033,1.822 0.485,0.154-0.041,-0.052-0.089,-0.188-0.113,-0.266-0.121,-0.300-0.120,-1.894-0.471,4.301 0.563,0.685-0.100,0.220-0.131,-0.084-0.139,-0.263-0.131,-2.651-0.300,3.886-0.279,0.135-0.282,-0.240-0.203,-0.450-0.136,-0.538-0.085,-2.798 0.315,1.568-0.284,0.086-0.054,0.746-0.129,-0.283 0.067,-0.392 0.104,-0.440 0.124,-0.446 0.127,-0.047 0.130,-0.036 0.108,0.459 0.076,-0.106 0.096,-0.127 0.075,-0.130 0.057,-0.105 0.114,-0.081 0.143,0.567 0.224,0.183 0.197,0.212 0.175,0.212 0.147,-4.702-0.761,5.332 0.990,1.222 0.309,0.027 0.074,-0.308-0.004,-0.486-0.052,-4.181-0.916,2.748 0.532,0.697 0.047,-0.536-0.156,0.238-0.006,4.453 0.597,0.084-0.144,-0.230-0.179,-0.416-0.191,-3.871-0.504,1.000-0.039,-0.012-0.156,2.658-0.132,-0.624-0.237,-0.801-0.182,-0.856-0.133,-0.830-0.093,-0.044-0.105,0.861-0.129,0.318-0.038,0.347-0.007,0.332 0.011,-1.636 0.164,-0.280 0.060,-0.040 0.060,-0.098 0.069,-0.035 0.067,0.005 0.059,0.034 0.051,-4.810 0.109,5.707 0.022,-0.359 0.095,-0.313 0.084,-0.448 0.070,-0.506 0.057,-0.508 0.042,-0.594 0.017,-0.411 0.015,-0.352 0.008,0.317 0.118,0.639 0.174,0.853 0.202,0.936 0.207,-0.970-0.189,5.237 0.768,1.616 0.115,0.603-0.012,-0.114-0.099,-0.597-0.152,-0.883-0.178,-6.278-0.772,7.303 0.697,-0.314-0.154,-1.166-0.218,-0.115-0.115,-0.041-0.103,0.013-0.084,0.045-0.069,-3.731-0.214,0.032-0.036,3.678 0.090,0.074-0.023,-0.125-0.036,-0.253-0.043,-0.323-0.045,-0.352-0.041,-5.268-0.094,8.334 0.174,0.201 0.017,-0.247 0.005,-0.499-0.005,-0.612-0.008,-2.800-0.036,0.550 0.035,0.779 0.037,3.269 0.111,0.122 0.013,-0.286-0.006,-0.529-0.015,-7.606-0.248,5.136 0.126,-0.040-0.034,2.058 0.006,-0.891-0.054,-1.090-0.050,-1.138-0.042,-5.483-0.069,5.239 0.022,-0.457-0.025,0.228 0.001,-0.006 0.018,0.111 0.027,0.172 0.030,-7.162-0.086,8.142 0.172,1.143 0.076,0.260 0.053,-0.065 0.039,-0.265 0.028,-0.367 0.017,-2.650-0.107,1.517 0.039,-0.638-0.049,-0.703-0.051,-0.693-0.053,-0.635-0.045,-5.401-0.117,4.668 0.056,0.473 0.002,0.382 0.021,1.972 0.041,-0.161-0.001,-0.413-0.011,-0.543-0.017,0.407-0.019,-3.264-0.047,-0.013-0.006,3.698-0.049,-0.204-0.110,-0.339-0.121,-0.397-0.117,-1.826-0.036,-0.114-0.114,0.541-0.189,-0.449-0.071,-0.510-0.036,-0.522-0.013,-0.495 0.005,-3.343 0.631,3.181-0.663,-0.283 0.020,-0.337 0.044,-0.349 0.058,-0.338 0.063,-0.306 0.062,-0.533 0.138,0.902-0.245,0.601-0.211,2.582-0.791,0.428-0.205,-0.038-0.065,-0.330 0.030,-0.496 0.088,-1.209 0.259,-1.198 0.355,-0.109-0.040,1.544-0.841,-0.393 0.012,-0.422 0.070,-0.413 0.103,-0.379 0.117,-0.468 0.140,-0.221-0.031,0.377-0.638,-0.039-0.325,0.030-0.338,0.067-0.313,-1.280 1.475,-0.016-0.045,0.790-1.190,-0.174 0.077,-0.213 0.160,-0.228 0.202,-0.218 0.217,-1.139 1.928,1.049-2.102,-0.254 0.123,-0.249 0.133,-0.223 0.129,-0.189 0.113,-0.347 1.710,0.131-0.868,-0.021-0.097,0.021-0.690,-0.037-0.238,-0.069-1.127,-0.156-0.017,-0.156 0.141,-0.142 0.220,-0.152 0.235,-0.175-0.110,-0.260-0.515,-0.055 0.104,0.006 0.173,0.043 0.205,0.577 1.825,-0.218-0.605,-0.036-0.002,-0.510-1.138,-0.035 0.148,0.005 0.208,0.029 0.232,0.044 0.230,-0.039 0.079,0.017 0.168,-0.025 0.086,-0.019 0.080,-0.016 0.071,-0.014 0.058,0.139 0.193,0.105 0.114,-0.041-0.046,0.167 0.249,0.151 0.242,0.128 0.217,0.134 0.173,0.107 0.116,0.090 0.080,0.073 0.052,0.056 0.031,0.041 0.014,0.208-0.155</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1063.000 254.000,'0.032'0.053,"0.049"0.082,0.057 0.095,0.058 0.097,0.055 0.090,0.047 0.081,0.040 0.066,0.027 0.034,0.079 0.115,0.137 0.203,0.149 0.216,0.153 0.225,0.149 0.215,0.133 0.195,-0.332-0.539,0.103 0.092,1.026 1.304,0.231 0.224,0.147 0.137,0.079 0.070,0.033 0.024,-1.042-1.300,0.011 0.035,1.059 1.342,0.081 0.045,0.054-0.016,0.035-0.054,0.017-0.073,-0.975-1.188,1.548 1.509,-0.058-0.197,-0.206-0.307,-0.277-0.349,-0.299-0.344,-1.940-1.780,0.575 0.414,1.444 0.819,0.245-0.076,1.095 0.289,0.003-0.253,-0.146-0.267,-0.226-0.254,-2.797-0.878,1.607 0.381,-0.065-0.101,0.716-0.078,-0.151-0.275,-0.163-0.269,-0.158-0.245,-0.146-0.214,-0.126-0.177,-1.227 0.401,1.520-0.840,0.149-0.226,0.058-0.143,-0.002-0.078,-0.045-0.032,-0.070 0.004,0.076-0.067,-0.126 0.089,-0.129 0.109,-0.124 0.110,-0.108 0.104,-0.092 0.092,-1.085 0.651,2.325-1.625,0.935-0.688,2.385-1.682,0.391-0.267,-0.061 0.067,-0.337 0.268,-4.076 2.827,1.253-0.787,-0.068 0.107,2.348-1.327,-0.637 0.546,-0.751 0.578,-0.761 0.552,-0.708 0.492,-1.344 0.700,-0.273 0.178,0.419 0.158,-0.318 0.529,-0.185 0.473,-0.089 0.399,-0.057 0.347,0.095 0.315,0.100 0.220,0.098 0.142,0.089 0.084,0.076 0.039,-0.715-0.821,0.017 0.004,0.698 0.696,-0.037-0.112,-0.076-0.155,-0.097-0.173,-0.105-0.173,-0.761-0.748,0.644 0.287,0.564 0.136,0.270-0.018,1.523 0.368,0.099-0.177,-0.108-0.203,-0.227-0.203,-2.826-0.613,2.949 0.256,0.002-0.240,0.092-0.254,-0.153-0.236,-0.183-0.200,-0.185-0.162,-2.575 0.551,1.429-0.517,0.182-0.199,2.031-1.201,0.344-0.496,0.189-0.378,0.077-0.276,0.001-0.189,-0.065-0.092,-0.307 0.184,-0.439 0.349,-0.493 0.425,-0.489 0.446,-0.452 0.425,-0.764 0.587,-0.186 0.231,0.308 0.106,-0.033 0.316,0.019 0.288,0.052 0.251,0.066 0.208,-1.236-0.148,1.301 0.496,0.239 0.275,0.770 0.514,0.317 0.288,0.261 0.221,0.203 0.161,-0.935-0.477,-0.019 0.013,0.528 0.246,0.123-0.033,0.140-0.053,0.145-0.060,0.140-0.063,-3.177-1.330,1.859 0.685,0.026-0.062,1.639 0.410,-0.261-0.223,-0.375-0.225,-0.425-0.213,-0.427-0.190,-0.401-0.161,-0.205-0.225,-0.187-0.263,-0.104-0.260,-0.046-0.237,-0.002-0.205,0.023-0.172,-1.582 0.765,1.407-0.759,0.324-0.193,1.074-0.590,0.175-0.091,0.018 0.004,-0.089 0.067,-0.155 0.106,-1.794 0.952,2.131-1.044,0.214-0.018,-0.281 0.231,-0.343 0.255,-0.350 0.247,-0.592 0.294,-0.339 0.184,-0.408 0.180,-0.224 0.114,-0.188 0.093,-0.150 0.074,-0.117 0.055,0.213 0.118,0.176 0.144,0.109 0.136,0.081 0.121,0.058 0.103,0.038 0.081,-0.521-0.223,0.917 0.406,0.293 0.052,0.255 0.005,0.210-0.025,0.167-0.045,0.126-0.051,-2.277-0.618,1.976 0.444,0.163-0.041,0.824 0.047,0.242-0.070,0.200-0.070,0.158-0.062,0.123-0.055,0.283-0.034,-0.428-0.072,-0.539-0.065,-0.562-0.053,-0.531-0.045,-0.464-0.032,1.404-0.309,3.902-0.540,1.535-0.290,0.694-0.170,0.117-0.082,-0.244-0.019,-5.977 0.861,4.927-0.739,-0.587 0.063,-0.752 0.091,-0.804 0.101,-0.779 0.102,-0.703 0.092,-3.719 0.618,6.820-1.120,1.307-0.158,0.468 0.001,-0.096 0.103,-0.445 0.156,-0.626 0.180,-3.405 0.503,0.167 0.088,4.036 0.044,0.246 0.340,0.030 0.323,-0.109 0.289,-0.189 0.245,-0.140 0.245,0.306 0.279,-0.602 0.106,-0.661 0.043,-0.641 0.003,-0.571-0.025,-2.658-0.538,4.288 0.929,0.532 0.053,0.102-0.071,-0.174-0.143,-0.335-0.179,-2.350-0.487,0.778 0.000,-0.591-0.210,-0.582-0.194,-0.537-0.170,-0.469-0.142,-0.394-0.115,-3.614-0.168,2.817-0.043,0.053-0.153,0.446-0.158,-0.286-0.069,-0.375-0.023,-0.413 0.011,-0.411 0.032,-1.610 0.205,2.116-0.399,0.585-0.148,0.423-0.085,0.371-0.054,0.308-0.030,0.243-0.012,-1.071 0.243,0.739-0.030,-0.085 0.095,-0.170 0.100,-0.218 0.099,-0.233 0.088,-0.229 0.080,-2.238 0.135,3.195-0.003,0.188 0.141,0.089 0.132,0.025 0.117,-0.019 0.096,-2.253-0.118,1.818 0.361,0.126 0.201,0.072 0.186,0.031 0.164,0.000 0.139,-0.018 0.114,-2.734-0.784,3.686 1.150,0.195 0.045,-0.052-0.064,-0.208-0.131,-0.297-0.165,-0.334-0.177,-4.109-1.055,0.032-0.004,5.599 1.000,0.224-0.163,-0.221-0.191,-0.485-0.189,-0.612-0.177,-0.643-0.154,2.112-0.205,0.697-0.160,0.235-0.130,-0.269-0.104,-0.580-0.082,-0.746-0.060,-5.124 0.274,4.643-0.386,-0.891-0.023,-0.664-0.022,-0.623-0.007,-0.557 0.003,-0.473 0.010,-1.065 0.151,-0.046-0.020,1.190-0.349,-0.177-0.005,-0.199 0.024,-0.195 0.042,-0.176 0.047,-0.959 0.271,0.625-0.206,-0.171 0.055,-0.187 0.071,-0.187 0.076,-0.169 0.075,-0.149 0.067,0.036 0.108,0.005 0.124,-0.016 0.127,-0.027 0.118,-0.035 0.106,-0.034 0.088,0.657 0.415,0.679 0.344,0.990 0.495,0.412 0.162,0.218 0.054,0.072-0.024,-0.029-0.071,-1.355-0.684,-0.009-0.038,1.324 0.501,-0.125-0.165,-0.179-0.180,-0.203-0.181,-0.203-0.168,-0.194-0.151,-0.450-0.174,0.865 0.042,0.210-0.155,0.234-0.151,0.233-0.139,0.212-0.117,-1.619-0.142,1.905-0.302,-0.125-0.180,-0.325-0.112,-0.430-0.060,-0.464-0.022,-0.453 0.002,0.471-0.715,-0.061-0.312,-0.247-0.072,-0.344 0.077,-0.371 0.164,-0.983 0.754,0.281-0.174,-0.110 0.121,0.186-0.055,-0.236 0.214,-0.229 0.193,-0.203 0.163,-0.520 0.252,0.120-0.022,-0.017 0.036,0.314 0.085,0.097 0.177,0.120 0.176,0.127 0.161,0.121 0.142,0.139 0.117,0.034 0.016,0.060 0.005,0.040-0.022,0.022-0.038,0.010-0.046,-0.579-0.265,-0.030-0.009,0.428 0.182,-0.068-0.048,-0.071-0.054,-0.068-0.057,-0.062-0.052,-0.054-0.048,-0.564-0.200,0.558 0.023,-0.049-0.122,-0.060-0.103,-0.065-0.084,-0.063-0.066,-0.057-0.049,-0.535 0.222,0.564-0.408,0.031-0.151,0.066-0.172,0.012-0.105,0.004-0.075,-0.001-0.052,-0.460 0.591,0.411-0.462,0.026 0.004,0.306-0.319,-0.049 0.051,-0.079 0.069,-0.089 0.071,-0.357 0.392,-0.028 0.035,0.179-0.223,-0.115 0.113,-0.119 0.114,-0.110 0.102,-0.096 0.089,-0.084-0.393</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1073.000 120.000,'0.000'0.011,"0.000"0.019,0.000 0.021,0.000 0.022,0.000 0.020,0.000 0.019,0.000-0.010,0.000 0.029,0.000 0.206,0.000 0.161,0.000 0.163,0.000 0.147,0.000-0.204,0.018 0.373,0.031 0.313,0.103 1.559,0.054 0.597,0.036 0.412,0.023 0.260,-0.211-3.344,0.214 2.342,0.067 0.335,0.295 2.335,0.069 0.234,0.027-0.018,-0.002-0.174,-0.446-3.586,0.227 1.765,0.010 0.027,0.217 1.649,-0.042-0.293,-0.064-0.407,-0.072-0.451,-0.071-0.446,-0.390-3.287,0.227 2.337,-0.003 0.572,-0.075-0.321,-0.067-0.366,-0.056-0.368,-0.044-0.343,-0.061-1.858,0.015 0.918,-0.007 0.964,-0.021-0.146,-0.013-0.211,-0.007-0.237,-0.003-0.232,0.000-0.213,0.001-0.181,0.003-0.224,0.003-0.198,0.003-0.162,0.004-0.127,0.006-0.330,-0.003 0.312,0.001-0.020,0.002-0.023,0.001-0.025,0.001-0.022,0.001-0.019,-0.001-0.015,0.001-0.012,0.000-0.010,-0.001-0.005,0.001-0.005,-0.001-0.002,0.001-0.001,-0.001-0.010,0.000 0.039,0.000 0.048,0.000 0.050,0.000 0.049,0.000 0.025,0.000 0.104,0.000 0.383,0.000 0.119,0.000 0.068,0.000 0.032,0.000-0.426,0.000-0.020,0.000 0.297,0.000-0.054,0.000-0.060,0.000-0.059,0.000-0.055,0.000 1.623</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1075.000 137.000,'0.015'0.000,"0.023"0.000,0.026 0.000,0.028 0.000,0.024 0.000,0.108-0.023,0.159-0.036,0.181-0.043,0.182-0.043,0.172-0.042,0.151-0.037,-0.835 0.174,1.382-0.303,0.217-0.048,0.086-0.014,-0.005 0.009,-0.059 0.022,-1.110 0.243,0.520-0.081,0.502-0.040,0.335 0.007,1.299-0.054,0.552 0.036,0.458 0.041,0.369 0.043,0.285 0.039,1.112 0.038,0.846 0.030,2.089 0.020,0.542 0.027,0.263 0.019,0.069 0.013,-5.974 0.015,8.593 0.087,0.139 0.023,0.508 0.013,0.051 0.000,-0.260-0.007,-0.451-0.014,-7.016-0.068,6.885 0.081,5.036 0.087,0.136 0.027,-0.602 0.015,-1.017 0.005,-1.195-0.002,-0.290-0.030,-0.033-0.036,0.582-0.031,0.626-0.032,0.613-0.029,0.560-0.027,0.489-0.021,-13.731-0.043,15.443-0.014,0.521-0.067,-0.161-0.074,-0.595-0.073,-0.834-0.067,-0.935-0.057,-0.474-0.065,-1.056-0.040,-1.712 0.029,-0.104 0.009,0.147 0.020,0.306 0.024,0.393 0.027,-1.777 0.050,0.098-0.006,4.321-0.095,0.001 0.009,-0.178 0.016,-0.278 0.020,-4.480 0.081,-0.527-0.012,2.077-0.060,-0.981 0.029,-0.986 0.042,-0.914 0.045,-0.804 0.046,-2.128 0.062,2.673-0.047,-0.310-0.042,-0.396-0.061,-0.411-0.065,-0.387-0.065,-5.525 0.234,6.053-0.268,0.344-0.023,-0.222 0.003,-0.588 0.019,-0.790 0.031,-0.876 0.034,-5.824 0.286,2.422-0.079,6.634-0.156,1.613 0.012,3.839-0.081,0.326-0.042,-0.371-0.054,-0.801-0.057,-1.026-0.056,-0.528-0.094,-1.448-0.039,-1.546-0.015,-1.496-0.001,-1.353 0.011,-1.163 0.015,-1.429 0.092,-0.559 0.021,0.188-0.032,-0.516 0.094,-0.405 0.101,-0.304 0.099,-0.195 0.096,0.227 0.045,-0.114 0.038,-0.134 0.019,-0.136 0.007,-0.124-0.001,-1.075 0.008,2.337-0.181,0.255-0.042,-0.122 0.000,-0.355 0.025,-0.477 0.039,-0.522 0.047,0.381-0.088,0.559-0.085,0.388-0.034,0.248 0.004,0.139 0.029,0.058 0.044,-1.553 0.145,2.196-0.058,0.212 0.054,0.231 0.033,0.000 0.026,-0.067 0.015,-0.106 0.007,-0.127 0.001,-2.227 0.040,-0.180-0.017,2.249-0.136,-0.335-0.026,-0.295-0.009,-0.245 0.001,-0.196 0.008,-0.250 0.021,-0.451 0.041,-0.462 0.042,-0.429 0.041,-0.374 0.038,-0.309 0.030,-1.918 0.051,3.725-0.176,0.815-0.056,0.205-0.021,-0.208 0.007,-0.461 0.021,-0.596 0.031,-3.206 0.167,3.179-0.241,-0.495 0.004,-0.460 0.026,-0.401 0.040,-0.328 0.042,-0.256 0.042,-0.953 0.071,0.035 0.010,0.863-0.008,0.041 0.022,-0.007 0.015,-0.035 0.012,-0.052 0.009,-0.455 0.003,0.356 0.006,-0.270 0.002,-0.285 0.000,-0.269-0.001,-0.235-0.001,-0.195-0.001,-0.152-0.002,-0.114-0.001,-0.078-0.001,-0.053-0.002,-0.007 0.000,0.093 0.000,0.001-0.001,0.086 0.000,0.509 0.050,0.329 0.080,0.319 0.095,0.294 0.100,0.257 0.095,-0.690-0.116,0.001 0.029,0.839 0.257,-0.202-0.019,-0.265-0.054,-0.284-0.074,-0.275-0.079,-0.221-0.067,-0.245-0.078,-0.201-0.065,-0.158-0.054,-0.118-0.042,-0.085-0.029,-0.055-0.022,-0.035-0.014,-0.018 0.007,0.002 0.017,0.010 0.022,0.016 0.026,0.016 0.025,0.125 0.235,0.108 0.276,0.093 0.289,0.077 0.276,0.061 0.248,0.046 0.214,-0.114 0.022,-0.030 0.183,0.053 0.848,-0.114 0.197,-0.120 0.117,-0.113 0.057,-0.102 0.015,-0.106-0.657,-0.176 0.973,-0.153 0.269,-0.129 0.260,-0.107 0.234,-0.083 0.197,0.275-1.778,-0.013 0.110,-0.250 1.792,0.010 0.183,0.027 0.091,0.037 0.024,0.040-0.023,0.042-0.052,-0.091 0.404,-0.076 0.055,-0.071-0.064,-0.063-0.141,-0.056-0.179,-0.043-0.193,0.717-3.636,-0.846 3.399,-0.021-0.331,0.037-0.399,0.071-0.416,0.089-0.399,0.095-0.361,0.434-1.281,-0.188 0.873,-0.003 0.233,-0.458 2.576,0.015 0.271,0.037-0.007,0.046-0.177,0.046-0.262,0.044-0.291,0.161-0.998,0.023-0.286,0.015-0.271,0.011-0.245,0.005-0.212,-0.002 0.087,0.058-0.169,0.061-0.185,0.059-0.184,0.053-0.170,0.044-0.148,0.094-0.404,-0.025 0.253,0.034-0.137,0.024-0.123,0.015-0.104,0.011-0.083,0.004-0.065,0.085-0.591,-0.138 0.418,-0.013-0.025,0.004-0.009,0.019 0.003,0.025 0.010,0.028 0.014,0.044-0.109,-0.019 0.258,0.003 0.017,-0.007 0.000,-0.010-0.009,-0.013-0.013,0.065-0.392,-0.436 3.035</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285.000 315.000,'-0.118'0.000,"-0.102"0.000,-0.258-0.017,-0.140-0.027,-0.100-0.028,-0.068-0.030,-0.044-0.026,0.669 0.101,-0.775-0.156,-0.134-0.028,-0.087-0.006,-0.047 0.010,-0.019 0.019,0.657 0.099,-0.756-0.109,-0.649-0.080,-0.154-0.004,-0.074 0.006,-0.018 0.013,0.019 0.015,0.041 0.016,-0.240 0.022,0.056 0.037,0.188 0.037,0.253 0.033,0.275 0.030,0.263 0.025,1.090 0.039,-1.635 0.009,-0.267 0.054,-0.104 0.055,0.010 0.053,0.080 0.046,0.118 0.039,0.184 0.136,-0.456 0.226,0.005 0.088,0.125 0.027,0.195-0.014,0.232-0.041,1.386-0.515,-2.116 0.802,-0.451 0.188,-0.207 0.113,-0.090 0.078,-0.010 0.048,0.042 0.026,0.070 0.011,2.554-1.143,-2.334 1.188,0.036 0.084,0.063 0.053,0.076 0.026,0.079 0.010,0.076-0.005,2.072-1.294,-1.109 0.717,-0.033 0.042,-1.071 0.750,0.039 0.017,0.100-0.035,0.134-0.065,0.148-0.082,0.907-0.590,0.025 0.056,-0.724 0.845,0.192 0.090,0.231 0.039,0.239 0.004,0.228-0.021,0.540-0.837,0.066-0.057,-0.214 0.582,0.149-0.161,0.131-0.163,0.111-0.151,0.088-0.134,0.291-0.943,-0.137 0.620,0.041 0.052,0.007 0.367,0.054 0.013,0.041-0.020,0.032-0.042,0.023-0.054,0.017-0.057,0.021-0.614,0.412 1.029,0.441 0.221,0.451 0.174,0.427 0.131,0.380 0.094,-0.692-0.897,0.712 0.333,0.132-0.112,0.773 0.192,0.124-0.182,0.064-0.172,0.024-0.150,-2.621-0.939,2.487 0.736,0.183-0.072,0.817 0.018,0.255-0.132,0.207-0.129,0.162-0.115,0.120-0.101,0.184-0.032,0.935 0.003,0.495-0.035,0.431-0.037,0.356-0.033,0.278-0.029,-0.382-0.044,0.174-0.018,0.159-0.016,0.137-0.012,0.113-0.008,0.090-0.006,-4.373-0.103,8.059 0.054,0.623-0.080,-0.355-0.085,-0.921-0.083,-1.189-0.073,-6.122 0.100,7.830-0.608,1.017-0.322,0.409-0.222,0.001-0.145,-0.251-0.083,-0.386-0.038,-3.796 0.422,0.280-0.070,2.964-0.461,-0.158-0.036,-0.411 0.004,-0.553 0.033,-0.614 0.049,-3.793 0.591,-0.339 0.047,2.569-0.475,-1.076 0.106,-1.076 0.103,-1.002 0.092,-0.883 0.080,-0.748 0.066,-2.853 0.773,2.329-0.746,-0.791 0.149,-0.677 0.148,-0.549 0.130,-0.423 0.112,-0.308 0.087,-0.173 0.081,-0.072 0.037,-0.020 0.022,0.014 0.014,0.036 0.006,-0.018 0.061,0.300-0.466,0.253-0.408,0.307-0.602,0.072-0.288,-0.014-0.169,-0.069-0.084,-0.141 0.290,0.064-0.113,0.434-0.884,0.073-0.022,0.037 0.061,0.011 0.107,-0.185 0.457,-0.089 0.262,-0.158 0.384,-0.054 0.212,-0.043 0.190,-0.032 0.161,-0.022 0.135,-0.294 0.351,-0.011 0.038,0.269-0.265,-0.096 0.031,-0.111 0.011,-0.111-0.002,-0.105-0.011,-0.092-0.015,-0.203 0.581,0.112-0.990,-0.104-0.257,-0.114-0.166,-0.114-0.092,-0.104-0.041,-0.090-0.005,-0.178-0.170,-0.217-0.169,-0.188-0.058,-0.168-0.016,-0.142 0.008,-0.112 0.027,-0.087 0.033,-0.063 0.036,1.220 1.626,-1.297-1.321,-0.218 0.067,-0.350-0.014,-0.163 0.126,-0.120 0.131,-0.080 0.124,-0.050 0.111,-0.028 0.095,2.057 0.854,-2.853-0.772,-0.162 0.193,0.019 0.185,0.128 0.165,0.182 0.141,0.629 0.139,-13.902 0.248</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276.000 471.000,'0.006'0.006,"0.010"0.010,0.011 0.011,0.010 0.010,0.011 0.011,0.008 0.008,0.007 0.007,0.005 0.005,0.005 0.005,0.002 0.002,0.003 0.003,0.000 0.000,0.002 0.002,0.071-0.023,0.190 0.072,0.112 0.088,0.081 0.101,0.057 0.102,0.035 0.094,0.405 0.269,0.903 0.618,0.382 0.217,0.183 0.068,0.045-0.031,-0.049-0.093,-0.105-0.125,0.261 0.009,-0.035-0.131,-0.114-0.151,-0.155-0.147,-0.166-0.135,-0.160-0.114,-0.875-0.353,0.068 0.004,0.887 0.242,0.168-0.003,0.125-0.013,0.090-0.017,0.062-0.020,0.036-0.020,-1.418-0.333,2.354 0.430,0.128-0.038,-0.059-0.065,-0.169-0.074,-0.223-0.074,-0.238-0.069,-0.357-0.092,-0.266-0.086,-0.246-0.081,-0.213-0.073,-0.178-0.062,-0.138-0.049,-1.186 0.039,2.732-0.623,2.179-0.619,1.065-0.320,0.598-0.174,0.251-0.066,0.005 0.010,-0.160 0.060,-5.536 1.395,6.018-1.392,-0.414 0.184,-0.642 0.220,-0.739 0.227,-0.749 0.213,-2.270 0.444,-0.263 0.070,1.092-0.101,-0.611 0.165,-0.503 0.131,-0.398 0.099,-0.298 0.071,-0.733 0.088,0.807 0.250,0.179 0.193,0.191 0.162,0.182 0.129,0.164 0.099,0.140 0.073,0.156 0.065,0.265 0.107,0.969 0.369,0.099 0.052,-0.019 0.004,-0.090-0.024,-0.945-0.376,0.109-0.003,0.920 0.228,0.008-0.109,-0.062-0.133,-0.105-0.139,-0.124-0.132,-0.140-0.148,0.122-0.130,0.046-0.146,0.087-0.126,0.105-0.102,0.109-0.082,-1.785-0.086,-0.015-0.040,1.852-0.192,0.069-0.200,0.036-0.188,0.012-0.168,-0.003-0.141,0.374-0.212,0.053-0.088,-0.265 0.021,-0.448 0.089,-0.532 0.127,-0.548 0.140,-0.516 0.140,-1.353 0.402,2.524-0.353,0.534 0.072,0.203 0.099,-0.027 0.108,-0.177 0.109,-3.288 0.197,1.836 0.043,0.099 0.134,2.133 0.425,0.063 0.221,-0.070 0.132,-0.150 0.067,-0.191 0.020,-0.202-0.013,0.682 0.110,0.211-0.023,-0.023-0.087,-0.167-0.121,-0.247-0.133,-0.276-0.129,-0.274-0.118,-0.232-0.109,-0.259-0.102,-0.226-0.086,-0.188-0.069,-0.148-0.053,0.161-0.027,0.027-0.009,-0.141 0.002,-0.237 0.010,-0.282 0.014,-0.289 0.014,-0.274 0.014,-0.447-0.033,2.404 0.038,0.519-0.009,0.126-0.011,-0.129-0.014,-0.624-0.016,-0.307-0.010,-0.319-0.009,-0.307-0.007,-0.277-0.005,-0.240-0.006,-0.065-0.002,0.341-0.003,1.094-0.001,-0.125-0.002,-0.338 0.000,-0.442-0.000,-0.474 0.000,-0.850 0.001,-0.053 0.000,-0.326 0.000,-0.294 0.000,-0.254 0.001,-0.209 0.000,-0.168 0.001,-0.106-0.001,-0.118 0.001,-0.076 0.000,-0.046 0.000,-0.023 0.000,-0.005 0.000,0.134 0.001</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317.000 607.000,'0.012'0.000,"0.019"0.000,0.021 0.000,0.021 0.000,0.021 0.000,0.016 0.000,0.014 0.000,0.012 0.000,0.009 0.000,0.005 0.000,0.004 0.000,0.003 0.000,0.002 0.000,-0.045 0.000,0.193 0.000,0.107 0.000,0.097 0.000,0.084 0.000,0.069 0.000,-0.205 0.000,0.525 0.000,0.152 0.000,0.102 0.000,0.058 0.000,0.028 0.000,0.006 0.000,-0.801 0.000,0.720 0.000,-0.082 0.000,-0.112 0.000,-0.121 0.000,-0.122 0.000,-0.111 0.000,-0.095-0.036,0.071-0.026,0.344-0.068,0.032-0.035,-0.008-0.025,-0.037-0.016,-0.052-0.012,-0.755 0.173,0.436-0.086,0.037 0.007,0.585-0.065,0.028 0.031,-0.018 0.031,-0.046 0.030,-0.058 0.027,-0.065 0.022,-0.001 0.017,-0.041 0.014,-0.029 0.011,-0.021 0.006,-0.013 0.004,-0.811-0.003,0.731 0.006,-0.056-0.001,-0.084 0.001,-0.097-0.001,-0.096-0.001,-0.208-0.001,-0.020-0.002,0.159 0.002,-0.029-0.002,-0.026 0.000,-0.020-0.001,-0.015-0.001,-0.261 0.000,0.344 0.012,0.065 0.018,0.054 0.020,0.039 0.021,0.028 0.018,0.021 0.015,0.011 0.014,-0.049-0.015,-0.011-0.008,-0.038-0.010,-0.055-0.014,-0.063-0.013,-0.062-0.012,-0.025-0.007,-0.112-0.013,-0.102-0.010,-0.089-0.008,-0.073-0.005,-0.055-0.004,-0.041-0.001,-0.029-0.002,-0.017 0.001,-0.010-0.001,-0.005 0.001,-0.045 0.014,-0.073 0.023,-0.081 0.024,-0.080 0.024,-0.073 0.022,-0.061 0.020,-0.139-0.008,-0.090-0.007,-0.032-0.013,0.009-0.016,0.032-0.016,0.581-0.051,-0.497 0.018,-0.499 0.026,-0.214 0.031,-0.509 0.058,-0.134 0.029,-0.059 0.022,-0.008 0.013,0.029 0.009,0.793-0.086,0.011-0.006,-0.763 0.076,0.150-0.006,0.189-0.003,0.201-0.002,0.192 0.000,0.348-0.048,-0.129 0.027,0.225-0.030,0.213-0.030,0.191-0.029,0.157-0.024,0.126-0.020,0.093-0.015,0.068-0.012,0.045-0.007,0.026-0.006,0.016-0.002,0.004-0.002,0.000-0.001,-0.005 0.001,-0.007 0.001,-0.006 0.001,-0.006 0.000,-0.006 0.002,0.018-0.000,0.046 0.001,0.056 0.000,0.056 0.001,0.055 0.000,0.049 0.000,-0.275 0.000,0.414 0.000,0.135 0.000,0.123 0.000,0.110 0.000,0.091 0.000,0.076 0.001,-0.566-0.001,0.770 0.000,0.052 0.000,0.002 0.000,-0.032 0.000,-0.051 0.000,-0.952 0.000,0.749 0.000,0.129 0.000,-0.077 0.000,-0.096 0.000,-0.103 0.000,-0.102 0.000,-0.095 0.000,-0.380 0.000,0.343 0.000,-0.065 0.000,-0.073 0.000,-0.071 0.000,-0.066 0.000,-0.059 0.000,-0.048 0.000,-0.040 0.000,0.043 0.000,0.055 0.000,0.075 0.000,0.080 0.000,-0.095 0.000,0.027 0.000,0.146-0.014,0.077-0.021,0.079-0.025,0.072-0.026,0.064-0.026,-0.298 0.040,0.005-0.002,0.397-0.055,-0.105 0.014,-0.136 0.018,-0.147 0.021,-0.136 0.018,-0.122 0.016,-0.101 0.015,-0.078 0.009,-0.059 0.009,-0.042 0.006,-0.027 0.003,-0.017 0.003,-0.008 0.000,-0.003 0.001,0.001 0.000,0.003 0.000,0.004-0.001,0.004-0.001,0.005 0.000,0.003-0.001,0.004 0.000,0.002-0.001,0.001 0.001,0.002-0.001,0.001 0.000,0.000 0.000,0.001 0.000,-0.001 0.000,0.001-0.001,-0.001 0.001,0.001 0.000,-0.001 0.000,0.000 0.000,-0.023 0.000,-0.045 0.000,-0.065 0.000,-0.034 0.000,-0.021 0.000,-0.012 0.000,-0.006 0.000,0.125 0.000,-0.318 0.000,-0.109 0.000,-0.073 0.000,-0.047 0.000,-0.026 0.000,0.528 0.000,-0.793 0.047,-0.708 0.074,-0.122 0.024,0.044 0.003,0.142-0.011,0.189-0.019,0.671-0.059,-0.514 0.041,0.082 0.001,0.064 0.007,0.047 0.009,0.034 0.010,0.022 0.010,0.104-0.006,0.157-0.016,0.168-0.019,0.162-0.021,0.142-0.020,0.118-0.015,0.091-0.015,0.070-0.010,0.047-0.007,0.032-0.006,0.019-0.003,0.064-0.001,0.290-0.001,0.219-0.001,0.196 0.000,0.164 0.000,0.131 0.002,-0.732-0.011,0.786-0.092,-0.047-0.033,-0.101-0.011,-0.125 0.008,-0.128 0.015,-0.122 0.020,-0.573 0.087,0.700-0.058,0.118 0.019,0.079 0.015,0.048 0.013,0.025 0.010,0.009 0.009,-0.004 0.006,3.181 0.039</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429.000 608.000,'0.074'0.000,"0.113"0.000,0.125 0.000,0.123 0.000,0.109 0.000,0.092 0.000,-0.264 0.000,0.039 0.000,0.446-0.022,0.033-0.034,-0.016-0.038,-0.042-0.036,-0.681 0.106,0.817-0.107,0.253 0.006,0.272 0.013,0.263 0.018,0.237 0.019,0.201 0.016,0.288 0.016,0.191 0.013,0.158 0.011,0.126 0.009,0.096 0.005,0.068 0.005,-1.263 0.014,0.204 0.024,1.601 0.081,0.084 0.045,-0.103 0.031,-0.221 0.020,-0.281 0.014,-0.611-0.044,0.330 0.032,-0.255-0.008,-0.278-0.007,-0.272-0.008,-0.250-0.007,-0.219-0.006,-1.228-0.144,1.284 0.083,0.285-0.012,1.116 0.013,0.412-0.022,0.322-0.020,0.243-0.019,0.172-0.017,-3.279-0.034,3.705 0.019,0.057-0.011,-0.449-0.010,-0.533-0.007,-0.541-0.004,-0.498-0.002,-0.432-0.001,-0.471 0.000,-0.382 0.001,-0.332 0.001,-0.276 0.001,-0.216 0.000,-0.264 0.002,0.108-0.000,-0.045 0.001,-0.031 0.000,-0.018 0.001,-0.010-0.001,-0.002 0.001,-0.002 0.000,-0.015 0.001,-0.017-0.001,-0.017 0.000,-0.016 0.000,-0.014 0.000,-0.161 0.001,0.260-0.001,0.027 0.000,0.004 0.000,-0.014 0.000,-0.021 0.000,-0.025 0.000,-0.167 0.000,0.116 0.000,0.292 0.000,0.081 0.000,0.031 0.000,-0.002 0.000,-0.021 0.000,-0.034 0.000,-0.045 0.000,-0.018 0.000,-0.011 0.000,-0.009 0.000,-0.003 0.000,-0.002 0.000,1.458 0.000</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652.000 605.000,'0.008'0.000,"0.012"0.000,0.014 0.000,0.013 0.000,0.011 0.000,0.011 0.000,0.008 0.000,0.006 0.000,0.004 0.000,0.004 0.000,0.001 0.000,0.002 0.000,0.011 0.000,0.010 0.000,0.011 0.000,0.011 0.000,0.008 0.000,-0.023 0.000,0.067 0.000,0.505 0.000,0.443 0.000,0.450 0.000,0.422 0.000,0.371 0.000,-0.105 0.000,0.897 0.000,0.253 0.000,0.123 0.000,0.032 0.000,-0.030 0.000,-0.070 0.000,-2.018 0.000,2.727 0.000,0.108 0.000,-0.016 0.000,-0.088 0.000,-0.126 0.000,-0.140 0.000,-1.384 0.000,0.027 0.000,0.956 0.012,0.154 0.021,0.148 0.023,0.135 0.025,0.117 0.025,0.809 0.019,0.655 0.026,0.028 0.013,-0.117 0.011,-0.198 0.009,-0.228 0.007,-2.358-0.089,1.471 0.057,-0.574-0.022,-0.602-0.026,-0.571-0.025,-0.508-0.021,-0.428-0.020,-0.373-0.016,-0.198-0.011,-0.134-0.009,-0.081-0.005,-0.043-0.005,-0.013-0.002,0.295 0.011,0.359 0.022,0.407 0.023,0.405 0.025,0.367 0.022,0.315 0.020,0.031 0.002,-0.145-0.010,-0.241-0.014,-0.281-0.018,-0.281-0.017,-0.259-0.016,-0.420-0.020,0.318-0.002,-0.113-0.010,-0.128-0.008,-0.128-0.004,-0.117-0.004,-0.099-0.001,-0.149-0.001,-0.120-0.001,-0.115 0.000,-0.101 0.001,-0.085 0.000,-0.068 0.001,-0.053 0.000,-0.046-0.000,-0.023 0.001,-0.016 0.001,-0.009-0.001,-0.004 0.001,0.000 0.000,0.002 0.000,-0.020 0.000,0.162 0.000,0.066 0.000,0.046 0.000,0.031 0.001,0.020-0.001,1.194 0.000</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776.000 612.000,'0.000'0.008,"0.000"0.011,0.000 0.014,0.000 0.013,0.000 0.011,0.000 0.011,0.000 0.008,0.000 0.006,0.000 0.005,0.000 0.003,0.000 0.002,0.000-0.069,0.018 0.229,0.031 0.227,0.058 0.656,0.019 0.426,0.005 0.362,-0.008 0.297,-0.011 0.234,-0.090-1.934,0.026 1.146,-0.030 0.094,-0.074 1.483,-0.067-0.028,-0.047-0.160,-0.033-0.234,-0.019-0.258,0.054-0.667,-0.041 0.541,0.030-0.147,0.033-0.149,0.033-0.138,0.030-0.119,0.055-1.171,-0.013 0.801,0.011 0.063,-0.011 0.565,-0.013-0.107,-0.021-0.171,-0.024-0.195,-0.022-0.196,-0.472 2.341</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759.000 616.000,'0.000'0.009,"0.000"0.013,0.000 0.017,0.000 0.016,0.000 0.016,0.000 0.014,0.000 0.011,0.000 0.011,-0.012-0.040,-0.161 0.391,-0.140 0.268,-0.128 0.239,-0.108 0.200,-0.089 0.160,0.258-0.541,-0.295 0.668,0.010 0.084,0.045 0.039,0.061 0.007,0.068-0.014,0.067-0.026,0.043 0.067,0.061-0.046,0.052-0.047,0.039-0.045,0.029-0.039,0.022-0.032,0.013-0.333,-0.056 0.179,0.001-0.104,0.017-0.134,0.024-0.146,0.028-0.142,0.029-0.131,0.076-0.355,-0.131 1.678</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773.000 622.000,'0.012'0.000,"0.440"0.000,0.364 0.000,0.366 0.046,0.199 0.072,0.115 0.086,0.053 0.087,0.007 0.083,-0.021 0.073,-1.220-0.350,1.247 0.507,-0.066 0.079,-0.093 0.044,-0.104 0.019,-0.104 0.001,-0.290-0.137,0.127 0.146,-0.116-0.035,-0.116-0.052,-0.109-0.057,-0.096-0.057,-0.081-0.053,-0.412-0.402,0.432 0.473,-0.038 0.015,-0.051 0.004,-0.055-0.007,-0.051-0.011,-0.048-0.012,0.410 1.355</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686.000 537.000,'-0.061'-0.018,"-0.097"-0.027,-0.113-0.032,-0.116-0.033,-0.108-0.032,-0.099-0.028,-0.082-0.023,-0.068-0.019,-0.231-0.004,-0.222-0.008,-0.080 0.008,-0.026 0.010,0.009 0.009,0.030 0.008,0.041 0.006,0.237 0.058,-0.289-0.011,0.030 0.024,0.075 0.024,0.097 0.021,0.104 0.018,0.101 0.016,0.518 0.022,-0.652-0.005,-0.010 0.008,0.016 0.008,0.031 0.003,0.038 0.003,0.038 0.000,0.035 0.000,0.031 0.000,0.024-0.001,0.020-0.001,0.015-0.001,0.009-0.001,-1.245 0.363,-0.677 0.220,-0.263 0.115,0.015 0.040,0.185-0.010,0.273-0.038,0.368-0.074,0.176-0.023,0.138-0.015,0.104-0.012,0.076-0.006,0.049-0.004,0.032-0.002,-0.277 0.082,-0.250 0.054,-0.285 0.059,-0.283 0.058,-0.257 0.052,0.055-0.026,0.242-0.070,0.335-0.090,0.363-0.098,0.349-0.091,0.681-0.166,-0.289 0.206,-0.145 0.175,0.091 0.032,0.116-0.004,0.125-0.027,0.122-0.042,0.113-0.049,-0.006 0.182,-0.013 0.251,-0.049 0.305,-0.068 0.317,-0.074 0.301,-0.076 0.268,-0.068 0.229,-0.044 0.189,0.120-0.197,0.160-0.297,0.169-0.333,0.160-0.326,0.416-1.225,-0.317 1.088,0.041 0.030,0.040 0.027,0.037 0.023,0.033 0.020,0.027 0.014,0.184-1.172,-0.160 1.304,0.044-0.142,0.041-0.197,0.036-0.211,0.028-0.204,0.050-0.691,0.090 0.890,0.079 0.030,0.049-0.049,0.026-0.092,0.008-0.110,-0.001-0.110,-0.077-0.289,0.034 0.021,0.244 0.309,0.119-0.001,0.108-0.024,0.091-0.040,0.078-0.046,-0.305-0.261,0.007-0.009,0.482 0.211,0.198-0.034,0.218-0.036,0.215-0.037,0.198-0.035,0.174-0.031,-1.064-0.244,1.839 0.257,0.410 0.026,0.336 0.025,0.130 0.006,0.032-0.003,-0.036-0.007,-0.077-0.010,0.034 0.011,-0.395-0.042,-0.443-0.048,-0.440-0.047,-0.406-0.043,-0.354-0.037,-0.197-0.044,0.086-0.009,0.058-0.016,0.120-0.003,0.148 0.001,-0.764-0.080,0.097 0.018,0.885 0.096,0.175 0.001,0.114-0.013,0.067-0.024,0.029-0.028,0.005-0.028,0.513-0.023,-0.004-0.042,-0.048-0.041,-0.138-0.041,-0.186-0.037,-0.207-0.033,-0.203-0.026,-1.703 0.084,1.760-0.117,0.069-0.034,0.060-0.032,0.051-0.031,0.041-0.026,0.033-0.022,0.040-0.013,-0.239 0.026,-0.287 0.040,-0.297 0.041,-0.278 0.042,-0.244 0.039,0.075-0.059,0.346-0.063,1.459-0.252,0.137-0.052,-0.132-0.005,-0.284 0.023,-0.630 0.015,-0.125-0.084,-0.105-0.084,-0.157-0.057,-0.149-0.042,-0.137-0.030,-0.120-0.020,0.037-0.158,-0.107-0.065,-0.089-0.062,-0.069-0.058,-0.051-0.049,-0.035-0.041,-0.150 0.139,0.251-0.365,0.014-0.040,-0.022 0.020,-0.045 0.060,-0.057 0.079,-0.059 0.089,-0.141 0.154,0.026-0.065,0.246-0.395,-0.043 0.029,-0.068 0.072,-0.080 0.097,-0.081 0.104,-0.074 0.100,-0.036 0.048,-0.046 0.027,-0.065 0.039,-0.073 0.040,-0.071 0.041,-0.067 0.036,-0.301 0.753,0.239-1.060,-0.079-0.165,-0.069-0.130,-0.055-0.096,-0.045 0.046,-0.029-0.039,-0.021-0.027,-0.014-0.017,-0.008-0.010,-0.006-0.005,0.006 0.741,0.000 0.036,-0.016-0.403,-0.016 0.134,-0.019 0.143,-0.019 0.141,-0.019 0.129,-0.016 0.115,-0.050 0.052,-0.050 0.071,-0.091 0.012,-0.110-0.029,-0.112-0.050,-0.107-0.062,0.488 0.522,-0.908-0.674,-0.266-0.104,-0.317-0.134,-0.033 0.041,0.059 0.087,0.112 0.108,0.137 0.116,0.140 0.113,0.129 0.103,0.115 0.091,0.097 0.073,0.077 0.059,0.059 0.046,-0.422-0.030,-0.270-0.003,-0.242-0.003,-0.179 0.006,-0.126 0.008,-0.084 0.010,-0.050 0.012,-0.398-0.061,-0.092-0.053,-0.075-0.062,-0.060-0.062,-0.044-0.056,-0.030-0.048,0.326 0.117,-1.508-0.182,-0.319 0.021,-0.099 0.048,0.043 0.058,0.128 0.063,2.711 0.283,-1.872-0.143,0.238 0.057,0.267 0.053,0.265 0.048,0.251 0.039,0.222 0.033,0.838 0.034,-0.814 0.005,0.299 0.021,0.307 0.012,0.285 0.007,0.248 0.004,0.200-0.001,0.131-0.001,0.089-0.003,0.056-0.001,0.030-0.004,0.014-0.002,-0.001-0.002,0.015-0.001,0.038-0.002,0.043-0.001,0.041-0.001,0.039 0.000,0.252 0.003,-0.251 0.079,-0.012 0.038,0.002 0.015,0.009 0.000,0.013-0.011,0.017-0.015,0.001-0.013,0.022-0.021,0.021-0.019,0.018-0.016,0.015-0.014,0.012-0.010,-0.394-0.037</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329.000 687.000,'0.022'0.000,"0.035"0.000,0.039 0.000,0.040 0.000,0.037 0.000,0.032 0.000,0.026 0.000,-0.142 0.012,0.266 0.242,0.179 0.278,0.203 0.289,0.200 0.276,0.183 0.242,0.158 0.206,-0.457-0.526,0.120 0.187,0.877 1.169,0.216 0.278,0.140 0.152,0.080 0.058,0.034-0.007,-0.329-0.608,0.218 0.096,0.944 0.766,0.091-0.125,-0.028-0.220,-0.104-0.269,-0.149-0.287,-0.847-0.700,-0.166-0.165,0.584 0.272,-0.337-0.366,-0.303-0.329,-0.259-0.279,-0.210-0.226,-0.130-0.177,0.007-0.121,-0.071-0.095,-0.061-0.060,-0.047-0.034,-0.039-0.015,-0.027-0.002,0.182-0.046,0.275-0.068,0.316-0.076,0.313-0.073,0.284-0.067,-0.354-0.036,0.374-0.222,1.470-0.690,0.391-0.384,0.215-0.308,0.089-0.234,0.005-0.169,-0.228 0.009,-0.262 0.067,-0.294 0.115,-0.291 0.137,-0.264 0.135,-0.224 0.127,-2.449 1.519,2.660-1.509,-0.121 0.165,-0.295 0.242,-0.374 0.273,-0.394 0.265,-0.372 0.242,-0.370 0.265,-0.136 0.195,-0.078 0.176,-0.034 0.152,-0.003 0.125,0.017 0.100,0.116 0.204,0.073 0.159,-0.022 0.078,-0.049 0.034,-0.061 0.005,-0.065-0.016,-0.412-0.310,0.552 0.371,0.209 0.084,0.209 0.070,0.195 0.055,0.173 0.045,0.148 0.030,-0.741-0.431,0.022-0.036,0.902 0.320,-0.065-0.116,-0.121-0.117,-0.148-0.109,-0.154-0.098,-0.148-0.081,-0.135-0.068,-0.910-0.255,0.979 0.170,-0.055-0.056,-0.099-0.045,-0.118-0.036,-0.122-0.025,-0.116-0.019,-0.103-0.012,-0.809-0.111,0.773-0.047,-0.085-0.142,-0.097-0.128,-0.096-0.110,-0.089-0.089,-0.078-0.070,-0.027-0.007,0.031 0.003,0.053 0.018,0.065 0.028,0.068 0.031,0.065 0.032,0.048 0.045,-0.002 0.067,-0.022 0.070,-0.032 0.066,-0.035 0.057,-0.037 0.049,-0.031 0.038,1.579 0.129</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607.000 702.000,'0.013'0.000,"0.021"0.000,0.022 0.000,0.024 0.000,0.021 0.000,0.019 0.000,0.072 0.074,0.078 0.115,0.075 0.133,0.066 0.136,0.057 0.126,0.046 0.112,-0.169-0.218,0.059 0.088,0.487 0.687,0.192 0.270,0.160 0.221,0.129 0.176,0.100 0.133,0.028 0.081,0.031 0.038,-0.054-0.113,-0.072-0.155,-0.076-0.168,-0.075-0.164,-0.066-0.147,-0.960-1.151,0.882 1.072,-0.063-0.079,-0.082-0.106,-0.085-0.117,-0.084-0.114,-0.074-0.106,-0.567-0.655,0.905 0.760,0.154-0.001,0.059-0.057,-0.009-0.088,-0.048-0.102,-0.071-0.103,-0.057-0.108,-0.136-0.126,-0.042-0.080,-0.034-0.071,-0.029-0.058,-0.022-0.049,0.150-0.140,0.085-0.197,0.100-0.208,0.104-0.199,0.095-0.179,0.086-0.151,0.559-0.426,0.097-0.091,0.040-0.049,-0.089 0.046,-0.170 0.106,-0.212 0.140,-0.227 0.151,-1.139 0.878,1.416-0.934,0.099 0.130,0.119 0.125,0.123 0.113,0.114 0.095,0.096 0.075,-0.275 0.141,-0.143 0.090,-0.178 0.087,-0.189 0.078,-0.181 0.067,-0.162 0.056,-0.905 0.104,1.320 0.360,0.207 0.268,-0.034 0.123,-0.144 0.035,-0.200-0.025,-0.220-0.059,-0.449-0.252,-0.042-0.016,0.280 0.113,0.147-0.025,0.193-0.022,0.208-0.021,0.210-0.020,-0.557-0.174,1.072 0.149,0.086-0.076,0.026-0.076,-0.012-0.072,-0.035-0.059,-0.046-0.050,-1.412-0.065,0.914 0.010,0.440-0.014,-0.115-0.018,-0.183-0.013,-0.212-0.007,-0.215-0.003,-0.199-0.013,-0.172-0.018,-0.176-0.020,-0.168-0.019,-0.148-0.019,-0.128-0.017,-0.173 0.032,-0.024 0.003,0.037-0.032,-0.052-0.007,-0.051-0.011,-0.048-0.010,-0.042-0.011,-0.017-0.028,-0.014-0.005,-0.005-0.002,0.006 0.003,0.007 0.001,0.012 0.004,0.068-0.052,1.139-1.188</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847.000 706.000,'0.009'0.000,"0.013"0.000,0.016 0.000,0.014 0.000,0.013 0.000,0.011 0.000,0.010 0.000,0.005 0.000,0.006 0.000,0.002 0.000,0.011 0.056,0.023 0.086,0.027 0.099,0.027 0.099,0.024 0.092,0.022 0.079,0.017 0.066,0.004 0.041,0.022 0.090,0.023 0.093,0.023 0.088,0.020 0.079,0.029-0.031,0.225 0.448,0.101 0.168,0.075 0.129,0.052 0.094,0.034 0.063,0.021 0.042,-0.691-1.483,0.978 1.953,0.157 0.253,0.064 0.075,-0.005-0.047,-0.049-0.125,-0.075-0.170,-0.080-0.188,-0.157-0.334,-0.164-0.344,-0.156-0.325,-0.140-0.291,-0.121-0.250,-0.098-0.203,-0.038-0.152,-0.047-0.148,-0.023-0.097,-0.004-0.059,0.007-0.031,0.012-0.012,0.020 0.002,0.064-0.008,0.071-0.005,0.070-0.006,0.067-0.004,0.057-0.004,0.047-0.001,0.040-0.002,-0.258 0.000,0.093-0.088,0.015-0.060,0.306-0.302,-0.029-0.112,-0.053-0.079,-0.064-0.051,-0.063-0.030,0.021 0.014,0.417-0.461,0.184-0.153,0.122-0.078,0.076-0.022,0.039 0.013,0.014 0.035,-1.202 1.202,1.390-1.223,0.150-0.020,0.120-0.009,0.090-0.004,0.068 0.003,0.046 0.005,-0.081 0.093,-0.156 0.141,-0.193 0.162,-0.203 0.165,-0.193 0.153,-0.173 0.134,-0.539 0.315,-0.071 0.026,0.178-0.140,-0.125 0.083,-0.096 0.082,-0.070 0.077,-0.049 0.066,-0.146 0.106,0.023 0.044,0.285 0.144,0.098 0.175,0.089 0.165,0.074 0.146,0.062 0.124,-0.204-0.130,0.092 0.115,0.485 0.442,0.168 0.109,0.136 0.054,0.104 0.016,0.079-0.013,0.192 0.060,-0.141-0.174,-0.190-0.198,-0.207-0.194,-0.197-0.176,-0.174-0.149,-0.146-0.120,-0.162-0.109,-0.021-0.048,0.007-0.031,0.025-0.019,0.035-0.008,-0.438-0.087,0.505 0.057,0.107-0.017,0.278-0.004,-0.022-0.024,-0.075-0.021,-0.100-0.015,0.172-0.277,0.106-0.177,0.017-0.106,-0.041-0.051,-0.072-0.012,-0.088 0.012,-0.022-0.025,0.114-0.100,0.158-0.120,0.173-0.126,0.171-0.120,0.158-0.109,0.138-0.091,0.117-0.077,7.456-4.766</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1034.000 710.000,'0.032'0.010,"0.049"0.017,0.057 0.020,0.058 0.018,0.055 0.018,0.047 0.017,0.040 0.013,-0.246-0.073,0.946 0.592,0.410 0.300,0.259 0.188,0.143 0.104,0.058 0.040,-0.002-0.004,-1.500-0.994,1.319 0.802,0.344 0.155,1.316 0.643,0.332 0.052,0.168-0.043,0.051-0.101,-0.030-0.131,0.221-0.062,-0.337-0.283,-0.385-0.283,-0.384-0.260,-0.348-0.222,-0.301-0.183,-1.453-0.285,1.947-0.432,0.340-0.428,0.261-0.321,0.191-0.231,0.133-0.155,0.085-0.095,-0.187 0.154,0.059 0.127,0.055 0.168,0.051 0.179,0.043 0.173,0.034 0.158,-0.180 0.148,-0.307 0.130,-0.363 0.111,-0.374 0.088,-0.353 0.069,-0.313 0.051,1.233-0.039,0.584-0.018,0.127-0.004,-0.175 0.004,-0.357 0.010,-0.444 0.013,-2.407 0.069,2.735 0.294,-0.034 0.242,-0.130 0.174,-0.178 0.119,-0.194 0.073,-0.186 0.040,-0.417-0.170,1.035 0.222,0.672 0.031,0.677 0.006,0.635-0.011,0.563-0.023,0.975 0.038,-0.358-0.156,-0.624-0.173,-0.727-0.166,-0.726-0.148,-0.659-0.124,-1.801-0.148,1.004 0.003,-0.166-0.054,-0.109-0.040,-0.064-0.027,-0.030-0.017,-0.007-0.009,-1.992 0.024,2.358 0.025,0.183 0.087,0.152 0.100,0.119 0.101,0.090 0.091,0.063 0.080,-0.260-0.004,-0.301-0.033,-0.356-0.055,-0.360-0.066,-0.337-0.066,6.350 0.164</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277.000 848.000,'0.009'0.000,"0.012"0.000,0.017 0.000,0.014 0.000,0.015 0.000,0.012 0.000,0.010 0.000,0.009 0.000,0.005 0.000,0.059 0.081,0.099 0.130,0.114 0.151,0.119 0.157,0.110 0.148,0.016 0.019,0.453 0.522,0.188 0.240,0.145 0.195,0.105 0.149,0.072 0.109,-0.414-0.452,-0.010 0.056,0.275 0.446,-0.129-0.111,-0.151-0.168,-0.156-0.191,-0.145-0.190,-0.665-1.021,0.951 1.159,0.271 0.229,0.440 0.399,0.100 0.008,0.007-0.084,-0.054-0.143,-0.092-0.173,-0.517-0.525,-0.091-0.136,0.225 0.089,-0.188-0.232,-0.182-0.211,-0.168-0.181,-0.148-0.151,-0.123-0.119,-0.047-0.103,-0.028-0.088,0.004-0.068,0.024-0.049,0.036-0.036,0.040-0.022,0.041-0.013,0.218-0.089,0.281-0.123,0.314-0.137,0.310-0.138,0.287-0.128,0.336-0.142,0.212-0.091,0.161-0.068,0.116-0.049,0.079-0.031,0.049-0.020,0.937-0.325,0.431-0.112,0.074 0.034,-0.161 0.125,-0.292 0.170,-0.356 0.186,-0.366 0.184,-1.996 0.587,2.358-0.424,0.089 0.136,-0.037 0.135,-0.114 0.125,-0.154 0.107,-0.166 0.088,-0.161 0.071,-0.156 0.051,-0.007 0.037,0.097 0.039,-0.007 0.035,-0.010 0.033,-0.010 0.026,-0.010 0.021,-0.009 0.015,-2.443-0.119,2.149 0.123,-0.047 0.024,-0.086 0.025,-0.107 0.026,-0.113 0.024,-0.109 0.021,-1.267-0.144,2.082 0.265,0.492 0.021,0.441-0.008,0.377-0.026,0.307-0.034,0.238-0.037,0.178-0.038,-1.766-0.127,0.343-0.016,3.152 0.021,0.147-0.074,-0.212-0.073,-0.424-0.068,-0.529-0.060,-0.558-0.050,-0.534-0.040,-0.037-0.040,-0.179-0.007,-0.056 0.003,0.024 0.009,0.072 0.014,0.095 0.013,-3.750 0.183,4.400-0.114,0.479 0.059,0.167 0.065,-0.045 0.064,-0.183 0.059,-0.259 0.053,-0.289 0.043,-0.260 0.045,-0.223 0.043,-0.184 0.039,-0.143 0.032,-0.111 0.028,-0.078 0.021,-0.054 0.016,-3.279-0.328,2.115 0.199,-0.012-0.020,1.229 0.074,-0.358-0.058,-0.447-0.060,-0.467-0.054,-0.443-0.047,-0.394-0.039,-0.264-0.030,-0.244-0.023,-0.208-0.017,-0.174-0.011,-0.134-0.007,-0.102-0.003,-0.081-0.003,-0.160 0.001,-0.152 0.001,-0.131 0.002,-0.110 0.003,-0.085 0.002,-0.063 0.001,-0.043 0.002,-0.030 0.001,-0.016 0.001,-0.008 0.001,-0.010-0.004,-0.007-0.006,-0.006-0.006,-0.006-0.008,-0.004-0.005,-0.004-0.005,-0.001-0.005,-0.002-0.002,0.000-0.003,-0.001-0.001,-0.000-0.001,0.000-0.001,0.001 0.001,-0.001-0.001,0.001 0.000,-0.000 0.001,0.000-0.001,0.001 0.001,-0.001-0.000,0.001 0.001,0.000-0.001,-0.001 0.000,0.001 0.001,0.000-0.001,0.000 0.001,0.000 0.000,-0.001-0.001,0.001 0.001,0.000-0.001,0.000 0.001,-0.001-0.001,0.001 0.001,0.000 0.000,-0.001-0.001,0.001 0.001,0.000-0.001,0.000 0.001,-0.001-0.001,0.001 0.001,0.000-0.001,0.000 0.001,-0.001-0.001,0.001 0.001,0.000-0.001,-0.004-0.226,-0.002-0.358,-0.003-0.410,-0.003-0.411,-0.003-0.378,-0.002-0.331,-0.002-0.273,-0.049-0.156,-0.135-1.599,-0.095-0.637,-0.048-0.052,-0.021 0.212,-0.001 0.361,0.011 0.425,-0.072 0.338,-0.103 0.399,-0.117 0.341,-0.119 0.277,-0.107 0.214,-0.094 0.159,0.108 0.553,-0.453-0.369,-0.224 0.061,-0.193 0.077,-0.159 0.081,-0.127 0.077,0.688 0.651,-1.362-0.864,-0.032 0.099,0.118 0.161,0.196 0.181,0.227 0.179,0.227 0.162,-0.664-0.153,-0.599-0.100,-0.488-0.048,-0.375-0.012,-0.278 0.011,3.529 1.145,-3.605-1.047,0.013 0.094,0.171 0.129,0.257 0.140,0.289 0.136,0.288 0.122,2.715 0.552,-3.358-0.568,-0.519-0.025,-0.339-0.005,-0.198 0.007,-0.092 0.016,-0.018 0.019,0.033 0.022,3.023 0.390,-3.346-0.413,-0.138 0.005,-0.034 0.023,0.032 0.029,0.076 0.035,0.097 0.033,0.106 0.032,-0.410 0.010,0.056 0.065,0.045 0.067,0.035 0.063,0.028 0.053,0.018 0.043,0.013 0.036,-0.608-0.030,-0.347-0.009,0.037 0.012,0.281 0.023,0.415 0.031,0.472 0.031,-0.362 0.023,-0.058 0.033,-0.193 0.026,-0.255 0.022,-0.273 0.016,-0.256 0.011,0.188 0.007,0.104 0.004,0.169 0.003,0.196 0.000,0.195 0.000,0.179-0.000,4.622-0.006,-4.482 0.005,0.257-0.002,0.405-0.001,0.469 0.000,0.468-0.001,3.201-0.002,-1.862 0.001,-0.085-0.001,-1.291-0.014,-0.002-0.024,0.087-0.026,0.136-0.028,0.157-0.025,0.024-0.012,0.121 0.005,0.100 0.013,0.078 0.016,0.057 0.019,0.042 0.017,1.388 0.030,0.049 0.005,-0.849-0.003,0.162 0.009,0.176 0.007,0.178 0.006,0.165 0.003,0.148 0.003,1.024 0.012,-1.348 0.149,-0.158 0.121,-0.174 0.107,-0.170 0.090,-0.154 0.070,-0.128 0.053,0.187 0.005,0.150 0.022,0.200 0.016,0.213 0.008,0.208 0.005,0.188 0.000,0.160-0.001,0.132-0.002,0.102-0.003,0.076-0.004,0.055-0.002,0.954-0.493,-1.128 1.168,-0.120 0.463,-0.063 0.419,0.041 0.278,0.084 0.192,0.108 0.126,0.118 0.070,0.343-0.366,0.070 0.223,-0.119 1.209,0.154 0.131,0.153 0.006,0.140-0.075,0.123-0.124,0.103-0.149,0.194-2.937,-0.088 3.282,0.105-0.449,0.080-0.520,0.060-0.516,0.040-0.467,0.026-0.398,-0.008-0.491,0.011-0.234,0.009-0.194,0.007-0.154,0.005-0.118,0.659 0.505</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297.000 983.000,'0.012'0.000,"0.020"0.000,0.020 0.000,0.021 0.000,0.019 0.000,0.016 0.000,0.012 0.000,-0.025 0.000,0.027 0.000,0.253 0.000,0.252 0.000,0.266 0.000,0.255 0.000,0.228 0.000,0.286 0.011,0.491 0.019,0.528 0.021,0.516 0.022,0.470 0.020,0.411 0.019,0.937 0.009,0.023-0.014,0.149-0.010,0.002-0.013,-0.096-0.014,-0.157-0.014,-0.184-0.013,-2.699-0.026,3.513 0.013,0.003-0.011,-0.138-0.009,-0.217-0.005,-0.248-0.004,-2.152-0.002,2.659 0.013,0.399 0.021,0.416 0.025,0.390 0.025,0.337 0.022,0.277 0.019,-2.648-0.045,0.033-0.003,1.833 0.034,-0.013 0.008,-0.083 0.012,-0.122 0.012,-0.142 0.013,-1.049-0.029,0.933 0.021,-0.606-0.018,-0.728-0.021,-0.754-0.022,-0.713-0.019,-0.502-0.016,-0.728-0.017,-0.603-0.014,-0.474-0.009,-0.354-0.008,-0.249-0.004,-0.184-0.003,-0.123-0.001,-0.081 0.000,-0.049 0.000,-0.024 0.001,-0.008 0.000,0.003 0.001,0.010 0.001,0.014-0.000,0.013 0.001,0.014 0.000,0.011 0.001,0.010 0.000,0.008 0.000,0.005 0.000,0.005 0.000,0.003 0.000,0.002 0.000,0.000 0.001,0.001-0.001,-0.049 0.000,-0.092 0.000,-0.108 0.000,-0.075 0.000,-0.057 0.000,-0.043 0.000,-0.030 0.000,-0.019 0.000,0.410 0.000,-0.536 0.000,0.032 0.000,0.075 0.000,0.095 0.000,0.097 0.000,0.091 0.000,0.078 0.000,0.065 0.000,0.051 0.000,0.036 0.000,0.026 0.000,0.016 0.000,0.010 0.000,0.005 0.000,0.000 0.000,0.000 0.000,-0.002 0.000,-0.004 0.000,-0.002 0.000,-0.003 0.000,-0.003 0.000,-0.001 0.000,-0.002 0.000,-0.001 0.000,0.000 0.000,-0.001 0.000,-0.001 0.000,0.001 0.000,-0.001 0.000,0.001 0.000,-0.001 0.000,0.001 0.000,0.000 0.000,-0.001 0.000,0.001 0.000,0.000 0.000,0.000 0.000,0.000 0.000,0.000 0.000,0.000 0.000,0.000 0.000,0.000 0.000,0.000 0.000,0.000 0.000,0.001 0.000,-0.001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0.000,0.000 0.000,0.122 0.000,0.200 0.000,0.236 0.000,0.248 0.000,0.239 0.000,0.570 0.094,0.591 0.063,1.585 0.126,0.653 0.043,0.436 0.016,0.266-0.001,0.137-0.011,-2.166-0.151,1.849 0.066,-0.075-0.036,-0.193-0.039,-0.260-0.037,-0.286-0.032,-0.287-0.028,-1.300-0.036,2.126 0.001,0.334-0.018,0.260-0.012,0.193-0.010,0.137-0.006,0.090-0.002,-4.555 0.008,6.188-0.011,0.491 0.001,0.162 0.001,-0.051 0.002,-0.175 0.002,-0.234 0.001,-4.766-0.007,4.795-0.095,-0.500-0.034,-0.812-0.008,-0.929 0.007,-0.924 0.017,-1.957 0.062,1.545-0.018,0.211 0.016,0.210 0.015,0.200 0.013,0.178 0.012,0.154 0.008,-1.725 0.010,2.373 0.001,-0.216 0.006,-0.362 0.003,-0.425 0.002,-0.432 0.001,-0.402 0.000,-0.988-0.001,-0.042 0.000,0.768 0.027,-0.241 0.043,-0.281 0.048,-0.283 0.047,-0.260 0.042,-0.225 0.037,-1.236-0.154,1.895 0.111,0.408-0.015,0.730 0.001,-0.070-0.034,-0.245-0.033,-0.336-0.031,-0.366-0.026,-0.317-0.022,-0.368-0.018,-0.321-0.013,-0.268-0.010,-0.209-0.005,-0.157-0.005,-0.524-0.024,0.595-0.066,0.063-0.027,0.013-0.010,-0.025 0.002,-0.045 0.010,-0.059 0.014,-1.069 0.085,1.194-0.062,0.137 0.015,0.251 0.011,-0.021 0.015,-0.076 0.014,-0.107 0.010,-0.117 0.008,-0.238 0.006,-0.140 0.005,-0.138 0.001,-0.126 0.003,-0.110 0.000,-0.092-0.000,0.074 0.001,0.034-0.001,-0.017 0.000,-0.026-0.001,-0.031-0.001,-0.031 0.000,-0.164-0.001,0.091 0.000,-0.048 0.000,-0.062-0.001,-0.065 0.000,-0.063 0.000,-0.058 0.000,-0.278-0.003,0.215-0.075,-0.040-0.036,-0.033-0.016,-0.023-0.001,-0.018 0.008,-0.011 0.014,0.000 0.005,-0.028 0.023,-0.029 0.021,-0.025 0.017,-0.021 0.015,-0.019 0.012,-0.013 0.008,-0.009 0.005,-0.007 0.005,-0.005 0.001,-0.001 0.001,-0.002 0.001,0.001-0.001,-0.001-0.001,0.002 0.000,0.000-0.000,0.002-0.002,0.000 0.000,-0.000 0.000,0.001 0.000,0.001-0.001,0.000 0.000,-0.001 0.000,0.002 0.000,-0.001 0.000,-0.000-0.001,0.000 0.001,0.000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0.000,0.011-0.014,0.023-0.022,0.218-0.046,0.282-0.021,0.305-0.011,0.293-0.004,0.260-0.000,-0.477 0.055,1.021-0.029,0.277 0.014,0.174 0.014,0.093 0.015,0.038 0.012,-0.004 0.011,-1.985 0.021,1.432-0.006,0.352 0.002,3.268 0.019,1.107 0.031,0.822 0.032,0.578 0.032,0.381 0.027,-1.857-0.031,2.148 0.032,0.272 0.009,0.108 0.006,-0.001 0.006,-0.073 0.004,-0.114 0.004,0.106-0.045,-0.244-0.079,-0.256-0.092,-0.245-0.094,-0.219-0.085,-0.183-0.076,-1.156-0.020,-0.477-0.046,-0.506-0.036,-0.494-0.032,-0.452-0.023,-0.397-0.019,-3.501 0.382,3.358-0.380,-0.247 0.031,-0.243 0.040,-0.225 0.043,-0.199 0.042,-0.166 0.038,-2.550 0.232,2.656-0.183,-0.128 0.048,-0.488 0.055,-0.284 0.034,-0.306 0.029,-0.297 0.024,-0.275 0.020,-0.084 0.015,-0.347 0.014,-0.294 0.008,-0.236 0.005,-0.178 0.002,-0.129 0.000,-0.062-0.014,0.027-0.019,0.056-0.021,0.072-0.023,0.078-0.022,0.076-0.019,-0.151 0.035,0.255-0.040,0.005 0.007,-0.027 0.011,-0.045 0.013,-0.055 0.014,-0.058 0.013,0.832-0.029</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811.000 1015.000,'-0.047'-0.035,"-0.344"-0.253,-0.225-0.160,-0.175-0.121,-0.128-0.086,-0.092-0.059,-0.060-0.035,-0.173-0.039,-0.240-0.041,-0.266-0.037,-0.267-0.034,-0.253-0.028,-0.224-0.024,-0.239-0.016,0.149 0.105,0.274 0.130,0.334 0.138,0.346 0.132,0.329 0.118,0.295 0.101,0.812 0.198,-1.967 0.024</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335.000 911.000,'-0.009'0.000,"-0.015"0.000,-0.016 0.000,-0.017 0.000,-0.016 0.000,-0.014 0.000,-0.012 0.000,-0.009 0.000,-0.131 0.015,-0.125 0.022,-0.112 0.028,-0.095 0.027,-0.078 0.024,0.388-0.056,-0.408 0.191,-0.039 0.099,-0.033 0.085,-0.029 0.072,-0.022 0.058,-0.018 0.045,0.645-0.479,-0.795 0.966,-0.105 0.416,-0.116 0.396,-0.112 0.349,-0.100 0.291,-0.085 0.231,0.156 0.335,0.172 0.114,0.163 0.044,0.175-0.069,0.169-0.140,0.154-0.176,0.135-0.187,0.286-2.146,-0.055 2.238,0.253-0.031,0.255-0.061,0.238-0.075,0.210-0.081,-0.268-1.077,0.077-0.059,0.719 0.793,0.259-0.170,0.216-0.173,0.177-0.160,0.136-0.143,0.100-0.120,0.698 0.177,0.270 0.002,0.094-0.034,-0.021-0.053,-0.088-0.061,-1.393-0.650,1.251 0.540,-0.086-0.054,-0.164-0.081,-0.201-0.094,-0.211-0.094,-0.201-0.086,0.835 0.103,0.780 0.050,0.649-0.003,0.520-0.039,0.397-0.059,0.294-0.068,0.202-0.070,-2.112-0.370,2.216 0.159,-0.032-0.111,-0.193-0.108,-0.288-0.098,-0.333-0.087,-1.236-0.174,0.161-0.161,2.087-0.364,-0.240-0.229,-0.447-0.153,-0.538-0.093,-0.553-0.048,-1.277 0.065,0.459-0.479,-0.410-0.128,-0.369-0.064,-0.315-0.017,-0.255 0.014,-0.199 0.032,-0.147 0.041,-0.135 0.047,-0.252 0.168,-0.246 0.179,-0.220 0.171,-0.186 0.151,-0.392 0.350,0.178-0.340,-0.081-0.081,-0.077-0.087,-0.070-0.082,-0.058-0.073,-0.050-0.064,-0.163 0.623,0.024-1.415,-0.174-0.411,-0.183-0.293,-0.176-0.198,-0.157-0.122,-0.133-0.064,0.556 2.463,-0.927-2.559,-0.242 0.162,-0.178 0.252,-0.126 0.287,-0.081 0.283,-0.048 0.259,0.249 0.441,0.145 0.271,0.178 0.259,0.184 0.233,0.177 0.200,0.160 0.166,0.472 0.262,-1.552-0.309,-1.813-0.212,-0.735-0.028,-0.324 0.016,-0.045 0.042,0.136 0.055,0.926 0.115,-1.400-0.116,0.186 0.064,0.319 0.079,0.368 0.080,0.366 0.074,0.333 0.064,0.552 0.046,0.439 0.026,0.417 0.015,0.372 0.007,0.312 0.001,0.250-0.002,0.190-0.004,0.139-0.006,0.094-0.004,0.060-0.006,0.033-0.004,-1.214-0.243</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1022.000 901.000,'-0.065'-0.015,"-2.642"-0.423,-1.465-0.157,-0.790-0.019,-0.309 0.068,0.014 0.115,0.212 0.136,1.828 0.183,0.042 0.103,-1.332 0.302,-0.172 0.341,-0.192 0.338,-0.190 0.315,-0.177 0.277,-0.158 0.234,-0.063 0.355,0.209 0.230,0.398 0.124,0.495 0.048,0.525-0.008,0.494 0.283,0.792-0.144,0.529-0.014,0.471-0.053,0.401-0.075,0.329-0.084,0.260-0.086,0.450-1.866,0.044 2.202,0.482-0.015,0.440-0.078,0.379-0.110,0.312-0.122,0.243-0.121,0.308-0.056,0.216-0.127,0.175-0.111,0.137-0.095,0.102-0.076,0.070-0.057,-0.828-0.606,0.245 0.028,1.589 0.527,0.556-0.033,0.462-0.068,0.366-0.089,0.280-0.093,-0.908-0.339,1.380 0.126,0.085-0.181,-0.023-0.188,-0.088-0.183,-0.124-0.163,0.006-0.142,-0.525-0.149,-0.569-0.122,-0.550-0.094,-0.492-0.070,-0.413-0.049,-2.059 0.065,10.218-2.721</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437.000 1003.000,'-0.817'-0.015,"-0.702"-0.022,-0.572-0.026,-0.440-0.024,-0.324-0.021,-0.222-0.019,-0.104 0.005,-0.230 0.010,-0.214 0.015,-0.186 0.019,-0.156 0.016,-0.122 0.017,-0.092 0.012,0.758 0.015,0.337 0.025,-0.028 0.034,-1.447 0.101,-0.341 0.088,-0.353 0.082,-0.335 0.073,-0.302 0.064,-0.698 0.159,0.232 0.116,0.383 0.108,0.443 0.094,0.443 0.079,0.406 0.062,2.172-0.431,-1.392 0.575,0.504 0.055,0.519 0.013,0.487-0.012,0.428-0.031,0.358-0.036,0.205 0.182,0.222 0.177,0.151 0.206,0.093 0.204,0.051 0.187,0.021 0.157,0.151-0.007,0.129 0.327,0.232 0.049,0.240-0.010,0.226-0.048,0.197-0.065,0.064-0.664,0.530 0.638,0.425-0.039,0.401-0.067,0.353-0.076,0.296-0.077,0.232-0.070,0.145-0.120,0.021-0.183,-0.037-0.190,-0.070-0.177,-0.082-0.153,-2.086-1.127,2.625 0.972,0.449-0.051,0.261-0.075,0.122-0.086,0.022-0.086,-0.043-0.082,-0.085-0.070,0.547-0.040,0.353-0.116,0.416-0.110,0.419-0.098,0.388-0.084,0.337-0.067,0.275-0.051,-2.676-0.107,2.472-0.071,0.418-0.176,1.194-0.342,-0.249-0.339,-0.470-0.320,-0.571-0.285,-0.589-0.240,-2.820 0.569,1.814-1.481,-1.049-0.407,-1.026-0.276,-0.920-0.174,-0.774-0.094,-0.616-0.041,-0.465 0.422,-0.311 0.146,-0.232 0.168,-0.164 0.169,-0.111 0.157,-0.065 0.139,-2.368-5.653</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968.000 998.000,'-2.374'0.000,"-1.626"0.000,-1.030 0.000,-0.576 0.000,-0.248 0.000,-0.026 0.000,3.707 0.000,-3.443 0.042,0.387 0.064,0.479 0.073,0.499 0.071,0.467 0.065,0.410 0.056,2.749-0.293,-2.393 0.676,0.196 0.335,0.234 0.294,0.243 0.246,0.229 0.197,0.205 0.150,0.213 0.067,0.295-0.108,0.281-0.167,0.253-0.192,0.213-0.193,0.173-0.176,0.307-0.700,-0.168 0.915,0.080 0.152,0.079 0.086,0.077 0.037,0.067 0.000,0.058-0.023,0.063-0.569,0.783 1.230,0.932 0.423,0.981 0.421,0.930 0.383,0.822 0.329,0.685 0.268,-3.154-2.590,4.338 2.584,0.470-0.326,0.161-0.479,-0.043-0.534,-0.165-0.523,-0.225-0.471,0.525-0.504,0.680-0.376,0.465-0.339,0.293-0.290,0.161-0.239,0.064-0.187,-0.663-0.135,-0.605-0.108,-0.718-0.079,-0.739-0.057,-0.705-0.037,-0.633-0.022,-3.704 0.422,2.914-0.743,3.661-1.532,0.546-0.734,-0.104-0.479,-0.533-0.277,-0.780-0.127,-0.896-0.019,-3.506 2.308,2.342-2.642,-1.081 0.136,-0.968 0.239,-0.825 0.289,-0.670 0.299,-0.525 0.282,-0.491 2.519,-0.318-2.546,-0.698 0.186,-0.593 0.155,-0.475 0.121,-0.363 0.091,-0.263 0.064,0.890 1.102,-2.495-1.319,-0.838-0.020,-0.594 0.071,-0.392 0.123,-0.237 0.141,2.752 1.177,-1.867-0.437,0.342 0.296,0.487 0.298,0.552 0.279,0.559 0.250,0.529 0.213,1.710 0.263,-1.650 0.167,0.182 0.225,0.181 0.147,0.164 0.087,0.141 0.042,0.118 0.009,-0.014-0.021,0.061-0.085,0.043-0.102,0.023-0.103,0.013-0.096,0.004-0.082,-0.003-0.069,-0.005-0.054,-5.232-0.518</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1496.000 714.000,'0.000'0.094,"0.000"0.441,0.000 0.384,0.111 1.420,0.173 0.838,0.197 0.685,0.196 0.535,0.180 0.399,-0.268-1.675,0.729 4.019,0.113 1.210,0.015 0.918,-0.046 0.656,-0.080 0.443,-0.664-4.534,0.224 3.878,-0.203-0.465,-0.180-0.720,-0.151-0.831,-0.122-0.841,-0.095-0.785,-0.106-4.873,0.025 4.430,-0.046-0.506,-0.030-0.567,-0.017-0.563,-0.008-0.519,0.000-0.453,-0.001-0.252,0.007-0.523,0.008-0.495,0.009-0.434,0.007-0.363,0.008-0.334,0.004-0.268,0.005-0.218,0.003-0.170,0.002-0.126,0.001-0.087,0.001-0.058,0.000-0.054,0.009-7.822</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1516.000 687.000,'0.141'0.000,"1.195"0.010,0.839 0.016,0.683 0.018,0.534 0.018,0.399 0.019,0.283 0.015,0.191 0.014,1.110-0.031,1.140-0.069,1.239-0.084,1.203-0.086,1.087-0.081,0.928-0.071,-6.425 0.189,8.602-0.183,1.478 0.017,0.933 0.031,0.512 0.038,0.203 0.040,-0.014 0.038,2.203 0.032,0.549 0.032,-0.190 0.027,-0.647 0.019,-0.894 0.017,-0.986 0.010,-9.753-0.007,12.251-0.143,1.478-0.125,1.273-0.115,1.043-0.101,0.813-0.083,0.605-0.066,0.427-0.049,0.281-0.035,-15.141 0.456,15.786-0.359,0.328 0.078,-0.398 0.091,-0.833 0.091,-1.052 0.087,-1.112 0.076,-1.070 0.065,-8.635 0.076,8.572-0.054,-1.176-0.044,-1.497-0.068,-1.582-0.077,-1.509-0.076,-1.347-0.069,-11.340 0.364,9.689-0.416,-0.794-0.043,-1.110-0.015,-1.252 0.006,-1.262 0.018,-1.190 0.026,0.668-0.135,-0.518-0.024,-0.606-0.001,-0.612 0.015,-0.563 0.022,-0.485 0.026,-0.649 0.153,-0.747 0.227,-0.720 0.250,-0.644 0.241,-0.541 0.216,-0.432 0.184,-0.330 0.146,-0.237 0.112,-0.162 0.081,-0.101 0.055,-0.055 0.035,-0.023 0.019,-0.001 0.008,0.014 0.001,0.019-0.004,0.023-0.007,-0.041-0.601,0.144 1.737,0.059 1.091,0.042 1.065,0.026 0.972,0.015 0.845,0.006 0.703,0.001 0.563,-0.112-2.601,0.159 3.484,-0.013 0.061,-0.035-0.229,-0.045-0.405,-0.050-0.489,-0.050-0.513,-0.155-5.384,0.105 5.855,-0.042 0.016,-0.033-0.134,-0.027-0.217,-0.020-0.257,-0.014-0.262,-0.006-5.117,-0.097 5.259,-0.150 0.024,-0.174-0.172,-0.174-0.290,-0.167-0.344,-0.146-0.359,0.703-4.300,-1.798 4.577,-0.800-0.637,-0.679-0.732,-0.544-0.722,-0.417-0.652,-0.301-0.552,0.949-0.893,-1.341-0.080,-0.763-0.311,-0.747-0.275,-0.691-0.238,-0.608-0.194,-0.514-0.156,2.467-0.134,-5.784-0.134,-1.985-0.219,-1.758-0.218,-1.490-0.202,-1.210-0.177,-0.947-0.149,-4.617-0.115,-1.952 0.171,-1.769 0.246,-1.497 0.270,-1.203 0.260,-0.915 0.230,3.325 0.203,1.027 0.211,1.290 0.198,1.365 0.174,1.309 0.148,1.181 0.118,0.900-0.007,0.652-0.086,0.448-0.131,0.283-0.150,0.158-0.151,0.063-0.140,-1.426-0.096,-0.174-0.095,-0.174-0.066,-0.156-0.043,-0.136-0.026,-0.110-0.013,13.491-0.064,-9.095 0.111,1.910 0.015,2.186 0.000,2.230-0.012,2.117-0.019,1.904-0.022,-1.492 0.182</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1744.000 619.000,'2.009'0.025,"1.756"0.037,1.449 0.043,1.138 0.042,0.848 0.036,0.599 0.033,0.394 0.025,-2.270-0.051,-0.220 0.016,-0.283 0.017,0.887 0.059,-0.520-0.019,-0.513-0.032,-0.470-0.037,-0.411-0.038,-0.340-0.035,-2.491-0.078,1.937 0.046,-0.493-0.006,-0.512 0.003,-0.488 0.007,-0.434 0.011,-0.370 0.010,-0.421 0.092,-0.458 0.128,-0.426 0.143,-0.371 0.143,-0.308 0.130,-0.244 0.113,-0.186 0.093,0.643-0.540,-0.842 0.451,-0.440 0.109,-1.674 0.596,-0.647 0.085,-0.451 0.018,-0.291-0.025,-0.169-0.052,-0.077-0.066,4.121-1.223,-2.299 0.712,-3.079 1.053,0.164 0.051,0.499-0.065,0.663-0.130,0.704-0.160,1.486-0.549,-0.374 0.228,0.707-0.267,0.642-0.268,0.544-0.242,0.437-0.207,0.333-0.166,0.267-0.108,0.161-0.041,0.116-0.012,0.080 0.006,0.050 0.018,0.027 0.023,-0.059-0.141,0.570 0.381,0.479 0.230,0.464 0.217,0.422 0.194,0.368 0.168,0.310 0.140,-2.061-1.074,2.815 1.469,0.472 0.261,-0.113-0.048,-0.283-0.139,-0.364-0.182,-0.378-0.194,-0.357-0.183,-0.311-0.161,-0.850-0.426,-0.132-0.027,0.093 0.203,-0.347-0.058,-0.339-0.060,-0.313-0.057,-0.273-0.050,-0.229-0.044,0.248-0.476,-0.773 0.675,-0.428 0.151,-0.381 0.131,-0.321 0.109,-0.259 0.087,-0.201 0.067,-0.149 0.049,1.499-0.838,-2.050 0.811,-0.390-0.038,-0.296-0.067,-0.214-0.082,-0.145-0.086,-0.093-0.083,-0.050-0.074,-0.126-0.032,0.340-0.102,0.413-0.097,0.426-0.084,0.401-0.071,2.340-0.448,-6.433 2.280</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2082.000 544.000,'0.000'0.090,"0.000"0.155,-0.034 0.686,-0.055 0.713,-0.064 0.741,-0.065 0.710,-0.062 0.639,-0.056 0.550,-0.121 0.489,-0.130 0.141,-0.134 0.002,-0.129-0.088,-0.114-0.137,-0.097-0.161,-0.078-0.162,0.058-0.395,0.076-0.286,0.107-0.291,0.121-0.275,0.119-0.245,0.113-0.208,0.339-1.607,-0.217 1.345,0.120-0.610,0.100-0.638,0.078-0.602,0.059-0.525,0.041-0.435,0.028-0.342,0.008-0.046,0.005-0.301,0.170-0.759,0.251-0.409,0.288-0.328,0.291-0.253,0.271-0.185,0.237-0.129,-0.801 1.859,1.579-1.864,0.401 0.062,0.232 0.186,0.104 0.256,0.014 0.288,-0.049 0.289,0.805-0.033,0.428 0.120,0.317 0.081,-0.325 0.270,-0.505 0.274,-0.570 0.253,-0.565 0.220,-0.512 0.179,-0.435 0.140,-0.354 0.104,-0.271 0.073,-0.200 0.048,-0.137 0.028,0.617 1.761,0.330 1.383,0.133 1.034,-0.003 0.729,-0.084 0.481,-1.366-4.120,1.216 4.326,-0.182-0.175,-0.210-0.409,-0.210-0.518,-0.193-0.543,-0.166-0.513,-0.462-2.543,0.255 1.770,-0.097-0.349,-0.082-0.350,-0.065-0.325,-0.050-0.292,-0.038-0.247,-0.006-0.471,0.073 0.342,0.018-0.157,0.002-0.125,-0.009-0.093,-0.015-0.066,-0.016-0.043,0.060 0.108</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688.000 1200.000,'0.000'0.021,"0.000"0.035,0.000 0.040,0.024 0.002,0.038 0.006,0.063 0.020,0.038-0.009,0.026-0.014,0.019-0.015,0.012-0.016,-0.028 0.009,0.053 0.053,0.206 0.180,0.067 0.104,0.042 0.085,0.023 0.067,0.007 0.050,0.000 0.035,-0.468-0.523,0.619 0.510,0.163 0.047,0.145 0.051,0.127 0.051,0.105 0.046,0.082 0.043,0.238 0.158,-0.025 0.002,-0.063-0.014,-0.083-0.026,-0.086-0.029,-0.082-0.030,-0.032-0.095,0.123-0.035,0.164-0.034,0.176-0.030,0.174-0.024,0.156-0.020,-0.522-0.242,0.117-0.040,1.172 0.172,0.163-0.034,0.069-0.016,0.006-0.006,-0.033 0.003,-2.444-0.440,1.987 0.344,-0.111-0.018,-0.153-0.017,-0.175-0.017,-0.174-0.014,-0.164-0.012,-1.389-0.288,1.544 0.298,-0.016-0.019,-0.026-0.017,-0.027-0.015,-0.029-0.013,-0.026-0.009,-0.021-0.008,-0.120-0.021,-0.093-0.017,-0.100-0.017,-0.098-0.016,-0.090-0.014,-0.076-0.013,-0.156-0.006,1.822 0.313,0.619 0.099,0.287 0.041,0.052 0.001,-0.095-0.024,-0.183-0.037,-0.447-0.075,-0.228-0.036,-0.220-0.034,-0.200-0.028,-0.171-0.025,-0.144-0.018,0.336-0.018,0.382-0.021,0.399-0.018,0.382-0.017,0.344-0.012,0.294-0.012,0.244-0.008,0.191-0.006,0.715-0.016,0.525-0.047,-0.122-0.075,-0.318-0.080,-0.415-0.077,-0.441-0.067,-0.420-0.056,-0.372-0.045,-2.334 0.116,0.975-0.108,0.234-0.084,2.452-0.405,0.351-0.138,0.143-0.081,0.000-0.037,-0.092-0.006,-0.144 0.012,-0.167 0.026,-2.048 0.369,2.216-0.365,-0.187 0.017,-0.335 0.028,-0.403 0.032,-0.420 0.033,-0.398 0.031,-2.967 0.615,2.819-0.638,-0.352 0.049,-0.408 0.078,-0.410 0.087,-0.378 0.087,-0.330 0.081,0.426-0.105,0.525-0.108,0.488-0.087,0.433-0.070,0.365-0.050,0.295-0.037,0.231-0.023,0.171-0.016,-0.732 0.106,1.140-0.316,-0.457 0.022,-0.607 0.063,-0.649 0.084,-0.620 0.088,-0.551 0.086,-1.745 0.632,1.148-0.453,-0.280 0.087,-0.236 0.079,-0.189 0.070,-0.145 0.060,-0.108 0.046,-0.454 0.199,0.795-0.369,0.389-0.191,0.418-0.203,0.400-0.195,0.361-0.173,0.307-0.147,-1.126 0.509,1.131-0.655,-0.143-0.021,-0.237 0.035,-0.280 0.069,-0.289 0.086,-0.270 0.089,-0.174-0.051,-0.096-0.064,-0.071-0.042,-0.052-0.025,-0.035-0.010,-0.020-0.003,-0.678 0.834,0.622-0.912,-0.109 0.055,-0.112 0.083,-0.104 0.093,-0.092 0.092,-0.075 0.084,-0.062 0.073,-0.045 0.059,-0.034 0.048,-0.023 0.034,-0.014 0.025,-0.007 0.017,-0.064-0.427,0.049-0.918,-0.060-0.380,-0.086-0.177,-0.095-0.029,-0.093 0.067,-0.088 0.125,-0.031 1.021,-0.229-0.858,-0.189 0.107,-0.183 0.113,-0.164 0.110,-0.141 0.099,-0.116 0.087,0.606 1.127,-1.107-1.113,-0.343 0.021,-0.298 0.015,-0.247 0.010,-0.195 0.007,-0.150 0.002,-0.230 0.026,-0.266 0.038,-0.269 0.044,-0.252 0.042,-0.220 0.041,-0.186 0.035,-0.250 0.044,-0.027 0.130,0.024 0.141,0.055 0.137,0.070 0.123,0.073 0.106,1.327 0.349,-3.359-0.457,-0.637 0.024,-0.213 0.069,0.069 0.094,0.242 0.102,0.333 0.099,0.362 0.090,2.394 0.259,-0.833-0.018,-0.130 0.013,-2.153-0.082,0.164 0.055,0.331 0.058,0.414 0.056,0.436 0.051,0.419 0.044,3.094 0.070,-2.957-0.023,0.356 0.026,0.483 0.020,0.531 0.012,0.521 0.009,0.477 0.005,2.032-0.010,-5.191 0.044,-1.332 0.045,-0.526 0.049,0.008 0.046,0.329 0.042,0.494 0.034,4.285-0.144,-3.657 0.302,0.045 0.111,0.253 0.082,0.375 0.059,0.432 0.038,0.443 0.022,0.910-0.080,-0.552 0.183,0.155 0.044,0.100 0.036,0.056 0.030,0.023 0.023,0.000 0.017,3.133-0.781,-3.540 0.888,-0.089 0.039,0.026 0.015,0.097-0.001,0.135-0.012,0.149-0.016,0.296-0.045,0.367-0.058,0.385-0.062,0.369-0.062,0.331-0.055,0.284-0.049,0.181-0.014,0.009 0.053,0.115-0.008,0.078-0.006,0.051-0.004,0.028-0.004,0.202-0.059,-0.715 0.473,-0.116 0.135,-0.016 0.066,0.048 0.021,0.085-0.010,0.099-0.029,0.262-0.147,0.155-0.072,0.154-0.073,0.142-0.070,0.125-0.062,0.894-0.774,-1.166 1.248,-0.125 0.389,-0.061 0.347,-0.014 0.292,0.014 0.237,0.033 0.182,0.040 0.133,0.015 0.145,0.085-0.050,0.086-0.099,0.081-0.117,0.069-0.121,0.058-0.113,0.904-2.172,-0.932 2.195,0.049-0.121,0.099-0.226,0.122-0.269,0.126-0.275,0.119-0.259,0.105-0.224,0.087-0.186,0.217-0.344,-0.061 0.938,0.097 0.184,0.088 0.057,0.077-0.028,0.061-0.078,0.050-0.105,-0.068-1.423,0.278 1.273,0.160 0.001,0.130-0.018,0.101-0.028,0.076-0.034,0.055-0.035,-0.275-0.558,3.962 5.104</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1190.000 1119.000,'-0.118'-0.024,"-0.196"-0.038,-0.293-0.051,-0.154-0.015,-0.092-0.002,-0.049 0.008,-0.014 0.013,0.006 0.017,-0.193 0.010,-0.045 0.020,-0.015 0.018,0.005 0.014,0.017 0.012,0.928 0.014,-1.152 0.011,-0.142 0.027,-0.100 0.030,-0.066 0.026,-0.039 0.023,-0.020 0.019,0.239-0.013,0.125-0.008,0.143-0.015,0.146-0.015,0.136-0.017,0.119-0.015,0.064-0.004,-0.011 0.005,-0.042 0.010,-0.061 0.013,-0.068 0.011,-0.068 0.014,-0.063 0.010,0.848-0.086,-0.968 0.092,-0.080 0.008,-0.036 0.010,-0.004 0.008,0.017 0.007,0.030 0.006,0.991-0.120,-1.252 0.121,-0.058-0.017,0.007-0.020,0.047-0.023,0.068-0.020,0.079-0.020,1.107-0.043,-1.208 0.045,-0.082 0.021,-0.063 0.029,-0.046 0.031,-0.033 0.030,-0.022 0.030,-0.012 0.024,0.026 0.042,0.048 0.050,0.059 0.050,0.062 0.048,0.058 0.042,0.054 0.036,0.044 0.029,0.551-0.201,-0.035 0.010,-0.673 0.241,0.059-0.028,0.118-0.048,0.150-0.058,0.154-0.060,0.149-0.054,0.130-0.049,0.600-0.209,-1.777 0.552,-0.586 0.187,-0.284 0.106,-0.074 0.049,0.065 0.007,0.146-0.018,-0.007 0.037,0.162-0.026,0.148-0.028,0.125-0.026,0.098-0.020,0.076-0.018,0.205-0.076,0.058-0.019,0.046-0.016,0.034-0.014,0.025-0.009,0.017-0.009,0.010-0.004,0.161-0.067,0.167-0.069,0.189-0.078,0.192-0.076,0.176-0.073,0.154-0.062,0.131-0.053,0.102-0.042,0.074-0.019,0.060-0.010,0.043 0.001,0.026 0.006,0.016 0.010,0.006 0.011,0.000 0.011,-0.002 0.011,-0.277 0.206,-0.294 0.313,-0.193 0.283,-0.137 0.255,-0.088 0.219,-0.052 0.176,-0.026 0.137,-0.090 0.449,0.045 0.186,0.124 0.008,0.162-0.104,0.173-0.162,0.165-0.185,0.159-0.197,0.143-0.190,0.122-0.168,0.096-0.140,0.076-0.112,0.053-0.085,0.039-0.878,0.051 1.495,0.098 0.436,0.103 0.293,0.100 0.179,0.090 0.092,0.079 0.030,0.065-0.014,0.033-0.165,0.016-0.229,0.002-0.266,-0.008-0.271,-0.014-0.254,-0.016-0.227,0.075-0.069,-0.005-0.203,-0.002-0.159,0.000-0.115,-0.001-0.081,0.001-0.052,-0.105-0.228,0.350 0.133,1.641 0.772,0.540 0.172,0.245 0.048,0.040-0.033,-0.087-0.077,-0.161-0.103,-0.193-0.106,-0.195-0.101,-0.182-0.090,-0.159-0.075,-0.152-0.298,3.224 0.600,1.040 0.042,0.437-0.064,0.014-0.126,-0.264-0.159,-0.426-0.170,-3.689-0.477,3.767 0.352,-0.360-0.119,-0.499-0.116,-0.551-0.106,-0.545-0.092,-0.500-0.074,-3.118-0.126,3.307 0.046,0.273-0.060,0.285-0.049,0.273-0.040,0.244-0.030,0.208-0.023,0.170-0.014,0.197-0.012,-0.540 0.014,-0.671 0.021,-0.696 0.022,-0.650 0.023,-2.558 0.046,2.922-0.469,0.377-0.299,0.161-0.231,0.004-0.174,-0.097-0.124,-0.160-0.083,-0.075-0.098,-0.263-0.002,-0.263 0.025,-0.247 0.039,-0.217 0.046,-0.184 0.049,-0.150 0.045,-1.923 1.035,2.254-1.337,0.113-0.236,0.060-0.229,0.022-0.204,-0.006-0.175,-0.020-0.141,-0.030-0.110,-2.336 2.175,1.573-1.655,-0.145-0.046,0.214-0.512,-0.210 0.031,-0.195 0.068,-0.173 0.089,-0.145 0.096,-0.117 0.095,-0.092 0.085,-0.540 0.926,0.378-0.870,-0.193 0.226,-0.181 0.238,-0.159 0.223,-0.132 0.196,-0.104 0.163,-0.276 0.957,0.101-0.975,-0.160-0.205,-0.160-0.248,-0.151-0.260,-0.132-0.246,0.132 0.807,-0.356-1.017,-0.120-0.009,-0.093 0.064,-0.067 0.104,-0.048 0.125,-0.031 0.127,-0.018 0.120,0.626 1.119,-0.797-1.086,-0.068 0.136,-0.050 0.140,-0.034 0.130,-0.022 0.112,-0.012 0.093,-0.005 0.073,0.000 0.054,-0.316-0.087,-0.471-0.158,-0.528-0.190,-0.518-0.195,-0.470-0.180,0.083 0.108,-0.152 0.047,-0.113 0.094,-0.081 0.115,-0.053 0.121,-0.032 0.118,-0.017 0.104,-0.005 0.089,0.534 0.207,0.749 0.224,-0.154 0.008,-3.044-0.445,-0.455 0.112,-0.273 0.135,-0.140 0.135,-0.045 0.127,0.465 0.168,0.503 0.164,0.578 0.157,0.576 0.139,0.527 0.117,0.453 0.093,0.370 0.070,0.515 0.034,0.452 0.023,0.425 0.010,0.375 0.000,0.314-0.006,0.252-0.009,0.253-0.046,0.188-0.047,0.158-0.053,0.125-0.050,0.096-0.048,0.070-0.041,-0.006-0.051</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1582.000 1130.000,'0.000'-0.087,"0.000"-0.053,0.000-0.028,0.000-0.011,0.000 0.003,0.000 0.008,0.000 0.014,0.000 0.014,0.000 0.014,0.000 0.013,0.000 0.010,0.000 0.010,0.000 0.006,-0.133-0.015,-0.207-0.035,-0.240-0.040,-0.244-0.044,-0.228-0.040,-0.022 0.001,-0.517-0.113,-0.209-0.036,-0.137-0.017,-0.083-0.006,-0.042 0.004,-0.010 0.008,1.625 0.335,-2.939-0.324,-0.907 0.063,-0.772 0.067,-0.624 0.065,-0.479 0.059,-0.352 0.048,0.558 0.111,0.100 0.136,0.176 0.148,0.211 0.145,0.219 0.134,0.211 0.118,0.190 0.098,1.873-0.243,-1.954 0.517,0.166 0.097,0.236 0.050,0.263 0.017,0.263-0.005,0.242-0.019,0.397-0.060,0.303-0.026,0.290-0.024,0.263-0.023,0.227-0.018,0.187-0.016,0.148-0.012,0.041 0.021,0.057-0.010,0.037 0.162,-0.063 0.310,-0.089 0.364,-0.099 0.377,-0.101 0.356,-0.092 0.319,-0.083 0.273,0.060 0.170,0.262-0.075,0.329-0.169,0.348-0.214,0.333-0.228,0.301-0.220,0.425-1.018,0.180 0.723,0.286-0.104,0.231-0.114,0.181-0.115,0.136-0.108,0.096-0.097,-0.446-0.933,0.778 1.063,0.092-0.069,0.027-0.097,-0.016-0.106,-0.041-0.105,-0.054-0.094,-0.058-0.082,-0.625-0.719,0.780 0.574,0.294 0.088,1.416 0.592,0.959 0.181,0.919 0.145,0.816 0.114,0.683 0.083,0.547 0.058,-0.239-0.247,0.038-0.181,-0.063-0.218,-0.125-0.225,-0.153-0.214,-0.161-0.191,0.848-0.150,0.417-0.248,0.494-0.222,0.494-0.186,0.453-0.148,0.387-0.111,-7.591 0.017,7.440-0.194,-0.139-0.105,-0.456-0.068,-0.616-0.039,-0.669-0.019,-0.651-0.003,-5.307 0.351,6.042-0.477,0.535-0.142,0.291-0.136,0.112-0.124,-0.010-0.106,-0.087-0.088,-6.558 0.921,5.834-1.125,-0.716-0.099,-0.884-0.020,-0.934 0.031,-0.902 0.062,-0.818 0.080,-1.995 0.769,1.247-0.984,-0.743 0.025,-0.601 0.059,-0.461 0.076,-0.337 0.078,-0.232 0.073,-0.070 0.995,-0.146-1.016,-0.174-0.151,-0.152-0.165,-0.126-0.161,-0.101-0.147,-0.077-0.125,-0.055-0.103,0.648 1.668,-0.832-1.589,-0.292-0.280,-0.874-1.012,-0.511-0.332,-0.448-0.239,-0.375-0.163,-0.302-0.103,-0.231-0.054,3.215 3.349,-3.768-3.489,-0.168 0.147,0.042 0.308,0.175 0.387,0.246 0.411,0.275 0.394,0.271 0.355,2.992 1.874,-3.397-1.593,-0.147 0.262,-0.272 0.219,-0.088 0.261,-0.056 0.225,-0.032 0.189,-0.012 0.148,-0.001 0.113,0.782 0.168,-1.864-0.074,-0.213 0.119,-0.041 0.124,0.070 0.120,0.132 0.104,1.709 0.104,-0.924 0.138,0.720 0.078,0.764 0.044,0.729 0.019,0.641 0.002,-1.132 0.808</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108.000 334.000,'-0.027'0.027,"-0.222"0.344,-0.253 0.444,-0.266 0.483,-0.252 0.470,-0.223 0.426,-0.190 0.363,-0.151 0.298,0.127-0.070,0.037 0.177,0.073 0.150,0.092 0.126,0.100 0.100,0.096 0.076,0.513-0.413,0.000 3.934,0.329 0.696,0.264-0.032,0.202-0.486,0.145-0.734,0.100-0.831,-0.391-4.490,0.567 4.044,0.101 0.030,0.049 0.055,0.009 0.071,-0.016 0.072,-0.033 0.072,-0.058 0.171,-0.153-0.394,-0.167-0.485,-0.163-0.503,-0.147-0.475,-0.126-0.420,-0.050-0.418,0.001-0.385,0.034-0.331,0.051-0.275,0.058-0.215,0.058-0.162,0.012-1.029,2.161 4.701,2.670 5.362,0.876 1.845,0.115 0.470,-0.370-0.427,-0.644-0.954,-1.658-3.308,0.106 1.330,-0.947-1.527,-0.843-1.485,-0.710-1.331,-0.567-1.126,-0.432-0.907,-0.132-0.244,-0.006 0.556,0.082 0.850,0.133 0.980,0.159 1.000,0.163 0.944,0.067 1.287,-0.051 0.485,-0.108 0.252,-0.135 0.088,-0.142-0.022,-0.136-0.090,-0.129-0.587,-0.097-0.096,-0.033-0.509,0.002-0.511,0.023-0.472,0.035-0.409,0.141 0.174,0.229-0.064,0.246 0.030,0.235 0.083,0.207 0.108,0.172 0.114,-0.648-5.703,1.124 8.435,0.243 1.776,0.097 1.029,-0.001 0.481,-0.063 0.099,-0.097-0.150,-0.226-0.623,-0.280-0.776,-0.294-0.852,-0.283-0.829,-0.253-0.755,-0.213-0.645,-0.172-0.529,0.198-6.477,-0.403 6.825,-0.062-0.150,0.006-0.293,0.048-0.356,0.067-0.366,0.075-0.341,0.067 0.581,0.042 0.425,0.031 0.159,0.020-0.021,0.013-0.133,0.007-0.192,0.000-0.809,-0.019-0.357,-0.024-0.360,-0.026-0.338,-0.024-0.301,-0.024-0.254,-0.046 0.562,0.006-0.100,0.016-0.051,0.020-0.017,0.020 0.004,0.021 0.017,0.159-3.566,0.019 3.542,0.107 0.055,0.091-0.147,0.076-0.265,0.058-0.320,0.045-0.334,0.031-0.316,0.022-0.282,-0.015 0.477,-0.036 0.256,-0.048 0.092,-0.052-0.017,-0.050-0.087,-0.045-0.125,-0.039-0.140,0.012 1.645,0.032 0.629,0.048 0.258,0.052 0.011,0.051-0.138,0.045-0.215,0.038-0.242,0.030-0.236,0.022-0.212,0.015-0.176,0.012-0.142,-0.042-0.672,-0.014-0.300,-0.019-0.299,-0.018-0.277,-0.018-0.242,-0.016-0.200,-0.013-0.157,0.090-0.088,0.043-0.108,-0.003-0.256,-0.033-0.334,-0.049-0.361,-0.057-0.355,-0.190-1.249,0.121 0.925,-0.061-0.358,-0.053-0.327,-0.043-0.281,-0.033-0.228,-0.025-0.179,-0.016-0.131,-0.012-0.093,-0.005-0.061,-0.004-0.036,-0.001-0.017,0.001-0.005,-0.032-0.030</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238.000 1270.000,'0.028'-0.014,"0.043"-0.021,0.048-0.025,0.048-0.023,0.043-0.022,0.037-0.019,0.036 0.011,0.076 0.007,0.083 0.013,0.081 0.013,0.073 0.016,0.065 0.013,-0.424 0.041,4.575-0.026,1.960 0.033,1.646 0.042,1.120 0.048,0.699 0.046,0.373 0.044,0.135 0.040,-5.897-0.122,10.081 0.221,2.566 0.101,2.217 0.107,1.834 0.104,1.453 0.094,1.101 0.080,-14.065-0.470,16.585 0.545,0.804 0.035,-0.274 0.006,-0.957-0.014,-1.337-0.024,-1.493-0.032,-18.507-0.676,22.166 0.641,2.353-0.050,1.931-0.045,1.518-0.040,1.142-0.033,0.818-0.027,0.550-0.021,-0.446-0.056,-1.050-0.078,-0.440-0.082,-1.850-0.065,-0.829-0.034,-0.830-0.019,-0.774-0.006,-0.685 0.001,-0.580 0.005,-16.388-0.157,16.586 0.134,-0.656-0.031,-1.111-0.033,-1.326-0.035,-1.375-0.032,-1.308-0.028,-1.175-0.025,-1.004-0.019,-0.179-0.015,-0.918-0.001,-1.881 0.008,-1.984 0.015,-1.895 0.016,-1.689 0.017,-1.429 0.016,-1.154 0.014,-7.225-0.083,5.385 0.137,0.090 0.064,1.994 0.141,0.064 0.059,-0.022 0.039,-0.073 0.021,-0.103 0.010,-0.113 0.002,-0.112-0.005,0.089 0.003,-0.737-0.046,-0.820-0.053,-0.801-0.050,-0.725-0.048,-0.616-0.039,-3.306-0.168,2.969 0.125,-0.192-0.002,-0.242 0.008,-0.254 0.014,-0.242 0.016,-0.216 0.017,-0.466-0.016,-0.248-0.007,-0.231-0.012,-0.209-0.014,-0.177-0.015,-0.144-0.013,-0.114-0.013,-1.713-0.143,2.769 0.223,0.683 0.104,-0.138 0.020,0.465 0.079,0.444 0.075,0.401 0.071,0.347 0.059,0.288 0.052,0.555 0.037,-0.021-0.065,-0.126-0.092,-0.185-0.103,-0.207-0.103,-0.208-0.094,-0.193-0.083,-4.262-0.176,3.924 0.080,-0.223-0.064,-0.368-0.057,-0.441-0.048,-0.462-0.040,-0.445-0.031,-1.810 0.066,1.450-0.090,-0.425 0.005,-0.401 0.014,-0.358 0.017,-0.303 0.020,-0.245 0.018,-0.774 0.057,0.600-0.035,-0.094 0.014,-0.073 0.010,-0.056 0.010,-0.040 0.007,-0.029 0.004,1.241 0.040</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272.000 476.000,'-0.012'-0.106,"-0.018"-0.080,-0.020-0.058,-0.021-0.040,-0.018-0.024,-0.016-0.013,-0.013-0.006,-0.023-0.089,-0.046-0.187,-0.052-0.216,-0.051-0.224,-0.049-0.211,-0.042-0.189,-0.031-0.151,-0.015-0.091,-0.007-0.056,-0.000-0.027,0.005-0.009,0.005 0.006,0.009 0.013,0.007 0.019,0.096 0.261,-0.039-0.328,0.041 0.151,0.041 0.209,0.036 0.232,0.031 0.228,0.026 0.209,0.020 0.182,0.015 0.151,0.012-0.506,0.025-0.212,0.026-0.040,0.020 0.070,0.020 0.131,0.013 0.155,0.012 0.158,0.008 0.144,0.004 0.126,0.004 0.100,0.002 0.079,0.000 0.058,0.000 0.040,-0.000 0.025,-0.001 0.015,-0.001 0.007,0.021-0.013,0.031-0.037,0.039-0.046,0.037-0.045,0.037-0.044,0.031-0.039,0.027-0.034,0.124-0.036,0.209-0.079,0.242-0.087,0.248-0.086,0.237-0.080,0.213-0.072,0.602-0.420,0.086-0.088,0.095-0.071,0.003-0.001,-0.059 0.043,-0.098 0.072,-0.114 0.086,-1.177 0.681,1.335-0.741,-0.053 0.108,-0.041 0.117,-0.033 0.117,-0.024 0.102,-0.015 0.089,-0.001 0.116,0.307 0.035,0.364 0.022,0.380 0.010,0.362 0.004,0.325-0.003,0.279-0.005,-0.059 0.035,-0.242 0.054,-0.355 0.065,-0.407 0.067,-0.411 0.065,-0.386 0.058,-1.655 0.136,3.272-0.243,0.943-0.065,0.569-0.043,0.284-0.026,0.078-0.010,-0.066-0.003,1.336 0.001,0.349 0.051,-0.055 0.060,-0.309 0.062,-0.449 0.058,-0.505 0.052,-0.504 0.045,1.970 0.256,1.457 0.206,1.242 0.151,1.008 0.107,0.776 0.070,0.572 0.040,0.059-0.049,-0.258-0.103,-0.434-0.124,-0.505-0.130,-0.508-0.120,-0.465-0.105,-6.499-0.085,5.065-0.104,-0.376-0.099,-0.542-0.075,-0.616-0.054,-0.628-0.037,-0.594-0.023,0.269-0.017,0.153 0.036,0.348 0.049,0.448 0.054,0.479 0.054,0.463 0.049,0.418 0.043,0.376 0.047,-0.181 0.050,-0.332 0.046,-0.401 0.039,-0.413 0.032,-0.387 0.025,-1.122-0.004,-0.772-0.005,-0.803-0.011,-0.767-0.016,-0.692-0.016,-0.596-0.016,-0.420-0.013,-0.491-0.014,-0.391-0.011,-0.295-0.010,-0.214-0.006,-0.145-0.005,-0.091-0.003,-0.058 0.159,0.049 0.255,0.079 0.304,0.095 0.316,0.098 0.304,0.094 0.276,-0.761-1.251,1.089 2.145,0.043 0.209,-0.021 0.005,-0.055-0.123,-0.072-0.185,-0.077-0.209,-0.537-1.071,-0.027-0.058,-0.034-0.048,-0.041-0.037,0.299 0.718,-0.039-0.049,-0.016-0.043,-0.002-0.037,0.009-0.029,0.015-0.022,-0.035-0.075,-0.024-0.028,-0.029-0.024,-0.031-0.021,-0.029-0.016,-0.026-0.013,-0.039-0.076,-0.064-0.161,-0.068-0.179,-0.061-0.175,-0.056-0.161,-0.045-0.136,-0.036-0.111,-0.058-0.093,-0.028-0.014,-0.013 0.079,-0.031 0.045,-0.027 0.054,-0.019 0.054,-0.015 0.050,-0.009 0.042,-0.001-0.460,-0.123 0.725,-0.186 0.265,-0.210 0.236,-0.209 0.201,-0.192 0.163,-0.167 0.125,0.867-1.464,-1.175 1.707,-0.092 0.047,0.020-0.057,0.088-0.119,0.125-0.149,0.137-0.156,0.144-0.175,0.130-0.164,0.114-0.149,0.095-0.126,0.076-0.105,0.058-0.080,0.041-0.060,-0.077-0.131,-0.220 0.083,-0.876 0.531,-0.226-0.012,-0.076-0.087,0.023-0.128,0.080-0.138,0.108-0.134,0.794-0.388,-0.654 0.132,0.027-0.121,0.041-0.105,0.046-0.089,0.046-0.069,0.042-0.053,0.037-0.040,0.030-0.025,0.401-0.006,-1.186-0.017,-0.426-0.006,-0.333-0.002,-0.245 0.001,-0.173 0.004,-0.113 0.004,2.058 0.014,-2.310-0.008,-0.253 0.004,-0.196 0.004,-0.142 0.002,-0.099 0.002,-0.063 0.002,-0.042 0.001,0.391 0.001,0.467 0.000,0.479 0.001,0.446 0.000,0.388 0.000,0.321 0.000,0.197-0.000,0.039 0.000,0.081-0.001,0.105 0.001,0.114-0.001,0.113 0.000,-3.030 0.000</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212.000 481.000,'0.017'0.017,"0.025"0.025,0.028 0.028,0.030 0.029,0.025 0.027,0.022 0.021,0.019 0.019,0.013 0.013,0.011 0.011,0.007 0.007,-0.053-0.053,0.021 0.021,0.096 0.106,0.011 0.027,0.000 0.017,-0.011 0.010,-0.014 0.002,-0.017 0.000,-0.016-0.004,-0.107-0.182,-0.047-0.070,0.665 0.480,0.407 0.190,0.373 0.190,0.323 0.174,0.264 0.148,-0.055-0.030,-0.086-0.041,-0.155-0.081,-0.185-0.096,-0.192-0.102,-0.178-0.095,-0.115-0.194,2.088 0.879,0.586 0.136,0.193-0.020,-0.061-0.110,-0.209-0.156,-0.279-0.170,-0.326-0.313,0.142-0.234,0.232-0.231,0.272-0.215,0.277-0.188,0.260-0.155,-0.088-0.101,-0.307-0.056,-0.421-0.026,-0.465-0.003,-0.460 0.012,-0.420 0.020,2.184-0.405,1.197-0.229,0.526-0.110,0.066-0.023,-0.231 0.030,-0.397 0.062,-4.419 0.802,4.485-0.735,-0.054 0.064,-0.231 0.083,-0.324 0.090,-0.361 0.087,-0.358 0.079,-0.330 0.067,-0.480 0.088,-0.349 0.072,-0.323 0.067,-0.285 0.060,-0.240 0.050,-0.194 0.041,-0.059 0.032,-0.273 0.027,-0.255 0.018,-0.221 0.012,-0.181 0.007,-0.144 0.001,0.004 0.075,0.054 0.110,0.098 0.123,0.113 0.119,0.114 0.106,0.105 0.090,0.382 0.100,0.203 0.025,0.065-0.025,-0.025-0.055,-0.078-0.069,-0.101-0.071,-0.110-0.066,-0.779-0.241,0.391 0.035,0.753 0.010,0.339-0.074,0.326-0.064,0.294-0.052,0.247-0.039,0.198-0.029,0.259-0.046,0.166-0.051,0.135-0.050,0.104-0.045,0.074-0.038,0.051-0.030,0.033-0.024,0.097-0.046,0.049-0.060,0.025-0.070,-0.078-0.064,-0.137-0.058,-0.167-0.048,-0.175-0.039,-0.167-0.031,-1.522 0.240,1.228-0.302,-0.321 0.031,-0.338 0.059,-0.324 0.074,-0.293 0.077,-0.248 0.072,-0.205 0.057,-0.254 0.059,-0.221 0.048,-0.187 0.038,-0.147 0.027,-0.113 0.019,0.690 0.020,0.379 0.009,0.137 0.006,-0.030 0.004,-0.132 0.001,-0.191 0.001,-0.212-0.001,-0.146-0.004,-0.290 0.016,-0.263 0.018,-0.223 0.019,-0.181 0.016,-0.136 0.014,-0.100 0.011,-0.067 0.009,-0.043 0.006,-0.024 0.004,-0.009 0.003,-0.001 0.001,0.005 0.001,0.007 0.000,0.010 0.000,0.007-0.001,0.009-0.000,0.006-0.001,0.006-0.001,0.003 0.000,0.004 0.000,0.001 0.000,0.001-0.001,0.002 0.001,-0.001-0.001,0.001-0.000,-0.001 0.000,0.000 0.000,0.000 0.000,-0.001 0.001,0.001-0.001,-0.001 0.000,0.000 0.000,0.000 0.001,-0.000-0.001,-0.001 0.000,0.001 0.000,-0.000 0.001,-0.001-0.001,0.001 0.000,0.000 0.000,-0.001 0.001,0.001-0.001,0.000 0.000,-0.004-0.002,-0.002-0.007,-0.003-0.008,-0.003-0.008,-0.003-0.007,-0.002-0.006,-0.002-0.005,-0.002-0.004,-0.000-0.004,-0.002-0.001,0.000-0.003,-0.001-0.000,0.001 0.000,0.000 0.057,-0.001-0.364,-0.000-0.253,0.001-0.221,-0.001-0.180,0.001-0.143,-0.006 0.952,-0.279-1.428,-0.229-0.282,-0.196-0.163,-0.159-0.079,-0.123-0.019,-0.090 0.019,0.036 0.218,-0.056 0.011,-0.049 0.005,-0.041-0.001,-0.034-0.003,-0.025-0.007,-0.020-0.006,-0.006 0.045,0.065 0.171,0.082 0.201,0.086 0.206,0.084 0.194,0.074 0.171,0.692 0.772,-0.297-0.278,-1.790-1.414,-0.655-0.322,-0.432-0.146,-0.257-0.026,-0.130 0.049,-0.041 0.090,1.660 1.046,-1.850-0.833,-0.095 0.130,0.008 0.153,0.073 0.157,0.105 0.147,0.119 0.127,0.116 0.106,0.105 0.084,0.568 0.219,0.200 0.098,0.205 0.097,-0.079 0.032,0.164 0.096,0.130 0.082,0.096 0.064,0.069 0.050,0.045 0.036,0.009 0.045,-0.361-0.006,-0.441-0.015,-0.467-0.020,-0.454-0.023,-0.418-0.022,-0.593-0.054,-0.110-0.019,0.012-0.014,0.088-0.010,0.133-0.006,0.150-0.004,0.149-0.001,0.139-0.001,-0.035 0.038,1.770 0.197,0.012 0.000,-1.581-0.149,0.075 0.042,0.123 0.054,0.146 0.057,0.151 0.057,0.144 0.051,2.024 0.104,-2.742-0.046,-0.195 0.038,-0.062 0.030,0.025 0.022,0.079 0.014,0.107 0.010,2.577-0.004,-2.704 0.020,-0.338 0.017,-0.251 0.022,-0.177 0.019,-0.118 0.019,-0.071 0.017,-0.781 0.091,0.099 0.099,0.163 0.104,0.187 0.099,0.189 0.089,0.172 0.074,0.746 0.000,0.305 0.062,0.308 0.059,0.288 0.052,0.254 0.045,0.216 0.037,0.175 0.028,1.796-0.548,-0.599 0.251,0.039 0.045,-1.136 0.609,0.272 0.012,0.315-0.044,0.317-0.075,0.294-0.091,0.256-0.092,0.704-0.436,0.070 0.018,-0.280 0.549,0.184 0.153,0.166 0.150,0.141 0.136,0.114 0.117,0.091 0.095,0.241-1.444,-0.132 1.476,0.080 0.048,0.070 0.016,0.060-0.005,0.049-0.020,0.039-0.027,0.075 0.024,0.085-0.047,0.087-0.050,0.082-0.046,0.072-0.042,0.062-0.035,0.050-0.029,0.089-0.005,0.063-0.092,0.058-0.101,0.049-0.096,0.041-0.087,-0.014-0.131,-0.027-0.126,-0.043-0.124,-0.046-0.111,-0.048-0.095,-0.043-0.079,-0.037-0.060,-0.535-0.420,2.934 1.257</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564.000 450.000,'0.000'0.086,"0.000"0.136,0.000 0.162,0.000 0.276,0.000 0.191,0.000 0.160,0.000 0.124,0.000 0.093,0.000 0.067,0.000-0.772,0.039 1.265,0.062 0.394,0.068 0.340,0.071 0.276,0.064 0.216,0.056 0.160,0.080-0.082,0.113-0.055,0.117-0.099,0.111-0.121,0.101-0.125,0.084-0.118,0.032-0.449,0.554 0.610,0.099-0.170,-0.005-0.247,-0.071-0.276,-0.106-0.272,-0.656-0.825,0.382 0.378,-0.145-0.197,-0.156-0.184,-0.152-0.161,-0.138-0.136,-0.120-0.111,-0.200-0.244,0.182 0.121,-0.060-0.096,-0.056-0.070,-0.051-0.050,-0.043-0.032,-0.034-0.019,0.021-0.034,0.082-0.021,0.101-0.020,0.108-0.018,0.103-0.015,0.093-0.012,-0.237-0.013,0.547-0.063,0.198-0.102,0.171-0.116,0.141-0.115,0.110-0.107,0.085-0.093,-1.382 0.456,2.112-0.917,0.443-0.234,0.310-0.123,0.203-0.047,0.121 0.006,0.057 0.039,0.161 0.043,0.018 0.112,0.001 0.118,-0.009 0.112,-0.016 0.098,-0.018 0.082,-0.445 0.147,-0.305 0.098,-0.343 0.096,-0.340 0.084,-0.315 0.074,-0.275 0.059,-0.148 0.105,-0.134 0.140,-0.081 0.141,-0.039 0.135,-0.011 0.117,0.009 0.098,-0.753-0.227,1.173 0.600,0.357 0.220,0.295 0.154,0.236 0.100,0.180 0.057,0.131 0.026,-2.295-1.085,3.216 1.332,0.225-0.061,0.037-0.138,-0.086-0.174,-0.154-0.183,-0.185-0.173,-0.188-0.155,-0.178-0.129,-0.154-0.104,-0.139-0.137,0.021-0.102,-0.019-0.096,-0.045-0.084,-0.060-0.072,-0.063-0.058,-0.062-0.044,0.131-0.052,-0.195-0.029,-0.212-0.018,-0.202-0.011,-0.180-0.005,-0.152 0.000,-1.003 0.076,3.080-0.474,0.837-0.181,0.345-0.097,0.007-0.040,-0.204 0.003,-0.323 0.028,-0.373 0.040,-3.529 0.680,2.324-0.444,-0.232 0.030,0.282-0.068,-0.499 0.096,-0.496 0.101,-0.454 0.097,-0.397 0.088,-0.330 0.076,-0.062 0.072,0.033 0.075,0.132 0.063,0.181 0.050,0.198 0.040,0.188 0.027,0.161 0.011,0.031-0.011,-0.017-0.019,-0.043-0.023,-0.056-0.023,-0.059-0.020,-0.332-0.022,-0.152-0.010,-0.162-0.011,-0.157-0.006,-0.142-0.006,-0.124-0.004,-0.516 0.000,3.209-0.034</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334.000 987.000,'0.009'0.000,"0.015"0.000,0.016 0.000,0.015 0.000,0.015 0.000,0.013 0.000,0.009 0.000,0.008 0.000,0.006 0.000,0.051 0.018,0.151 0.031,0.841 0.080,0.829 0.037,0.845 0.022,0.792 0.010,0.695 0.002,0.580-0.004,0.464-0.005,-4.229-0.158,3.937 0.023,0.878-0.065,-0.366-0.062,0.390-0.072,5.948-0.337,0.011-0.124,-0.576-0.056,-0.876-0.011,-0.982 0.017,-0.957 0.034,-0.858 0.039,-0.720 0.041,-0.573 0.036,-0.434 0.031,-2.018 0.162,-0.442 0.037,0.294-0.018,-0.811 0.067,-0.735 0.060,-0.627 0.050,-0.510 0.042,-0.394 0.031,-0.290 0.022,-1.098 0.123</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316.000 1056.000,'0.583'0.053,"1.593"0.183,3.785 0.381,2.679 0.226,2.247 0.163,1.786 0.112,1.354 0.070,0.969 0.039,0.654 0.016,-6.936-0.573,0.176-0.017,2.019 0.084,0.675-0.026,7.036 0.258,0.096-0.144,-0.554-0.158,-0.908-0.151,-1.054-0.138,-1.058-0.115,-0.971-0.094,-8.638-0.115,3.559 0.005,0.989-0.017,12.859-0.018,3.396-0.034,2.451-0.019,1.663-0.008,1.040-0.003,0.567 0.002,-1.825-0.022,-1.551-0.037,-1.851-0.043,-1.880-0.043,-1.739-0.038,-1.510-0.034,-6.404 0.064,2.251-0.053,-2.610 0.008,-2.656 0.010,-2.477 0.011,-2.168 0.011,-1.807 0.010,1.507-0.454</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965.000 909.000,'-0.015'-0.006,"-1.037"-0.472,-0.810-0.341,-0.643-0.249,-0.483-0.171,-0.346-0.107,-0.231-0.061,-0.141-0.026,0.677 0.320,0.090 0.116,-0.509-0.014,0.188 0.214,0.195 0.202,0.183 0.173,0.160 0.144,0.131 0.110,0.324 0.142,-0.067 0.137,-0.112 0.140,-0.135 0.131,-0.138 0.117,-0.134 0.099,0.057 0.045,0.200 0.005,0.272-0.024,0.298-0.038,0.295-0.045,0.272-0.049,0.239-0.044,0.120 0.022,0.084 0.045,0.028 0.064,-0.005 0.073,-0.030 0.072,-0.042 0.066,0.813-0.609,-1.941 1.297,-0.607 0.396,-0.329 0.236,-0.125 0.116,0.014 0.031,0.107-0.029,0.158-0.063,0.359-0.156,0.286-0.068,0.297-0.064,0.284-0.054,0.259-0.048,0.225-0.038,0.061 0.223,0.202-0.068,0.195-0.136,0.174-0.165,0.148-0.173,0.120-0.164,0.093-0.145,0.140-0.403,0.025 0.093,0.051 0.430,0.111 0.130,0.230 0.506,0.204 0.033,0.183-0.033,0.154-0.073,0.125-0.093,0.097-0.099,0.072-0.094,0.049-0.084,0.033-0.072,0.020-0.059,0.008-0.045,2.269 0.696,1.727 0.321,1.255 0.067,0.861-0.099,0.547-0.198,0.304-0.242,0.130-0.253,0.007-0.240,-6.681-1.054,3.588 0.400,0.236-0.084,4.350 0.146,0.314-0.196,0.043-0.164,-0.132-0.130,-0.235-0.099,-0.285-0.072,-0.295-0.049,0.284-0.037,-0.345-0.018,-0.325-0.007,-0.285 0.002,-0.237 0.007,-0.186 0.008,-1.112 0.011,-0.804 0.008,-0.876 0.008,-0.855 0.006,-0.780 0.006,-0.675 0.003,-2.406-0.003,0.029-0.014,3.176-0.449,0.212-0.259,-0.083-0.176,-0.269-0.108,-0.372-0.059,-0.414-0.022,-2.326 0.864,2.009-1.303,-0.496-0.242,-0.471-0.180,-0.412-0.123,-0.347-0.082,-0.275-0.048,-0.209-0.022,-0.151-0.005,-0.189 0.938,-0.277-1.123,-0.255-0.033,-0.200 0.018,-0.150 0.048,-0.105 0.061,-0.069 0.066,-0.195 0.050,-0.505-0.167,-0.627-0.201,-0.659-0.208,-0.630-0.198,-0.565-0.178,-0.483-0.149,2.706 1.964,-4.171-2.362,-0.564 0.096,-0.293 0.241,-0.098 0.308,0.029 0.327,0.105 0.310,0.146 0.274,3.144 1.044,0.238 0.117,-1.683-0.353,0.876 0.346,0.859 0.311,0.779 0.262,0.667 0.212,0.545 0.163,0.437 0.124,0.257 0.100,0.170 0.079,0.105 0.060,0.053 0.044,0.017 0.030,-0.008 0.019,-0.024 0.010,-1.379 1.339</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1210.000 1266.000,'0.512'0.123,"0.777"0.185,0.866 0.207,0.843 0.202,0.755 0.180,0.634 0.152,0.504 0.121,0.381 0.091,0.795-0.089,0.886-0.069,0.568-0.126,0.327-0.152,0.146-0.159,0.021-0.149,-0.062-0.135,-4.731-0.248,3.543 0.066,0.238-0.058,2.861-0.081,0.306-0.125,0.147-0.114,0.036-0.098,-0.035-0.078,-0.076-0.061,-1.090 0.035,-0.173 0.026,-0.162 0.040,-0.142 0.048,-0.119 0.050,-0.096 0.048,-0.075 0.042,0.003 0.034,-0.809 0.033,-0.921 0.025,-0.918 0.019,-0.844 0.012,-0.733 0.009,3.352 0.146,1.478 0.123,0.403 0.098,-0.279 0.075,-0.665 0.054,-0.835 0.036,-0.863 0.023,-0.800 0.011,-0.690 0.005,-0.563 0.001,-0.435-0.004,4.008 0.682,2.890 0.433,1.621 0.192,0.682 0.026,0.023-0.087,-0.405-0.153,-0.658-0.186,-1.143-0.285,-0.627-0.250,-0.563-0.247,-0.489-0.231,-0.404-0.205,-0.326-0.174,-2.425-0.126,-0.154-0.113,3.201-0.385,-0.642-0.236,-0.731-0.179,-0.719-0.127,-0.649-0.084,-0.549-0.053,-3.949 0.748,1.723-0.471,-0.014-0.130,1.738-0.804,-0.359-0.210,-0.463-0.138,-0.491-0.084,-0.470-0.040,-0.421-0.013,-2.835 1.889,2.501-2.309,-0.193-0.301,-0.194-0.185,-0.182-0.100,-0.160-0.037,-0.135 0.005,-0.049-0.192,-0.191 0.014,-0.183 0.019,-0.162 0.024,-0.135 0.022,-0.109 0.020,-0.083 0.017,-1.131 2.813,0.724-2.196,0.129-1.256,-0.277-0.055,-0.293 0.088,-0.280 0.165,-0.247 0.202,-0.206 0.204,-0.163 0.190,-0.123 0.164,0.173 1.454,-0.098-0.191,-0.038 0.100,-0.241-0.506,-0.006 0.311,0.020 0.320,0.039 0.303,0.046 0.270,0.047 0.228,0.063 0.194,0.047 0.134,0.043 0.096,0.036 0.068,0.031 0.043,0.025 0.026,0.018 0.010,0.014 0.002,-0.651-0.862</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1397.000 1108.000,'-0.047'0.000,"-0.092"0.015,-0.047 0.022,-0.027 0.026,-0.012 0.024,-0.002 0.021,0.004 0.020,-0.036 0.041,-0.103 0.082,-0.124 0.095,-0.126 0.095,-0.121 0.089,-0.109 0.079,-0.256 0.288,-0.222 0.321,-0.219 0.341,-0.200 0.327,-0.172 0.294,-0.141 0.249,-0.060 0.293,0.054 0.229,0.098 0.194,0.119 0.156,0.123 0.119,0.113 0.088,0.101 0.061,0.081 0.039,0.066 0.022,0.050 0.011,0.035 0.001,0.024-0.004,0.572-1.524,-0.248 1.848,0.373 0.087,0.401 0.008,0.387-0.043,0.342-0.068,0.290-0.081,0.293-0.260,0.334-0.163,0.314-0.162,0.279-0.151,0.232-0.130,0.187-0.109,0.096-0.265,0.298-0.073,0.310-0.057,0.294-0.042,0.268-0.027,0.227-0.020,0.190-0.009,0.206 0.008,-0.253-0.226,-0.352-0.262,-0.389-0.263,-0.382-0.242,-0.344-0.210,4.950 1.423,3.378 0.802,2.161 0.368,1.232 0.068,0.554-0.122,0.088-0.232,-0.207-0.279,-1.452-0.624,-0.281-0.425,-0.252-0.428,-0.213-0.400,-0.174-0.356,-0.137-0.299,-0.103-0.244,-0.073-0.190,0.877-0.198,-0.610-0.197,-0.708-0.163,-0.706-0.128,-0.647-0.095,-0.553-0.069,-0.450-0.044,-0.349-0.027,-7.334 0.527,7.235-0.827,-0.864-0.105,-1.151-0.015,-1.219 0.043,-1.152 0.074,-1.010 0.086,-2.165 0.455,0.076-0.128,2.458-1.701,-0.050-0.630,-0.290-0.425,-0.420-0.262,-0.475-0.138,-0.473-0.050,-0.403-0.316,-0.590 0.161,-0.521 0.207,-0.433 0.218,-0.339 0.204,-0.255 0.178,-0.144 0.119,-0.094-0.069,-0.048-0.122,-0.018-0.145,0.006-0.147,0.016-0.134,0.024-0.117,0.026-0.095,0.023-0.076,0.023-0.054,0.019-0.040,0.014-0.026,-2.751-1.850,-2.036-1.266,-1.399-0.553,-0.884-0.051,-0.491 0.281,-0.199 0.478,6.562 5.551,-7.962-5.342,0.011 0.974,0.368 1.043,0.558 1.002,0.631 0.892,0.624 0.753,0.568 0.602,5.611 1.226,-4.955-0.643,-0.189 0.254,-0.476 0.191,-0.226 0.163,-0.204 0.116,-0.176 0.078,-0.146 0.049,-0.117 0.025,-1.385 0.107,0.050 0.148,0.140 0.160,0.185 0.149,0.196 0.133,0.185 0.109,0.163 0.087,3.043-0.296,0.033 0.004,-1.952 0.230,0.544-0.047,0.677-0.064,0.712-0.070,0.680-0.070,0.613-0.063,0.523-0.056,2.626-0.341,-2.736 0.171,-5.113 0.083,-2.122-0.130,-1.424-0.157,-0.872-0.162,-0.451-0.156,-0.146-0.141,8.008 0.238,-7.652-0.172,1.093 0.115,1.480 0.141,1.627 0.147,1.608 0.140,1.487 0.128,1.302 0.109,1.245 0.031,0.903 0.012,0.742-0.012,0.585-0.027,0.445-0.037,0.323-0.038,1.922 0.783</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178.000 400.000,'0.000'0.127,"0.000"0.118,0.000 0.102,0.000 0.083,0.000 0.066,0.000-0.269,0.050 0.551,0.079 0.189,0.094 0.143,0.096 0.104,0.109 0.087,0.109 0.071,0.104 0.054,0.091 0.042,0.299 0.247,0.258 0.266,0.704 0.591,0.258 0.031,0.252 0.048,0.166-0.028,0.098-0.077,-0.334-0.416,-0.173-0.278,0.180-0.005,1.646 0.909,0.260-0.090,0.133-0.131,0.044-0.146,-2.779-1.496,1.536 0.663,0.286 0.011,1.743 0.559,0.559 0.061,0.481 0.055,0.399 0.046,0.322 0.038,3.503 0.657,1.919 0.122,1.476 0.010,1.080-0.060,0.744-0.096,0.476-0.112,-4.268-0.885,-0.308-0.215,1.059-0.051,-0.935-0.314,-1.038-0.296,-1.042-0.266,-0.979-0.229,0.447-0.221,1.123-0.119,0.736-0.098,3.424-0.111,1.272-0.129,1.135-0.113,0.969-0.093,-6.137 0.038,2.456-0.125,0.314-0.068,7.648-0.387,-0.141-0.135,-0.599-0.104,-0.836-0.073,-0.919-0.052,-1.483-0.116,0.720-0.302,-1.262-0.124,-1.248-0.082,-1.129-0.051,-0.956-0.027,-0.767-0.010,-0.824 0.072,-0.412 0.062,-0.278 0.069,-0.170 0.068,-0.090 0.064,-9.567 1.284,4.599-0.601,0.228-0.018,4.741-0.628,0.111-0.057,-0.177-0.037,-0.351-0.023,-0.444-0.011,-3.316 0.472,-0.367 0.022,2.502-0.514,-1.372 0.120,-1.428 0.141,-1.349 0.144,-1.604 0.273,-0.878 0.130,-0.747 0.122,-0.614 0.107,-0.486 0.093,-0.370 0.075,-0.523 0.267,0.194-0.213,-0.028-0.059,0.372-0.565,0.150-0.304,0.177-0.285,0.179-0.248,-1.131 1.534,0.611-1.055,-0.041-0.129,0.211-0.803,-0.180 0.023,-0.192 0.125,-0.188 0.184,-0.168 0.206,-0.215 1.089,-0.121-0.939,-0.196-0.176,-0.176-0.134,-0.324-0.588,-0.215-0.191,-0.179-0.159,-0.142-0.128,0.706 1.727,-0.862-1.812,-0.118-0.090,-0.265-0.359,-0.039 0.094,0.002 0.150,0.024 0.176,0.155 0.442,-0.069 0.101,-0.093 0.072,-0.102 0.051,0.155 0.373,-0.052 0.121,-0.297-0.122,0.030 0.186,0.062 0.181,0.081 0.169,0.088 0.147,1.421 1.099,-2.357-1.518,-0.441-0.154,-0.203-0.028,-0.031 0.058,0.084 0.111,0.156 0.139,2.442 1.319,-4.413-1.813,-1.901-0.553,-5.767-1.800,-1.910-0.322,-1.017-0.027,-0.388 0.154,3.869 1.276,0.668 0.319,0.790 0.340,0.220 0.252,0.469 0.338,0.326 0.302,0.212 0.259,0.129 0.404,-1.857 0.112,-0.163 0.253,-1.906 0.155,0.327 0.251,0.497 0.197,0.560 0.146,9.749 0.128,-7.438-0.019,-0.625 0.042,-1.919 0.041,0.097 0.024,0.400 0.013,0.577 0.003,0.661-0.002,1.663 0.010,0.083 0.032,-2.780 0.113,-0.106 0.078,-0.075 0.073,-0.052 0.062,-0.031 0.052,7.269-0.307,-6.347 0.261,0.599-0.019,0.915-0.030,1.061-0.032,1.083-0.032,4.278-0.193,-3.304 0.152,-1.148 0.025,-0.250-0.026,0.153-0.021,-0.321 0.008,-0.338 0.017,-0.331 0.023,2.193-0.069,-3.575 0.187,0.072 0.045,0.147 0.024,0.549-0.010,0.636-0.026,0.656-0.034,0.629-0.037,5.641-0.317,-5.701 0.277,0.059-0.005,-0.069-0.005,0.116-0.019,0.125-0.021,0.125-0.020,0.115-0.020,0.982-0.011,-0.751 0.059,0.634-0.016,0.736-0.032,0.753-0.040,0.714-0.041,2.090-0.118,-2.146 0.045,0.687-0.030,-0.280 0.010,-2.803 0.081,-0.077-0.004,0.225-0.015,0.407-0.021,1.321 0.004,0.603-0.006,-0.017 0.004,-1.422 0.057,0.418-0.017,0.540-0.025,0.582-0.027,0.564-0.026,1.161-0.024,-0.072 0.012,-2.000 0.098,-0.230-0.003,-0.123-0.018,-0.046-0.027,2.722-0.081,-2.869 0.201,-0.043 0.082,0.203 0.057,0.347 0.036,0.413 0.020,0.423 0.010,2.533-0.374,-2.692 0.408,0.960-0.137,-0.030 0.014,-1.274 0.203,0.024-0.018,0.085-0.037,0.119-0.045,2.092-0.295,-2.336 0.303,0.007-0.018,0.149-0.037,0.226-0.042,0.257-0.046,0.256-0.042,1.253-0.143,0.096-0.019,-0.520 0.048,0.257-0.019,0.254-0.011,0.234-0.004,0.207 0.000,0.578-0.078,-0.742 0.311,-0.014 0.101,-0.051 0.079,-0.037 0.048,-0.021 0.023,0.721-0.350,-0.964 0.560,0.001 0.068,0.075 0.027,0.120-0.005,0.136-0.022,0.140-0.034,0.649-0.519,-0.671 0.844,0.034 0.197,0.131-0.009,0.104-0.018,0.112-0.062,0.105-0.085,0.277-0.511,0.014 0.060,-0.148 0.623,0.066-0.008,0.071-0.078,0.068-0.118,0.062-0.135,0.050 0.438,0.046 0.159,0.036-0.003,0.025-0.107,0.020-0.163,0.011-0.184,-0.005-0.953,0.006 0.679,0.001 0.166,0.001 0.153,0.042 1.217,0.051 0.079,0.057-0.082,0.059-0.176,0.051-0.223,0.047-0.235,0.036-0.223,-0.192-0.986,0.529 0.956,0.420 0.266,0.497 0.352,0.346 0.151,0.269 0.088,0.202 0.043,0.144 0.009,0.434 0.267,-0.069-0.184,-0.140-0.221,-0.169-0.223,-0.172-0.206,-0.161-0.177,-1.484-1.130,0.536 0.393,-0.061-0.065,0.415 0.250,-0.155-0.165,-0.157-0.164,-0.148-0.149,-0.214-0.191,-0.063-0.112,0.058-0.034,-0.033-0.035,-0.019-0.001,-0.011 0.016,-0.003 0.030,0.259 0.200,0.380 0.264,0.759 0.461,0.113 0.082,-0.053-0.033,-0.156-0.101,-0.233-0.164,0.084-0.002,0.420 0.174,0.000-0.028,-0.043-0.036,-0.065-0.039,-0.206-0.133,0.275 0.079,0.351 0.107,0.382 0.120,-1.030-0.432,-0.012 0.001,0.326 0.135,-0.063-0.029,1.192 0.452,-0.311-0.183,-0.350-0.201,-0.342-0.197,-2.156-0.727,1.575 0.407,-0.114-0.123,0.223-0.034,-0.074-0.059,-0.054-0.024,-0.035-0.001,-0.781-0.106,0.051 0.032,0.701 0.175,-0.091 0.003,-0.164-0.024,-0.206-0.041,-0.217-0.051,-0.544-0.116,-0.094 0.001,0.237 0.141,-0.229-0.038,-0.180-0.048,-0.134-0.051,-0.093-0.047,-0.079-0.026,-0.063-0.008,-0.047 0.001,-0.035 0.009,-0.022 0.011,0.007-0.075,0.092 0.097,0.076 0.018,0.068 0.003,0.140 0.056,0.039 0.007,0.013 0.005,-0.006 0.004,1.195 0.756</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773.000 400.000,'0.008'0.016,"0.013"0.026,0.013 0.027,0.014 0.027,0.012 0.023,0.010 0.021,0.008 0.016,0.006 0.011,0.004 0.009,0.002 0.006,0.003 0.002,0.043 0.045,0.083 0.095,0.096 0.112,0.097 0.113,0.090 0.106,-0.113-0.176,0.493 0.501,0.159 0.075,0.099-0.001,0.053-0.048,0.019-0.077,0.175 0.022,0.176 0.050,0.359 0.137,-0.002-0.086,-0.074-0.122,-0.114-0.134,-0.130-0.132,-0.934-0.393,0.810 0.269,0.305 0.067,1.382 0.406,0.168 0.023,-0.043-0.030,-0.172-0.059,-2.514-0.765,1.699 0.486,0.148 0.019,1.212 0.269,-0.048-0.085,-0.179-0.119,-0.250-0.132,-0.276-0.130,-1.715-0.313,2.243 0.151,0.342-0.098,0.246-0.080,0.169-0.061,0.105-0.047,0.058-0.032,0.023-0.023,-3.481 0.011,5.034-0.045,0.682-0.032,0.382-0.030,0.163-0.026,0.019-0.021,-1.959-0.007,-0.078-0.073,0.774-0.185,-0.284-0.147,-0.329-0.143,-0.337-0.129,-0.751-0.218,-1.100 0.125,-0.065-0.111,2.082-1.123,-0.485-0.137,-0.561-0.017,-0.563 0.058,-0.517 0.101,-0.444 0.116,-2.096 1.666,1.746-1.718,-0.321 0.075,-0.272 0.113,-0.221 0.128,-1.147 1.454,0.927-1.602,-0.122-0.146,-0.143-0.043,-0.142 0.024,-0.135 0.068,-0.117 0.089,-0.177-0.003,-0.039-1.295,-0.156-0.372,-0.144-0.193,-0.122-0.066,-0.099 0.016,-0.091 0.090,-0.071 0.240,-0.053 0.264,-0.039 0.258,-0.024 0.229,-0.017 0.192,0.057 0.462,-0.056-0.116,-0.156-0.422,-0.052 0.064,-0.034 0.128,-0.021 0.158,0.614 1.861,-0.597-1.196,-0.172-0.061,-0.570-0.594,-0.205 0.015,-0.142 0.066,-0.093 0.094,-0.053 0.108,1.554 1.575,-0.956-0.872,-0.078 0.024,-1.120-0.741,-0.126 0.077,-0.056 0.091,-0.005 0.097,0.027 0.092,0.046 0.082,1.540 0.923,-2.021-1.016,-0.060 0.082,0.083 0.140,0.169 0.167,0.211 0.173,-0.310 0.159,-1.459-0.237,-0.343 0.025,-0.013 0.061,0.202 0.083,0.331 0.090,0.390 0.088,2.285 0.494,-1.436-0.281,-0.099-0.007,-2.072-0.292,-0.821 0.002,-0.846 0.015,-0.803 0.022,1.312 0.183,1.543 0.199,-0.071 0.029,-3.369-0.222,0.340 0.115,0.558 0.119,0.657 0.110,0.670 0.097,0.367 0.229,0.662 0.180,0.452 0.147,0.436 0.118,0.395 0.089,0.341 0.067,0.183 0.089,0.281 0.056,0.230 0.045,0.182 0.034,0.135 0.026,0.099 0.017,0.690-0.166,-0.211 0.168,-1.754 0.969,0.047 0.112,0.302-0.050,0.434-0.149,0.485-0.197,1.940-1.233,-1.223 0.896,0.463-0.273,0.030 0.035,-0.500 0.531,0.189-0.047,0.219-0.097,0.225-0.121,0.215-0.133,0.642-0.833,-0.512 0.775,-0.056 0.138,-0.308 0.621,-0.034 0.211,-0.004 0.167,0.015 0.126,0.029 0.092,0.300-0.564,0.064-0.008,-0.237 1.078,0.154-0.006,0.141-0.037,0.118-0.051,0.143-0.375,0.089-0.144,0.089 0.203,0.109 0.054,0.096 0.099,0.078 0.114,0.020-0.792,0.050-0.076,0.113 0.476,0.007-0.301,-0.020-0.319,-0.036-0.301,-0.076-0.687,0.032-0.023,0.073 0.122,0.043 0.026,0.194 0.387,0.074 0.069,0.063 0.056,0.047 0.047,-0.068-0.176,-0.127-0.285,0.035 0.035,0.329 0.570,0.009-0.033,-0.022-0.081,-0.042-0.106,-0.052-0.119,-0.578-0.964,0.400 0.615,0.001-0.045,0.212 0.242,-0.060-0.138,-0.076-0.142,-0.080-0.135,-0.078-0.120,-0.074-0.104,-0.063-0.087,-0.055-0.068,-0.043-0.053,-0.033-0.037,-0.025-0.027,0.322 0.247</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933.000 509.000,'-0.094'-0.094,"-0.025"-0.012,-0.049-0.025,-0.287-0.167,-0.126-0.039,-0.092-0.018,-0.062-0.002,0.241 0.136,-0.096-0.035,-0.114-0.047,-0.867-0.299,-0.341-0.036,-0.280 0.005,-0.221 0.031,0.819 0.237,-0.471-0.068,-0.189-0.010,-1.635-0.250,-0.063 0.039,0.113 0.061,0.210 0.066,0.874 0.143,-0.070 0.018,-0.635-0.031,-0.001 0.055,0.044 0.059,0.071 0.058,0.083 0.054,0.665 0.083,0.138 0.068,-0.374 0.108,0.079 0.106,0.050 0.099,0.026 0.085,0.008 0.070,0.292-0.063,-0.979 0.145,-0.169 0.025,-0.096 0.019,-0.042 0.013,-0.006 0.011,0.689-0.116,-0.067 0.017,0.002 0.012,-0.517 0.107,0.124 0.000,0.160-0.008,0.173-0.012,1.797-0.332,-1.627 0.383,0.122-0.005,-0.408 0.169,0.263 0.033,0.267 0.033,0.245 0.031,0.489-0.061,0.277 0.026,0.291 0.001,0.186 0.047,0.149 0.049,0.116 0.047,0.085 0.044,0.312-0.337,-0.444 0.671,-0.084 0.118,-0.076 0.069,-0.068 0.029,-0.058 0.003,0.374-0.487,-0.010 0.010,-0.328 0.464,-0.039 0.133,-0.034 0.142,-0.029 0.140,-0.022 0.130,0.490-0.727,0.022 0.018,-0.501 1.141,0.184 0.007,0.207-0.041,0.206-0.070,0.189-0.081,0.194 0.223,0.215 0.176,0.220-0.055,0.206 0.026,0.190-0.006,0.160-0.024,-0.366-1.680,0.198 0.642,0.083 0.166,0.453 1.293,0.100 0.117,0.050-0.014,0.012-0.101,-0.014-0.151,-0.891-2.361,0.616 1.521,-0.014-0.130,0.348 0.503,0.048-0.270,0.056-0.263,0.057-0.241,0.053-0.209,0.289 0.023,0.266-0.022,0.271-0.004,0.256 0.004,0.224 0.011,0.189 0.015,0.153 0.015,0.119-0.010,0.086-0.025,0.061-0.033,0.040-0.035,0.023-0.036,0.011-0.031,-2.672-1.130,7.686 2.151,2.663 0.416,1.213 0.080,0.211-0.139,-0.435-0.260,-2.852-0.758,1.774 0.118,-0.288-0.250,-0.361-0.231,-0.386-0.204,-0.373-0.171,-0.342-0.137,-0.268-0.133,-0.704-0.161,-0.181-0.136,0.677-0.078,0.974-0.051,1.104-0.031,1.114-0.015,0.776-0.167,-0.924-0.191,-0.787-0.184,-0.977-0.173,-1.037-0.154,-1.004-0.130,-4.792 0.337,4.270-1.150,-1.208-0.270,-0.649-0.302,-0.634-0.221,-0.586-0.155,-0.517-0.099,-1.214 0.608,-0.256 0.015,0.454-0.685,-0.403 0.075,-0.349 0.099,-0.291 0.107,-0.233 0.108,-0.351 0.288,-0.229 0.176,-0.074-0.075,0.361-1.426,-0.176-0.337,-0.163-0.286,-0.139-0.226,-0.254 0.631,-0.105-0.138,-0.059-0.607,-0.114 0.102,-0.095 0.184,-0.074 0.222,-0.057 0.228,-0.037 0.770,-0.071-0.750,-0.093 0.203,-0.096 0.278,-0.087 0.298,-0.079 0.291,-0.524 0.120,-0.769-0.017,-0.862-0.092,-0.851-0.133,-0.777-0.147,-0.671-0.145,1.732 1.117,-3.229-1.437,-0.124 0.151,0.258 0.279,0.468 0.333,0.556 0.340,3.214 1.282,0.944 0.367,-5.504-1.700,-0.797-0.052,-0.375 0.037,-0.077 0.093,0.119 0.120,0.236 0.130,1.180 0.392,-0.160 0.046,-2.337-0.281,-0.295 0.149,-0.196 0.162,-0.121 0.154,-0.061 0.140,2.031 0.326,-2.202-0.028,0.377 0.162,0.571 0.143,0.649 0.121,0.643 0.097,2.095 0.081,-0.927 0.035,1.039 0.044,1.025 0.027,0.931 0.015,0.789 0.006,1.970-0.033,-1.489 0.032,0.336-0.004,0.322-0.005,0.289-0.005,0.245-0.005,0.198-0.005,-0.870 0.001</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380.000 888.000,'0.011'0.000,"0.016"0.000,0.019 0.000,0.019 0.000,0.019 0.000,0.015 0.000,0.014 0.000,0.019 0.000,0.029 0.000,0.031 0.000,0.030 0.000,0.027 0.000,0.023 0.000,-0.078 0.000,0.160 0.000,0.051 0.000,0.067 0.017,0.032 0.026,0.020 0.031,0.012 0.032,-0.011 0.088,0.324 0.224,0.089 0.110,0.018 0.062,-0.030 0.026,-0.058 0.000,-0.071-0.016,-0.277-0.206,0.046 0.042,0.541 0.464,0.054 0.099,0.006 0.061,-0.027 0.034,-0.043 0.014,-0.226-0.303,0.232 0.101,0.105-0.016,0.110-0.004,0.106 0.006,0.096 0.009,0.085 0.014,-0.903-0.520,1.331 0.687,0.012-0.049,-0.066-0.083,-0.107-0.099,-0.123-0.098,-0.821-0.374,0.230 0.055,-0.088-0.072,0.159-0.003,-0.187-0.102,-0.182-0.085,-0.163-0.066,-0.176-0.050,-0.110-0.033,-0.092-0.022,-0.073-0.014,-0.056-0.009,-0.041-0.003,-0.027-0.002,-0.019 0.002,0.007-0.011,0.026-0.018,0.035-0.022,0.037-0.023,0.039-0.022,0.055-0.048,0.044-0.052,0.040-0.054,0.033-0.051,0.028-0.046,0.021-0.038,0.053-0.068,-0.159 0.121,-0.014-0.022,0.141-0.215,-0.040 0.012,-0.040 0.034,-0.039 0.045,-0.214 0.322,0.204-0.163,0.016 0.007,0.152-0.088,-0.019 0.061,-0.034 0.070,-0.040 0.067,-0.056 0.064,-0.050 0.050,-0.047 0.041,-0.040 0.030,-0.034 0.023,-0.026 0.016,-0.020 0.009,0.009-0.012,0.025-0.024,0.033-0.029,0.034-0.030,0.034-0.028,-0.002 0.007,0.034 0.004,0.034 0.010,0.032 0.012,0.027 0.015,0.024 0.014,-0.041 0.018,-0.027 0.012,0.022 0.004,0.245 0.002,0.016 0.007,-0.003 0.007,-0.015 0.005,-0.519-0.001,2.992 0.031</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760.000 898.000,'0.006'0.006,"0.008"0.008,0.010 0.010,0.009 0.009,0.009 0.009,0.007 0.007,0.007 0.007,0.004 0.004,0.003 0.003,0.003 0.003,0.002 0.002,0.000 0.000,0.001 0.001,-0.001-0.001,0.001 0.001,0.003 0.003,0.034 0.034,0.088 0.088,0.076 0.076,0.076 0.076,0.072 0.072,0.062 0.062,0.055 0.055,-0.294-0.282,0.501 0.538,0.075 0.037,0.047-0.027,0.024-0.065,0.007-0.083,0.126 0.026,0.100-0.018,0.057-0.022,-0.054-0.065,-0.091-0.071,-0.109-0.068,-0.108-0.062,-0.104-0.058,-0.138-0.073,-0.127-0.065,-0.109-0.054,-0.087-0.045,-0.070-0.034,-0.049-0.024,-0.035-0.016,-0.023-0.011,-0.012-0.006,-0.006-0.002,-0.002-0.000,0.099-0.059,0.151-0.087,0.166-0.099,0.164-0.095,0.145-0.086,0.124-0.072,0.059-0.024,0.015-0.000,0.075-0.033,0.060-0.024,0.046-0.015,0.032-0.011,-0.357 0.189,0.050-0.021,0.675-0.334,-0.014 0.025,-0.080 0.056,-0.114 0.074,-0.129 0.078,-0.024 0.018,-0.049 0.033,-0.136 0.074,-0.150 0.081,-0.146 0.078,-0.132 0.070,-0.117 0.059,-0.104 0.049,-0.083 0.038,-0.065 0.029,-0.047 0.018,-0.034 0.013,-0.021 0.008,-0.012 0.002,-0.011 0.000,0.001-0.001,0.005-0.002,0.005-0.001,0.008-0.003,0.006-0.002,0.007-0.002,-0.088-0.005,0.077 0.001,0.211 0.001,0.103-0.001,0.251 0.000,0.049-0.001,0.000-0.001,-0.032 0.000,-0.052-0.001,-0.027 0.001,0.015-0.001,0.023 0.001,0.002-0.001,-0.001 0.001,-0.005-0.001,-0.006 0.001,-0.228-0.014,-0.003-0.022,0.297-0.080,-0.029-0.023,-0.039-0.003,-0.044 0.009,-0.044 0.016,-0.102 0.028,-0.050 0.016,-0.047 0.015,-0.043 0.015,-0.039 0.011,-0.032 0.011,-0.014 0.007,-0.026 0.007,-0.021 0.005,-0.016 0.003,-0.011 0.002,-0.009 0.002,-0.005 0.000,0.353 0.016</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584.000 514.000,'-0.011'0.000,"-0.019"0.000,-0.021 0.000,-0.022 0.000,-0.020 0.000,-0.019 0.000,-0.023 0.000,-0.011 0.000,-0.007 0.000,-0.003 0.000,0.000 0.000,-0.001 0.000,0.002 0.000,0.099 0.000,-0.772 0.000,-0.429 0.000,-0.734 0.000,-0.231 0.000,-0.075 0.000,0.026 0.000,1.856 0.000,-0.884 0.000,-0.063 0.000,-1.031 0.000,0.009 0.000,0.092 0.000,0.140 0.000,0.160 0.000,0.101 0.000,0.131 0.000,0.140 0.000,0.134 0.000,0.122 0.000,0.106 0.000,0.507 0.000,-0.029 0.000,-0.630 0.044,-0.070 0.070,-0.039 0.079,-0.015 0.082,-0.001 0.075,0.495-0.131,-1.197 0.211,-0.187 0.019,-0.059 0.009,0.021-0.001,0.070-0.005,0.170-0.069,0.635-0.122,-0.073 0.003,-1.093 0.156,0.002-0.012,0.090-0.021,0.136-0.026,2.070-0.297,-0.901 0.114,0.002-0.017,-0.812 0.068,0.054-0.023,0.083-0.014,0.097-0.009,0.099-0.005,0.562-0.038,0.058 0.020,-0.493 0.116,0.101 0.016,0.096 0.004,0.085-0.006,0.069-0.011,0.439-0.074,-1.046 0.264,-0.342 0.098,-0.259 0.068,-0.185 0.048,-0.125 0.028,-0.077 0.015,2.355-0.580,-2.353 0.584,-0.031 0.017,0.063-0.006,0.123-0.018,0.152-0.027,0.165-0.031,1.952-0.522,-1.742 0.521,0.137 0.006,-0.038 0.085,0.212 0.006,0.207 0.003,0.188 0.001,1.248-0.605,-1.365 0.922,0.075 0.122,0.125 0.043,0.145-0.007,0.145-0.039,0.132-0.055,0.108-0.122,-0.162 0.126,-0.157 0.181,-0.096 0.157,-0.068 0.150,-0.043 0.135,-0.023 0.118,0.526-0.622,-0.623 1.018,0.161 0.003,0.201-0.060,0.209-0.096,0.200-0.110,0.176-0.110,0.159 0.077,0.141 0.009,0.117-0.027,0.090-0.046,0.068-0.054,0.046-0.748,0.019 0.736,0.023-0.061,0.013-0.131,0.008-0.165,0.001-0.176,-0.001-0.173,-0.025-0.912,0.009 0.008,0.210 0.891,0.116 0.068,0.263 0.381,0.142 0.025,0.109-0.011,0.079-0.033,-0.744-1.257,1.106 1.356,0.257 0.049,0.438 0.236,0.216 0.042,0.155 0.025,0.106 0.014,-0.959-0.859,0.168 0.063,1.386 0.850,0.185-0.003,0.051-0.076,-0.043-0.119,-0.100-0.139,-2.493-1.388,3.266 1.575,0.015-0.129,-0.061-0.142,-0.209-0.193,-0.291-0.213,-0.325-0.211,-1.779-0.628,2.327 0.686,-0.091-0.097,0.034-0.060,-0.045-0.080,-0.095-0.086,-0.121-0.088,-0.133-0.081,-2.471-0.487,3.313 0.532,0.351 0.005,0.199 0.004,0.086 0.001,0.008 0.001,-0.042-0.001,0.018-0.018,0.823 0.084,2.202 0.204,0.564-0.036,0.255-0.082,0.044-0.100,-6.923-0.598,3.645 0.217,0.403-0.038,3.544 0.072,-0.062-0.084,-0.461-0.075,-0.698-0.064,-0.813-0.052,-5.607-0.083,2.970 0.024,-0.151-0.015,2.123-0.033,-0.346-0.056,-0.358-0.053,-0.339-0.050,-0.308-0.045,-0.266-0.037,-2.776 0.126,3.275-0.278,-0.035-0.071,-0.146-0.049,-0.204-0.029,-0.227-0.017,-0.226-0.004,-1.571 0.146,0.228-0.089,2.168-0.466,0.094-0.101,-0.117-0.041,-0.247 0.002,-0.320 0.030,-0.347 0.046,-1.682 0.359,1.216-0.423,-0.378-0.022,-0.406-0.008,-0.398 0.004,-0.366 0.010,-0.323 0.016,-1.215 0.621,1.100-0.785,-0.134-0.071,-0.133-0.046,-0.123-0.027,-0.108-0.012,-0.091-0.001,-0.807 0.827,0.906-1.069,-0.118 0.008,-0.159 0.061,-0.168 0.087,-0.163 0.097,-0.145 0.093,0.045-0.357,0.015-0.381,-0.031-0.312,-0.062-0.246,-0.075-0.186,-0.078-0.133,-0.089-0.827,-0.099-0.248,-0.079-0.105,-0.069 0.077,-0.059 0.191,-0.047 0.251,-0.039 0.274,-0.035 1.934,-0.001-2.108,-0.019 0.178,-0.011 0.297,-0.007 0.352,-0.002 0.360,0.000 0.338,0.019 1.586,-0.087-1.586,-0.102 0.083,-0.114 0.058,-0.111 0.038,-0.103 0.023,0.315 1.113,-0.166-0.353,-0.078-0.031,-0.478-0.712,-0.154-0.034,-0.109 0.004,-0.072 0.028,-0.043 0.043,0.461 0.645,-0.054-0.022,-1.019-0.954,-0.259 0.004,-0.211 0.058,-0.165 0.084,-0.122 0.095,0.218 0.246,0.219 0.202,0.273 0.207,0.288 0.193,0.273 0.171,0.242 0.143,-0.181 0.078,-0.600-0.047,-0.765-0.090,-0.827-0.111,-0.814-0.118,-0.753-0.115,1.433 0.289,-2.799-0.561,-0.347-0.042,-0.049 0.027,0.151 0.071,0.274 0.096,0.338 0.106,2.302 0.407,-1.154-0.142,0.079 0.089,-0.416 0.023,0.479 0.128,0.557 0.119,0.576 0.108,0.552 0.092,1.022 0.086,-0.062 0.008,-1.535-0.062,0.096 0.032,0.208 0.034,0.267 0.031,0.283 0.027,1.067 0.039,-0.221 0.008,-2.051 0.040,-0.824 0.078,-0.751 0.085,-0.654 0.085,-0.543 0.079,2.455-0.116,-0.112 0.004,-2.865 0.152,0.124 0.013,0.313 0.009,0.417 0.006,0.456 0.003,0.220-0.010,0.443-0.024,0.679-0.039,0.649-0.039,0.584-0.034,0.493-0.030,0.400-0.022,2.079-0.172,-1.877 0.133,0.209-0.034,0.222-0.031,0.213-0.030,0.191-0.023,0.160-0.019,0.094-0.016,0.020-0.010,0.197-0.008,0.212-0.006,0.198-0.002,0.176-0.001,0.144-0.000,0.113 0.000,0.084 0.002,0.060 0.001,0.039 0.002,0.023 0.000,0.011 0.001,0.004 0.001,-0.002 0.001,-0.004-0.001,-0.007 0.001,-0.005 0.001,-0.007-0.001,-0.005 0.000,-0.004 0.000,-0.003 0.000,-0.003 0.001,-0.002-0.001,0.000 0.000,-0.002 0.000,0.001 0.000,-0.016 0.020,-0.027 0.032,-0.030 0.035,-0.030 0.036,-0.183 0.078,-0.136 0.039,-0.088 0.008,-0.054-0.013,-0.027-0.027,-0.007-0.031,0.508-0.143,-0.664 0.137,-0.082 0.007,-0.062 0.018,-0.043 0.022,-0.028 0.023,-0.017 0.023,0.459-0.118,0.010-0.007,-0.322 0.085,0.081-0.007,0.095-0.006,0.099-0.004,0.092-0.004,-0.672 0.557</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407.000 1051.000,'0.053'0.010,"0.082"0.017,0.095 0.019,0.097 0.020,0.090 0.017,0.081 0.017,0.066 0.013,0.017 0.056,0.053 0.097,0.047 0.111,0.041 0.113,0.036 0.108,0.027 0.098,-0.214-0.134,0.116 0.180,0.113 0.149,0.108 0.120,1.067 1.100,0.318 0.217,0.239 0.109,0.171 0.034,0.115-0.017,-0.553-0.594,0.692 0.403,-0.122-0.226,-0.208-0.263,-0.245-0.266,-0.250-0.245,-0.232-0.215,0.478 0.064,0.363 0.070,0.173 0.019,0.038-0.014,-0.053-0.036,-2.297-0.913,2.406 0.881,-0.009-0.093,-0.064-0.121,-0.097-0.133,-0.112-0.130,-0.113-0.118,-0.105-0.104,-1.988-0.344,2.240-0.055,0.152-0.354,0.082-0.334,0.032-0.299,-0.005-0.254,-0.027-0.208,-2.369 1.119,1.687-0.984,0.101-0.186,1.120-0.885,0.150-0.237,0.093-0.153,0.049-0.091,0.016-0.043,-3.031 2.285,3.702-2.552,-0.146 0.232,-0.207 0.240,-0.349 0.312,-0.419 0.338,-0.437 0.332,-2.348 1.358,1.172-0.594,-0.027 0.084,1.159-0.339,-0.044 0.220,-0.062 0.198,-0.069 0.169,-0.070 0.138,-0.592 0.219,0.372 0.155,-0.199 0.204,-0.219 0.182,-0.217 0.154,-0.197 0.124,-1.285-0.446,0.898 0.442,0.051 0.095,0.763 0.542,-0.047 0.077,-0.116 0.005,-0.144-0.038,-0.152-0.062,-0.944-0.707,0.452 0.330,0.131 0.076,1.471 0.969,0.258 0.088,0.116-0.011,0.020-0.065,-1.950-1.203,1.977 0.936,0.096-0.140,-0.028-0.183,-0.104-0.195,-0.147-0.191,-0.162-0.172,-1.151-0.347,-0.012-0.055,0.832-0.015,-0.133-0.210,-0.171-0.210,-0.186-0.195,-0.185-0.174,-0.171-0.149,-0.048-0.258,-0.132-0.218,-0.101-0.205,-0.076-0.181,-0.053-0.153,-0.036-0.124,-0.632 1.004,0.941-1.305,0.122-0.079,0.024 0.052,-0.046 0.138,-0.086 0.186,-0.109 0.205,-0.793 0.944,0.820-0.753,-0.197 0.321,-0.210 0.288,-0.202 0.243,-0.177 0.193,-0.148 0.148,-0.116 0.107,-0.010 0.117,0.052 0.113,0.087 0.100,0.101 0.084,0.143 0.064,0.157 0.050,-0.063-0.031,-0.050-0.005,-0.087-0.016,-0.104-0.020,1.708 1.901</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787.000 1058.000,'0.010'0.000,"0.014"0.000,0.018 0.000,0.018 0.000,0.015 0.000,0.014 0.000,0.012 0.000,0.009 0.000,0.013 0.000,0.019 0.000,0.021 0.000,0.020 0.000,-0.075 0.012,0.401 0.154,0.268 0.175,0.460 0.341,0.274 0.287,0.209 0.260,0.154 0.226,0.106 0.183,-0.788-0.645,1.012 0.868,0.052 0.067,-0.012 0.009,-0.054-0.030,-0.075-0.051,-0.082-0.059,-0.179-0.203,-0.021-0.099,-0.001-0.097,0.009-0.092,0.018-0.080,0.021-0.068,-0.140-0.188,-0.022-0.130,0.096-0.066,-0.146-0.145,-0.167-0.129,-0.168-0.105,-0.157-0.085,-0.137-0.065,0.138-0.108,0.437-0.104,0.553-0.109,0.597-0.107,0.587-0.096,-0.586 0.003,0.169-0.073,1.100-0.246,-0.091-0.101,-0.229-0.076,-0.304-0.054,-0.335-0.036,-0.335-0.023,-0.050-0.110,-0.146-0.051,-0.070-0.050,-0.016-0.046,0.019-0.041,0.040-0.033,0.050-0.027,-1.494 0.746,1.680-0.608,0.097 0.128,-0.011 0.169,-0.083 0.185,-0.125 0.185,-0.145 0.172,-1.456 0.176,1.226 0.000,-0.266 0.087,-0.284 0.058,-0.274 0.034,-0.249 0.016,-0.941-0.080,0.579 0.115,-0.013 0.052,0.466 0.259,0.104 0.165,0.115 0.148,0.112 0.128,0.101 0.105,-0.201-0.097,0.769 0.462,0.072 0.024,-0.037-0.053,-0.101-0.094,-0.131-0.114,-1.284-0.719,0.681 0.261,0.067-0.057,0.720 0.131,-0.053-0.139,-0.124-0.132,-0.158-0.121,-0.171-0.101,-1.401-0.202,1.447 0.078,0.007-0.096,-0.052-0.087,-0.087-0.076,-0.101-0.063,-0.105-0.050,-0.515 0.035,0.114-0.094,1.034-0.460,0.214-0.180,0.127-0.120,0.062-0.071,0.014-0.035,-0.016-0.011,-0.293 0.128,-0.182 0.079,-0.209 0.094,-0.211 0.097,-0.201 0.094,-0.180 0.085,-0.968 0.479,0.536-0.301,-0.081 0.031,0.176-0.107,-0.145 0.091,-0.122 0.090,-0.100 0.082,-0.077 0.070,-0.057 0.059,-0.020 0.077,-0.019 0.090,-0.008 0.083,0.002 0.074,0.005 0.061,-0.054-0.036,0.459 0.354,0.237 0.156,0.189 0.107,0.145 0.068,0.109 0.038,0.074 0.018,0.230 0.094,0.002-0.051,-0.026-0.069,-0.042-0.071,-0.050-0.067,-0.611-0.370,0.878 0.258,0.044-0.062,-0.065-0.076,-0.130-0.078,-0.161-0.072,-0.170-0.065,-1.121-0.281,1.099 0.193,-0.045-0.058,-0.088-0.053,-0.107-0.044,-0.115-0.036,-0.111-0.028,-0.405-0.028,1.788-0.197,0.709-0.248,0.454-0.250,0.256-0.231,0.111-0.205,0.011-0.171,-1.233 0.362,-0.100-0.004,0.714-0.328,-0.264 0.056,-0.280 0.078,-0.269 0.087,-0.243 0.086,-0.023 0.091,-0.309 0.187,-0.197 0.128,-0.203 0.120,-0.194 0.108,-0.177 0.091,-0.153 0.076,-0.336 0.078,0.424 0.012,-0.051 0.047,-0.062 0.030,-0.062 0.017,-0.056 0.007,-0.018 0.055,0.208 0.094,0.472 0.166,0.163 0.087,0.090 0.058,0.040 0.036,-1.398-0.437,0.981 0.287,0.198 0.032,1.242 0.319,0.233 0.060,0.093 0.037,-0.001 0.021,-0.057 0.007,-0.752-0.215,0.449 0.097,0.069-0.034,0.060-0.046,0.049-0.053,0.042-0.052,0.031-0.050,-0.358-0.120,0.840 0.040,-0.270-0.096,-0.368-0.086,-0.398-0.075,-0.380-0.060,-1.636-0.090,1.599 0.102,0.076 0.009,0.372 0.048,-0.245 0.018,-0.322 0.016,-0.338 0.012,0.180 0.017,0.297 0.018,0.342 0.018,0.340 0.014,0.307 0.014,0.260 0.009,-0.346-0.050,1.349 0.085,0.314-0.013,0.097-0.033,-0.051-0.045,-0.141-0.046,-0.188-0.047,-0.206-0.042,0.277-0.053,0.238-0.065,0.324-0.059,0.349-0.055,-1.048-0.083,1.455-0.191,-0.435-0.043,-0.647 0.009,-0.721 0.041,-0.704 0.058,-1.917 0.195,2.305-0.188,0.094 0.016,-0.122 0.033,-0.253 0.040,-0.317 0.042,-0.335 0.039,0.216-0.045,-0.131-0.011,-0.281 0.008,-0.355 0.020,-0.373 0.026,-0.354 0.026,-0.041-0.091,-0.077-0.082,-0.091-0.067,-0.094-0.054,-0.090-0.041,-0.079-0.030,-0.315 0.154,0.120-0.080,0.782-0.506,0.219-0.172,0.135-0.118,0.070-0.076,0.024-0.042,-0.368 0.072,0.476-0.697,-0.159-0.113,-0.207-0.012,-0.216 0.050,-0.205 0.083,-0.592 0.861,-0.025-0.037,0.425-1.025,-0.078-0.038,-0.079 0.027,-0.072 0.064,-0.063 0.080,-0.601 1.616,0.750-2.108,0.136-0.481,0.233-0.878,-0.044-0.109,-0.106 0.073,-0.136 0.177,-0.292 0.417,-0.172-0.061,-0.242-0.094,-0.287 0.015,-0.290 0.037,-0.276 0.050,-0.247 0.055,-0.428-0.295,-0.337 0.121,-0.390-0.001,-0.370-0.003,-0.332-0.004,-0.284-0.005,-0.233-0.003,1.817 2.049,-2.747-2.277,-0.351 0.147,-0.197 0.229,-0.084 0.262,-0.004 0.262,0.043 0.241,0.393 0.386,0.341 0.324,0.379 0.316,0.376 0.286,0.346 0.246,-0.464 0.227,-0.961 0.021,-0.857 0.021,-1.971-0.104,-0.534 0.059,-0.237 0.065,-0.025 0.065,0.116 0.060,6.117 0.476,-9.578-0.477,-0.504 0.097,-0.816 0.065,-0.372 0.070,-0.050 0.070,0.167 0.065,0.647 0.062,0.468 0.047,-0.276 0.065,0.496 0.078,0.454 0.078,0.397 0.071,0.333 0.062,0.297 0.062,0.934 0.037,0.999 0.023,0.967 0.014,0.874 0.007,0.751 0.001,3.287-0.205,-3.967 0.369,-0.604 0.058,-0.548 0.019,-0.474-0.008,-0.389-0.027,-0.308-0.034,1.721-0.126,0.072-0.007,-1.634 0.093,0.114-0.013,0.150-0.017,0.164-0.014,0.156-0.016,0.096 0.011,0.866-0.023,0.953-0.022,0.923-0.020,0.829-0.018,0.701-0.013,0.476 0.090,-0.096 0.185,0.035 0.140,-0.030 0.121,-0.068 0.101,-0.086 0.079,1.295-0.492,-1.340 0.313,-0.261 0.006,-0.194 0.011,-0.137 0.013,-0.092 0.012,0.986-0.235,0.090-0.015,-1.272 0.338,0.378-0.058,0.413-0.068,0.399-0.066,0.357-0.061,2.041-0.617,-2.268 0.722,-0.526 0.183,-1.745 0.617,0.058 0.049,0.390-0.057,0.557-0.117,0.352 0.326,0.374 0.297,0.356 0.252,0.312 0.203,0.258 0.156,0.201 0.112,0.151 0.078,0.106 0.048,1.253-1.933,-0.657 1.106,0.013 0.001,-0.294 0.537,0.071-0.064,0.085-0.089,0.090-0.101,0.084-0.099,0.111-0.064,0.173-0.140,0.177-0.136,0.165-0.123,0.145-0.104,0.120-0.085,0.097-0.066,0.456 0.897,0.233 0.207,0.154 0.167,0.080-0.010,0.029-0.127,-0.009-0.196,-0.358-1.492,0.279 1.013,-0.029-0.146,1.756 5.924</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448.000 418.000,'0.000'0.003,"0.134"0.229,0.202 0.244,0.190 0.155,0.281 0.233,0.290 0.231,0.280 0.211,0.251 0.187,0.348 0.157,0.291 0.145,0.127 0.049,0.064 0.027,0.020 0.012,-0.011 0.000,0.087 0.084,0.133 0.088,0.094 0.037,0.062 0.002,0.036-0.020,0.018-0.032,-0.474-0.425,1.103 0.472,0.071-0.239,-0.010-0.278,-0.060-0.279,-0.081-0.254,-0.090-0.217,-0.507-0.259,-0.054-0.140,-0.036-0.121,-0.020-0.098,-0.010-0.079,0.128-0.061,-0.125-0.085,-0.014-0.094,-0.019-0.095,-0.018-0.087,-0.017-0.079,-0.810 0.064,0.366-0.117,2.862-0.688,0.695-0.222,0.361-0.122,0.128-0.051,-0.027-0.002,-0.121 0.027,-1.105 0.358,1.105-0.152,-0.029 0.085,-0.231 0.113,-0.345 0.122,-0.402 0.121,-0.413 0.114,-2.720 0.437,2.981-0.278,-0.336 0.192,-0.402 0.182,-0.414 0.162,-0.385 0.134,-0.812 0.116,0.900 0.328,0.144 0.231,0.149 0.195,0.141 0.156,0.125 0.118,-1.512-0.456,3.079 0.821,0.695-0.001,0.478-0.101,0.307-0.149,0.175-0.168,0.079-0.163,-0.996-0.272,-0.139-0.147,-0.152-0.139,-0.152-0.123,-0.139-0.104,-0.123-0.084,0.393-0.078,-0.137-0.072,-0.340-0.059,-0.444-0.046,-0.479-0.036,-0.466-0.024,-3.237 0.123,7.141-0.127,2.635 0.005,1.259 0.020,0.502 0.022,-0.012 0.023,-0.334 0.021,-3.122 0.027,1.676-0.009,-1.313-0.007,-1.431-0.014,-1.393-0.015,-1.261-0.017,-1.078-0.015,-0.841-0.004,-0.788 0.009,-0.606 0.016,-0.442 0.018,-0.305 0.016,-0.194 0.017,0.046 0.014,0.054 0.037,0.173 0.046,0.182 0.053,0.178 0.054,0.163 0.051,-1.444-0.164,0.874 0.101,0.070 0.002,1.002 0.094,0.067-0.004,-0.007-0.010,-0.052-0.013,-0.079-0.013,-0.091-0.013,-0.091-0.011,0.170-0.002,-0.111-0.032,-0.103-0.031,-0.090-0.030,-0.373-0.036,0.818-0.004,0.143-0.018,0.057-0.012,-0.001-0.009,-0.035-0.006,-0.846 0.000,2.207-0.004,0.392-0.002,0.091 0.000,-0.101 0.001,-0.208 0.001,8.893-0.008</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1950.000 735.000,'-0.176'-0.094,"-0.107"-0.062,-0.055-0.038,-0.016-0.019,0.005-0.006,0.021 0.003,0.029 0.007,-1.092-0.166,-0.909-0.096,-0.710-0.031,-0.533 0.014,-0.379 0.042,1.385 0.190,-0.092 0.025,-1.715-0.036,-0.135 0.112,-0.049 0.115,0.013 0.112,0.052 0.102,0.074 0.087,2.463-0.105,-3.837 0.827,-0.296 0.571,-0.108 0.523,0.019 0.451,0.091 0.368,2.659-1.082,-2.701 2.311,-0.105 0.973,-0.012 0.879,0.049 0.750,0.083 0.610,0.098 0.475,2.584-3.170,0.042 0.171,-1.882 3.368,0.269 0.220,0.336 0.035,0.358-0.087,0.349-0.163,1.627-3.143,0.141-0.005,-1.269 4.081,0.490-0.252,0.466-0.419,0.411-0.483,0.343-0.481,0.822-3.191,-0.615 3.823,-0.031 0.563,-0.067 0.418,-0.087 0.295,-0.091 0.193,-0.086 0.115,0.050-0.399,0.153-0.789,0.196-0.934,0.209-0.948,0.200-0.883,0.868-4.661,-0.205 1.235,-0.395 3.031,0.042 0.559,-0.025 1.507,0.107 0.414,0.114 0.248,0.112 0.126,0.102 0.032,0.199-2.928,0.106-0.045,0.295 3.228,0.303-0.015,0.268-0.069,0.229-0.101,0.187-0.114,0.093-0.161,-0.001-0.339,-0.054-0.368,-0.084-0.361,-0.098-0.332,-0.100-0.290,-0.095-0.241,-0.491-3.464,1.085 5.554,0.299 0.467,0.217 0.056,0.151-0.199,0.093-0.337,-0.963-3.783,0.895 2.407,-0.088-0.712,-0.163-0.783,-0.196-0.769,-0.206-0.703,-0.195-0.610,-0.674-1.753,0.604 1.101,0.218 0.271,1.927 3.121,0.357 0.211,0.125-0.133,-0.027-0.329,-3.150-4.679,2.454 3.137,0.183-0.060,1.023 0.727,0.327-0.146,0.289-0.171,0.244-0.174,0.197-0.164,-0.790-0.782,0.911 0.397,0.054-0.229,-0.004-0.253,-0.040-0.252,-0.064-0.237,-0.074-0.209,-1.864-0.983,3.062 1.053,0.310-0.211,0.200-0.233,0.113-0.229,0.052-0.209,-3.007-0.830,3.047 0.422,0.321-0.189,0.232-0.183,0.159-0.167,0.100-0.145,0.054-0.122,-4.666-0.357,5.705 0.277,0.018-0.075,-0.418-0.079,-0.676-0.076,-0.795-0.069,-0.821-0.060,-3.469-0.112,3.506-0.075,0.978-0.134,5.837-0.420,0.540-0.252,-0.232-0.186,-0.685-0.130,-0.901-0.081,-5.378 0.433,5.420-1.243,0.434-0.715,0.331-0.690,0.238-0.622,0.162-0.528,0.103-0.429,0.002-0.707,-1.041-0.420,-1.221-0.347,-1.226-0.270,-1.122-0.204,-5.711 4.306,4.200-5.296,-1.047-0.382,-0.989-0.066,-0.871 0.134,-0.724 0.244,-0.573 0.295,-0.220-1.070,-0.340-0.685,-0.333-0.754,-0.384-0.516,-0.388-0.328,-0.367-0.181,-0.608 4.230,-0.250-0.064,-0.826-5.740,-0.953-0.244,-0.856-0.051,-0.725 0.077,-0.586 0.147,0.534 2.845,-1.571-3.526,-0.026 0.905,0.189 1.216,0.300 1.298,0.341 1.231,0.335 1.080,0.842 2.029,0.286 0.791,0.265 0.710,0.233 0.611,0.197 0.506,0.161 0.405,1.153 2.065,-2.290-2.982,-1.204-1.295,-5.511-6.347,-1.662-1.624,-0.773-0.625,-0.147 0.058,0.265 0.491,2.742 3.245,-1.085-0.879,1.004 1.340,1.065 1.358,1.033 1.276,0.940 1.135,0.815 0.966,4.193 3.692,-5.784-4.294,-0.757-0.078,-0.640-0.092,-0.510-0.094,-0.385-0.085,-0.278-0.074,5.891 3.558,-6.821-3.833,0.112 0.200,0.641 0.459,0.909 0.579,0.996 0.605,6.257 3.326,-6.747-3.309,-0.119 0.110,0.381 0.321,0.671 0.430,0.807 0.472,0.836 0.461,0.792 0.422,3.858 1.485,-4.737-1.685,-0.514-0.068,-0.300 0.009,-0.143 0.056,-0.029 0.083,0.042 0.094,0.088 0.094,5.271 1.440,-3.811-0.975,0.278 0.124,-15.716-3.068</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1951.000 915.000,'-2.641'-0.347,"-1.504"-0.182,-0.680-0.064,-0.120 0.012,0.233 0.058,0.427 0.080,0.507 0.088,3.030 0.293,-0.058 0.005,-4.335 0.003,-1.197 0.229,-1.578 0.259,-0.321 0.182,0.058 0.134,0.296 0.090,0.426 0.059,0.478 0.031,0.242 0.315,0.263 0.254,0.411 0.177,0.478 0.115,0.490 0.067,0.464 0.029,3.669-1.481,-4.645 2.433,-0.023 0.304,0.163 0.097,0.258-0.038,0.293-0.114,0.289-0.151,0.770-0.424,0.373-0.151,0.361-0.134,0.324-0.117,0.281-0.093,0.228-0.075,0.385-0.231,0.233-0.113,0.220-0.114,0.196-0.107,0.168-0.094,0.139-0.082,0.750-0.885,-0.340 2.089,0.355 1.523,0.469 0.665,0.452 0.317,0.414 0.066,0.361-0.103,0.303-0.211,-0.427-1.741,1.985 2.096,0.572-0.534,0.364-0.604,0.208-0.590,0.095-0.532,0.017-0.448,-0.639-0.650,0.140-0.263,0.180-0.222,0.196-0.179,0.193-0.141,0.181-0.105,1.701-0.077,0.851-0.166,0.580-0.156,0.362-0.140,0.199-0.116,0.080-0.094,2.162-0.259,1.386-0.250,0.962-0.222,0.621-0.188,0.358-0.150,0.168-0.115,-0.646-0.108,-0.831-0.119,-0.977-0.106,-0.990-0.091,-0.916-0.074,-0.794-0.057,-0.654-0.042,-0.515-0.029,-0.385-0.019,-0.273-0.011,-0.182-0.004,-3.293 0.815,-0.255 0.018,1.919-0.746,-1.059 0.120,-1.031 0.146,-0.924 0.147,-0.781 0.138,-0.958 0.540,-0.102-0.555,-0.575-0.155,-0.509-0.168,-0.430-0.167,-0.348-0.152,-0.269-0.132,1.154 1.588,-2.762-2.294,-1.499-0.510,-1.434-0.450,-1.273-0.377,-1.069-0.298,-0.851-0.225,-1.259-0.121,-0.887 0.191,-0.757 0.279,-0.611 0.306,-0.468 0.295,-0.342 0.262,11.076 2.755,-10.656-2.050,0.858 0.674,1.232 0.684,1.356 0.632,1.315 0.545,5.380 0.138,-4.162 0.548,0.839 0.328,0.806 0.195,0.719 0.098,0.605 0.029,0.482-0.013,2.348-0.764,-1.702 0.636,0.335-0.094,0.340-0.121,0.317-0.129,0.279-0.126,0.235-0.113,-2.363 0.470</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954.000 338.000,'-0.026'0.000,"-0.476"0.000,-0.395 0.000,-0.079 0.000,-0.150 0.000,-1.193 0.000,-0.110 0.000,0.047 0.000,0.142 0.000,0.969 0.053,0.000 0.053,-0.005 0.053,-1.009 0.300,0.192 0.106,0.258 0.057,0.275 0.025,0.962-0.383,-0.578 0.304,-0.127 0.093,-0.970 0.488,-0.409 0.157,-0.377 0.114,-0.328 0.080,2.696-1.199,-1.923 0.800,-0.126 0.052,-1.157 0.503,0.025 0.020,0.128-0.021,0.190-0.044,0.215-0.057,1.976-0.896,-0.643 0.359,0.031 0.022,-1.241 0.770,0.156 0.017,0.190-0.019,0.202-0.042,0.193-0.054,0.085 0.014,0.256-0.121,0.240-0.125,0.207-0.118,0.173-0.103,0.134-0.084,0.855-0.744,-0.619 0.591,-0.108 0.278,-0.438 0.779,0.064 0.238,0.138 0.123,0.173 0.043,0.180-0.013,0.383-0.501,0.024 0.437,0.164-0.025,0.145-0.069,0.123-0.095,0.102-0.103,0.090-0.130,0.078-0.162,0.065-0.163,0.051-0.150,0.038-0.134,0.028-0.113,0.087-0.252,0.178 0.145,0.534 0.630,0.381 0.176,0.349 0.121,0.305 0.074,0.257 0.040,0.209 0.014,-1.372-1.264,2.294 1.546,0.544-0.068,0.488-0.122,0.418-0.150,0.337-0.153,-1.027-0.565,-0.342-0.251,0.228-0.060,1.850 0.258,0.247-0.167,0.121-0.175,0.030-0.167,0.554-0.141,-2.649-0.354,0.167-0.058,2.663 0.040,0.108-0.107,-0.061-0.089,-0.169-0.068,-0.229-0.052,-1.488-0.122,0.035-0.099,2.211-0.303,-0.250-0.197,-0.378-0.164,-0.432-0.133,-0.435-0.100,-3.560 0.624,0.178-0.083,5.766-1.574,0.743-0.415,0.244-0.224,-0.082-0.090,-0.273-0.002,-4.102 1.259,2.110-0.824,-0.413 0.002,-0.468 0.023,-0.699 0.124,-0.715 0.150,-0.681 0.156,-0.615 0.152,-2.650 1.405,2.146-1.876,-0.764 0.071,-0.490-0.025,-0.426 0.035,-0.358 0.072,-0.290 0.093,-0.421 1.575,0.057-1.025,-0.144-0.128,-0.347-1.284,-0.248 0.013,-0.159 0.161,-0.092 0.245,-0.042 0.278,0.697 1.750,-1.175-2.265,-0.442-0.348,-0.402-0.219,-0.346-0.121,-0.283-0.047,-0.225 0.000,-0.213 0.034,0.959 1.119,-0.005 0.118,-0.862-0.565,0.005 0.218,0.030 0.213,0.047 0.191,0.325 0.382,0.285 0.286,-0.029 0.086,-1.001-0.324,-0.068 0.167,-0.039 0.160,-0.019 0.146,0.360 0.269,-1.057-0.122,0.172 0.167,0.331 0.161,0.403 0.147,0.419 0.124,0.395 0.101,1.563 0.234,-1.318-0.072,-0.699 0.015,-0.047 0.034,0.072 0.020,0.145 0.006,0.183 0.001,-0.009 0.007,0.103 0.014,0.155 0.015,0.179 0.016,0.182 0.015,0.173 0.014,-4.279 0.006</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744.000 1245.000,'-1.730'-0.179,"-1.483"-0.170,-1.950-0.211,-0.862-0.087,-0.426-0.033,-0.119 0.001,0.083 0.022,3.935 0.415,-3.996-0.181,-0.143 0.230,0.048 0.256,0.169 0.261,0.240 0.241,2.483-0.137,0.136 0.072,-0.436 0.179,0.161 0.083,-1.156 0.420,0.240 0.101,0.227 0.065,0.205 0.035,0.615-0.078,0.930-0.265,-0.012 0.061,-2.304 1.132,0.342 0.089,0.478 0.002,0.518-0.051,2.497-1.453,-0.489 0.400,0.163-0.012,-0.556 0.697,0.414-0.065,0.379-0.086,0.328-0.095,0.274-0.091,0.390-0.561,0.083 0.008,0.001 0.723,0.178 0.005,0.140-0.023,0.103-0.037,0.075-0.046,-0.134-1.303,0.226 1.211,0.220 0.516,0.143 0.065,0.119-0.023,0.094-0.080,0.073-0.111,0.053-0.124,-0.299-0.677,0.694 0.702,0.303 0.009,0.288-0.010,0.261-0.020,0.224-0.027,-0.279-0.357,0.131-0.081,0.127-0.089,1.221 0.281,0.503-0.090,0.483-0.068,0.433-0.054,-2.856-0.805,3.364 0.513,0.898-0.016,2.854 0.177,0.826-0.115,0.499-0.133,0.253-0.136,-6.450-0.498,7.462 0.295,0.296-0.136,0.782-0.111,0.006-0.111,-0.096-0.087,-0.154-0.066,-7.827-0.056,8.729-0.003,0.894-0.101,0.535-0.130,0.261-0.143,0.071-0.139,-0.059-0.125,-3.015 0.007,2.078-0.254,-0.838-0.083,-1.076-0.044,-1.158-0.015,-1.133 0.004,-8.119 0.795,3.884-0.438,-0.262-0.025,2.342-0.388,-1.036 0.047,-1.104 0.086,-1.082 0.105,-0.994 0.113,-0.875 0.109,-2.347 0.474,1.290-0.324,-0.192-0.024,0.250-0.221,-0.384-0.022,-0.359-0.007,-0.317 0.005,-0.268 0.010,-0.517 0.555,0.003-0.411,-0.243-0.119,-0.783-0.752,-0.696-0.382,-0.640-0.354,-0.562-0.313,-0.475-0.267,2.529 2.130,-2.014-1.533,-0.509-0.276,-2.730-1.777,-0.532-0.184,-0.197 0.026,0.038 0.164,0.194 0.248,-0.151 0.272,-0.011 0.315,-0.479 0.081,0.473 0.479,0.573 0.457,0.595 0.412,4.402 1.560,-2.341-0.698,-0.177 0.034,-2.763-0.526,-0.744 0.063,-0.688 0.063,-0.607 0.060,-0.517 0.052,-0.420 0.047,3.130 0.504,-4.362-0.359,0.440 0.185,0.822 0.188,1.008 0.178,1.051 0.157,5.803 0.349,-4.959-0.160,-0.329 0.070,-0.150 0.057,-1.811 0.064,0.166 0.079,0.312 0.069,0.382 0.054,6.294-0.121,-5.286 0.126,0.441 0.002,-0.698 0.022,0.782-0.024,0.746-0.028,0.659-0.029,4.045-0.083,-12.736 0.117</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915.000 663.000,'-0.047'0.000,"-0.083"-0.016,-0.049-0.024,-0.032-0.029,-0.019-0.028,-0.010-0.025,0.183 0.095,-0.542-0.201,-0.167-0.051,-0.073-0.024,-0.005-0.005,0.037 0.010,0.060 0.015,0.449 0.178,-0.619-0.129,-0.137 0.040,-0.122 0.041,-0.102 0.038,-0.081 0.032,-0.063 0.028,1.115 0.045,-2.850 0.200,-1.023 0.229,-0.569 0.203,-0.235 0.173,-0.004 0.140,0.144 0.110,0.006 0.287,0.456 0.126,0.186 0.186,0.213 0.159,0.213 0.128,0.203 0.101,0.182 0.074,0.096 0.090,0.410-0.164,0.425-0.217,0.404-0.237,0.360-0.230,0.306-0.210,1.089-0.896,-2.225 1.996,-0.558 0.603,-0.049 0.099,-0.007 0.047,0.121-0.084,0.195-0.165,1.165-1.073,-0.536 0.683,0.298-0.182,0.287-0.079,0.318-0.077,0.295-0.041,0.258-0.012,0.218 0.007,0.281-0.641,0.114 0.092,0.298 1.166,0.365 0.263,0.339 0.211,0.298 0.160,0.250 0.119,0.352 0.271,-0.679-1.494,0.011-0.083,0.694 0.953,-0.024-0.335,-0.055-0.357,-0.071-0.349,-0.080-0.319,-0.420-0.554,0.052-0.071,0.991 0.449,0.359-0.059,0.342-0.036,0.305-0.016,0.253-0.006,-1.475-0.599,1.793 0.500,0.263-0.070,0.191-0.089,0.134-0.092,0.087-0.089,0.076-0.096,-0.122-0.125,-0.166-0.120,-0.179-0.105,-0.170-0.088,-0.152-0.070,-0.137-0.093,-0.298-0.107,-0.295-0.102,-0.268-0.091,-0.228-0.074,-0.185-0.058,-0.638 0.034,0.083-0.036,0.333-0.092,0.013-0.054,-0.023-0.050,-0.047-0.042,-0.060-0.037,-0.006-0.122,0.526-0.232,2.821-1.245,0.535-0.489,0.102-0.343,-0.183-0.223,-0.351-0.130,-1.393 0.574,0.704-1.004,-0.806 0.118,-0.797 0.211,-0.723 0.250,-0.615 0.251,-0.473 0.230,-0.380 0.277,-0.251 0.168,-0.135 0.029,-0.062-0.036,-0.012-0.070,0.019-0.085,-0.210 0.950,0.214-1.172,-0.030-0.015,-0.053 0.108,-0.067 0.181,-0.069 0.215,-0.066 0.073,-0.064 0.222,-0.046 0.176,-0.040 0.187,-0.030 0.179,-0.023 0.165,-0.030 0.359,-0.029-0.081,-0.093-0.594,-0.068-0.058,-0.058 0.004,-0.049 0.046,-0.037 0.071,0.264 1.077,-0.369-1.229,-0.080-0.083,-0.046 0.001,-0.031 0.018,-0.020 0.025,-0.010 0.030,-0.009 0.189,-0.025 0.086,0.076 0.220,0.098 0.213,0.102 0.187,0.095 0.158,0.084 0.125,0.069 0.095,0.010 0.056,-0.027 0.033,-0.046 0.012,-0.054 0.000,0.040 0.026,-0.033-0.028,-0.100-0.079,-0.017-0.026,-0.002-0.014,0.007-0.009,-0.005-0.019,-0.013-0.028,-0.082-0.046,-0.051 0.003,-0.053 0.014,-0.048 0.018,0.497 0.282,-0.601-0.308,-0.099-0.042,-0.057-0.029,-0.026-0.017,-0.004-0.010,0.011-0.002,0.019 0.001,0.283 0.166,-0.312-0.153,-0.110-0.062,-0.549-0.278,-0.074-0.023,-0.010 0.015,0.028 0.036,0.058 0.114,0.071 0.080,0.135 0.083,0.165 0.078,0.171 0.068,0.162 0.058,0.038 0.064,-0.088 0.047,-0.090 0.049,-0.103 0.042,-0.106 0.032,-0.097 0.025,-0.131-0.055,-0.010-0.021,-0.074-0.010,-0.047 0.000,-0.028 0.008,-0.013 0.012,0.000 0.014,0.900 0.051,-1.026-0.030,0.001 0.015,0.059 0.011,0.091 0.011,0.110 0.009,0.112 0.006,-3.220 0.037</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1029.000 918.000,'-0.042'0.000,"-0.064"0.000,-0.073 0.000,-0.071 0.000,-0.065 0.000,-0.056 0.000,-0.053 0.000,-0.027 0.000,-0.024 0.000,-0.012 0.000,-0.001 0.000,0.005 0.000,0.378 0.000,-0.586 0.000,-0.115 0.000,-0.072 0.000,-0.041 0.000,-0.018 0.000,-0.001 0.000,-0.005 0.000,0.388 0.000,0.010 0.000,-0.318 0.015,0.079 0.022,0.094 0.028,0.095 0.027,0.091 0.024,0.114 0.006,-0.019 0.038,-0.091 0.075,-0.026 0.044,-0.023 0.037,-0.017 0.031,-0.014 0.022,-0.046-0.053,-0.379 0.143,-0.136 0.072,-0.089 0.084,-0.053 0.082,-0.028 0.076,0.308-0.140,-0.147 0.141,0.109-0.037,0.130-0.063,0.137-0.076,0.131-0.079,0.117-0.076,0.420-0.349,-0.100 0.126,-0.207 0.428,0.056 0.096,-0.033 0.328,0.017 0.137,-0.001 0.108,-0.012 0.082,0.152-0.503,0.017 0.008,-0.053 0.378,0.047-0.058,0.047-0.082,0.041-0.092,0.038-0.093,0.039-0.227,0.056 0.177,0.090 0.019,0.094 0.031,0.092 0.039,0.083 0.039,0.173 0.023,0.164 0.021,0.096-0.051,0.062-0.066,0.035-0.070,0.014-0.067,-0.150-0.207,0.196 0.069,0.050-0.046,0.035-0.050,0.020-0.050,0.010-0.046,0.004-0.041,-0.610-0.270,0.750 0.250,-0.100-0.059,-0.141-0.050,-0.151-0.043,-0.145-0.032,-0.538-0.206,0.189 0.040,0.578 0.060,0.212-0.024,0.559 0.014,0.188-0.003,0.111 0.007,0.055 0.014,-1.208-0.092,0.818 0.056,-0.051-0.009,0.204 0.002,-0.022-0.018,-0.013-0.016,-0.006-0.016,0.001-0.014,-0.984-0.040,0.624-0.051,0.061-0.057,0.635-0.154,0.030-0.099,-0.014-0.080,-0.044-0.065,-0.059-0.048,-0.265-0.047,0.454-0.287,-0.074-0.053,-0.128 0.005,-0.155 0.043,-0.160 0.063,-0.383 0.136,0.115-0.143,-0.123-0.007,-0.131 0.006,-0.129 0.015,-0.119 0.020,-0.104 0.020,-0.619 0.600,0.687-0.865,0.035-0.131,0.134-0.328,-0.114 0.001,-0.150 0.062,-0.157 0.093,-0.148 0.103,-0.246 0.552,0.056-0.627,-0.100-0.025,-0.076-0.006,-0.053 0.004,-0.032 0.837,-0.005-0.449,-0.010-0.053,-0.039-0.591,-0.039-0.006,-0.039 0.046,-0.033 0.074,0.119 1.207,-0.176-0.691,-0.077 0.005,-0.261-0.362,-0.093 0.101,-0.055 0.125,-0.029 0.132,-0.009 0.127,0.131 0.236,-0.029 0.053,-0.087-0.029,-0.240-0.135,-0.071-0.001,-0.044 0.013,-0.026 0.022,-0.141-0.042,0.053 0.058,0.068 0.057,0.098 0.068,0.110 0.070,0.114 0.066,0.105 0.061,0.416 0.213,-0.144-0.041,-0.017 0.023,-0.420-0.050,0.000 0.064,0.033 0.050,0.049 0.039,0.636 0.040,-0.379-0.009,-0.039 0.009,-0.337-0.006,-0.017-0.015,0.014-0.023,0.033-0.027,0.042-0.026,0.353 0.042,-0.345-0.070,0.075-0.016,0.091-0.015,0.094-0.013,0.089-0.009,-0.552-0.536</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1061.000 1010.000,'-0.013'0.000,"-0.024"0.000,-0.089-0.007,-0.035-0.011,-0.015-0.011,-0.001-0.013,0.007-0.011,0.012-0.009,0.013-0.007,0.014-0.006,0.011-0.004,0.012-0.004,0.008-0.001,0.007-0.001,-0.009 0.011,-0.025 0.008,-0.033 0.012,-0.032 0.010,-0.032 0.010,-0.029 0.010,0.005 0.009,-0.192 0.002,-0.100 0.007,-0.085 0.003,-0.071 0.003,-0.055 0.001,-0.041 0.002,-0.064 0.064,-0.353 0.065,-1.764 0.266,-0.456 0.108,-0.155 0.058,0.045 0.024,0.166-0.001,0.858-0.115,-0.634 0.174,0.151 0.017,0.158 0.007,0.150-0.003,0.132-0.006,1.099-0.272,-1.008 0.294,0.119-0.019,0.154-0.038,0.164-0.047,0.159-0.049,0.141-0.045,0.046 0.031,-0.030 0.029,0.199-0.041,0.048 0.008,0.062 0.004,0.065 0.003,-0.033 0.058,0.139-0.005,0.125 0.009,0.106 0.020,0.086 0.022,0.069 0.024,0.513-0.382,-0.375 0.435,0.071 0.116,0.075 0.063,0.096-0.013,0.092-0.050,0.087-0.072,0.074-0.082,0.102-0.191,0.025 0.043,0.046 0.602,0.121 0.208,0.118 0.186,0.105 0.155,0.090 0.124,-0.029-0.311,0.246 0.576,0.087-0.090,0.064-0.171,0.042-0.208,0.025-0.211,-0.332-0.608,0.122 0.104,0.024-0.050,0.330 0.261,-0.053-0.181,-0.086-0.186,-0.102-0.173,-0.458-0.357,0.406 0.157,-0.003-0.090,-0.002-0.062,-0.002-0.043,-0.002-0.025,-0.001-0.013,-0.525-0.084,1.380 0.147,0.815 0.038,0.447-0.004,0.257-0.020,0.119-0.027,0.024-0.032,-1.388-0.117,1.070-0.147,0.004-0.123,-0.042-0.097,-0.071-0.073,-0.085-0.054,-0.089-0.036,-0.298-0.060,0.334-0.201,-0.167-0.030,-0.235 0.023,-0.268 0.054,-0.269 0.072,-0.256 0.081,-1.111 0.446,1.174-0.627,0.212-0.192,0.972-0.688,0.165-0.209,0.047-0.116,-0.028-0.052,-2.343 1.652,1.474-1.173,-0.094-0.045,0.412-0.566,-0.317 0.093,-0.329 0.149,-0.310 0.167,-0.270 0.168,-0.716 1.012,0.315-0.735,-0.179 0.050,-0.150 0.038,-0.123 0.027,-0.095 0.020,-0.071 0.012,-0.067-0.045,-0.057 0.049,-0.043 0.057,-0.033 0.055,-0.023 0.051,-0.013 0.043,0.136 0.757,-0.324-0.827,-0.084 0.030,-0.033 0.082,0.002 0.107,0.022 0.114,0.369 0.549,-0.411-0.503,-0.035 0.017,-0.110-0.017,-0.070 0.038,-0.068 0.041,-0.061 0.039,-0.050 0.032,0.044 0.059,0.042 0.043,0.059 0.042,0.065 0.037,0.063 0.032,0.501 0.218,-0.530-0.179,0.046 0.049,0.067 0.046,0.073 0.039,0.071 0.033,0.063 0.025,0.091 0.007,0.051-0.007,0.045-0.013,0.040-0.018,0.032-0.017,0.027-0.018,-0.026 0.016,-0.066-0.029,-0.013 0.012,0.005 0.018,0.015 0.018,0.019 0.017,0.021 0.015,0.020 0.012,0.016 0.010,0.015 0.008,0.010 0.004,0.009 0.003,0.006 0.003,0.003 0.000,0.003 0.001,0.000-0.001,0.001 0.000,0.000 0.000,-0.001-0.001,0.000-0.001,-0.001 0.000,0.000 0.000,-0.001-0.001,0.000 0.001,-0.001-0.001,0.000 0.000,-0.000 0.000,0.000 0.000,-0.001-0.001,0.001 0.001,0.000 0.000,0.000 0.000,-0.001 0.000,0.001 0.000,0.000 0.000,-0.001 0.000,0.001 0.000,0.000 0.000,0.000 0.000,0.000 0.000,0.000 0.000,0.000 0.000,-0.001 0.000,0.001 0.000,0.000 0.000,0.000 0.000,0.000 0.000,0.000 0.000,-0.001 0.000,0.001 0.000,-0.000 0.000,0.000 0.000,0.000 0.000,0.000 0.000,-0.001 0.000,0.001 0.000,0.000 0.000,0.000 0.000,0.000 0.000,-0.001 0.000,0.001 0.000,0.000 0.000,0.000 0.000,0.000 0.000,0.000 0.000,-0.001 0.000,0.001 0.000,0.000 0.000,0.000 0.000,0.000 0.000,0.000 0.000,-0.001 0.000,0.001 0.000,0.000 0.000,0.000 0.000,0.000 0.000,-0.001 0.000,0.001 0.000,0.000 0.000,0.000 0.000,0.000 0.000,0.000 0.000,-0.001 0.000,0.001 0.000,0.000 0.000,0.000 0.000,0.000 0.000,0.000 0.000,-0.001 0.000,0.001 0.000,0.000 0.000,0.000 0.000,0.000 0.000,-0.001 0.000,0.001 0.000,0.000 0.000,0.000 0.000,0.000 0.000,0.000 0.000,0.000 0.000,-0.001 0.000,0.001 0.000,0.000 0.000,0.000 0.000,0.000 0.000,-0.001 0.000,0.001 0.000,0.000 0.000,0.000 0.000,0.000 0.000,-0.011 0.000,-0.019 0.000,-0.022 0.000,-0.025 0.000,-0.023 0.000,-0.608 0.000</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945.000 938.000,'0.028'-0.014,"0.043"-0.021,0.048-0.025,0.048-0.023,0.043-0.022,0.037-0.019,0.199 0.031,0.235 0.003,0.657-0.010,0.490 0.014,0.455 0.015,0.399 0.016,0.606 0.010,0.178 0.015,-0.321 0.000,0.354-0.014,0.406-0.018,0.414-0.022,0.394-0.021,-1.000 0.020,0.106-0.000,1.334-0.046,0.007-0.031,-0.082-0.035,-0.133-0.035,-0.161-0.036,-0.695 0.007,-0.008-0.031,1.036-0.107,-0.462 0.023,-0.565 0.046,-0.581 0.054,-2.823 0.222,1.621-0.112,0.255-0.001,0.659-0.022,0.112 0.011,1.665-0.056,-0.325 0.040,-0.501 0.040,-0.568 0.037,-2.302 0.078,0.765-0.035,-0.217-0.017,0.479-0.076,-0.505-0.001,-0.448 0.014,-0.374 0.022,-0.298 0.025,-0.246 0.030,-0.119 0.018,-0.080 0.016,-0.046 0.013,-0.022 0.011,-0.004 0.008,0.528 0.045</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484.000 630.000,'0.080'-0.016,"0.122"-0.024,0.142-0.029,0.139-0.028,0.130-0.025,0.015 0.007,0.067 0.004,0.051 0.009,0.042 0.014,0.029 0.014,0.020 0.014,0.163 0.011,0.020 0.014,-0.033 0.010,-0.063 0.010,-0.080 0.007,-0.083 0.004,-0.439 0.003,0.266 0.001,0.594-0.013,0.055-0.021,-0.039-0.026,-0.101-0.028,-0.128-0.025,-0.536 0.067,0.400-0.025,0.359-0.011,0.174 0.005,0.889-0.023,0.162 0.016,0.060 0.015,-0.007 0.015,-0.053 0.014,-0.077 0.011,0.078 0.010,-0.198 0.008,-0.206 0.006,-0.194 0.004,-1.480 0.004,1.846 0.087,0.348 0.040,0.269 0.015,0.197-0.002,0.138-0.013,0.087-0.018,-1.353-0.054,0.017-0.006,1.492 0.019,-0.198-0.020,-0.291-0.016,-0.324-0.013,-0.315-0.010,-1.832-0.010,2.134 0.002,0.062-0.004,-0.046-0.004,-0.109 0.000,-0.137-0.001,-0.141 0.000,0.020 0.001,-0.117 0.001,-0.235 0.000,-0.284 0.001,-0.293-0.000,-0.273 0.001,-0.256 0.001,-0.185-0.001,-0.148 0.001,-0.113 0.000,-0.080 0.000,-0.056 0.000,-0.033 0.000,-0.033 0.001,-0.019-0.001,-0.010 0.000,-0.005 0.000,-0.001 0.000,0.004 0.000,0.002 0.000,0.005 0.000,0.004 0.000,0.003 0.000,0.221 0.000</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984.000 934.000,'0.009'0.000,"0.013"0.000,0.017 0.000,0.016 0.000,0.016 0.000,0.014 0.000,0.011 0.000,0.011 0.000,0.078 0.000,0.121 0.000,0.141 0.000,0.142 0.000,0.135 0.000,-0.216 0.000,0.069 0.000,0.562 0.000,0.261 0.000,0.250 0.000,0.225 0.000,0.197 0.000,-0.386 0.000,0.129 0.000,1.033 0.000,0.146 0.000,0.063 0.000,0.007 0.000,-0.029 0.000,-1.235 0.000,0.002 0.000,1.231 0.000,-0.251 0.000,-0.331 0.000,-0.353 0.000,-0.342 0.000,-1.399 0.000,1.389 0.000,0.191 0.000,0.944 0.022,0.009 0.034,-0.119 0.038,-0.185 0.036,-1.655-0.081,0.447 0.039,-0.022 0.022,0.967 0.142,-0.281 0.006,-0.329-0.018,-0.330-0.032,-1.140-0.172,0.833 0.118,-0.175-0.033,-0.153-0.031,-0.130-0.026,-0.103-0.022,-0.079-0.016,-0.352-0.022,0.410 0.007,0.020-0.009,0.010-0.006,0.004-0.004,0.000 0.000,-0.002 0.000,-0.201 0.030,0.352 0.078,0.065 0.030,0.028 0.008,0.005-0.005,-0.011-0.014,-0.319-0.056,0.345 0.028,-0.058-0.020,-0.081-0.019,-0.087-0.015,-0.086-0.014,0.603-0.031</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882.000 427.000,'0.004'0.000,"0.006"0.000,0.006 0.000,0.008 0.000,0.005 0.000,0.005 0.000,0.004 0.000,0.003 0.000,0.003 0.000,0.001 0.000,0.001 0.000,0.001 0.000,-0.001 0.000,0.001 0.000,0.000 0.000,0.000 0.000,-0.001 0.000,0.000 0.000,-0.000 0.000,0.000 0.000,0.000 0.000,-0.001 0.000,0.216 0.037,0.355 0.061,0.425 0.071,0.443 0.074,0.428 0.073,0.578 0.101,0.150 0.033,0.018 0.011,-0.067-0.004,-0.115-0.010,-0.135-0.017,0.488 0.088,0.826 0.132,2.489 0.312,0.967-0.011,0.653-0.084,0.406-0.123,-6.593-0.610,3.454 0.185,0.275-0.087,4.261-0.080,0.275-0.191,-0.035-0.150,-0.228-0.110,-0.336-0.078,-2.233 0.060,-0.416 0.006,0.907-0.037,-0.318 0.040,-0.234 0.048,-0.162 0.049,-0.107 0.046,-1.397 0.056,-0.373 0.026,-0.419 0.022,0.669-0.007,-0.735-0.008,-0.674-0.018,-0.581-0.025,-2.583 0.096,7.957-0.574</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920.000 427.000,'0.006'0.000,"0.434"0.000,0.460 0.000,0.448 0.000,0.406 0.000,0.341 0.000,0.275 0.000,0.210 0.000,-2.035 0.000,4.880 0.000,1.275 0.000,0.921 0.000,0.448 0.000,0.108 0.000,-2.804 0.000,3.034 0.000,0.032 0.000,0.576 0.000,-0.657 0.000,-0.802 0.000,-0.833 0.000,-0.793 0.000,-0.355-0.074,-0.518-0.059,-0.301-0.054,-0.260-0.046,-0.214-0.036,-0.171-0.028,-0.131-0.021,-0.279 0.008,-0.356 0.027,-0.381 0.037,-0.374 0.040,-0.341 0.042,-0.296 0.037,-1.557 0.103,6.318-0.105</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865.000 434.000,'0.123'0.000,"0.192"0.000,0.222 0.000,0.226 0.000,0.211 0.000,0.186 0.000,-0.223 0.000,0.168 0.000,1.560 0.000,1.414 0.000,1.516 0.000,1.473 0.000,1.335 0.000,-0.871 0.000,2.611 0.000,0.099 0.000,-0.310 0.000,-0.550 0.000,-0.661 0.000,-0.687 0.000,-0.003-0.071,1.139-0.070,3.431-0.118,0.344-0.049,-0.187-0.024,-0.514-0.004,-0.687 0.006,-2.524 0.085,2.522-0.059,-0.972 0.026,-1.090 0.023,-1.070 0.018,-0.964 0.015,-1.423 0.021,-1.139 0.011,-1.074 0.009,-0.950 0.006,-0.795 0.005,-0.637 0.002,-1.151-0.429</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2244.000 465.000,'-0.660'0.000,"-0.846"0.000,-0.635 0.000,-1.329 0.045,-0.605 0.067,-0.405 0.075,-0.245 0.074,3.851-0.210,-2.624 0.203,-0.511 0.084,-2.680 0.284,-0.601 0.080,-0.328 0.037,-0.126 0.005,6.170-0.591,-5.199 0.531,-0.212 0.044,-1.385 0.242,-0.276 0.166,-0.220 0.176,-0.168 0.174,-0.123 0.161,2.365-0.355,0.267 0.019,-2.067 0.618,0.450 0.129,0.441 0.126,0.405 0.116,0.353 0.100,0.295 0.083,5.251-1.950,-7.475 3.091,-0.888 0.439,-0.547 0.212,-0.291 0.053,-0.108-0.046,4.517-1.893,-5.339 1.817,0.444-0.332,0.913-0.449,1.124-0.485,1.153-0.461,4.336-1.452,-5.942 1.469,-1.627 0.314,-6.283 1.540,-0.637 0.217,0.309 0.036,0.855-0.076,13.833-3.702,-12.679 3.683,1.411-0.217,1.831-0.395,1.938-0.473,1.839-0.479,1.625-0.445,-0.158 0.141,-3.372 1.322,-0.971 0.443,-0.284 0.179,0.185-0.003,0.480-0.124,8.835-3.500,-11.096 5.350,0.182 0.774,0.509 0.658,0.983 0.402,1.222 0.206,1.295 0.064,1.253-0.031,4.890-4.874,-3.424 5.450,0.976 0.225,0.881 0.042,0.761-0.078,0.630-0.154,0.499-0.191,2.236-6.955,-2.164 8.384,0.199 0.452,0.229 0.068,0.230-0.183,0.214-0.332,0.189-0.401,0.492-0.143,0.167 1.312,0.186 3.493,0.460 0.552,0.477 0.034,0.453-0.309,0.408-0.513,-0.177-5.605,0.229-0.178,1.415 5.595,0.431-1.030,0.248-1.206,0.115-1.218,0.022-1.131,-1.271-4.075,1.173 2.509,0.057-0.364,1.129 1.817,0.512 0.428,0.522 0.567,0.483 0.599,0.661 0.378,0.400 0.090,-0.016-0.514,-0.278-0.855,-0.420-1.001,-0.477-1.012,0.364-0.267,0.481-0.037,0.288-0.226,0.139-0.331,0.034-0.380,-0.037-0.382,-5.537-5.109,3.286 2.718,0.481 0.138,4.073 2.688,0.310-0.156,-0.125-0.368,-0.399-0.481,-0.551-0.522,-0.186-0.321,-0.483-0.496,-0.250-0.631,0.407-0.409,0.605-0.355,0.693-0.295,0.702-0.236,-5.718-1.559,6.178 1.035,0.422-0.299,0.222-0.282,-0.344-0.308,-0.541-0.279,-0.639-0.244,-0.664-0.203,-1.814-0.205,0.309-0.080,3.993-0.062,0.560-0.095,0.359-0.062,0.205-0.035,0.090-0.017,-2.284 0.018,4.518-0.101,0.293-0.100,0.058-0.110,-0.090-0.105,-0.169-0.094,-0.203-0.078,-2.711 0.007,-0.238-0.140,-0.184-0.157,-0.139-0.155,-0.097-0.149,1.989-0.353,-0.150-0.074,-0.874 0.040,-1.273 0.110,-1.435 0.148,-1.431 0.160,-1.326 0.156,-5.394 0.834,10.643-2.126,2.791-0.930,1.392-0.721,0.396-0.533,-0.271-0.374,-0.677-0.246,-5.242 1.446,-0.492-0.162,3.316-2.155,-1.112-0.396,-1.109-0.305,-1.027-0.228,-0.898-0.160,-0.750-0.104,-0.690-0.315,-0.601-0.426,-0.501-0.465,-0.398-0.457,-0.305-0.418,-3.620 5.411,3.675-8.906,-0.733-1.354,-0.854-0.803,-0.852-0.398,-0.773-0.120,-0.659 0.062,-1.776 12.617,0.943-12.678,-0.574-0.510,-0.510-0.177,-0.431 0.047,-0.346 0.183,-0.265 0.256,-0.256 3.152,-0.874-2.760,-0.542 0.478,-0.438 0.805,-0.340 0.961,-0.253 0.996,-0.178 0.949,-0.117 0.853,-0.398 0.246,-0.360 0.293,-0.379 0.106,-0.365-0.018,-0.328-0.100,-0.467-0.635,0.122 0.318,0.363 0.687,0.487 0.866,0.526 0.911,0.509 0.866,3.313 5.422,-2.928-4.809,0.211 0.398,0.275 0.537,0.298 0.591,0.293 0.585,0.270 0.542,1.734 2.610,-6.871-7.060,-2.757-2.156,-1.621-1.101,-0.777-0.351,-0.187 0.146,0.197 0.448,0.647 0.904,0.465 0.635,1.335 1.251,1.473 1.286,1.441 1.206,1.307 1.059,2.776 2.143,-1.516-1.084,0.072 0.111,-0.060 0.004,-0.144-0.068,-0.191-0.112,-0.209-0.133,2.874 2.053,-5.108-3.253,-0.636-0.114,-0.267 0.126,-0.022 0.266,0.133 0.328,0.218 0.338,0.029 0.319,0.307 0.458,0.295 0.427,0.260 0.371,0.218 0.303,0.171 0.235,2.035 0.622,-0.932-0.150,0.646 0.233,0.695 0.221,0.669 0.196,0.598 0.164,1.373 0.290,-1.159-0.097,0.057 0.065,0.037 0.032,0.020 0.012,0.007-0.005,-7.326-0.757</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2041.000 415.000,'0.020'0.010,"0.032"0.016,0.035 0.017,0.035 0.019,0.033 0.015,0.028 0.014,0.022 0.012,0.018 0.009,0.131 0.065,0.412 0.171,0.478 0.187,0.494 0.189,0.463 0.173,0.402 0.148,-1.541-0.622,2.927 0.962,0.826 0.041,0.604-0.074,0.417-0.135,0.266-0.159,0.152-0.162,-2.769-0.460,2.280 0.129,-0.057-0.128,-0.190-0.114,-0.263-0.097,-0.291-0.078,-0.291-0.061,-3.678-0.071,5.660-0.034,1.142-0.114,0.869-0.109,0.628-0.101,0.428-0.084,0.269-0.070,0.147-0.053,0.060-0.039,0.019-0.166,-0.792-0.180,-0.915-0.188,-0.912-0.177,-0.826-0.155,-0.702-0.127,-4.983 1.280,4.275-1.732,-0.603-0.224,-0.659-0.072,-0.638 0.023,-0.571 0.083,-0.482 0.111,-1.966 1.716,1.666-1.926,-0.318-0.173,-0.333-0.133,-0.312-0.101,-0.276-0.070,-0.227-0.046,-0.418 1.737,0.214-1.769,-0.086-0.181,-0.079-0.094,-0.072-0.032,-0.059 0.012,-0.048 0.041,-0.051 1.000,-0.135-2.085,-0.225-0.405,-0.244-0.300,-0.235-0.209,-0.211-0.137,0.328 2.207,-0.644-1.863,-0.139 0.181,-0.072 0.286,-0.020 0.331,0.012 0.340,0.035 0.321,-0.226 0.082,-0.145 0.401,-0.170 0.363,-0.173 0.313,-0.159 0.253,-0.137 0.196,-0.114 0.146,-0.103 0.235,-0.160 0.231,-0.156 0.227,-0.142 0.209,-0.121 0.177,-0.268 0.196,-0.420 0.114,-0.268 0.096,-0.150 0.080,-0.062 0.060,0.000 0.047,1.120 0.028,-0.043 0.014,-1.338 0.022,0.080 0.012,0.155 0.004,0.193 0.001,0.205-0.004,0.199-0.004,2.100-0.021,-4.402 0.030,-0.712 0.014,-0.235 0.018,0.077 0.020,0.264 0.016,0.358 0.016,1.229-0.006,0.455 0.009,0.449 0.009,0.414 0.007,0.367 0.006,0.310 0.005,2.549-0.122,-3.281 0.436,-0.333 0.332,-0.352 0.341,-0.329 0.317,-0.289 0.273,3.332-1.078,-3.319 1.406,0.319 0.194,0.440 0.139,0.473 0.093,0.451 0.058,0.398 0.029,0.432-0.053,0.143 0.153,0.072 0.175,0.020 0.174,-0.011 0.159,-0.033 0.139,0.543-0.667,-0.395 0.619,0.101-0.023,0.143-0.078,0.163-0.108,0.162-0.121,0.153-0.122,1.338-2.239,-1.314 2.481,0.127 0.049,0.157-0.013,0.166-0.052,0.158-0.075,0.141-0.082,0.244 0.998,0.217 0.439,0.185 0.047,0.149-0.205,0.117-0.353,0.086-0.422,0.009-1.439,0.059-0.009,0.367 1.349,0.250-0.177,0.228-0.238,0.194-0.259,0.161-0.250,0.123-0.227,0.163-0.205,0.156-0.196,0.146-0.166,0.126-0.134,0.107-0.103,6.710 2.810</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568.000 377.000,'-0.006'-0.006,"-0.008"-0.008,-0.011-0.011,-0.010-0.010,-0.008-0.008,-0.009-0.009,-0.007-0.007,-0.004-0.004,-0.005-0.005,-0.002-0.002,-0.002-0.002,-0.001 0.000,0.000-0.002,-0.001 0.000,-0.046-0.010,-0.079-0.020,-0.091-0.024,-0.091-0.025,-0.038 0.028,-0.031 0.001,-0.082-0.025,-0.475-0.118,-0.079 0.005,-0.020 0.025,0.021 0.037,0.446 0.076,-0.086-0.021,-0.115-0.026,-1.350-0.264,-0.621-0.101,-0.548-0.079,-0.455-0.061,2.318 0.421,-1.038-0.150,-0.280-0.020,-2.356-0.269,-0.385 0.040,-0.174 0.069,-0.024 0.086,0.077 0.089,4.483 0.328,-4.199-0.184,0.370 0.074,-0.211 0.039,-2.928 0.042,0.081 0.122,0.321 0.116,0.445 0.103,4.548-0.124,-2.066 0.159,0.036 0.087,-2.313 0.355,0.265 0.113,0.356 0.066,0.381 0.029,3.793-0.551,-1.783 0.337,-0.049 0.058,-2.361 0.519,0.114 0.025,0.240-0.028,0.298-0.059,0.306-0.070,2.486-0.501,-1.672 0.403,0.348-0.020,0.444-0.042,0.476-0.054,0.467-0.059,2.376-0.689,-3.151 1.276,-0.143 0.256,-0.089 0.185,0.050 0.086,0.138 0.018,0.188-0.031,2.876-1.557,-3.304 2.121,0.770-0.322,0.006 0.146,-0.539 0.563,0.154 0.019,0.195-0.050,0.211-0.093,-0.073 0.094,1.405-1.207,0.068-0.043,-0.761 0.766,0.212-0.062,0.227-0.062,0.225-0.060,0.382-0.291,0.169-0.026,0.162-0.016,-0.089 0.583,0.296-0.046,0.268-0.062,0.229-0.070,0.446-1.860,-0.185 1.372,0.088 0.027,0.065 0.464,0.080-0.057,0.056-0.091,0.035-0.105,0.070-0.767,0.160 0.262,0.151 0.015,0.612 0.834,0.363 0.033,0.306 0.003,0.248-0.017,0.190-0.028,-0.384-0.530,0.522 0.406,-0.027-0.144,-0.095-0.189,-0.131-0.203,-0.145-0.199,-1.469-1.197,1.400 0.970,2.197 1.320,0.758 0.315,0.422 0.107,0.171-0.039,-0.006-0.132,-0.122-0.187,-2.903-1.552,3.067 1.178,0.809 0.089,3.080 0.786,0.605-0.114,0.222-0.198,-0.033-0.235,-8.133-2.141,8.643 1.814,0.095-0.239,-0.443-0.280,0.128-0.135,0.142-0.100,0.143-0.068,-8.375-1.171,7.811 0.990,0.733-0.005,4.238 0.311,0.392-0.146,-0.014-0.176,-0.267-0.181,-0.403-0.170,-5.957-0.457,7.281 0.188,0.058-0.140,-0.423-0.114,-0.689-0.088,-0.800-0.067,-6.251-0.130,-0.071-0.020,6.557 0.029,-0.026-0.048,-0.174-0.037,-0.251-0.028,-0.275-0.019,-6.131 0.019,1.409 0.028,0.210 0.015,4.954 0.076,-0.213 0.033,-0.537 0.027,-0.694 0.020,-7.905-0.140,4.974 0.078,0.029-0.013,2.964 0.019,-0.461-0.030,-0.639-0.032,-0.700-0.027,-1.644-0.038,-0.791-0.035,-0.751-0.036,-0.673-0.031,-0.574-0.029,-0.471-0.024,-2.226 0.039,2.580-0.048,1.955-0.036,3.592-0.069,0.908-0.025,0.194-0.011,-0.288-0.005,-0.584 0.003,-9.684 0.207,5.569-0.157,6.093-0.249,-0.349-0.064,-0.978-0.031,-1.311-0.008,-1.425 0.006,-8.103 0.447,7.182-0.398,0.749-0.040,0.511-0.028,4.443-0.223,-0.265 0.045,-0.710 0.072,-0.914 0.083,-1.630 0.090,-0.266 0.023,-0.657 0.034,-0.874 0.043,-0.961 0.043,-0.960 0.042,-1.223 0.083,-1.587 0.081,0.145 0.021,4.814-0.065,0.943 0.021,0.807 0.009,0.656-0.001,-1.675 0.036,-0.072 0.016,0.747-0.003,0.079 0.001,0.100-0.006,0.102-0.007,0.099-0.010,-9.196 0.120,8.183-0.090,3.334-0.016,-0.108 0.019,-0.602 0.020,-0.875 0.021,-0.985 0.019,-6.876 0.037,2.469-0.004,4.900-0.004,-0.420 0.012,-0.487 0.007,-0.493 0.007,-0.461 0.004,-0.407 0.003,-7.699-0.003,4.873 0.002,0.137 0.001,2.496 0.001,-0.308 0.000,-0.510-0.001,-0.607 0.000,-1.451-0.001,1.233 0.022,-0.104 0.037,-0.079 0.041,-0.058 0.043,-0.039 0.042,-0.026 0.036,-5.897-0.177,4.559 0.119,0.670-0.004,3.331 0.044,0.166-0.026,-0.264-0.028,-0.528-0.029,-0.665-0.028,-5.135-0.059,6.792 0.101,0.711 0.021,0.323 0.002,0.048-0.010,-0.128-0.019,-0.234-0.021,-2.442-0.035,1.978-0.001,-0.977-0.020,-1.103-0.017,-1.095-0.013,-1.001-0.010,-5.262-0.012,7.519 0.003,0.540-0.006,-0.995-0.002,-0.433-0.002,-0.586 0.000,-0.641 0.000,-5.365 0.004,5.545-0.033,0.885-0.048,2.202-0.081,0.638-0.061,0.366-0.053,0.165-0.043,0.028-0.033,-2.720 0.039,1.425-0.135,-0.510-0.059,-0.588-0.050,-0.598-0.040,-0.564-0.031,-0.502-0.022,-5.670 0.514,5.127-0.598,-0.570-0.058,-0.646-0.037,-0.650-0.024,-0.611-0.010,-1.776 0.331,-0.223 0.005,0.340-0.165,-0.325 0.016,-0.020-0.115,-0.365 0.010,-0.306 0.009,-0.245 0.007,-0.193-0.003,-0.223 0.056,-0.187 0.064,-0.151 0.064,-0.115 0.059,-0.086 0.053,-0.090-0.004,-0.322-1.370,-0.244-0.716,-0.190-0.519,-0.136-0.306,-0.094-0.149,-0.056-0.032,0.710 2.823,-1.093-3.420,-0.350-0.458,-0.132 0.167,-0.048 0.330,0.005 0.402,0.039 0.411,-0.056 0.540,-0.909-0.730,-0.514-0.178,-0.404-0.078,-0.305-0.004,-0.217 0.045,3.224 2.897,-2.491-1.848,-0.608-0.194,-3.752-2.000,-1.105-0.183,-0.772-0.024,-0.501 0.087,-0.289 0.151,-0.130 0.187,6.038 2.697,-6.059-2.198,-0.141 0.351,-0.052 0.402,0.015 0.415,0.058 0.399,0.083 0.364,5.740 1.282,-7.447-1.009,-0.945 0.103,-2.028-0.085,-1.292-0.043,-1.206-0.081,-1.070-0.099,10.490 1.187,-13.306-1.452,-1.900-0.084,-5.026-0.250,0.391 0.366,1.279 0.462,1.726 0.484,20.495 1.195,-13.876-0.082,0.574 0.612,-1.592 0.702,1.425 0.477,1.538 0.329,1.523 0.207,1.413 0.112,4.835-0.706,-5.589 0.694,-0.796-0.248,-0.851-0.336,-0.833-0.375,-0.767-0.376,-0.676-0.352,-7.543-1.080,-2.402-0.653,-1.507-0.407,-0.257-0.204,0.575-0.059,1.080 0.043,1.333 0.102,16.055 1.147,-16.433-0.608,2.652 0.464,3.276 0.404,3.401 0.336,3.212 0.266,-2.760 0.669,-0.679 0.370,0.068-0.027,-1.163-0.133,-1.211-0.230,-1.146-0.274,-1.014-0.278,4.150-0.364,-6.925-0.499,0.223-0.342,1.007-0.239,1.413-0.154,18.653 1.076,-18.164-1.092,0.975 0.097,1.548 0.169,1.790 0.203,1.799 0.207,1.668 0.194,1.454 0.170,3.335 0.195,-3.474 0.138,0.221 0.107,0.174 0.053,0.133 0.015,3.818-0.059,0.288-0.010,-1.795 0.027,0.483-0.001,0.494 0.003,0.465 0.005,0.413 0.005,3.667-0.044,-3.054 0.152,0.942 0.032,1.034 0.011,1.010-0.002,0.915-0.012,2.586-0.182,-0.091 0.017,-2.700 0.269,-0.332 0.069,-0.731 0.073,0.001-0.026,0.128-0.057,0.202-0.070,4.133-0.320,-3.157 0.259,0.119 0.021,-0.554 0.070,0.351-0.031,0.383-0.048,0.380-0.054,0.351-0.056,1.307-0.111,0.091-0.020,-1.056 0.022,0.080-0.042,0.046-0.033,0.022-0.026,0.005-0.020,-0.389-0.011,0.408-0.006,-0.210-0.004,-0.627 0.012,-0.230 0.023,-0.186 0.029,-0.147 0.031,0.516 0.051,-13.543 1.462</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1160.000 220.000,'0.000'0.071,"0.000"0.109,0.000 0.119,0.000 0.118,0.000 0.106,0.000 0.087,0.000 0.070,0.000 0.054,0.000 0.037,0.000 0.026,0.000 0.397,0.000-0.268,0.000 0.271,0.066 1.553,0.107 0.777,0.124 0.676,0.128 0.564,-0.027-0.650,0.010-0.060,-0.012-0.170,0.056 0.569,-0.061-0.511,-0.067-0.545,-0.068-0.525,-0.204-2.301,0.187 2.099,-0.011 0.050,-0.002 0.637,-0.074-0.058,-0.082-0.106,-0.076-0.126,0.003-2.514,-0.018 1.139,-0.009 0.044,-0.043 1.034,-0.024-0.036,-0.021-0.104,-0.015-0.142,-0.014-0.157,-0.010-0.158,0.090-1.277,-0.085 1.090,0.015-0.193,0.020-0.193,0.020-0.180,0.020-0.162,0.031-0.424,0.008-0.075,0.001 0.171,0.014-0.153,0.009-0.140,0.009-0.124,0.004-0.100,0.001-0.322,-0.025 0.302,-0.071 0.536,-0.027 0.154,-0.008 0.067,0.004 0.007,0.013-0.032,0.015-0.053,0.039-0.361,0.008-0.036,-0.007 0.256,0.017-0.109,0.013-0.112,0.011-0.104,0.009-0.088,0.005-0.074,0.004-0.058,0.003-0.043,0.001-0.030,0.001-0.020,-0.004-0.178,0.002 0.182,0.000 0.079,0.001 0.157,-0.002 0.045,0.000 0.016,0.000-0.002,-0.001-0.014,-0.001-0.454,0.001 0.163,-0.001 0.421,0.001 0.083,-0.001 0.306,0.000-0.034,0.000-0.087,0.000-0.113,0.000-0.703,0.000 0.588,0.000-0.051,-0.001-0.059,0.001-0.059,0.000-0.057,0.000-0.049,0.000-0.179,0.000 0.006,0.000 0.011,0.000 0.271,0.000 0.091,0.000 0.095,0.000 0.088,0.000 0.078,0.000 0.068,0.000 0.147,0.000 0.050,0.000-0.015,0.000-0.057,0.000-0.081,0.000-0.090,0.000 2.075</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1133.000 336.000,'0.000'0.008,"0.000"0.012,0.000 0.015,0.000 0.013,0.000 0.013,0.000 0.012,0.000 0.008,0.000 0.008,0.000 0.005,0.000 0.004,0.084 0.165,0.128 0.244,0.145 0.277,0.144 0.272,0.129 0.246,0.112 0.211,-0.257-0.568,0.108 0.141,0.595 0.990,0.129 0.186,0.050 0.080,-0.004 0.005,-0.039-0.043,-0.059-0.072,-1.005-1.776,0.916 1.562,-0.066-0.172,-0.082-0.199,-0.089-0.207,-0.087-0.197,-0.081-0.179,-0.448-0.631,0.460 0.524,-0.082-0.177,-0.094-0.174,-0.092-0.155,-0.087-0.134,-0.074-0.109,-0.131-0.088,-0.001-0.002,0.148 0.058,0.081 0.010,0.093 0.011,0.092 0.011,-0.356-0.127,0.235 0.037,0.113-0.006,0.768 0.050,0.268-0.027,0.196-0.026,0.135-0.026,0.088-0.023,-0.361-0.070,0.075-0.089,0.432-0.131,-0.146-0.066,-0.218-0.035,-0.247-0.013,-0.248 0.003,-0.828 0.185,1.183-0.699,0.391-0.534,0.427-0.548,0.412-0.510,0.371-0.445,0.311-0.367,-0.140 0.069,-0.213 0.149,-0.314 0.256,-0.352 0.300,-0.347 0.306,-0.319 0.285,-0.806 0.771,0.008-0.039,0.784-0.889,-0.176 0.111,-0.234 0.190,-0.253 0.228,-0.244 0.231,-0.329 0.445,0.022 0.001,-0.152 0.187,-0.140 0.155,-0.120 0.124,-0.100 0.095,-0.080 0.070,-0.314-0.015</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1079.000 306.000,'0.016'0.000,"0.024"0.000,0.029 0.000,0.028 0.000,0.025 0.000,0.023 0.000,0.018 0.000,0.015 0.000,0.010 0.000,0.008 0.000,0.010 0.000,0.013 0.000,0.014 0.000,0.012 0.000,0.012 0.000,0.009 0.000,0.008 0.000,0.046 0.011,0.048 0.016,0.031 0.022,0.015 0.020,0.005 0.020,-0.001 0.019,-0.209-0.049,0.509 0.201,0.121 0.103,0.065 0.087,0.024 0.073,-0.004 0.056,-0.022 0.043,0.510 0.423,0.442 0.342,0.457 0.332,0.128 0.074,0.005-0.023,-0.068-0.081,-0.109-0.107,-0.390-0.274,-0.185-0.115,-0.190-0.108,-0.177-0.096,-0.157-0.082,-0.136-0.066,-0.108-0.052,-0.161-0.152,0.220 0.191,-0.050-0.009,-0.067-0.013,-0.071-0.012,-0.473-0.491,0.499 0.399,0.045-0.002,0.091 0.010,0.032-0.050,0.020-0.061,0.014-0.063,-0.591-0.324,0.440 0.179,-0.013-0.019,0.077 0.016,-0.081-0.051,-0.095-0.056,-0.098-0.055,-0.095-0.050,0.007 0.036,-0.006 0.038,-0.013 0.030,-0.007 0.029,0.001 0.025,0.005 0.020,0.013 0.047,0.085 0.067,0.108 0.068,0.118 0.063,0.112 0.055,0.103 0.046,0.059 0.051,-0.075-0.037,-0.025-0.006,-0.042-0.017,-0.050-0.023,-0.051-0.026,-0.050-0.027,-0.040-0.009,-0.125-0.067,-0.131-0.070,-0.126-0.067,-0.112-0.060,-0.096-0.051,-0.138-0.184,0.125 0.144,-0.022 0.008,-0.011-0.016,-0.001-0.026,0.004-0.034,0.006-0.035,0.004-0.027,0.019 0.020,0.111 0.110,0.011 0.058,-0.001 0.051,-0.007 0.044,-0.054-0.050,0.018 0.025,0.042 0.058,0.017 0.034,0.016 0.030,0.012 0.027,0.009 0.023,0.032 0.032,-0.028-0.066,-0.036-0.084,-0.039-0.088,-0.036-0.083,-0.032-0.073,-0.204-0.153,0.155 0.171,-0.021 0.013,-0.015 0.002,-0.013-0.005,-0.008-0.007,-0.006-0.012,-0.002-0.009,-0.059-0.057,0.051 0.134,0.005 0.026,0.008 0.008,0.009-0.001,0.011-0.008,-0.126-0.234,0.234 0.224,0.024-0.047,-0.011-0.049,-0.030-0.047,-0.040-0.040,-0.040-0.033,-0.039-0.026,-0.034-0.019,-0.026-0.013,-0.022-0.009,-0.015-0.005,-0.012-0.002,-0.006-0.001,-0.004 0.001,-0.002 0.001,-0.001 0.001,0.001 0.002,0.001 0.001,0.001 0.001,0.002 0.002,-0.000 0.000,0.002 0.000,0.000 0.001,0.001 0.000,0.000 0.000,0.000 0.001,0.001-0.001,0.000 0.000,0.000 0.000,0.000 0.001,-0.001-0.001,0.001 0.000,0.000 0.000,0.000 0.000,-0.001 0.000,0.001 0.000,0.000 0.000,-0.001 0.000,0.001 0.000,0.000 0.000,-0.001 0.000,0.001 0.000,-0.001 0.000,0.001 0.000,0.000 0.000,-0.001 0.000,0.001 0.000,-0.001 0.000,0.001 0.000,0.000 0.000,-0.001 0.000,-0.002 0.037,-0.003 0.057,0.034 0.031,0.056 0.009,0.064-0.003,0.066-0.012,0.036-0.006,0.012-0.001,-0.001 0.001,-0.011 0.003,-0.017 0.004,-0.018 0.004,-0.020 0.004,-0.003 0.001,-0.014-0.016,-0.012-0.018,-0.009-0.021,-0.006-0.017,-0.005-0.017,0.020-0.014,0.049-0.010,0.059-0.006,0.060-0.006,0.056-0.003,-0.148-0.015,0.018-0.024,0.267-0.109,0.110-0.087,0.108-0.082,0.100-0.072,0.089-0.063,-0.070 0.021,0.488-0.286,0.128-0.125,0.086-0.108,0.055-0.086,0.030-0.068,-0.069 0.018,-0.007-0.012,-0.010 0.001,-0.015 0.007,-0.013 0.012,-0.014 0.013,-0.611 0.371,0.340-0.349,-0.016-0.083,0.171-0.227,-0.026-0.004,-0.030 0.033,-0.031 0.053,-0.029 0.065,-1.028 0.946,0.597-0.516,0.053-0.004,0.870-0.600,-0.010 0.098,-0.092 0.135,-0.133 0.147,-0.148 0.142,-0.887 0.526,0.794-0.548,-0.020-0.025,-0.055 0.012,-0.078 0.034,-0.085 0.047,-0.085 0.052,-0.798 0.599,0.873-0.797,-0.060-0.029,-0.072 0.016,-0.075 0.040,-0.068 0.055,-0.150 0.154,-0.072 0.075,-0.067 0.073,-0.059 0.068,-0.050 0.059,-0.042 0.049,-0.032 0.041,-0.203 0.206,0.219-0.305,0.026-0.062,-0.005-0.002,-0.012 0.019,-0.016 0.033,-0.132 0.219,0.155-0.179,-0.003 0.008,-0.013 0.021,-0.020 0.028,-0.021 0.031,-0.022 0.029,-0.229 0.247,0.259-0.278,0.054-0.067,0.004-0.029,-0.010-0.022,-0.015-0.018,0.005-0.012,0.015-0.009,-0.062 0.104,-0.013 0.043,-0.017 0.053,-0.018 0.053,-0.018 0.051,-0.016 0.047,-0.013 0.020,-0.035 0.016,-0.035 0.002,-0.032-0.004,-0.029-0.010,-0.040 0.074,0.118-0.079,0.017 0.014,-0.004 0.018,-0.018 0.018,-0.022 0.016,-0.025 0.015,-0.022 0.012,-0.021 0.009,-0.017 0.006,-0.012 0.006,-0.011 0.002,-0.006 0.002,-0.004 0.000,-0.004 0.001,-0.001 0.000,0.000-0.001,0.001-0.001,-0.001 0.000,0.002 0.000,-0.000-0.001,0.001 0.000,0.000-0.001,0.001 0.001,0.000-0.001,0.001-0.000,-0.001 0.000,0.001 0.000,0.000 0.000,-0.000 0.001,0.000-0.001,0.000-0.000,0.000 0.000,0.000 0.000,0.000 0.000,-0.000 0.000,-0.001 0.000,0.001 0.001,-0.000-0.001,0.000 0.000,0.000 0.000,0.000-0.000,-0.001 0.001,0.001-0.001,0.000 0.000,0.000 0.000,0.000 0.000,-0.001-0.000,0.001 0.001,0.000-0.001,-0.000 0.000,0.000 0.000,0.000 0.000,-0.001 0.001,0.001-0.001,0.000 0.000,0.000 0.000,0.000 0.000,-0.001 0.000,0.001 0.001,0.000-0.001,0.000 0.000,-0.000 0.000,0.000 0.000,-0.001 0.001,0.001-0.001,0.000 0.000,0.000 0.000,0.000 0.000,-0.001 0.000,0.001 0.001,0.000-0.001,0.000 0.000,0.000 0.000,-0.000 0.000,-0.001 0.001,0.001-0.001,-0.000 0.000,0.000 0.000,0.022-0.010,0.037-0.018,0.044-0.020,0.042-0.022,0.042-0.019,0.035-0.017,0.067-0.010,0.027-0.012,-0.004-0.008,-0.026-0.008,-0.037-0.006,-0.042-0.003,0.271-0.544</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1168.000 172.000,'0.000'0.006,"0.000"0.009,0.000 0.011,0.000 0.011,0.000 0.010,0.000 0.008,0.000 0.007,0.000 0.006,0.000 0.004,0.000 0.003,0.000 0.003,0.000 0.000,0.000 0.001,0.015 0.037,0.023 0.060,0.026 0.070,0.028 0.071,0.024 0.066,-0.092-0.300,0.121 0.482,0.005 0.091,0.010 0.150,0.128 0.735,0.046 0.222,0.042 0.137,0.036 0.073,-0.334-1.592,0.262 1.606,-0.029 0.275,-0.027 0.638,-0.074 0.359,-0.079 0.314,-0.074 0.260,-0.067 0.210,-0.041 0.131,-0.049 0.347,-0.035-0.105,-0.027-0.168,-0.020-0.194,-0.014-0.191,0.021-0.511,0.019-0.231,0.022-0.219,0.024-0.194,0.024-0.164,0.022-0.132,0.052-1.926,-0.030 2.073,0.014 0.108,0.011 0.036,0.008-0.014,0.007-0.044,0.003-0.062,0.000-1.516,0.003 1.174,0.000 0.137,0.002 0.373,-0.001-0.122,0.001-0.209,-0.002-0.252,0.001-0.267,-0.005-1.490,0.003 1.077,-0.001 0.074,0.000 0.588,-0.000 0.032,-0.001-0.016,0.000-0.046,-0.001-0.062,0.001-0.749,-0.001-0.021,0.000 0.727,0.000-0.087,-0.001-0.106,0.001-0.111,0.000-0.107,0.000-0.170,0.000-0.041,-0.001 0.141,0.001-0.120,0.000-0.129,0.000-0.123,0.000-0.528,0.000-0.013,0.000 0.364,0.000-0.080,0.000-0.093,0.000-0.096,0.000-0.088,0.000-0.079,0.000-0.321,0.000 0.449,0.000 0.200,0.000 0.113,0.000 0.092,0.000 0.070,0.000-0.941,0.000 0.564,0.000 0.039,0.000 0.300,0.000-0.019,0.000-0.052,0.000-0.068,0.000-0.077,0.000-0.075,0.000-0.454,0.014 0.734,0.021 0.232,0.025 0.223,0.027 0.204,0.024 0.176,-0.038-0.720,0.000-0.013,0.041 0.654,-0.010-0.130,-0.013-0.162,-0.016-0.171,-0.015-0.167,-0.027-0.522,-0.006-0.055,0.004 0.291,-0.009-0.090,-0.009-0.072,-0.006-0.054,-0.004-0.040,-0.004-0.027,0.000-0.386,0.015 0.500,0.025 0.005,0.029-0.011,0.029-0.021,0.027-0.027,0.006-0.082,-0.008-0.108,-0.016-0.118,-0.017-0.110,-0.020-0.098,-0.017-0.082,-0.015-0.065,-0.013-0.048,-0.009-0.035,-0.007-0.024,-0.006-0.014,-0.003-0.007,-0.002-0.004,0.000 0.002,-0.001 0.001,0.000 0.004,0.001 0.003,0.000 0.004,0.001 0.002,0.000 0.004,0.001-0.047,0.000-0.090,0.001-0.128,-0.001-0.088,0.001-0.071,0.000-0.054,0.000-0.040,-0.026-0.162,-0.069-1.368,-0.027-0.626,-0.010-0.392,0.003-0.213,0.011-0.082,0.015 0.010,0.064 1.979,-0.014-0.763,0.006-0.034,-0.012-1.465,0.016 0.210,0.012 0.315,0.012 0.362,0.008 0.364,0.005 0.517,0.018-0.280,0.025 0.164,0.026 0.191,0.028 0.197,0.024 0.185,-0.090 1.151,0.051-0.897,0.000-0.393,0.053-2.365,-0.014-0.545,-0.020-0.168,-0.019 0.076,-0.020 0.218,-0.025 2.750,0.142-3.008,0.068 0.119,0.049 0.269,0.033 0.332,0.022 0.344,0.012 0.318,-0.170 1.600,-0.010 0.110,0.075-0.605,-0.015 0.209,-0.013 0.187,-0.010 0.160,-0.007 0.132,-0.080 0.350,-0.009-0.178,0.054-1.408,-0.032-0.213,-0.033-0.045,-0.028 0.065,-0.025 0.128,-0.023 0.582,-0.008-0.443,-0.011 0.079,-0.008 0.131,-0.005 0.155,-0.003 0.161,-0.001 0.475,-0.001 0.119,-0.002-0.133,0.001 0.169,0.001 0.156,0.000 0.138,0.002 0.116,0.000-0.105,0.001-0.158,0.001-0.046,0.001-0.030,0.000-0.017,0.000-0.010,0.001 0.647,0.018-0.129,0.031-0.001,0.073-0.426,0.019 0.088,0.002 0.117,-0.011 0.122,-0.105 0.824,0.178-0.747,0.018 0.112,-0.006 0.123,-0.023 0.122,-0.030 0.109,-0.032 0.093,-0.108 0.307,0.067-0.346,-0.027 0.011,-0.018-0.001,-0.015 0.012,-0.011 0.020,-0.010 0.024,-0.005 0.089,-0.004-0.006,-0.005-0.166,-0.002-0.036,-0.002-0.032,0.000-0.028,0.001-0.024,0.003 0.232,0.000-0.008,-0.001-0.227,0.001 0.022,0.001 0.040,0.000 0.046,0.002 0.048,0.000 0.238,0.001-0.232,-0.001-0.026,0.001-0.014,0.000 0.011,0.000 0.023,0.000 0.026,0.001 0.029,-0.001 0.088,0.000-0.004,-0.022-0.157,-0.034 0.011,-0.037 0.020,-0.037 0.025,0.103 0.296,-0.205-0.323,-0.053-0.010,-0.024 0.014,-0.004 0.025,0.009 0.031,0.017 0.032,-0.007 0.045,-0.020 0.046,-0.027 0.047,-0.030 0.041,-0.029 0.036,-0.026 0.028,-0.011 0.038,0.052 0.044,0.065 0.040,0.069 0.035,0.063 0.027,0.057 0.022,0.044 0.016,0.035 0.011,0.026 0.006,0.018 0.004,0.011 0.003,-0.044 0.267,-0.020 0.095,-0.035 0.243,-0.155 1.429,-0.048 0.715,-0.020 0.573,0.000 0.436,0.012 0.318,0.018 0.218,0.056-0.472,0.033-0.142,0.036-0.205,0.033-0.231,0.031-0.236,0.028-0.223,0.044-1.691,-0.015 1.905,0.018-0.217,0.014-0.329,0.009-0.376,0.007-0.379,-0.004-1.517,0.005 1.190,0.005 0.700,0.001 0.088,-0.001 0.042,-0.002 0.008,-0.002-0.012,-0.004-1.450,0.016 2.130,0.021 0.414,0.022 0.284,0.023 0.180,0.021 0.103,0.018 0.044,-0.024-1.380,0.028 0.012,0.068 0.727,0.008-0.277,-0.009-0.357,-0.018-0.391,-0.022-0.387,-0.065-0.794,-0.010-0.073,0.034 0.640,-0.003-0.001,0.004 0.039,0.009 0.063,0.010 0.074,-0.037-0.549,-0.004-0.022,0.029 0.456,0.003-0.022,0.004-0.028,0.005-0.028,0.005-0.027,0.006-0.024,-0.084-0.996,0.055 0.735,-0.011-0.054,0.020 0.184,0.008-0.095,0.013-0.097,0.015-0.092,0.025 0.099,-0.017-0.105,-0.045-0.306,-0.020-0.085,-0.019-0.079,-0.019-0.067,-0.016-0.058,-0.010-0.262,0.018 0.008,0.089 0.481,0.013 0.079,-0.007 0.068,-0.017 0.054,0.005 0.020,0.037 0.178,0.004 0.027,-0.005 0.027,-0.016-0.009,-0.022-0.035,-0.023-0.046,-0.035-0.114,-0.002 0.455,-0.022-0.010,-0.019-0.072,-0.014-0.109,-0.012-0.121,-0.007-0.308,-0.003-0.033,-0.003-0.054,-0.004 0.153,-0.001-0.165,-0.001-0.168,0.001-0.160,0.000-0.140,0.001-0.118,0.001-0.094,0.001-0.071,0.001-0.051,0.000-0.036,0.002-0.003</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422.000 545.000,'0.000'-0.007,"0.000"-0.011,0.000-0.012,0.000-0.013,0.000-0.011,0.000-0.010,0.000-0.009,0.000-0.007,0.000-0.004,0.000-0.005,0.000-0.002,0.028 0.016,0.043 0.032,0.048 0.037,0.048 0.038,0.043 0.035,0.037 0.029,-0.142-0.047,0.232 0.178,0.082 0.113,0.071 0.107,0.058 0.095,0.046 0.083,0.036 0.068,-0.340-0.337,0.371 0.588,0.049 0.168,0.336 0.657,0.016 0.097,-0.018 0.004,-0.037-0.052,-0.819-1.482,0.576 0.961,0.106 0.115,0.449 0.611,0.096 0.036,0.048-0.033,0.013-0.076,-0.012-0.102,-0.026-0.110,-0.806-0.992,0.935 1.017,0.027-0.034,-0.021-0.069,-0.051-0.088,-0.066-0.096,-0.075-0.094,-0.790-0.794,0.869 0.891,-0.080-0.031,-0.125-0.168,-0.037-0.134,-0.021-0.145,-0.012-0.147,-0.933-0.679,1.072 0.592,0.060-0.097,0.024-0.096,-0.001-0.092,-0.017-0.081,-0.027-0.070,-1.080-0.265,0.855 0.128,0.213-0.032,0.953 0.005,0.216-0.053,0.101-0.041,0.018-0.033,-0.036-0.024,-0.164-0.028,-0.237-0.030,-0.263-0.028,-0.264-0.025,-0.242-0.021,-0.212-0.018,0.125-0.236,0.180-0.328,0.262-0.363,0.291-0.351,0.281-0.315,0.251-0.266,0.213-0.211,-0.101 0.006,0.013-0.069,-0.059 0.001,-0.098 0.044,-0.120 0.070,-0.121 0.079,-0.115 0.082,-1.779 1.592,1.874-1.707,-0.156 0.144,-0.230 0.228,-0.262 0.263,-1.359 1.198,0.693-0.625,-0.080 0.039,0.332-0.358,-0.160 0.136,-0.140 0.143,-0.117 0.132,-0.092 0.117,-0.343 0.346,0.297-0.142,-0.042 0.121,-0.049 0.106,-0.047 0.088,-0.044 0.067,-0.126 0.054,0.108 0.022,-0.001 0.024,-0.008 0.016,-0.012 0.009,-0.014 0.003,0.068 0.138,0.055 0.105,0.126 0.138,0.622 0.457,0.195 0.158,0.125 0.081,0.076 0.027,0.036-0.010,-0.749-0.492,0.014-0.018,1.089 0.484,0.419 0.064,0.444 0.075,0.420 0.076,0.376 0.071,0.193-0.019,-0.105-0.135,-0.222-0.170,-0.274-0.180,-0.285-0.170,-0.266-0.151,-2.287-0.451,2.296 0.318,0.101-0.098,0.002-0.110,-0.064-0.109,-0.101-0.101,-0.119-0.089,-0.447-0.068,0.093-0.099,1.261-0.356,0.581-0.284,0.583-0.267,0.536-0.235,0.463-0.196,0.377-0.155,-1.007 0.266,-0.394 0.096,-0.518 0.139,-0.570 0.158,-0.569 0.161,-0.174 0.054,-0.677 0.221,-0.558 0.192,-0.438 0.155,-0.327 0.122,-0.230 0.090,-0.523 0.077,0.379-0.010,-0.031 0.031,-0.018 0.020,-0.008 0.011,0.000 0.006,0.003-0.001,-0.249-0.025,0.447 0.100,0.104 0.106,0.086 0.118,0.068 0.115,0.049 0.104,0.036 0.086,-0.099-0.046,-0.069-0.049,-0.083-0.075,-0.089-0.084,-0.081-0.083,-0.074-0.076,-0.062-0.067,-0.327-0.136,0.868 0.072,-0.132-0.051,0.122-0.016,0.733-0.093,0.178-0.143,0.106-0.153,0.054-0.148,0.014-0.132,-0.899 0.232,-0.047-0.046,0.620-0.467,-0.121-0.142,-0.121-0.118,-0.113-0.091,-0.098-0.068,-0.479 0.473,0.544-0.672,-0.050 0.019,-0.094 0.090,-0.115 0.133,-0.121 0.148,-0.115 0.147,-0.104 0.136,-0.094 0.080,1.233-1.568,0.642-0.814,0.465-0.576,0.316-0.383,0.197-0.230,0.108-0.114,0.098-0.303,-0.333 0.114,-0.420 0.177,-0.442 0.200,-0.421 0.201,-0.376 0.183,-0.347 0.260,-0.316 0.323,-0.264 0.322,-0.210 0.297,-0.161 0.257,-0.170 0.629,-0.047-0.266,-0.081 0.246,-0.058 0.267,-0.040 0.261,-0.028 0.238,-0.014 0.206,-0.066-0.687,-0.087-0.441,-0.093-0.287,-0.090-0.169,-0.079-0.081,-0.067-0.020,-0.073 0.149,-0.101 0.114,-0.102 0.132,-0.092 0.133,-0.079 0.125,-0.067 0.108,0.163 0.431,-0.291-0.176,-0.186 0.024,-0.190 0.022,-0.179 0.020,-0.164 0.017,0.578 0.517,-0.105 0.010,-0.996-0.448,-0.096 0.104,-0.010 0.128,0.047 0.136,0.083 0.133,0.101 0.122,-0.414-0.037,-1.532-0.337,-0.475-0.055,-0.193 0.006,0.001 0.046,0.125 0.066,1.903 0.437,-0.086 0.002,-0.228-0.009,-0.333-0.015,-2.889-0.385,-0.432 0.053,-0.171 0.087,0.011 0.103,0.128 0.105,2.603 0.297,-0.050 0.045,-3.754-0.155,-0.044 0.074,0.121 0.046,0.209 0.024,0.246 0.010,2.062 0.104,-0.728-0.002,0.100 0.036,0.098 0.035,0.090 0.033,0.080 0.031,2.113 0.043,0.072 0.009,-2.902 0.015,0.091 0.048,0.128 0.043,0.143 0.039,0.136 0.032,2.663-0.032,-1.970 0.115,0.354 0.019,0.495-0.005,0.551-0.019,0.553-0.027,0.514-0.030,2.277-0.121,-3.716 0.540,-0.427 0.237,0.066 0.123,0.371 0.043,0.534-0.010,0.592-0.044,1.510-0.396,0.139 0.007,-0.473 0.279,0.361-0.045,0.345-0.065,0.311-0.075,0.272-0.078,0.577-0.436,-0.318 0.312,0.024 0.073,-0.238 0.458,-0.135 0.317,-0.171 0.324,-0.179 0.307,-0.173 0.275,-0.303 0.494,-0.258 0.422,-0.002-0.002,0.077-0.129,0.119-0.197,0.133-0.220,0.480-0.809,0.055-0.140,0.042-0.128,-0.180 0.226,0.177-0.245,0.192-0.229,0.185-0.202,0.246-0.362,0.005 0.034,-0.159 0.337,-0.032 0.065,-0.037 0.049,-0.038 0.036,-0.035 0.023,-0.028 0.017,-0.095 0.137,-0.317 0.548,-0.187 0.349,-0.173 0.339,-0.151 0.303,-0.094 0.266,0.084-0.026,0.136-0.118,0.156-0.163,0.156-0.173,0.139-0.167,0.286-0.670,-0.134 0.369,0.101-0.198,0.124-0.251,0.128-0.266,0.123-0.257,0.109-0.231,0.252-0.797,-0.111 1.404,0.128 0.369,0.119 0.250,0.104 0.157,0.084 0.085,0.069 0.035,0.051-0.001,0.037-0.023,0.026-0.036,0.045-0.108,0.067 0.042,-0.009-0.217,-0.029-0.235,-0.038-0.223,-0.040-0.200,-0.038-0.165,-0.034-0.132,-0.127-0.398,-0.031-0.070,0.008 0.040,-0.023-0.111,-0.016-0.106,-0.008-0.094,-0.005-0.081,0.066 0.003,0.044-0.006,0.065 0.041,0.063 0.053,0.059 0.058,0.052 0.056,0.044 0.052,-0.443-0.513,0.459 0.619,-0.034 0.011,-0.050-0.028,-0.057-0.049,-0.057-0.061,-0.054-0.063,-0.048-0.062,0.397 0.973</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520.000 676.000,'-0.006'0.000,"-0.009"0.000,-0.011 0.000,-0.011 0.000,-0.010 0.000,-0.008 0.000,-0.007 0.000,-0.006 0.000,-0.004 0.000,-0.004 0.000,-0.001 0.000,-0.001 0.000,-0.001 0.000,-0.005-0.013,-0.067-0.024,-0.448-0.110,-0.355-0.073,-0.337-0.059,-0.299-0.048,-0.251-0.034,0.088 0.039,-0.867-0.128,-0.266-0.024,-0.142-0.003,-0.051 0.008,0.009 0.014,0.048 0.019,2.419 0.351,-2.470-0.295,0.056 0.058,0.126 0.061,0.160 0.059,0.173 0.051,0.002 0.045,0.138 0.037,0.074 0.028,0.083 0.019,0.084 0.015,0.079 0.011,0.068 0.005,-0.291 0.111,-0.242 0.108,-0.146 0.099,-0.071 0.089,-0.021 0.075,0.018 0.060,0.886-0.141,-0.785 0.241,-0.079 0.090,-0.749 0.292,0.044 0.050,0.105 0.011,0.140-0.014,0.149-0.030,1.238-0.375,-0.967 0.502,0.127 0.095,0.171 0.066,0.189 0.045,0.188 0.025,0.175 0.013,1.124-0.792,-1.149 1.040,0.070 0.075,0.096 0.019,0.108-0.016,0.106-0.039,0.099-0.051,0.871-0.962,-0.977 1.120,0.044-0.011,0.094-0.066,0.119-0.097,0.126-0.109,0.121-0.109,0.674-0.858,-0.489 0.771,0.102 0.001,0.108-0.009,0.107-0.018,0.098-0.020,0.086-0.022,0.121-0.204,0.058-0.020,0.018 0.271,0.072-0.068,0.057-0.078,0.042-0.078,0.030-0.073,0.016-0.262,0.029 0.213,0.033-0.006,0.032-0.001,0.027 0.003,0.024 0.004,0.020-0.040,0.012-0.103,0.005-0.119,0.002-0.119,0.000-0.108,-0.001-0.093,-0.148-0.311,0.263 0.474,0.116 0.175,0.388 0.510,0.181 0.101,0.132 0.008,0.091-0.048,-0.983-1.056,1.173 1.224,0.119 0.088,0.058 0.023,0.017-0.020,-0.012-0.045,-0.029-0.057,-0.078-0.155,-0.052-0.121,-0.095-0.150,-0.114-0.157,-0.117-0.150,-0.112-0.134,0.004-0.055,0.193-0.015,0.418 0.066,0.495 0.092,0.516 0.104,0.495 0.104,0.451 0.098,-2.771-0.767,3.360 0.862,0.177 0.016,-0.041-0.028,-0.184-0.053,-0.268-0.069,-0.306-0.074,-2.751-0.683,0.033 0.001,3.072 0.578,0.502 0.006,1.004 0.085,0.047-0.061,-0.156-0.079,-0.285-0.083,-0.350-0.083,-0.507-0.140,0.041-0.067,0.876-0.012,-0.090-0.064,-0.147-0.049,-0.175-0.036,-0.181-0.023,-0.172-0.016,-3.390-0.112,3.733 0.099,0.085-0.006,-0.052-0.002,-0.140 0.000,-0.186 0.002,-0.204 0.002,-0.201 0.003,-0.441-0.011,-0.328-0.012,-0.336-0.014,-0.318-0.015,-0.286-0.016,-0.248-0.013,0.030-0.011,-0.174-0.026,-0.077-0.029,-0.060-0.032,-0.045-0.031,-0.032-0.029,-1.250 0.089,1.031-0.051,0.297-0.001,1.808-0.046,0.342 0.012,0.097 0.015,-0.066 0.017,-0.164 0.017,-1.527 0.029,0.001 0.005,1.620-0.037,-0.100-0.038,-0.166-0.047,-0.193-0.050,-0.198-0.048,-1.931 0.138,1.991-0.264,-0.064-0.055,-0.142-0.028,-0.183-0.008,-0.190 0.006,-0.182 0.012,0.019 0.046,0.096 0.019,0.043 0.020,0.006 0.018,-0.018 0.015,-0.033 0.013,-0.040 0.010,-0.853 0.074,1.021-0.186,-0.040-0.017,-0.154 0.016,-0.221 0.036,-0.252 0.048,-1.580 0.258,1.087-0.244,-0.022-0.046,0.654-0.322,-0.140-0.131,-0.168-0.112,-0.172-0.091,-0.163-0.073,-0.433 0.231,0.263-0.411,-0.102-0.112,-0.081-0.104,-0.064-0.090,-0.048-0.075,-0.475 0.713,0.357-0.752,-0.095-0.003,-0.112 0.039,-0.115 0.064,-0.105 0.073,-0.094 0.074,-0.098-0.392,-0.078-0.337,-0.066-0.247,-0.055-0.171,-0.043-0.110,-0.034-0.063,-0.022 1.113,-0.007-0.005,-0.011-1.027,-0.009 0.025,-0.005 0.062,-0.002 0.081,0.000 0.087,0.013 1.923,-0.168-2.267,-0.130 0.137,-0.149 0.042,-0.145 0.097,-0.132 0.129,-0.116 0.141,-0.098 0.141,0.741 1.642,-1.051-1.861,-0.152 0.100,-0.117 0.158,-0.084 0.182,-0.058 0.182,-0.036 0.168,-0.139 0.138,-0.224 0.018,-0.155 0.036,-0.099 0.044,-0.056 0.048,-0.023 0.046,1.348 0.675,-2.018-0.873,-0.297-0.008,-0.237 0.026,-0.179 0.046,-0.130 0.053,-0.088 0.054,-0.071 0.015,0.186 0.088,-0.042 0.024,-0.011 0.033,0.009 0.034,0.023 0.037,0.031 0.032,1.310 0.348,-1.533-0.307,-0.041 0.028,0.043 0.038,0.097 0.040,0.128 0.039,3.024 0.602,-1.820-0.305,-0.135 0.015,-2.070-0.260,-0.172 0.012,-0.041 0.012,0.048 0.009,0.103 0.007,0.131 0.004,2.793 0.401,-3.573-0.359,-0.159 0.093,-0.026 0.102,0.062 0.097,0.111 0.088,1.218 0.101,1.076 0.058,-0.034 0.020,-2.904-0.001,0.146 0.040,0.297 0.028,0.362 0.016,2.547 0.022,-1.988 0.159,0.357 0.072,0.335 0.044,0.402 0.018,0.421 0.002,0.401-0.012,0.362-0.016,2.062-0.240,-1.892 0.258,0.109-0.002,0.156-0.021,0.176-0.033,0.179-0.039,1.419-0.180,-0.748 0.092,0.023 0.006,-0.783 0.121,0.175-0.020,0.204-0.034,0.204-0.039,0.185-0.038,-1.530 0.067</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703.000 758.000,'0.004'0.000,"0.006"0.000,0.006 0.000,0.007 0.000,0.005 0.000,0.006 0.000,0.003 0.000,0.003 0.000,0.002 0.000,0.001 0.000,0.001 0.000,0.001 0.000,0.000 0.000,-0.001 0.000,0.001 0.000,-0.001 0.000,0.001 0.000,-0.001 0.000,0.000 0.000,-0.001 0.000,0.001 0.000,0.000 0.000,-0.001 0.000,0.026 0.030,0.040 0.044,0.043 0.051,0.042 0.049,0.039 0.044,0.031 0.036,0.047 0.050,0.030 0.035,0.055 0.054,0.048 0.050,0.042 0.043,0.035 0.036,-0.158-0.171,0.035 0.010,0.308 0.244,0.024 0.002,-0.005-0.012,-0.026-0.021,-0.038-0.026,-0.261-0.213,-0.009-0.002,0.276 0.251,-0.062-0.043,-0.074-0.055,-0.073-0.059,-0.067-0.055,-0.066-0.065,-0.063-0.067,-0.052-0.061,-0.045-0.054,-0.033-0.042,-0.025-0.034,-0.016-0.025,-0.012-0.016,-0.007-0.012,-0.002-0.006,-0.001-0.004,0.001 0.000,0.003 0.009,0.003 0.013,0.003 0.016,0.003 0.016,0.002 0.013,0.003 0.012,0.001 0.009,0.002 0.007,-0.000 0.006,0.001 0.003,0.001 0.002,-0.031-0.030,0.020 0.021,0.117 0.117,0.036 0.036,0.019 0.020,0.009 0.007,-0.001 0.001,-0.090-0.119,0.205 0.102,0.045-0.011,0.026-0.011,0.011-0.008,0.002-0.007,-0.016-0.004,-0.040-0.009,-0.045-0.007,-0.045-0.007,-0.039-0.006,-0.035-0.004,-0.011-0.003,0.002-0.002,0.010-0.002,0.014-0.001,0.016 0.000,0.016 0.000,-0.123-0.079,0.016-0.006,0.170 0.049,0.035 0.004,0.024 0.006,0.015 0.009,0.007 0.010,0.047-0.006,0.037-0.006,-0.035-0.023,-0.055-0.024,-0.062-0.023,-0.060-0.022,-0.056-0.016,-0.047-0.015,-0.038-0.010,-0.030-0.007,-0.021-0.006,-0.015-0.002,0.000-0.003,0.008 0.000,0.015 0.000,0.014 0.000,0.016 0.001,-0.002 0.001,0.007 0.001,0.006-0.000,0.004 0.001,0.002 0.000,0.003 0.000,-0.133 0.004,0.234 0.097,0.016 0.042,-0.014 0.011,-0.034-0.006,-0.041-0.017,-0.043-0.023,-0.038-0.022,-0.033-0.023,-0.028-0.017,-0.021-0.016,-0.014-0.012,-0.011-0.008,-0.007-0.007,-0.003-0.003,-0.002-0.002,-0.001-0.002,0.002 0.001,0.000 0.000,0.002 0.000,0.000 0.001,0.002 0.000,0.001 0.002,0.001 0.000,0.000 0.000,0.001 0.000,0.000 0.001,0.000 0.000,0.000 0.000,0.001 0.000,-0.001 0.000,0.000 0.001,0.000-0.001,0.000 0.000,0.001 0.000,-0.001 0.000,0.000 0.000,0.000 0.000,0.000 0.000,0.000 0.000,0.000 0.000,0.000 0.000,0.000 0.000,0.000 0.000,0.000 0.000,0.000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0.000,0.001 0.000,-0.001 0.000,0.000 0.000,0.000 0.000,0.000 0.000,0.000 0.000,0.000 0.000,0.000 0.000,0.000 0.000,0.000 0.000,0.000 0.000,0.000 0.000,0.000 0.000,0.000 0.000,0.000 0.000,0.000 0.000,-0.001 0.000,0.000-0.001,-0.001-0.001,-0.001 0.000,0.000 0.000,-0.001-0.006,0.000-0.008,0.000-0.007,-0.001-0.008,0.000-0.006,0.000-0.007,0.000-0.004,0.000-0.003,0.000-0.002,-0.001-0.002,0.001-0.001,0.000-0.000,0.000-0.001,0.000 0.001,0.000-0.001,0.000 0.001,0.000 0.000,0.000 0.001,0.000-0.001,0.000 0.001,0.000 0.000,0.000 0.000,0.000 0.000,0.000 0.000,0.000 0.000,0.000-0.000,0.000 0.000,0.000 0.000,0.000 0.001,0.000-0.001,0.000 0.000,0.000 0.000,0.000-0.000,0.000 0.000,0.000 0.000,0.000-0.000,0.037 0.009,0.057 0.007,0.049-0.031,0.039-0.051,0.029-0.060,0.023-0.063,-0.026 0.012,0.030-0.040,0.088-0.106,0.010-0.011,-0.004 0.006,-0.012 0.017,-0.016 0.024,-0.012 0.028,-0.029 0.052,-0.031 0.055,-0.026 0.050,-0.024 0.045,-0.020 0.036,-0.014 0.029,-0.011 0.022,-0.019-0.005,-0.020-0.021,-0.022-0.028,-0.018-0.033,-0.016-0.018,-0.014 0.004,-0.011 0.013,-0.008 0.019,-0.005 0.019,-0.004 0.018,-0.001 0.015,-0.001 0.014,0.000 0.010,0.001 0.007,0.000 0.005,0.001 0.004,0.001 0.001,0.000 0.002,0.001 0.000,0.000 0.000,0.000-0.001,0.001 0.000,-0.000-0.001,0.000 0.000,0.000-0.001,0.000-0.001,0.000 0.001,0.000-0.001,0.000 0.001,0.000-0.001,0.000-0.000,0.000 0.000,-0.000 0.000,0.000-0.000,0.000 0.000,-0.001 0.000,0.001 0.000,0.000 0.000,0.000 0.000,0.000 0.000,0.000 0.000,0.000 0.000,-0.001 0.000,0.001 0.001,0.000-0.001,0.000 0.000,0.000 0.000,0.000 0.000,0.000 0.000,0.000 0.000,0.000 0.000,-0.001 0.001,0.001-0.001,0.000-0.000,0.000 0.000,0.000 0.000,0.000 0.000,0.000 0.000,0.000 0.000,-0.001 0.001,0.001-0.001,0.000 0.000,-0.000 0.000,0.000-0.000,0.000 0.000,-0.000 0.000,0.000-0.000,0.000 0.000,-0.001 0.001,0.001-0.001,0.000-0.000,0.000 0.000,-0.000 0.000,0.000-0.000,0.000 0.000,-0.000 0.000,0.000-0.000,-0.001 0.001,0.001-0.001,-0.000 0.000,0.000-0.000,0.000 0.000,-0.000 0.000,0.000-0.000,0.000 0.000,-0.001 0.001,0.001-0.001,0.000 0.000,0.000 0.000,0.000 0.000,0.000 0.000,0.000 0.000,-0.000 0.000,-0.001 0.001,0.001-0.001,0.000 0.000,0.000 0.000,0.000 0.000,0.000 0.000,0.000 0.000,0.000 0.000,0.000 0.000,-0.001 0.001,0.001-0.001,0.000 0.000,0.000 0.000,0.000 0.000,0.000 0.000,0.000 0.000,0.000 0.000,-0.001 0.001,0.001-0.001,-0.000 0.000,0.000-0.000,0.000 0.000,0.000 0.000,0.000 0.000,0.000 0.000,0.000 0.000,-0.001 0.001,0.001-0.001,0.000 0.000,-0.000 0.000,0.000-0.000,0.000 0.000,-0.000 0.000,0.000-0.000,-0.001 0.001,0.001-0.001,-0.000 0.000,0.000-0.000,0.000 0.000,-0.000 0.000,0.000-0.000,0.000 0.000,-0.000 0.000,-0.001 0.001,0.001-0.001,0.000 0.000,-0.000 0.000,0.000-0.000,0.000 0.000,-0.000 0.000,0.000-0.000,-0.001 0.001,0.001-0.001,0.000 0.000,0.000 0.000,0.000 0.000,-0.000 0.000,0.000-0.000,0.000 0.000,-0.001 0.001,0.001-0.001,0.000 0.000,0.000 0.000,0.000 0.000,0.000 0.000,0.000 0.000,0.000 0.000,0.000 0.000,-0.001 0.001,0.001-0.001,0.000-0.000,0.000 0.000,0.000 0.000,0.000 0.000,0.000 0.000,0.000 0.000,0.000 0.000,-0.001 0.001,0.001-0.001,-0.000 0.000,0.000-0.000,0.000 0.000,0.000 0.000,0.000 0.000,0.000 0.000,-0.001 0.001,0.001-0.001,0.000-0.000,0.000 0.000,-0.000 0.000,0.000-0.000,0.000 0.000,0.000 0.000,0.000 0.000,-0.001 0.001,0.001-0.001,-0.000 0.000,0.000-0.000,0.000 0.000,-0.000 0.000,0.000-0.000,0.000 0.000,-0.001 0.001,0.001-0.001,0.000 0.000,0.000 0.000,-0.000 0.000,0.000-0.000,0.000 0.000,-0.000 0.000,0.000 0.001,-0.001-0.001,0.001 0.000,0.000 0.000,0.000 0.000,0.000 0.000,-0.000 0.000,0.000-0.000,0.000 0.000,-0.001 0.001,0.001-0.001,0.000 0.000,0.000 0.000,0.000 0.000,0.000 0.000,0.000 0.000,0.000 0.000,0.000 0.001,-0.001-0.001,0.001 0.000,0.000-0.000,0.000 0.000,0.000 0.000,0.000 0.000,0.000 0.000,0.000 0.001,-0.001-0.001,0.001-0.000,0.000 0.000,-0.000 0.000,0.000-0.000,0.000 0.000,0.000 0.000,0.000 0.000,-0.001 0.001,0.001-0.001,-0.000 0.000,0.000-0.000,0.000 0.000,-0.000 0.000,0.000-0.000,0.000 0.000,0.000 0.001,-0.001-0.001,0.001 0.000,0.000 0.000,-0.000 0.000,0.000-0.000,0.000 0.000,-0.000 0.000,0.000-0.000,0.000 0.001,-0.001-0.001,0.001 0.000,0.000 0.000,0.000 0.000,-0.000 0.000,0.000-0.000,0.000 0.000,-0.000 0.000,-0.001 0.001,0.001-0.001,0.000 0.000,0.000 0.000,0.000 0.000,0.000 0.000,-0.000 0.000,0.000-0.000,-0.001 0.001,0.001-0.001,0.000 0.000,0.000 0.000,0.000 0.000,0.000 0.000,0.000 0.000,0.000 0.000,-0.000 0.001,-0.001-0.001,0.001 0.000,-0.000 0.000,0.000-0.000,0.000 0.000,0.000 0.000,0.000 0.000,0.000 0.000,-0.001 0.001,0.001-0.001,0.000-0.000,0.000 0.000,-0.000 0.000,0.000-0.000,0.000 0.000,0.000 0.000,0.000 0.001,-0.001-0.001,0.001 0.000,-0.000 0.000,0.000-0.000,0.000 0.000,-0.000 0.000,0.000-0.000,0.000 0.000,-0.001 0.001,0.001-0.001,0.000 0.000,0.000 0.000,-0.000 0.000,0.000-0.000,0.000 0.000,-0.000 0.000,0.000 0.001,-0.001-0.001,0.001 0.000,0.000 0.000,0.000 0.000,0.000 0.000,-0.000 0.000,0.000-0.000,0.000 0.000,-0.001 0.001,0.001-0.001,0.000 0.000,0.000 0.000,0.000 0.000,0.000 0.000,0.000 0.000,-0.000 0.000,-0.001 0.001,0.001-0.001,0.000 0.000,0.000 0.000,0.000 0.000,0.000 0.000,0.000 0.000,0.000 0.000,0.000 0.000,-0.001 0.001,0.001-0.001,0.000 0.000,-0.000 0.000,0.000-0.000,0.000 0.000,0.000 0.000,0.000 0.000,0.000 0.001,-0.001-0.001,0.001 0.000,0.000-0.000,0.030-0.020,0.044-0.029,0.052-0.034,0.049-0.034,0.046-0.029,-0.125 0.071,0.247-0.240,0.081-0.085,0.058-0.051,0.038-0.026,0.024-0.005,0.012 0.006,-0.445 0.378,0.414-0.407,-0.041 0.021,-0.049 0.046,-0.050 0.061,-0.049 0.065,-0.042 0.066,-0.002 0.045,-0.015 0.062,-0.006 0.050,0.002 0.038,0.006 0.029,0.007 0.019,-0.031 0.011,-0.013 0.006,-0.014 0.003,-0.016 0.002,-0.016 0.000,-0.013-0.002,-0.012-0.002,0.006 0.000,-0.018-0.004,-0.017-0.001,-0.017-0.003,-0.012-0.001,-0.009-0.001,-0.009-0.002,-0.004 0.000,-0.004 0.000,-0.001 0.000,-0.002-0.001,-0.007-0.001,-0.010-0.002,-0.010-0.004,-0.010-0.002,-0.009-0.002,-0.007-0.002,-0.005-0.002,-0.006-0.001,-0.002-0.001,-0.002 0.000,-0.002-0.001,0.000 0.000,-0.001 0.000,0.001 0.000,-0.001 0.000,0.001 0.000,0.001 0.000,-0.001 0.000,0.001 0.001,0.000-0.001,0.000 0.000,0.001 0.001,-0.001-0.001,0.001 0.001,-0.001-0.001,0.001 0.001,-0.001-0.001,0.001 0.001,0.000-0.001,-0.001 0.001,0.001-0.001,-0.001 0.001,0.001-0.001,-0.001 0.001,0.001-0.001,-0.001 0.001,0.001-0.001,-0.001 0.001,0.001-0.001,-0.001 0.001,0.001-0.001,-0.001 0.001,0.001-0.001,-0.001 0.001,0.001-0.001,-0.001 0.001,0.001-0.001,0.000 0.000,-0.001 0.001,0.001-0.001,-0.001 0.001,0.001-0.001,-0.001 0.001,0.001-0.001,0.016-0.036,0.029-0.060,0.035-0.072,0.036-0.073,0.033-0.070,0.030-0.061,0.026-0.052,-0.059 0.141,0.220-0.286,0.056 0.023,0.031 0.062,0.012 0.083,0.000 0.085,-0.393 0.267,0.108-0.102,0.202-0.244,0.045-0.110,0.180-0.284,0.002-0.044,-0.026 0.012,-0.043 0.048,-0.050 0.069,-0.034 0.035,-0.084 0.101,-0.084 0.099,-0.075 0.089,-0.065 0.074,-0.055 0.062,-0.043 0.049,-0.027 0.040,-0.019 0.047,-0.008 0.038,-0.001 0.032,0.002 0.024,0.006 0.017,0.005 0.013,0.007 0.008,0.006 0.005,0.005 0.001,0.005 0.001,0.002-0.001,0.004-0.001,0.002-0.002,0.001-0.002,-0.000-0.001,0.001-0.001,-0.002-0.003,0.197 0.024,0.110 0.039,0.150 0.080,0.043 0.074,0.007 0.075,-0.018 0.068,-0.035 0.061,-0.060 0.003,0.030 0.069,0.177 0.207,0.046 0.046,0.038 0.018,0.027 0.001,0.021-0.013,-0.334-0.310,-0.024-0.007,0.272 0.304,-0.037-0.038,-0.028-0.048,-0.021-0.049,-0.015-0.049,-0.126-0.171,0.163 0.050,-0.057-0.095,-0.079-0.087,-0.082-0.077,-0.080-0.060,-0.069-0.048,-0.058-0.034,-0.044-0.025,-0.034-0.015,-0.024-0.008,0.027-0.003,0.066-0.001,0.082 0.001,0.084 0.002,0.079 0.002,0.071 0.003,0.060 0.002,0.336-0.057,0.288-0.088,0.243-0.101,0.196-0.101,0.151-0.091,0.110-0.080,0.076-0.064,-0.124-0.004,-0.057-0.024,-0.083-0.014,-0.090-0.006,-0.090-0.002,-0.134 0.063,0.436-0.173,0.186-0.074,0.147-0.061,0.113-0.047,0.082-0.036,-0.837 0.325,-0.024-0.017,1.119-0.554,-0.176 0.057,-0.216 0.098,-0.220 0.117,-0.205 0.118,-0.301 0.184,-0.189 0.125,-0.187 0.119,-0.176 0.104,-0.152 0.089,-0.127 0.072,0.015 0.055,0.093 0.042,0.043 0.033,0.039 0.019,0.036 0.011,0.031 0.003,-0.755-0.020,0.701 0.146,0.144 0.095,0.496 0.235,0.067 0.119,-0.007 0.085,-0.050 0.057,-1.237-0.601,1.134 0.632,0.043 0.061,0.395 0.240,0.032 0.003,0.005-0.029,-0.010-0.043,-1.543-0.829,1.698 0.751,0.107-0.053,0.016-0.078,-0.043-0.085,-0.076-0.083,-0.091-0.077,-0.523-0.182,-0.077-0.056,0.300-0.006,0.001-0.080,0.025-0.067,0.039-0.056,0.045-0.043,0.109-0.103,-0.096-0.130,-0.125-0.135,-0.133-0.126,-0.127-0.108,-0.236 0.033,0.372-0.219,-0.038-0.018,-0.109 0.030,-0.147 0.059,-0.162 0.074,-0.158 0.077,-0.723 0.398,0.533-0.190,0.115 0.012,0.696-0.107,0.156 0.052,0.085 0.055,0.034 0.055,-0.005 0.050,-1.420 0.137,1.625-0.095,-0.185 0.046,-0.239 0.037,-0.254 0.026,-0.239 0.018,-0.213 0.011,-0.320-0.001,0.064 0.001,0.725 0.057,0.214 0.074,0.168 0.083,0.127 0.083,0.089 0.075,-0.780-0.129,1.300 0.330,0.352 0.098,0.315 0.069,0.266 0.048,0.215 0.029,-1.599-0.369,0.020-0.001,1.625 0.310,0.026-0.060,-0.041-0.077,-0.075-0.083,-0.095-0.078,-2.170-0.300,1.894 0.178,-0.306-0.082,-0.352-0.071,-0.358-0.060,-0.331-0.049,-0.288-0.035,-0.735-0.029,-0.056-0.008,0.681 0.079,0.333 0.127,0.421 0.154,0.445 0.159,0.426 0.152,0.292 0.060,0.184-0.005,0.099-0.045,0.041-0.067,-0.002-0.077,-0.028-0.077,0.080-0.084,-0.108-0.082,-0.219-0.075,-0.275-0.065,-0.290-0.053,-0.279-0.043,-0.220-0.032,-0.329-0.035,-0.255-0.032,-0.245-0.032,-0.217-0.027,-0.188-0.023,-0.154-0.019,-0.770 0.105,1.024-0.122,0.079 0.011,0.037 0.020,0.012 0.022,-0.007 0.021,-0.584 0.040,0.674-0.010,-0.001 0.015,-0.038 0.011,-0.057 0.010,-0.065 0.005,-0.561 0.004,-0.001 0.000,-0.005 0.002,0.379 0.001,-0.090 0.001,-0.115 0.000,-0.120 0.001,-0.118-0.002,-0.060 0.001,-0.141-0.001,-0.122-0.001,-0.098 0.000,-0.075-0.001,-0.055-0.001,-0.038 0.001,-0.023-0.001,-0.014 0.000,-0.006 0.000,-0.001 0.000,0.003 0.000,0.003 0.000,0.005-0.001,0.005 0.001,0.003 0.000,0.005 0.000,0.002 0.000,0.003 0.000,0.001 0.000,0.001 0.000,0.001 0.000,-0.009 0.000,0.022 0.000,0.108 0.000,0.040 0.000,0.020 0.000,0.008 0.000,-0.001 0.000,-0.007 0.000,0.849-0.096,0.529-0.067,0.281-0.046,0.107-0.028,-0.012-0.015,-1.185 0.145,0.923-0.159,0.057-0.050,0.307-0.092,-0.160 0.009,-0.221 0.033,-0.247 0.046,-0.247 0.053,-0.238 0.039,-0.228 0.031,-0.200 0.023,-0.166 0.014,-0.136 0.011,-0.104 0.004,-0.576-0.396</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312.000 753.000,'0.000'0.024,"0.000"0.038,-0.074 0.130,-0.146 0.177,-0.154 0.153,-0.149 0.135,-0.133 0.111,0.081-0.137,-0.210 0.216,-0.196 0.212,-1.083 1.417,-0.195 0.595,-0.033 0.479,0.074 0.370,0.138 0.271,0.570-0.547,0.005 0.954,0.278 0.236,0.274 0.145,0.253 0.076,0.225 0.027,0.190-0.010,0.201-2.865,0.085 3.657,0.135 0.123,0.066-0.512,0.052-0.090,0.031-0.120,0.015-0.135,0.005-0.136,-0.053-0.342,0.017 1.516,-0.065 0.127,-0.071-0.029,-0.070-0.128,-0.065-0.179,-0.055-1.842,-0.076 0.026,-0.072 1.654,0.057 0.311,0.113 0.318,0.141 0.301,0.151 0.271,0.148 0.234,-0.194-4.072,0.470 4.681,0.115 0.192,0.057-0.003,0.015-0.133,-0.013-0.209,-0.032-0.247,-0.650-5.846,0.578 6.208,-0.107-0.268,-0.115-0.486,-0.111-0.595,-0.101-0.627,-0.087-0.603,-0.186-4.151,0.056 2.705,-0.063 0.045,-0.045 1.940,0.004-0.061,0.047-0.159,0.068-0.207,0.078-0.220,0.076-0.214,0.071-0.189,0.060-0.162,0.050-0.130,0.039-0.100,0.030-0.075,-0.225-1.597,0.129 1.747,-0.049-0.014,-0.056-0.203,-0.057-0.319,-0.055-0.373,-0.049-0.387,-0.095-1.831,0.036 1.416,-0.032-0.269,-0.025-0.250,-0.020-0.218,-0.014-0.184,-0.010-0.150,-0.008 0.048,-0.003-0.167,-0.001-0.144,0.001-0.119,0.002-0.093,0.003-0.068,0.048 0.176,0.069 0.256,0.078 0.303,0.075 0.305,0.067 0.278,0.057 0.236,-0.312-2.135,0.204 1.853,1.076 15.477</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440.000 1035.000,'0.045'0.000,"0.067"0.000,0.075 0.000,0.074 0.000,0.065 0.000,0.056 0.000,0.332 0.000,0.717 0.034,0.727 0.053,0.706 0.059,0.631 0.057,0.534 0.053,0.199 0.050,0.296 0.068,0.224 0.064,0.159 0.059,0.109 0.051,0.065 0.040,-3.144-0.363,2.530 0.287,-0.379-0.055,-0.459-0.068,-0.481-0.070,-0.461-0.069,-0.416-0.061,-1.799-0.152,2.249 0.096,0.078-0.050,-0.005-0.038,-0.055-0.027,-0.082-0.018,-0.092-0.011,-1.076 0.003,0.025-0.002,1.191-0.009,-0.192-0.001,-0.281 0.003,-0.313 0.002,-0.304 0.003,1.916-0.010</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776.000 1048.000,'0.026'0.000,"0.259"0.000,0.325 0.000,0.358 0.000,0.354 0.000,0.327 0.000,0.287 0.000,0.240 0.000,-0.564 0.000,2.052 0.029,0.871 0.047,0.741 0.053,0.599 0.054,0.467 0.051,-1.804-0.045,0.090 0.030,1.925 0.110,0.083-0.005,-0.001-0.024,-0.059-0.037,-0.089-0.041,0.095-0.111,-0.062-0.126,-0.337-0.120,-0.343-0.104,-0.321-0.085,-0.282-0.068,-0.235-0.051,-0.668 0.029,-0.432 0.031,-0.443 0.046,-0.419 0.053,-0.374 0.055,-0.320 0.051,-0.262 0.047,-1.267 0.083,1.016-0.034,-0.311 0.033,-0.300 0.024,-0.270 0.017,-0.228 0.012,0.163 0.100</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510.000 1007.000,'0.000'-0.009,"0.089"-0.356,0.142-0.313,0.165-0.285,0.169-0.248,0.160-0.206,0.143-0.165,0.122-0.126,0.178-0.142,0.070 0.070,0.040 0.122,0.020 0.145,0.004 0.146,0.630-0.295,0.853-0.570,2.582-1.654,1.261-0.526,0.939-0.270,0.663-0.088,0.437 0.029,-3.602 2.132,3.585-1.309,0.576 0.270,0.411 0.337,0.275 0.363,0.166 0.355,0.085 0.326,1.819 0.150,0.367 0.470,0.336 0.426,0.289 0.366,0.237 0.296,0.184 0.230,-0.465 0.308,-0.824 0.332,-0.978 0.318,-0.991 0.282,-0.914 0.238,-0.791 0.190,-1.894-0.133,-0.902-0.020,-0.885-0.060,-0.818-0.078,-0.720-0.087,-0.611-0.089,-2.050-0.678,1.405 0.641,0.055 0.177,1.308 1.152,0.340 0.686,0.320 0.648,0.281 0.573,0.235 0.481,-1.920-1.815,1.969 2.527,-0.179 0.152,-0.253-0.010,-0.276-0.111,-0.269-0.162,-0.241-0.181,-0.232-0.227,-0.359-0.474,-0.342-0.486,-0.302-0.451,-0.249-0.389,-0.196-0.319,-0.748-1.151,0.546 0.947,-0.044-0.035,-0.068-0.094,-0.079-0.126,-0.080-0.139,-0.076-0.136,0.008-0.018,-0.136-0.270,-0.130-0.267,-0.120-0.242,-0.098-0.205,0.859 0.732</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409.000 1039.000,'0.045'0.000,"0.068"0.000,0.080 0.000,0.079 0.000,0.073 0.000,0.065 0.000,0.052 0.000,0.499 0.000,0.627 0.000,0.651 0.000,0.621 0.000,0.554 0.000,0.546 0.000,0.228 0.000,0.011 0.000,-0.131 0.000,-0.211 0.000,-0.248 0.000,-0.252 0.000,0.628 0.000,0.608 0.000,0.746 0.000,0.762 0.000,0.703 0.000,0.605 0.000,-0.449 0.012,0.096 0.020,0.008 0.022,-0.048 0.022,-0.080 0.021,-0.098 0.019,-0.409 0.026,3.302 0.102,0.167 0.010,-0.387-0.015,-0.692-0.030,-0.821-0.036,-5.163-0.114,3.470 0.057,-0.853-0.029,-0.837-0.024,-0.766-0.021,-0.663-0.017,-0.548-0.011,-2.123-0.012,2.011 0.001,-0.177-0.006,-0.140-0.003,-0.103-0.003,-0.072 0.001,-0.048 0.000,-0.140 0.001,-0.184 0.001,-0.198 0.001,-0.188 0.002,-0.168 0.000,-0.139 0.002,-0.195 0.000,-0.132 0.000,-0.118 0.001,-0.103 0.000,-0.084 0.000,-0.066 0.001,-0.032-0.001,-0.018 0.000,-0.003 0.000,0.008 0.001,0.013-0.001,0.016 0.000,0.007 0.000,-0.006 0.000,-0.011 0.000,-0.013 0.000,-0.013 0.000,-0.013 0.000,-0.011 0.000,-0.010 0.000,-0.006 0.000,-0.006 0.000,-0.004 0.000,-0.003 0.000,-0.131 0.000,0.202 0.000,0.054 0.000,0.039 0.000,0.024 0.000,0.015 0.000,0.008 0.000,1.219 0.000</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754.000 1042.000,'0.015'0.000,"0.022"0.000,0.026 0.000,0.024 0.000,0.021 0.000,0.019 0.000,0.015 0.000,0.011 0.000,0.008 0.000,0.005 0.000,0.003 0.000,0.002 0.000,0.103 0.027,0.199 0.043,0.234 0.051,0.241 0.052,0.228 0.049,-0.904-0.172,1.782 0.295,0.392 0.046,0.168 0.015,0.015-0.010,-0.087-0.022,-0.145-0.030,-1.901-0.274,3.161 0.329,0.964-0.019,0.846-0.042,0.708-0.055,0.560-0.058,0.423-0.053,-5.793-0.142,6.110 0.076,0.968-0.031,0.818-0.024,0.666-0.021,0.520-0.015,0.393-0.011,-3.706-0.004,5.750 0.005,-0.565 0.018,-0.988 0.022,-1.167 0.025,-1.180 0.022,-1.089 0.021,-1.270-0.009,-0.643-0.005,-0.705-0.010,-0.696-0.013,-0.646-0.014,-0.435-0.011,-0.590-0.013,-0.539-0.011,-0.466-0.009,-0.387-0.008,-0.307-0.004,-0.232-0.004,-0.169-0.003,0.877-0.025</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545.000 1036.000,'0.000'0.079,"0.000"0.121,0.000 0.140,0.000 0.139,0.000 0.129,0.000 0.111,0.000-0.153,0.000 0.110,0.044 0.585,0.070 0.273,0.079 0.239,0.082 0.198,0.075 0.159,0.068 0.027,0.079 0.064,0.076 0.038,0.067 0.018,0.056 0.005,0.047-0.005,0.299 0.496,0.089-0.001,0.109 0.072,0.067-0.006,0.036-0.057,0.012-0.090,-0.003-0.102,-0.754-1.476,1.254 1.974,0.073-0.205,-0.007-0.311,-0.056-0.345,-0.077-0.335,-0.085-0.298,-0.082-0.250,-0.072-0.197,-0.059-0.148,-0.048-0.106,-0.035-0.070,-0.216-0.313,0.219-0.026,0.812 0.050,0.283-0.138,0.209-0.155,0.144-0.155,0.094-0.147,-1.025-0.032,0.004-0.053,1.038-0.246,-0.126-0.160,-0.181-0.144,-0.204-0.127,-0.208-0.107,-0.197-0.084,0.042-0.207,-0.210-0.026,-0.178 0.004,-0.145 0.023,-0.112 0.032,-0.083 0.036,-0.058 0.034,-0.125 0.148,-0.049 0.112,-0.040 0.120,-0.032 0.118,-0.026 0.105,-0.828 0.417,0.828-0.303,-0.036 0.077,-0.060 0.061,-0.071 0.046,-0.073 0.033,-0.067 0.023,-0.093 0.020,-0.070 0.009,-0.066 0.006,-0.057 0.003,-0.048-0.001,-0.039 0.000,-0.030-0.002,0.704-0.403</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613.000 1057.000,'0.079'-0.010,"0.126"-0.016,0.147-0.017,0.150-0.020,0.143-0.018,0.127-0.015,0.108-0.014,0.070-0.008,0.106-0.010,0.098-0.010,0.087-0.009,0.074-0.006,0.062-0.006,-0.137 0.028,0.402 0.012,0.056 0.066,0.029 0.076,0.009 0.077,-0.004 0.071,0.090 0.106,0.133 0.227,-0.059 0.239,-0.098 0.239,-0.113 0.218,-0.113 0.188,-0.103 0.153,-0.223 0.114,-0.141 0.134,-0.168 0.045,-0.173-0.016,-0.167-0.056,-0.149-0.078,-0.273-0.992,0.186 0.978,-0.066-0.049,-0.064-0.074,-0.056-0.086,-0.050-0.088,-0.041-0.082,-0.031-0.036,-0.026-0.023,-0.021-0.113,-0.013-0.108,-0.008-0.095,-0.003-0.079,-0.000-0.064,0.001-0.102,0.003-0.048,-0.026 1.389</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825.000 1072.000,'0.074'0.221,"0.053"0.272,0.038 0.286,0.024 0.272,0.014 0.244,0.006 0.209,0.001 0.169,-0.009 0.853,-0.026 0.565,-0.030 0.372,-0.030 0.225,-0.028 0.112,-0.025 0.035,-0.050-3.095,0.002 1.528,-0.030 0.055,-0.130 1.632,-0.127-0.106,-0.119-0.219,-0.106-0.275,-0.091-0.290,0.062-0.877,-0.156 0.115,0.035-0.426,0.070-0.390,0.088-0.337,0.091-0.280,0.089-0.223,0.079-0.168,0.023-0.084</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809.000 1090.000,'0.019'0.184,"0.031"0.285,0.034 0.328,0.034 0.328,0.033 0.305,0.027 0.265,0.024 0.219,0.017 0.175,0.052 0.122,0.066 0.068,0.071 0.031,0.069 0.007,0.061-0.010,0.053-0.017,0.043-0.025,-0.509-1.819,0.540 1.842,0.017 0.001,-0.014-0.088,-0.032-0.140,-0.041-0.164,-0.046-0.170,-0.025-0.222,-0.014-0.255,-0.007-0.253,0.002-0.234,0.005-0.204,0.008-0.172,0.009-0.139,0.129-0.146,0.140-0.148,0.157-0.128,0.153-0.107,0.142-0.085,0.121-0.063,-0.426 0.072,1.126-0.615,0.266-0.272,0.140-0.198,0.049-0.136,-0.010-0.087,-1.106 0.677,0.654-0.644,-0.175-0.064,-0.193-0.042,-0.196-0.023,-0.182-0.009,-0.163 0.001,-0.434 0.546,3.762-10.048</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726.000 865.000,'0.000'0.011,"0.000"0.016,0.000 0.021,0.000 0.022,0.000 0.019,0.000 0.019,-0.017 0.453,-0.027 0.648,-0.028 0.722,-0.030 0.705,-0.026 0.633,0.002-1.075,-0.207 2.275,-0.114 0.897,-0.089 0.731,-0.068 0.576,-0.048 0.435,-0.034 0.315,0.254-2.365,-0.100 4.646,0.333 0.579,0.381 0.276,0.383 0.065,0.353-0.075,0.307-0.155,0.234 0.231,0.106-0.026,-0.012-0.406,-0.084-0.616,-0.126-0.708,-0.143-0.713,-0.544-3.484,-0.069-0.138,0.177 2.352,-0.167-0.491,-0.151-0.539,-0.128-0.532,-0.106-0.493,-0.137-1.437,-0.100-0.003,-0.159 1.048,-0.110-0.199,-0.076-0.267,-0.048-0.293,-0.026-0.290,-0.011-0.273,0.359-2.460,-0.372 2.509,0.058-0.311,0.069-0.326,0.071-0.311,0.065-0.275,0.081-0.594,0.021 0.007,0.033-0.222,0.027-0.207,0.020-0.188,0.016-0.161,0.011-0.134,0.008-0.085,0.005-0.117,0.001-0.087,0.000-0.063,-0.003-0.042,-0.002-0.026,-0.002-0.013,-0.003-0.005,-0.003 0.001,-0.001 0.004,-0.001 0.007,-0.002 0.006,-0.000 0.007,-0.001 0.005,0.000 0.006,-0.001 0.003,0.001 0.004,-0.001 0.001,0.001 0.003,-0.002 0.146</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481.000 998.000,'-0.144'-0.013,"-0.145"-0.021,-0.134-0.022,-0.115-0.024,-0.097-0.021,-0.076-0.019,0.215 0.038,-0.011 0.002,-0.250-0.022,-0.071 0.013,-0.072 0.015,-0.067 0.014,-0.059 0.013,0.369 0.022,-0.020 0.005,-0.519 0.009,-0.030 0.029,-0.002 0.028,0.015 0.027,0.026 0.025,0.030 0.021,0.924-0.096,-1.064 0.141,-0.171 0.066,-0.159 0.072,-0.141 0.074,-0.120 0.066,-0.097 0.061,-0.105 0.084,0.014 0.063,0.046 0.056,0.064 0.046,0.069 0.039,0.069 0.028,0.063 0.021,-0.218 0.287,-0.151 0.311,-0.184 0.342,-0.189 0.331,-0.174 0.295,0.084-0.052,-0.222 0.211,0.171-0.154,0.235-0.218,0.253-0.239,0.241-0.229,0.212-0.202,0.278-0.181,0.072 0.047,0.035 0.099,0.011 0.126,-0.008 0.133,-0.019 0.129,0.088-0.032,0.147-0.131,0.176-0.185,0.181-0.207,0.170-0.206,0.152-0.188,0.167 0.165,0.045 0.641,0.087 0.167,0.064 0.026,0.046-0.067,0.030-0.120,0.092-0.132,0.092-0.122,0.070-0.204,0.054-0.198,0.041-0.177,0.027-0.152,-0.116-0.318,0.083 0.043,0.700 0.591,0.470 0.253,0.450 0.238,0.402 0.211,0.341 0.176,0.275 0.141,0.053-0.077,0.080-0.093,0.030-0.139,-0.006-0.159,-0.026-0.160,-0.039-0.148,0.005-0.155,0.034-0.148,0.049-0.131,0.055-0.113,0.055-0.092,0.051-0.071,-1.226-0.220,1.806 0.318,0.163 0.014,0.041-0.011,-0.039-0.026,-0.085-0.034,-0.111-0.035,-0.116-0.034,-0.112-0.032,-0.099-0.026,-0.087-0.021,-0.068-0.017,0.834-0.071,0.561-0.134,0.447-0.147,0.338-0.143,0.243-0.129,0.165-0.110,-0.206-0.072,-0.415-0.047,-0.511-0.025,-0.526-0.010,-0.492 0.001,-0.429 0.006,-2.752 0.322,3.607-0.526,0.589-0.164,0.372-0.134,0.205-0.101,0.084-0.075,0.002-0.053,-0.051-0.033,-0.312 0.026,-0.548 0.084,-0.615 0.104,-0.606 0.110,-0.555 0.103,-2.280 0.590,2.659-0.754,0.278-0.104,-0.091 0.006,-0.230 0.051,-0.301 0.077,-0.322 0.084,-0.512 0.154,-0.221 0.067,-0.190 0.059,-0.153 0.052,-0.123 0.041,-0.093 0.033,0.065-0.093,0.025-0.127,0.055-0.157,0.070-0.164,0.076-0.156,0.071-0.141,0.066-0.119,0.056-0.098,-0.048-0.074,-0.111-0.054,-0.143-0.037,-0.154-0.024,-0.147-0.012,-0.915 1.306,0.672-1.424,-0.172-0.059,-0.162 0.007,-0.143 0.049,-0.123 0.072,-0.100 0.083,-0.126 0.946,0.023-0.953,-0.056 0.105,-0.038 0.142,-0.024 0.154,-0.013 0.151,-0.005 0.138,-0.028-0.126,-0.037-0.240,-0.040-0.311,-0.040-0.332,-0.036-0.318,-0.031-0.286,-0.063-0.172,-0.063 0.060,-0.062 0.146,-0.057 0.189,-0.048 0.197,-0.040 0.188,0.338 1.208,-0.556-1.031,-0.078 0.134,-0.008 0.182,0.035 0.196,0.062 0.192,0.074 0.177,-0.480-0.208,-0.441-0.159,-0.396-0.133,-0.338-0.107,-0.273-0.083,-0.212-0.060,-0.540-0.124,-0.533-0.066,-0.545-0.057,-0.504-0.046,-0.437-0.035,-0.359-0.028,0.257 0.177,0.312 0.186,0.436 0.217,0.478 0.221,0.470 0.204,0.424 0.179,0.050 0.161,-0.190 0.137,-0.325 0.113,-0.384 0.086,-0.393 0.066,-0.365 0.045,1.760 0.091,-2.867 0.004,-0.933 0.063,-0.785 0.065,-0.640 0.063,-0.501 0.055,-0.376 0.049,1.263-0.016,-1.814 0.074,0.555 0.021,0.738 0.018,0.799 0.013,0.781 0.009,0.710 0.008,0.662-0.009,0.583-0.017,0.490-0.020,0.394-0.023,0.302-0.022,0.222-0.019,2.921-0.178,-3.534 0.225,0.209-0.014,0.156-0.015,0.303-0.024,0.379-0.030,0.406-0.033,0.397-0.031,1.456-0.076,-1.215 0.044,0.479-0.030,0.428-0.025,0.358-0.018,0.284-0.013,0.214-0.008,0.400-0.060</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388.000 1100.000,'0.007'0.007,"0.009"0.009,0.012 0.012,0.011 0.011,0.010 0.010,0.009 0.009,0.006 0.006,0.006 0.006,0.003 0.003,0.004 0.004,0.000 0.000,0.002 0.002,0.000 0.001,0.100 0.110,0.164 0.184,0.190 0.214,0.193 0.214,0.181 0.202,0.159 0.179,-0.846-0.940,1.366 1.384,0.323 0.181,0.254 0.090,0.191 0.027,0.135-0.015,0.090-0.038,0.053-0.050,-0.926-0.689,0.035-0.037,0.986 0.443,0.120-0.106,0.086-0.114,0.061-0.109,0.038-0.098,0.022-0.084,0.153-0.121,0.224-0.133,0.251-0.132,0.248-0.120,0.227-0.103,0.196-0.085,0.340-0.242,0.161-0.330,0.127-0.352,0.093-0.334,0.066-0.296,0.042-0.248,-3.179 0.866,3.801-1.377,-0.069-0.133,-0.345 0.015,-0.486 0.103,-0.528 0.148,-2.722 1.138,2.826-1.247,-0.078 0.037,-0.251 0.133,-0.340 0.186,-0.370 0.202,-0.357 0.199,-2.490 0.971,2.535-0.797,-0.203 0.227,-0.286 0.236,-0.313 0.219,-0.306 0.192,-0.272 0.159,-0.117 0.193,-0.085 0.186,-0.027 0.169,0.013 0.140,0.033 0.112,0.045 0.085,-0.144-0.059,-0.105-0.056,-0.126-0.082,-0.129-0.090,-0.122-0.089,-0.778-0.419,1.450 0.373,0.203-0.074,0.164-0.053,0.055-0.058,-0.024-0.058,-0.071-0.051,-0.101-0.047,-1.087-0.082,1.146 0.030,0.003-0.031,-0.005-0.024,-0.011-0.016,-0.014-0.012,-0.014-0.008,-1.504 0.010,2.050-0.030,0.295-0.022,0.245-0.024,0.194-0.021,0.145-0.020,0.106-0.015,-0.537 0.007,-0.191-0.009,-0.238-0.007,-0.251-0.008,-0.245-0.005,-0.225-0.004,-0.678 0.060,-0.045 0.005,0.454-0.054,-0.204-0.001,-0.221-0.005,-0.215-0.005,-0.197-0.008,0.067-0.579</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398.000 1147.000,'0.009'0.000,"0.013"0.000,0.017 0.000,0.016 0.000,0.016 0.000,0.014 0.000,0.011 0.000,0.011 0.000,0.175-0.011,0.284-0.017,0.334-0.020,0.345-0.021,0.332-0.020,0.300-0.019,-0.173 0.037,0.516-0.001,2.625-0.050,0.925-0.011,0.621-0.012,0.379-0.011,0.196-0.011,1.022-0.001,1.399-0.007,1.140 0.000,1.084-0.004,0.964-0.003,0.813-0.004,0.147 0.019,-0.367 0.024,-0.232 0.022,-0.423 0.022,-0.516 0.022,-0.543 0.019,-0.524 0.017,-8.639 0.033,9.434 0.015,0.511 0.062,0.131 0.067,-0.128 0.070,-0.294 0.064,-0.383 0.057,-9.083-0.256,10.718 0.309,-0.242-0.020,-0.621-0.042,-0.809-0.052,-0.864-0.052,-0.831-0.050,-1.686-0.050,-1.166-0.033,-1.161-0.027,-1.076-0.021,-0.948-0.017,-0.799-0.012,-2.314 0.000,2.467 0.038,0.569 0.020,2.132 0.049,0.300 0.008,-0.018-0.003,-0.225-0.009,-0.343-0.013,-2.308-0.042,-0.248-0.005,1.375 0.015,-0.833-0.015,-0.789-0.014,-0.699-0.012,-0.587-0.008,-0.473-0.007,-0.364-0.004,-0.288-0.004,-0.202-0.001,-0.133-0.001,-0.078 0.000,-0.038-0.000,-0.010 0.000,0.008 0.001,0.018 0.001,0.023 0.000,0.025 0.001,0.024 0.000,0.020 0.001,0.017-0.001,0.014 0.001,0.010 0.000,0.007 0.000,0.011 0.000,0.038 0.001,0.309-0.001,0.403 0.000,0.447 0.000,0.445 0.000,0.408 0.000,-0.071 0.047,1.021 0.079,0.197 0.045,0.038 0.027,-0.065 0.015,-0.125 0.005,-0.153 0.000,0.531-0.009,0.098-0.030,-0.094-0.034,-0.201-0.032,-0.253-0.030,-2.486-0.069,8.820 0.052</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527.000 1140.000,'0.000'0.040,"0.000"0.062,0.000 0.074,0.000 0.075,0.000 0.071,0.000 0.064,0.000 0.054,0.000 0.046,0.000 1.379,0.000 1.165,0.000 1.148,0.000 1.053,-0.012-2.881,-0.094 4.246,-0.079 0.818,-0.051 0.469,-0.014-0.302,0.006-0.613,0.020-0.777,0.028-0.840,0.030-0.825,0.101-2.658,-0.138 3.152,-0.069 0.140,-0.086 0.226,-0.092 0.258,-0.085 0.259,0.236-2.652,-0.244 2.464,0.039-0.539,0.052-0.668,0.057-0.686,0.055-0.636,0.049-0.550,-0.028-0.404,0.008-0.394,0.031-0.380,0.044-0.342,0.046-0.286,0.049-0.196,0.037-0.164,0.032-0.153,0.024-0.134,0.021-0.111,0.014-0.090,0.010-0.067,0.007-0.048,0.003-0.034,0.002-0.021,0.001-0.011,-0.001-0.005,-0.004 0.063,0.000-0.039,0.016-2.297</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520.000 1148.000,'-0.027'0.045,"-0.041"0.068,-0.047 0.079,-0.047 0.078,-0.043 0.072,-0.038 0.062,-0.029 0.051,-0.025 0.039,-0.018 0.030,-0.059 0.100,-0.403 0.730,-0.379 0.725,-0.387 0.754,-0.366 0.723,-0.326 0.652,-0.530 0.991,-0.041 0.095,-0.130 0.275,-0.059 0.146,-0.008 0.051,0.029-0.016,0.048-0.057,0.391-0.687,-0.450 1.038,0.187-0.213,0.245-0.334,0.268-0.389,0.263-0.399,0.241-0.378,1.418-3.446,-1.356 3.383,0.205-0.473,0.222-0.544,0.215-0.543,0.193-0.503,0.164-0.436,-0.649 1.345</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531.000 1136.000,'0.009'0.003,"0.420"0.259,0.326 0.288,0.263 0.289,0.202 0.263,0.147 0.224,0.100 0.180,-0.582-0.586,1.090 1.200,0.303 0.393,0.231 0.316,0.166 0.243,0.112 0.176,-1.212-1.364,1.296 1.685,-0.122-0.059,-0.207-0.202,-0.242-0.269,-0.243-0.288,-1.327-1.754,1.038 1.548,-0.174-0.186,-0.156-0.215,-0.133-0.214,-0.108-0.196,-0.082-0.169,-0.212-0.315,-0.121-0.175,-0.120-0.164,-0.114-0.147,-0.099-0.125,-0.085-0.103,0.201 0.411,0.222 0.420,0.498 0.924,0.101 0.226,-0.007 0.031,-0.078-0.100,-0.121-0.182,2.614 5.550</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471.000 954.000,'-0.049'-0.037,"-0.077"-0.057,-0.089-0.068,-0.090-0.066,-0.085-0.065,-0.074-0.055,-0.020-0.009,-0.013-0.001,0.003 0.013,0.013 0.021,0.019 0.024,0.021 0.025,0.090 0.058,-0.064-0.041,-0.230-0.146,-0.052-0.036,-0.021-0.016,-0.000-0.003,0.013 0.006,0.023 0.011,0.535 0.349,-0.605-0.297,-0.037 0.075,-0.024 0.085,-0.015 0.085,-0.007 0.079,-0.275 0.352,-0.242 0.391,-0.227 0.384,-0.202 0.352,-0.170 0.305,-0.136 0.253,-0.105 0.201,1.736-1.719,-2.674 2.739,-0.293 0.329,-0.064 0.078,0.078-0.081,0.159-0.168,0.192-0.208,1.466-1.483,0.061-0.019,-0.756 0.970,0.034 0.140,0.012 0.159,-0.001 0.161,-0.011 0.153,0.827-1.135,0.059-0.042,-0.680 1.314,0.186 0.096,0.191 0.112,0.182 0.114,0.164 0.108,0.141 0.096,0.943-3.067,-0.865 3.767,0.119 0.185,0.124-0.023,0.119-0.157,0.105-0.229,0.090-0.260,0.139 0.899,0.227 0.012,0.227-0.275,0.209-0.426,0.176-0.478,0.143-0.466,-0.043-1.133,0.293 0.216,0.115-0.341,0.079-0.315,0.048-0.275,0.028-0.229,0.672 0.348,0.746 0.382,0.574 0.245,0.463 0.179,0.357 0.125,0.264 0.081,-0.684-0.519,1.165 0.598,-0.230-0.227,-0.433-0.326,-0.525-0.361,-0.541-0.355,0.981 0.073,1.413 0.165,0.949-0.005,0.743-0.048,0.556-0.069,0.393-0.078,0.260-0.075,-0.951-0.316,0.066-0.173,0.054-0.185,0.044-0.182,0.034-0.169,0.024-0.147,1.109-0.189,-0.489-0.220,-0.600-0.193,-0.618-0.161,-0.569-0.125,-0.492-0.093,-4.660 0.550,1.699-0.423,8.542-2.771,1.278-0.884,-0.153-0.310,-0.995 0.063,-1.414 0.281,-1.534 0.386,-1.471 0.415,-1.297 0.395,-1.076 0.347,-0.846 0.286,-0.631 0.224,-2.685 1.677,2.100-4.287,-0.291-1.477,-0.366-0.773,-0.388-0.261,-0.379 0.091,-0.345 0.313,-0.558-0.844,-0.668 0.427,-0.599 0.582,-0.503 0.622,-0.402 0.595,-0.302 0.521,-0.287 0.645,-0.491 0.229,-0.499 0.139,-0.468 0.072,-0.408 0.024,-0.340-0.007,2.729 2.388,-3.195-1.999,-0.494 0.069,-0.335 0.115,-0.208 0.139,-0.108 0.146,-0.038 0.142,-0.973-0.132,-0.016 0.341,0.024 0.351,0.048 0.327,0.059 0.284,0.058 0.235,5.695 1.209,-7.351-0.898,-0.475 0.269,0.104 0.243,0.449 0.204,0.621 0.163,5.157 0.198,-4.307-0.038,0.773 0.082,0.756 0.055,0.675 0.031,0.569 0.016,0.452 0.003,0.715-0.011,0.275-0.004,0.360-0.007,0.396-0.006,0.392-0.007,0.365-0.005,-0.869 0.004</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573.000 968.000,'-0.045'0.067,"-0.068"0.103,-0.078 0.117,-0.078 0.116,-0.071 0.107,-0.060 0.090,-0.050 0.074,-0.038 0.059,-0.029 0.042,-0.020 0.031,-0.013 0.019,-0.111 0.127,-0.182 0.212,-0.204 0.238,-0.205 0.236,-0.186 0.215,-0.162 0.187,-0.067 0.114,-0.003 0.060,0.037 0.020,0.061-0.006,0.070-0.021,0.070-0.030,0.830-1.233,-1.512 2.624,-0.298 0.670,-0.172 0.427,-0.082 0.245,-0.020 0.110,0.020 0.020,1.706-3.241,-1.523 2.642,0.064-0.347,0.098-0.409,0.114-0.416,0.113-0.386,0.106-0.339,0.149-0.358,0.141-0.301,0.166-0.295,0.171-0.268,0.159-0.233,0.142-0.192,0.010-0.103,0.070-0.112,0.106-0.111,0.119-0.099,0.120-0.086,0.111-0.072,0.332-0.188,-0.267 0.247,-0.020 0.053,-0.053 0.051,-0.070 0.048,-0.075 0.041,-0.073 0.034,0.292-0.234,-0.417 0.323,0.010-0.022,0.046-0.055,0.064-0.069,0.069-0.071,0.116-0.086,0.105-0.069,0.104-0.064,0.094-0.051,0.079-0.043,0.066-0.033,0.050-0.023,0.037-0.017,0.027-0.009,0.016-0.007,0.009-0.003,0.006 0.001,-0.041 0.064,-0.065 0.098,-0.076 0.112,-0.075 0.109,-0.068 0.099,-0.059 0.086,-0.027 0.041,0.001-0.004,0.017-0.025,0.026-0.037,0.027-0.040,0.194-0.358,-0.229 0.343,0.014-0.058,0.037-0.081,0.048-0.089,0.051-0.087,0.048-0.077,0.043-0.065,0.036-0.053,0.027-0.040,0.022-0.029,0.015-0.021,0.011-0.012,0.006-0.007,0.004-0.003,0.001-0.001,-0.001 0.002,0.000 0.002,-0.002 0.003,-0.001 0.002,-0.002 0.003,-0.001 0.002,-0.027-0.307,-0.042-0.480,-0.048-0.551,-0.046-0.550,-0.043-0.508,-0.038-0.441,0.009-0.391,-0.006-0.417,0.001-0.222,0.006-0.077,0.006 0.024,0.010 0.088,0.165 3.055,-0.224-3.109,-0.009 0.286,0.015 0.402,0.027 0.452,0.035 0.452,0.036 0.423,0.094 1.127,-0.139-1.166,0.000 0.139,0.016 0.198,0.024 0.223,0.029 0.221,0.029 0.203,0.073 0.609,-0.036-0.493,0.100 0.096,0.137 0.002,0.155-0.012,0.161-0.023,0.151-0.027,0.014 0.086,0.083-0.028,0.333-0.228,0.129-0.011,0.106 0.006,0.084 0.016,0.062 0.022,0.045 0.023,0.005 0.060,-0.019 0.079,-0.035 0.084,-0.042 0.083,-0.044 0.075,-0.040 0.065,-1.029 0.396,1.525-0.384,0.224 0.043,0.081 0.059,-0.013 0.067,-0.076 0.065,-0.108 0.061,-0.375 0.118,0.399 0.164,0.079 0.199,0.081 0.198,0.075 0.185,0.068 0.162,0.057 0.137,0.046 0.110,0.196 0.262,0.027 0.211,0.011 0.207,0.002 0.188,-0.005 0.161,-0.009 0.131,-0.252-0.087,-0.254-0.094,-0.289-0.139,-0.290-0.157,-0.271-0.157,-0.238-0.145,-0.765-1.137,0.013 0.048,1.149 2.568,0.162 0.658,0.046 0.307,-0.032 0.057,-0.081-0.110,-0.107-0.210,-1.081-2.906,0.974 2.832,-0.253-0.532,-0.250-0.565,-0.226-0.536,-0.195-0.471,-0.156-0.393,-0.121-0.312,-0.088-0.234,-0.050-0.293,-0.305 0.046,-0.180-0.080,-0.132-0.039,-0.091-0.010,-0.060 0.010,-0.033 0.019,0.104-0.020,0.046-0.012,0.057-0.019,0.063-0.022,0.060-0.021,0.055-0.020,-0.007-0.014,0.053-0.019,0.045-0.014,0.033-0.011,0.026-0.008,0.018-0.005,-0.734-0.002,-0.479-0.001,-0.277-0.000,-0.129-0.001,-0.027 0.001,0.038 0.002,0.192-0.001,0.078 0.002,0.081 0.000,0.073 0.001,0.066 0.001,0.053-0.001,0.045 0.001,0.141-0.012,0.125-0.017,0.133-0.022,0.130-0.022,0.119-0.020,0.105-0.019,0.083-0.033,0.094-0.032,0.079-0.033,0.064-0.030,0.051-0.025,0.037-0.022,0.065-0.080,-0.005-0.216,0.013-0.073,0.007-0.027,0.000 0.008,-0.003 0.027,-0.004 0.041,0.075 0.355,-0.068-0.371,0.014 0.037,0.018 0.054,0.017 0.062,0.016 0.062,0.015 0.058,0.010-0.515</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611.000 465.000,'0.000'-0.036,"0.000"-0.055,0.000-0.062,0.000-0.063,0.000-0.058,0.000-0.049,0.000-0.041,0.000-0.031,0.000-0.024,0.024 0.214,0.532-1.237,0.590-1.010,0.595-1.001,0.546-0.905,0.468-0.768,0.378-0.616,0.028 0.065,0.150-0.137,0.096-0.036,0.054 0.032,0.025 0.070,0.003 0.091,0.213-0.109,0.143 0.068,0.157 0.057,0.153 0.049,0.136 0.036,0.115 0.028,-2.642 3.417,2.982-3.010,0.337 0.051,0.124 0.208,-0.027 0.301,-0.127 0.343,-0.184 0.348,-3.833 3.057,3.871-2.786,-0.290 0.418,-0.382 0.434,-0.412 0.412,-0.406 0.372,-0.371 0.319,-0.325 0.261,-0.184 0.155,-0.197 0.131,-0.138 0.078,-0.091 0.039,-0.055 0.011,-0.026-0.007,-0.660 0.309,1.429-0.693,0.218-0.083,0.071-0.001,-0.026 0.052,-0.085 0.079,-0.217 0.142,-0.230 0.150,-0.242 0.152,-0.231 0.141,-0.205 0.123,-0.174 0.103,-0.139 0.080,-0.032 0.039,-0.077 0.033,-0.048 0.017,-0.028 0.004,-0.014-0.003,-1.087 0.269,1.165-0.327,-0.005-0.029,-0.082-0.006,-0.126 0.010,-0.144 0.019,-0.144 0.023,-0.133 0.025,-0.115 0.022,0.912-0.714</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767.000 284.000,'0.079'0.000,"0.126"0.000,0.147 0.000,0.150 0.000,0.143 0.000,0.127 0.000,0.108 0.000,-0.434 0.000,1.173 0.000,0.289 0.000,0.130 0.000,0.018 0.000,-0.052 0.000,-0.097 0.000,-1.527 0.000,1.396 0.000,-0.034 0.000,-0.060 0.000,-0.073 0.000,-0.076 0.000,-0.076 0.000,-1.145 0.003,1.205 0.095,-0.063 0.069,-0.103 0.051,-0.121 0.039,-0.124 0.028,-0.118 0.017,-0.106 0.010,-0.296-0.094,-0.040-0.014,0.167 0.089,-0.130-0.009,-0.128-0.004,-0.116-0.001,-0.102 0.001,-0.081 0.002,-0.063 0.004,-0.048 0.002,-0.032 0.003,-0.021 0.003,-0.011 0.110,-0.007 0.135,-0.002 0.097,0.001 0.072,0.003 0.052,0.004 0.038,0.054 0.120,0.061 0.712,0.026 0.396,0.009 0.314,-0.005 0.236,-0.012 0.171,-0.016 0.115,-0.078-2.280,0.033 2.686,-0.059-0.015,-0.062-0.185,-0.060-0.279,-0.054-0.316,-0.045-0.314,-0.988 3.384</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2152.000 112.000,'-0.074'-0.021,"-0.115"-0.033,-0.133-0.038,-0.136-0.039,-0.126-0.036,-0.112-0.032,-0.094-0.027,0.236 0.064,-0.622-0.154,-0.191-0.007,-0.141 0.020,-0.096 0.035,-0.062 0.043,-0.358 0.042,-0.237 0.069,-0.273 0.070,-0.232 0.072,-0.191 0.069,-0.149 0.060,-0.115 0.052,0.025 0.032,-0.078 0.032,-0.066 0.025,-0.053 0.020,-0.043 0.012,-0.032 0.011,1.109-0.076,-2.079 0.364,-0.398 0.178,-0.298 0.161,-0.212 0.135,-0.142 0.112,-0.087 0.087,-0.045 0.065,3.364-0.806,-3.851 1.062,-0.029 0.100,0.103 0.054,0.180 0.020,0.212-0.005,0.073 0.046,0.484-0.095,0.493-0.109,0.454-0.107,0.391-0.097,0.318-0.082,2.779-1.091,-3.659 1.565,-0.416 0.279,-0.111 0.148,0.085 0.058,0.199-0.005,0.253-0.042,0.857-0.373,0.358-0.105,0.362-0.110,0.338-0.106,0.304-0.095,0.260-0.083,0.020 0.108,0.226-0.084,0.172-0.072,0.127-0.058,0.087-0.046,0.054-0.035,0.484-0.470,-0.046 0.115,-0.560 1.018,0.067 0.290,0.137 0.203,0.169 0.129,0.177 0.074,0.260-0.542,0.015 0.801,0.135 0.081,0.109 0.045,0.082 0.017,0.060 0.001,0.040-0.011,0.077 0.017,0.092-0.027,0.095-0.028,0.086-0.027,0.075-0.024,-0.337-2.330,0.412 1.686,0.160 0.029,0.455 0.517,0.340 0.046,0.328 0.029,0.297 0.017,0.257 0.007,0.502 0.097,0.441-0.048,0.435-0.061,0.397-0.064,0.346-0.064,0.284-0.056,-0.629-0.589,0.899 0.193,-0.006-0.217,-0.155-0.242,-0.243-0.247,-0.284-0.231,-0.297-0.207,-2.240-0.672,4.478 0.615,1.407-0.177,1.310-0.157,1.135-0.131,0.928-0.103,0.720-0.077,-0.902-0.109,-0.015-0.069,-0.136-0.061,-0.198-0.054,-0.228-0.043,-0.226-0.036,-2.820-0.028,0.519-0.011,3.021-0.035,0.118-0.050,-0.200-0.055,-0.402-0.052,-0.512-0.050,-2.745 0.043,-0.414-0.001,1.733-0.124,-0.156-0.099,-0.017-0.116,0.077-0.119,0.136-0.115,0.924-0.216,-0.868-0.033,-1.076 0.008,-1.112 0.032,-1.042 0.047,-0.913 0.048,-0.417-0.148,1.672-0.649,0.291-0.194,0.007-0.050,-0.175 0.047,-0.277 0.103,-0.323 0.134,-0.330 0.141,0.156-0.159,-0.129-0.159,-0.061-0.217,-0.013-0.233,0.018-0.224,-0.906 0.351,-0.387 0.104,-0.446 0.155,-0.456 0.180,-0.432 0.186,-0.390 0.177,-0.962 0.666,1.367-1.785,-0.123-0.251,-0.223-0.001,-0.261 0.152,-0.263 0.229,-0.241 0.256,-0.472 0.719,0.216-1.995,-0.281-0.743,-0.351-0.459,-0.369-0.244,-0.355-0.087,-0.318 0.019,-0.273 0.084,0.947 3.818,-0.905-2.432,-0.308-0.067,-1.023-1.286,-0.258 0.229,-0.105 0.344,0.001 0.396,0.071 0.403,0.112 0.379,1.560 1.802,-1.761-1.512,0.122 0.368,0.200 0.358,0.237 0.324,0.239 0.275,0.224 0.225,0.195 0.174,0.965 0.585,-1.709-0.692,-1.005-0.222,-1.079-0.235,-1.059-0.228,-0.980-0.211,-0.863-0.184,-2.083-0.437,-0.542 0.042,-0.261 0.124,-0.069 0.165,0.056 0.175,4.773 1.002,0.227 0.074,-3.852-0.618,0.362 0.170,0.321 0.143,0.269 0.115,0.215 0.087,5.056 0.710,-3.914-0.525,0.462 0.079,0.574 0.090,0.606 0.092,0.587 0.086,0.531 0.076,0.459 0.066,0.005 0.005,-0.136-0.015,-0.282-0.036,-0.357-0.045,-0.377-0.050,3.762 0.460,-5.075-0.632,-0.158-0.020,0.351 0.049,0.643 0.088,0.775 0.104,0.798 0.108,2.324 0.275,-1.034-0.090,-0.019 0.029,0.445 0.064,0.410 0.052,0.357 0.040,0.301 0.031,0.201 0.217</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422.000 588.000,'0.164'-0.016,"0.256"-0.026,0.296-0.030,0.302-0.030,0.280-0.028,0.249-0.024,0.208-0.022,0.168-0.016,0.130-0.013,0.352 0.012,0.578 0.017,0.645 0.025,0.643 0.025,0.599 0.026,0.526 0.023,0.445 0.021,0.852-0.000,0.314-0.009,0.214-0.016,0.131-0.020,0.069-0.021,0.976-0.011,0.745-0.011,0.491-0.005,0.295-0.004,0.145-0.001,0.043 0.000,-0.028 0.001,-8.122 0.124,9.118-0.114,-0.171 0.022,-0.543 0.023,-0.724 0.023,-0.774 0.021,-5.437 0.036,6.706-0.014,0.117 0.013,-0.424 0.009,-0.722 0.007,-0.845 0.003,-0.850 0.004,-0.429-0.013,-0.345-0.019,-0.411-0.024,-0.422-0.024,-0.393-0.021,-0.345-0.020,-0.315-0.011,-0.756 0.010,-0.758 0.016,-0.690 0.019,-0.589 0.018,-0.476 0.018,-0.363 0.014,-0.264 0.012,0.311 0.028</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1928.000 634.000,'0.842'-0.010,"1.317"-0.017,1.527-0.020,1.547-0.018,1.446-0.018,1.275-0.017,1.073-0.013,0.304 0.008,0.890 0.006,0.823 0.011,0.725 0.012,0.614 0.014,0.502 0.013,-6.842 0.006,10.382-0.174,0.766-0.087,-0.315-0.059,-1.015-0.037,-1.412-0.021,-1.588-0.007,-7.387 0.213,9.697-0.713,0.356-0.321,0.187-0.275,0.071-0.223,-0.009-0.173,-0.056-0.127,-12.767 1.663,13.817-1.696,-0.535 0.187,-1.131 0.267,-1.391 0.292,-1.424 0.280,-1.315 0.248,-2.562 0.269,-1.244 0.149,-1.167 0.123,-1.035 0.099,-0.881 0.076,-0.716 0.056,-2.048 0.026,8.233 0.403</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2254.000 607.000,'-0.042'-0.042,"-0.064"-0.064,-0.073-0.073,-0.071-0.071,-0.065-0.065,-0.056-0.056,-0.053-0.053,-0.150-0.091,-0.187-0.095,-0.196-0.088,-0.186-0.080,-0.170-0.067,0.021 0.088,-0.536-0.226,-0.152-0.011,-0.065 0.028,-0.006 0.049,0.036 0.061,0.057 0.064,1.542 0.630,-2.134-0.661,-0.090 0.097,0.068 0.121,0.159 0.124,0.203 0.117,0.213 0.103,0.888 0.142,-0.039 0.023,-1.102-0.005,-0.272 0.049,-0.246 0.034,-0.213 0.022,-0.174 0.015,-0.137 0.008,-0.922 0.196,-0.513 0.204,-0.350 0.187,-0.219 0.163,-0.121 0.134,-0.050 0.102,2.515-0.442,-0.969 0.283,0.031 0.120,-1.189 0.604,0.497 0.166,0.589 0.109,0.593 0.063,0.543 0.032,0.462 0.008,0.590-0.231,0.332-0.076,0.286-0.084,0.232-0.083,0.184-0.076,0.136-0.067,0.122 0.104,0.131 0.133,0.111 0.170,0.093 0.178,0.070 0.171,0.055 0.153,0.141 0.018,0.189 0.062,0.206 0.035,0.201 0.017,0.183 0.004,0.159-0.004,0.132-0.011,0.166-0.041,0.112-0.067,0.042-0.130,-0.004-0.163,-0.037-0.173,-0.053-0.168,0.484 0.162,0.242-0.045,0.129-0.099,0.050-0.127,-0.005-0.133,-0.038-0.127,-1.807-1.018,2.239 0.879,0.531-0.110,0.519-0.119,0.476-0.117,0.412-0.108,0.341-0.093,1.001-0.067,0.458-0.119,0.388-0.106,0.311-0.090,0.237-0.070,0.171-0.054,-1.120-0.072,-0.347-0.075,-0.414-0.079,-0.429-0.074,-0.408-0.067,-0.368-0.057,-1.734 0.078,1.546-0.327,-0.179-0.118,-0.212-0.083,-0.220-0.057,-0.212-0.034,-0.189-0.019,-1.886 0.500,2.163-0.926,-0.196-0.140,-0.318-0.049,-0.369 0.011,-0.375 0.048,-0.346 0.067,-0.355-0.043,-0.332-0.111,-0.292-0.142,-0.242-0.153,-0.195-0.146,-0.146-0.131,-0.250 0.062,-0.267-0.176,-0.284-0.188,-0.277-0.181,-0.255-0.167,-0.223-0.146,-0.419-0.551,-0.170-0.042,-0.106 0.019,-0.061 0.053,-0.025 0.071,-0.004 0.074,0.257 0.480,0.202 0.369,0.228 0.405,0.231 0.398,0.214 0.364,0.188 0.316,0.396 0.605,-0.339-0.284,-0.207-0.032,-0.003 0.118,0.029 0.103,0.049 0.086,0.056 0.066,0.282 0.149,-0.342-0.075,-0.022 0.031,-0.018 0.015,-0.015 0.005,-0.011-0.003,-0.008-0.007,-0.006-0.009,-0.003-0.008,-0.002-0.010,-0.002-0.007,0.001-0.006,0.000-0.005,-9.163-1.662</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1974.000 866.000,'0.119'0.010,"0.189"0.016,0.219 0.018,0.226 0.018,0.214 0.019,0.191 0.015,0.162 0.014,-1.018-0.084,2.288 0.207,0.905 0.086,0.727 0.069,0.559 0.052,0.412 0.038,0.285 0.025,0.994 0.025,0.725-0.036,0.723-0.049,0.662-0.055,0.568-0.050,0.463-0.047,7.648-0.626,4.384-0.488,2.206-0.354,0.690-0.244,-0.283-0.153,-0.848-0.087,-1.573 0.052,-1.872 0.129,-1.884 0.166,-1.724 0.173,-1.476 0.161,-1.190 0.141,1.451-0.013,0.031 0.065,-0.905 0.107,-1.394 0.124,-1.568 0.126,-1.537 0.112,-1.383 0.098,-1.168 0.077,-0.937 0.060,-0.711 0.044,-0.515 0.030,8.978 0.184</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2143.000 487.000,'0.000'-0.003,"0.000"-0.100,0.000-0.059,0.000-0.033,0.000-0.017,0.000-0.005,0.000 0.003,0.000 0.008,0.052 0.345,0.078 0.527,0.088 0.592,0.088 0.581,0.077 0.522,0.103 1.053,0.141 1.506,0.143 1.607,0.136 1.544,0.118 1.384,0.098 1.174,-0.452-3.828,0.508 6.447,0.028 1.293,0.001 0.799,-0.013 0.425,-0.024 0.154,-0.027-0.029,-0.009-0.644,0.055-0.249,0.072-0.272,0.080-0.266,0.076-0.244,0.071-0.215,0.062-0.178,-0.912-7.984,0.863 9.364,-0.131 0.422,-0.180-0.042,-0.198-0.343,-0.199-0.516,-0.183-0.592,-0.491-11.197,0.339 13.304,-0.136-0.408,-0.095-0.991,-0.064-1.267,-0.040-1.332,-0.020-1.259,-0.081-8.952,0.163 7.190,0.073-0.811,0.066-0.900,0.054-0.898,0.045-0.833,0.033-0.735,-0.130-1.697,-0.016-0.225,0.093 0.883,-0.061-0.591,-0.065-0.579,-0.062-0.527,-0.056-0.455,-0.048-0.374,-0.038-0.293,-0.030-0.222,-0.022-0.157,-0.016-0.107,-0.011-0.065,0.174 0.380,0.089 0.076,0.031-0.077,-0.008-0.163,-0.030-0.199,-0.041-0.203,-0.044-0.188,-0.040-0.160,-0.037-0.131,-0.029-0.099,-0.023-0.074,-0.067-0.975</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2123.000 472.000,'-0.091'0.284,"-0.141"0.438,-0.161 0.498,-0.158 0.495,-0.145 0.452,-0.126 0.390,-0.103 0.319,-0.079 0.249,0.116-0.236,-0.093 0.509,-0.385 1.707,-0.020 0.430,0.031 0.213,0.060 0.063,0.074-0.038,0.078-0.097,0.038 0.281,0.122-0.092,0.116-0.088,0.103-0.078,0.086-0.065,0.068-0.051,0.305-2.589,-0.132 1.932,0.092-0.461,0.085-0.549,0.073-0.559,0.062-0.522,0.140 3.556</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2152.000 440.000,'0.006'0.009,"0.346"0.609,0.354 0.668,0.346 0.677,0.314 0.629,0.268 0.551,0.221 0.458,0.173 0.364,0.596 0.987,0.626 0.931,0.655 0.942,0.613 0.865,0.537 0.743,-2.067-3.512,2.054 3.249,-0.130-0.301,-0.353-0.634,-0.475-0.808,-0.523-0.867,-0.516-0.843,-2.430-3.767,2.411 3.546,-0.384-0.769,-0.362-0.721,-0.318-0.630,-0.263-0.517,-0.207-0.404,-0.265-0.392,-0.154-0.248,-0.128-0.193,-0.103-0.145,-0.078-0.102,-0.057-0.067,-0.168-0.062,0.107 0.074,-0.083-0.011,-0.097-0.017,-0.097-0.022,-0.090-0.021,-0.078-0.019,-0.080 0.466</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351.000 580.000,'0.006'0.000,"0.009"0.000,0.011 0.000,0.011 0.000,0.010 0.000,0.008 0.000,0.007 0.000,0.006 0.000,0.004 0.000,0.003 0.000,0.003 0.000,0.000 0.000,0.001 0.000,0.122 0.000,0.178 0.000,0.200 0.000,0.195 0.000,0.176 0.000,0.149 0.000,0.119 0.000,-0.692-0.012,0.960-0.058,0.268-0.027,0.186-0.014,0.119-0.004,0.532-0.021,-0.051 0.015,-0.122 0.018,-0.158 0.020,-0.166 0.019,-0.161 0.017,-0.142 0.014,-0.120 0.012,-0.097 0.009,-0.074 0.006,1.338 0.005,1.670 0.000,8.544 0.003,2.979 0.002,1.526 0.001,0.507 0.000,-0.160-0.001,-14.597 0.000,14.220 0.091,-0.860 0.040,-1.352 0.012,-1.545-0.004,-1.537-0.014,-1.407-0.019,-1.210-0.022,-0.937-0.020,-0.814-0.017,-0.614-0.017,-0.443-0.012,-0.298-0.010,-0.184-0.006,1.368-0.082,0.584-0.046,-0.121-0.018,-0.560-0.003,-0.793 0.011,-0.879 0.016,-0.867 0.020,-0.790 0.019,-0.684 0.018,2.214-0.039,1.649-0.027,2.025-0.026,1.042-0.008,-0.522 0.015,-0.971 0.023,-1.162 0.023,-1.180 0.023,-4.348 0.051,2.559 0.002,-0.697 0.051,-0.616 0.052,-0.522 0.053,-0.424 0.048,-0.332 0.040,-1.353-0.127,1.342 0.148,-0.066 0.004,-0.104-0.002,-0.121-0.007,-0.125-0.010,-0.118-0.010,-1.027-0.120,1.257 0.205,-0.040-0.001,-0.090-0.025,-0.113-0.039,-0.118-0.044,-0.110-0.043,-0.165-0.039,-0.209-0.033,-0.210-0.029,-0.190-0.021,-0.163-0.015,-0.129-0.010,-0.027-0.007,0.002-0.002,0.023-0.003,0.032-0.001,0.038 0.001,0.039 0.000,-0.281 0.017,0.688 0.076,0.167 0.034,0.082 0.014,0.022-0.002,-0.017-0.010,-0.109-0.019,-0.107-0.016,-0.117-0.017,-0.120-0.016,-0.109-0.014,-0.097-0.012,-0.083-0.009,-0.376-0.011,1.950 0.969</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1408.000 934.000,'-0.028'0.000,"-0.043"0.000,-0.048 0.000,-0.065 0.139,-0.097 0.220,-0.102 0.256,-0.100 0.264,-0.091 0.249,-0.078 0.223,-0.066 0.189,-0.189 0.508,-0.081 0.282,-0.064 0.246,-0.049 0.200,-0.035 0.157,-0.025 0.115,0.944-2.465,-1.164 3.599,-0.079 0.582,0.009 0.257,0.062 0.034,0.088-0.104,0.473-1.767,-0.013 0.047,-0.296 1.093,0.008-0.108,0.025-0.180,0.034-0.219,0.037-0.229,0.038-0.223,0.042 0.898,0.207 0.356,0.228 0.215,0.224 0.107,0.202 0.034,0.174-0.016,-0.059-4.000,0.262 3.066,0.359 1.190,0.185-0.346,0.113-0.525,0.059-0.594,0.021-0.591,0.013-0.513,-0.091-0.655,-0.109-0.574,-0.111-0.472,-0.102-0.370,-0.086-0.275,0.051-0.204,0.207-0.139,0.257-0.105,0.271-0.074,0.260-0.049,0.235-0.031,0.200-0.015,0.163-0.005,-0.537-0.002,0.173-0.169,1.292-0.658,0.311-0.357,0.216-0.290,0.137-0.224,0.079-0.165,0.035-0.116,0.299-0.440,0.029-0.349,0.013-0.350,0.003-0.321,-0.005-0.274,-0.008-0.222,-0.420 0.081,-0.233-0.175,-0.255-0.161,-0.250-0.139,-0.228-0.115,-0.195-0.091,-2.138 3.913,1.790-4.401,-0.419 0.023,-0.414 0.224,-0.377 0.328,-0.322 0.364,-0.263 0.356,-0.348 2.552,-0.122-2.004,-0.328 0.029,-0.316 0.051,-0.287 0.060,-0.251 0.063,-0.208 0.062,-0.379-0.168,-0.197 0.164,-0.131 0.215,-0.079 0.230,-0.038 0.226,-0.011 0.205,0.008 0.176,0.019 0.145,0.026 0.116,0.843 0.809,-0.059 0.020,-0.949-0.580,-0.008 0.153,0.063 0.183,0.104 0.187,0.125 0.181,0.129 0.160,1.514 0.655,-1.532-0.491,0.097 0.167,0.099 0.143,0.093 0.116,0.082 0.092,0.068 0.067,0.080 0.077,0.013 0.076,0.025 0.073,0.032 0.067,0.033 0.057,0.032 0.048,0.031 0.037,0.040 0.055,0.037 0.065,0.034 0.066,0.031 0.063,0.027 0.055,0.021 0.048,-0.052 0.107,0.020 0.050,0.019 0.041,0.015 0.032,0.014 0.024,0.011 0.018,0.428-0.412,-0.429 0.458,0.095-0.058,0.119-0.085,0.126-0.095,0.118-0.091,0.143-0.148,0.078-0.071,0.066-0.064,0.053-0.054,0.042-0.043,0.029-0.034,0.022-0.024,0.014-0.018,0.091-0.198,-0.095 0.245,-0.032 0.053,-0.040 0.161,0.004 0.122,0.016 0.117,0.025 0.106,0.025 0.092,0.027 0.074,0.023 0.018,0.021-0.017,0.015-0.040,0.014-0.050,0.009-0.052,0.008-0.050,0.048 0.108,0.071 0.111,0.077 0.137,0.073 0.141,0.065 0.130,0.055 0.111,0.028-0.074,0.032-0.100,0.025-0.137,0.016-0.147,0.013-0.143,0.006-0.126,-0.067-0.191,-0.032-0.106,-0.037-0.095,-0.039-0.081,-0.036-0.068,-0.032-0.053,0.113 0.027,0.188 0.065,0.224 0.089,0.234 0.100,0.221 0.098,0.197 0.090,0.505 0.461,0.397 0.360,0.275 0.255,0.175 0.172,0.099 0.102,0.042 0.054,0.002 0.015,-1.147-0.870,10.280 6.233</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1481.000 1007.000,'0.086'0.000,"0.061"0.000,0.040 0.000,0.025 0.000,0.012 0.000,0.003 0.000,-0.179 0.000,0.255 0.000,0.047 0.000,0.032 0.000,0.015 0.000,0.007 0.000,0.000 0.000,1.984 0.189,3.880 0.299,2.060 0.119,1.254 0.036,0.655-0.017,0.229-0.049,-0.051-0.066,-0.693-0.111,-1.236-0.143,-1.381-0.142,-1.351-0.132,-1.217-0.113,2.804-1.136</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1547.000 972.000,'0.000'0.047,"-0.015"0.226,-0.022 0.249,-0.026 0.253,-0.024 0.232,-0.021 0.199,-0.020 0.161,0.010-0.149,-0.010 0.034,-0.010 0.018,-0.008 0.004,-0.006-0.002,-0.005-0.010,0.100-0.907,-0.307 1.457,-0.141 0.593,-0.517 2.378,-0.092 0.460,0.012 0.045,0.078-0.235,0.117-0.405,0.136-0.493,0.612-3.280,-0.505 3.514,0.201-0.558,0.177-0.588,0.147-0.556,0.116-0.486,0.088-0.401,0.112-0.386,0.123-0.302,0.119-0.248,0.104-0.189,0.088-0.141,-0.349-0.331,0.871 0.394,0.528 0.086,0.523 0.079,0.482 0.067,0.417 0.056,0.348 0.044,-0.063-0.085,0.087-0.060,0.028-0.080,-0.012-0.086,-0.038-0.087,-0.053-0.081,-2.650-0.358,2.983 0.270,-0.090-0.085,-0.242-0.073,-0.324-0.062,-0.354-0.051,-0.350-0.038,-0.320-0.030,-0.282-0.020,-0.302-0.014,-0.277-0.007,-0.249-0.004,-0.215-0.001,-0.176 0.001,-0.141 0.001,-0.138-0.040</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1677.000 997.000,'0.211'-0.078,"0.251"-0.043,0.255-0.017,0.238-0.001,0.210 0.011,0.174 0.016,0.139 0.020,0.093 0.020,0.129 0.017,0.117 0.016,0.101 0.011,0.083 0.011,0.065 0.007,-0.787 0.006,0.821 0.003,-0.074 0.002,-0.140 0.002,-0.177 0.001,-0.187-0.000,-0.179 0.001,-1.066-0.004,1.088 0.003,-0.033-0.001,-0.067 0.000,-0.085-0.001,-0.091 0.000,-0.088-0.001,-0.790-0.001,0.995 0.001,0.039 0.000,-0.016-0.001,-0.050 0.000,-0.069 0.000,-0.074 0.000,-0.070 0.000,-0.127 0.000,-0.110 0.000,-0.109-0.001,-0.102 0.001,-0.088 0.000,0.478 0.000</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1674.000 1045.000,'0.016'0.000,"0.024"0.000,0.027 0.000,0.027 0.000,0.024 0.000,0.019 0.000,0.017 0.000,0.012 0.000,0.009 0.000,0.006 0.000,0.003 0.000,0.992 0.020,1.042 0.031,0.991 0.037,0.887 0.038,0.760 0.035,0.622 0.032,0.491 0.027,0.744 0.003,0.173-0.036,0.038-0.052,-0.048-0.056,-0.100-0.054,-0.123-0.049,-1.059-0.032,-0.560-0.030,-0.619-0.026,-0.620-0.019,-0.581-0.016,-0.515-0.012,0.417-0.143,-0.108-0.073,-0.125-0.040,-0.125-0.017,-0.113-0.001,-0.096 0.007,-0.392 0.066,-0.290 0.051,-0.304 0.057,-0.292 0.055,-0.261 0.051,-0.220 0.042,-0.178 0.035,0.246 0.096</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2022.000 944.000,'0.000'0.024,"-0.021"0.569,-0.033 0.709,-0.038 0.768,-0.039 0.750,-0.036 0.681,-0.032 0.590,-0.027 0.486,-0.147 0.526,-0.215 0.513,-0.241 0.468,-0.240 0.403,-0.224 0.332,-0.193 0.264,-0.040-0.268,0.062-0.586,0.124-0.749,0.152-0.797,0.162-0.768,0.153-0.695,0.684-2.539,-1.072 3.530,-0.200 0.456,-0.086 0.125,-0.008-0.098,0.046-0.238,0.075-0.313,0.302-0.720,-0.251 1.002,0.228-0.535,0.242-0.640,0.226-0.646,0.198-0.593,0.163-0.508,0.130-0.469,0.091-0.376,0.066-0.303,0.043-0.233,0.026-0.171,0.017-0.089,0.021-0.076,0.021-0.058,0.018-0.043,0.016-0.030,0.014-0.018,-0.054 0.138,0.574-1.055,0.572-0.734,0.607-0.691,0.585-0.609,0.527-0.516,0.452-0.415,0.133 0.015,-0.080 0.289,-0.211 0.444,-0.279 0.511,-0.302 0.514,-0.294 0.480,-0.269 0.422,-1.299 1.004,0.847-0.378,-0.229 0.365,-0.221 0.333,-0.203 0.290,-0.177 0.244,-0.148 0.196,-0.526-0.347,0.536 1.452,-0.043 0.687,-0.060 0.487,-0.067 0.322,-0.068 0.192,-0.062 0.096,-0.233-1.818,0.021 3.525,-0.274 0.544,-0.295 0.175,-0.285-0.072,-0.255-0.220,-0.218-0.296,-0.120-0.649,-0.182-0.349,-0.166-0.329,-0.144-0.298,-0.119-0.252,-0.095-0.208,-0.073-0.164,-0.323 0.098,-0.236-0.036,-0.243 0.002,-0.229 0.025,-0.202 0.039,-0.170 0.042,2.112-1.928,-2.265 1.751,-0.169-0.164,-0.111-0.226,-0.068-0.247,-0.033-0.243,-0.008-0.222,-0.083-0.150,0.585-0.373,0.667-0.353,0.659-0.309,0.592-0.254,0.500-0.198,0.398-0.148,0.302-0.102,0.216-0.067,0.145-0.040,0.089-0.018,0.059-0.042,0.052-0.073,0.042-0.081,0.032-0.079,0.022-0.071,0.015-0.061,0.010-0.050,0.894-2.103</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2082.000 1107.000,'1.114'-0.089,"0.885"-0.046,0.433-0.007,0.368 0.003,0.230 0.013,0.126 0.017,0.051 0.021,-0.424 0.024,-0.156 0.014,-0.187 0.014,-0.194 0.010,-0.189 0.009,-0.170 0.008,0.217 0.004,1.046-0.025,0.234-0.044,0.032-0.051,-0.099-0.054,-0.173-0.050,-1.355 0.086,-0.097 0.000,0.941-0.112,-0.333 0.002,-0.328 0.004,-0.299 0.006,-0.256 0.009,-0.900 0.147,0.698-0.130,-0.145 0.014,-0.124 0.010,-0.099 0.009,-0.077 0.008,-0.055 0.005,-0.095-0.011,-0.109-0.019,-0.111-0.023,-0.102-0.023,-0.087-0.022,-0.072-0.018,-0.058-0.119,-0.190-2.355</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2127.000 1058.000,'-0.159'0.477,"-0.498"1.658,-0.260 1.035,-0.155 0.765,-0.079 0.535,-0.023 0.349,0.016 0.204,0.036 0.096,0.050 0.019,0.054-0.029,0.003 0.272,0.103-0.228,0.138-0.418,0.146-0.503,0.141-0.517,0.128-0.487,0.294-2.619,-0.087 1.625,0.133-0.204,0.248 0.204,0.247-0.285,0.227-0.252,0.196-0.213,0.163-0.171,-0.609-0.798,1.005 0.808,0.123-0.122,0.043-0.143,-0.011-0.143,-0.042-0.133,-0.988-0.513,0.875 0.193,0.011-0.224,-0.014-0.230,-0.028-0.221,-0.037-0.197,-0.039-0.170,0.149-0.220,0.055-0.121,0.072-0.080,0.073-0.049,0.072-0.028,0.062-0.010,0.053 0.001,-0.538 0.500,0.964-0.153,0.444 0.044,1.169-0.097,-0.028 0.128,-0.271 0.133,-0.404 0.126,-0.453 0.111,-0.452 0.092,2.735 0.188</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2236.000 1005.000,'-0.003'-0.003,"-0.230"-0.020,-0.254 0.066,-0.255 0.108,-0.234 0.124,-0.203 0.122,-0.166 0.113,-0.194 0.136,-0.166 0.127,-0.144 0.114,-0.117 0.097,-0.093 0.078,-0.628 1.062,-0.261 0.626,-0.094 0.425,0.079 0.220,0.186 0.070,0.244-0.033,0.264-0.096,1.805-2.640,-1.946 3.383,0.130 0.181,0.160 0.047,0.164-0.039,0.153-0.088,0.134-0.111,1.075-2.530,-0.588 2.174,0.233 0.005,0.238-0.077,0.224-0.122,0.201-0.149,0.175-0.152,0.279 0.316,0.246-0.129,0.200-0.261,0.156-0.325,0.118-0.342,0.083-0.327,0.055-0.294,0.004-0.236,0.025-0.136,-0.010-0.142,-0.029-0.138,-0.043-0.126,-0.047-0.110,-0.289-0.348,0.704 0.443,0.244-0.032,0.225-0.049,0.196-0.057,0.162-0.054,0.128-0.052,-1.340-0.516,1.838 0.338,0.312-0.105,0.186-0.106,0.090-0.099,0.022-0.087,-0.023-0.074,-0.052-0.060,-2.640-0.095,1.441-0.089,0.048-0.145,1.722-0.712,-0.153-0.472,-0.272-0.389,-0.326-0.305,-0.332-0.228,-0.308-0.162,-0.268-0.107,-0.170-0.108,-0.223 0.074,-0.181 0.116,-0.138 0.131,-0.101 0.128,-0.070 0.114,-1.111 1.732,0.996-2.185,-0.076-0.337,-0.122-0.173,-0.143-0.054,-0.145 0.027,-0.137 0.075,-0.505 2.433,0.178-3.025,-0.308-0.239,-0.282-0.094,-0.247 0.006,-0.203 0.066,-0.161 0.100,-0.134 0.328,-0.162 0.251,-0.150 0.264,-0.132 0.252,-0.109 0.226,-0.088 0.193,0.644 0.970,-0.900-0.865,0.039 0.255,0.100 0.271,0.130 0.257,0.138 0.225,0.224 0.294,0.099 0.161,0.180 0.178,0.175 0.144,0.158 0.113,0.135 0.083,0.109 0.059,0.083 0.037,0.063 0.024,-0.339-0.060</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2327.000 1088.000,'0.349'0.257,"0.182"0.129,0.064 0.040,-0.012-0.018,-0.060-0.051,-0.081-0.067,-0.087-0.072,-0.086-0.066,-0.074-0.059,-0.063-0.049,-0.049-0.039,-0.038-0.028,-0.026-0.020,-0.019-0.014,-0.010-0.008,-0.006-0.003,-0.002-0.002,0.001 0.000,-0.043-0.170</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2315.000 1014.000,'0.013'-0.013,"0.024"-0.024,0.169-0.077,0.165-0.024,0.167-0.003,0.153 0.009,0.135 0.015,0.111 0.020,0.209 0.068,0.176 0.099,0.166 0.105,0.145 0.102,0.120 0.089,0.354 0.284,0.139 0.183,0.019 0.111,-0.058 0.057,-0.097 0.020,-0.114-0.005,-0.954-0.437,0.473 0.461,-0.231 0.080,-0.248 0.060,-0.243 0.043,-0.221 0.032,-0.193 0.019,-0.160 0.011,-0.128 0.004,-0.098 0.265,-0.064 0.064,-0.034-0.002,-0.013-0.038,0.002-0.060,0.011-0.068,0.015-0.068,0.058-0.822,-0.032 1.068,0.015 0.100,0.013 0.010,0.010-0.048,0.010-0.080,0.006 0.270,0.015 0.258,0.020 0.331,0.020 0.323,0.020 0.293,0.019 0.254,0.016 0.212,0.014 0.168,0.013 0.318,-0.010-0.321,-0.016-0.429,-0.019-0.459,-0.018-0.437,-0.076-0.343,-0.105-0.311,-0.112-0.240,-0.106-0.174,-0.095-0.118,-0.078-0.076,0.324-0.714,-0.269 0.621,-0.017 0.053,-0.013 0.041,-0.010 0.030,-0.007 0.019,-0.005 0.013,0.395-0.937,-0.460 0.958,-0.033-0.020,-0.016-0.046,-0.003-0.063,0.006-0.068,0.012-0.067,-1.840 2.372</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2385.000 1072.000,'1.103'-0.315,"0.830"-0.217,0.597-0.140,0.402-0.077,0.248-0.033,0.132-0.003,0.046 0.020,-0.014 0.030,-0.621 0.180,0.247-0.023,-0.150 0.037,0.069 0.009,-0.282 0.084,-0.282 0.087,-0.266 0.082,-0.231 0.074,-0.500 0.080,0.155 0.011,-0.280 0.035,-0.265 0.020,-0.233 0.010,-0.195 0.003,-0.156-0.002,-0.118-0.006,-0.084-0.005,-0.059-0.006,-0.035-0.007,-0.020-0.004,-0.049-0.244</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2452.000 1024.000,'0.043'0.235,"0.068"0.377,0.081 0.445,0.085 0.464,0.080 0.445,0.074 0.405,-0.183-1.181,0.913 3.326,0.352 0.823,0.228 0.438,0.136 0.162,0.065-0.020,0.017-0.132,-0.287-0.927,-0.158-0.504,-0.187-0.549,-0.188-0.540,-0.178-0.495,-0.161-0.435,-0.096-0.270,-0.157-0.461,-0.127-0.391,-0.100-0.314,-0.075-0.241,-0.052-0.177,-0.159-0.394,0.090 0.280,-0.066-0.147,-0.059-0.154,-0.051-0.144,-0.041-0.124,-0.031-0.102,-3.516-5.428</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2409.000 993.000,'-4.338'-1.822,"-2.788"-1.013,-1.599-0.427,-0.722-0.025,-0.119 0.230,0.272 0.372,0.483 0.483,0.576 0.517,0.590 0.496,0.552 0.444,0.485 0.377,0.405 0.304,1.045 0.275,-2.012 0.501,-0.166 0.360,0.036 0.285,0.157 0.212,0.220 0.152,2.974-0.636,-2.407 1.077,0.455 0.299,0.565 0.245,0.595 0.190,0.571 0.142,0.512 0.100,0.589 0.507,0.519 0.334,0.504 0.138,0.460 0.003,0.400-0.086,0.332-0.138,0.265-0.161,0.130 0.550,0.091 0.298,0.016 0.372,-0.026 0.386,-0.054 0.361,0.265 0.629,0.446 0.197,0.512-0.017,0.507-0.145,0.457-0.209,0.387-0.230,0.266-0.444,0.168-0.533,0.096-0.542,0.042-0.496,0.006-0.425,-0.015-0.346,-1.661-2.016,2.493 1.609,1.006-0.154,0.985-0.188,0.898-0.201,0.777-0.190,0.641-0.171,2.751-0.410,1.253-0.781,0.711-0.827,0.321-0.778,0.055-0.682,-0.108-0.562,-6.072 0.909,-0.247-0.093,4.054-1.325,-0.750-0.162,-0.994-0.004,-1.077 0.101,-1.051 0.159,-0.956 0.184,-0.826 0.187,-0.830 0.027,-0.724 0.030,-0.693 0.074,-0.625 0.096,-0.539 0.104,-0.444 0.102,-0.352 0.093,-0.585-0.166,-0.697-0.324,-0.721-0.404,-0.685-0.428,-0.615-0.414,-0.528-0.376,-0.433-0.325,-0.222-0.017,-0.103 0.149,-0.006 0.260,0.058 0.314,0.096 0.328,0.112 0.315,-10.021-5.627</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1985.000 1184.000,'-0.084'0.042,"-0.132"0.066,-0.153 0.076,-0.154 0.078,-0.145 0.072,-0.127 0.064,-0.108 0.053,0.138 0.030,0.337-0.017,0.414-0.032,0.433-0.042,0.408-0.044,0.363-0.042,0.601-0.056,0.795-0.049,0.832-0.045,0.798-0.040,0.714-0.035,0.610-0.028,-4.317-0.041,8.780 0.016,2.488-0.015,1.535-0.011,0.819-0.007,0.303-0.004,-0.043-0.001,-1.463 0.000,-0.795 0.001,-0.892 0.002,-0.897 0.001,-0.833 0.002,-0.738 0.001,-0.621 0.001,-3.595 0.002,2.312 0.000,-0.790 0.001,-0.853 0.000,-0.841 0.001,-0.779 0.000,-0.686 0.000,-0.589 0.001,-0.681-0.001,-0.597 0.000,-0.500 0.001,-0.405-0.001,-0.313 0.000,-0.231 0.001,-1.203-0.001</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1948.000 956.000,'-0.024'0.189,"-0.038"0.313,-0.066 0.649,-0.017 0.325,0.002 0.202,0.013 0.111,0.019 0.042,0.022 0.000,0.058-0.977,-0.004 3.324,0.054 2.216,0.058 2.163,0.056 1.968,0.051 1.701,0.042 1.402,-0.188 1.809,-0.176 0.463,-0.155-0.433,-0.131-0.974,-0.105-1.249,-0.080-1.333,-0.060-1.288,-0.029-1.263,0.025-1.581,0.047-1.469,0.055-1.283,0.058-1.066,0.053-0.846,0.048-0.643,0.192-1.206,-0.032 0.140,0.039-0.244,-0.010-0.042,0.036-0.327,0.026-0.268,0.014-0.210,0.008-0.155,0.003-0.112,-0.350-0.751</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1965.000 933.000,'0.108'0.000,"0.164"0.000,0.187 0.000,0.183 0.000,0.166 0.000,0.141 0.000,0.114 0.000,0.088 0.000,0.064 0.000,0.044 0.000,0.029 0.000,0.617 0.050,0.606 0.008,0.478-0.017,0.361-0.035,0.260-0.043,0.176-0.044,0.110-0.045,-2.219 0.048,3.219-0.366,0.533-0.238,0.382-0.211,0.259-0.180,0.161-0.147,0.085-0.115,-5.046 1.066,6.047-1.208,-0.044 0.130,-0.324 0.208,-0.466 0.239,-0.511 0.235,-0.495 0.214,-0.442 0.181,-1.956 0.171,-0.111 0.075,1.058 0.150,-0.040 0.138,-0.012 0.120,0.004 0.096,0.017 0.077,0.022 0.056,-3.183-0.483,3.900 0.663,-0.217-0.007,-0.414-0.060,-0.497-0.086,-0.503-0.094,-0.462-0.090,-0.613-0.049,-0.228 0.056,-0.170 0.086,-0.118 0.098,-0.079 0.100,-0.047 0.093,-0.042 0.070,-0.177-0.051,-0.190-0.088,-0.185-0.103,-0.168-0.107,-0.142-0.099,-0.117-0.088,0.257 0.890,0.207 0.758,0.137 0.598,0.082 0.453,0.042 0.328,0.010 0.225,0.117 0.580,0.045 0.314,0.046 0.284,0.044 0.246,0.039 0.203,0.033 0.160,0.053 0.272,0.061 0.324,0.064 0.332,0.059 0.315,0.052 0.278,0.045 0.236,0.035 0.191,-0.151-0.568,-0.160-0.610,-0.195-0.754,-0.205-0.797,-0.196-0.768,-0.178-0.700,-0.568-2.476,0.447 4.615,-0.131 1.098,-0.091 0.747,-0.057 0.468,-0.033 0.257,-0.014 0.107,-0.170-5.105,0.113 4.521,-0.036-0.337,-0.036-0.469,-0.032-0.517,-0.030-0.504,-0.046-3.457,0.002 3.166,-0.037-0.371,-0.035-0.460,-0.032-0.483,-0.027-0.456,-0.022-0.406,0.078-1.953,-0.083 1.663,0.012-0.239,0.018-0.209,0.018-0.173,0.019-0.137,0.017-0.102,0.001-0.185,-0.010-0.220,-0.015-0.223,-0.017-0.207,-0.018-0.179,-0.015-0.147,-0.005-0.147,0.005-0.156,0.011-0.136,0.013-0.115,0.013-0.089,0.011-0.069,0.011-0.047,0.007-0.032,0.007-0.020,0.005-0.010,0.003-0.004,0.002 0.002,0.000 0.002,0.002 0.006,0.000 0.004,-0.001 0.005,0.000 0.004,0.000 0.003,0.000 0.004,-0.001 0.001,-0.001 0.002,0.001 0.001,-0.001 0.001,0.000 0.000,0.000 0.000,-0.120 0.000,-0.194-0.001,-0.223 0.001,-0.227 0.000,-0.213-0.001,-0.187 0.001,-0.158-0.001,0.759 0.000,-1.469 0.000,-0.264 0.000,-0.121 0.000,-0.023 0.000,0.041 0.000,0.076 0.000,0.225 0.020,0.108 0.031,0.162 0.037,0.186 0.038,0.187 0.035,0.177 0.032,0.156 0.027,0.083 0.012,0.022 0.006,-0.016-0.003,-0.040-0.006,-0.053-0.008,-0.057-0.009,-0.009-0.015,0.096-0.028,0.128-0.031,0.141-0.030,0.137-0.026,0.125-0.025,0.109-0.018,0.089-0.015,0.071-0.012,-0.355-0.064</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1309.000 1104.000,'0.003'0.000,"0.527"0.027,0.393 0.042,0.283 0.047,0.195 0.047,0.121 0.044,0.067 0.036,0.028 0.031,0.001 0.024,-0.015 0.017,-0.026 0.013,-0.028 0.008,-0.028 0.005,-1.163-0.248,2.311 0.795,1.829 0.715,0.693 0.294,0.266 0.117,-0.030-0.005,-0.220-0.083,-0.330-0.130,1.118 0.156,0.490-0.127,0.373-0.174,0.270-0.191,0.183-0.183,0.115-0.164,0.544-0.460,0.052-0.426,-0.300-0.377,-0.491-0.315,-0.570-0.251,-0.573-0.191,-0.526-0.137,1.295-0.382,0.403-0.116,-0.101 0.046,-0.402 0.139,-0.552 0.184,-3.932 0.768,3.644-0.442,-0.070 0.191,-0.137 0.172,-0.168 0.146,-0.174 0.118,-0.164 0.092,13.895 0.381</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1141.000 1200.000,'-0.003'0.009,"-0.101"0.376,-0.070 0.327,-0.054 0.293,-0.038 0.251,-0.026 0.205,-0.016 0.159,-0.009 0.121,0.254-1.380,-0.241 1.894,0.015 0.308,0.020 0.191,0.019 0.104,0.019 0.040,0.016-0.003,0.070-1.156,-0.148 1.522,0.007 0.074,0.029 0.034,0.039 0.006,0.043-0.011,0.042-0.009,0.036 0.060,0.030 0.073,0.025 0.072,0.018 0.069,0.013 0.059,0.009-2.320,0.003 2.125,0.004-0.340,0.004-0.424,0.000-0.442,0.000-0.414,-0.001-0.364,-0.001-0.301,-0.002-0.238,-0.001-0.179,-0.001-0.128,-0.001-0.085,0.000-0.052,-0.013-0.055,-0.018 0.022,-0.022 0.037,-0.022 0.046,-0.020 0.047,-0.020 0.045,-0.018 0.075,0.009-0.049,0.014-0.071,0.019-0.082,0.019-0.077,0.047-0.293,-0.065 1.733</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1152.000 1182.000,'0.112'0.000,"0.169"0.000,0.191 0.000,0.187 0.000,0.168 0.000,0.143 0.000,0.113 0.000,0.391 0.015,0.496 0.022,0.525 0.026,0.496 0.024,0.435 0.021,0.357 0.020,0.149 0.004,0.413 0.011,0.403 0.009,0.365 0.006,0.311 0.005,0.254 0.004,-3.381-0.093,5.026 0.223,1.306 0.095,1.152 0.081,0.963 0.066,0.768 0.051,0.588 0.039,-9.698-0.508,11.093 0.445,1.033-0.038,0.409-0.051,-0.029-0.054,-0.309-0.053,-0.473-0.048,-11.182-0.258,14.846 0.190,0.628-0.113,-0.016-0.111,-0.402-0.099,-0.598-0.083,-0.665-0.066,-2.570 0.002,-1.200 0.005,-1.206 0.019,-1.123 0.026,-0.987 0.029,-0.826 0.028,-5.189 0.070,6.819-0.037,0.010 0.025,-0.451 0.019,-0.699 0.014,-0.790 0.010,-0.784 0.008,-6.223 0.000,7.425-0.019,0.709-0.034,0.072-0.043,-0.346-0.042,-0.596-0.043,-0.718-0.037,0.511-0.007,-0.582 0.057,-0.695 0.077,-0.702 0.083,-0.652 0.080,-0.563 0.070,-0.905 0.025,-0.348 0.021,-0.274 0.011,-0.210 0.004,-0.150-0.002,-0.102-0.006,-0.065-0.007,0.225 0.003,-0.314-0.032,-0.343-0.031,-0.333-0.033,-0.296-0.026,-0.245-0.023,-1.653-0.041,1.148-0.038,0.326-0.065,-0.159-0.029,-0.215-0.009,-0.236 0.005,-0.230 0.012,-0.211 0.016,-0.183 0.019,-0.139 0.045,-0.139 0.064,-0.104 0.067,-0.076 0.064,-0.053 0.056,-0.033 0.048,-0.018 0.039,-0.007 0.028,-0.001 0.021,0.004 0.014,0.007 0.009,-0.021-0.114,-0.002 0.080,0.017 0.573,-0.005 0.289,-0.008 0.246,-0.006 0.197,-0.006 0.152,-0.102-0.254,-0.241 1.007,-0.202 0.508,-0.179 0.477,-0.148 0.417,-0.118 0.344,-0.088 0.272,0.447-1.960,-0.527 2.336,0.022 0.106,0.058 0.010,0.075-0.051,0.080-0.082,0.303-1.396,-0.046 0.473,0.062-0.343,0.045-0.373,0.034-0.366,0.021-0.335,0.014-0.294,0.373-1.826,-0.444 1.514,-0.084-0.234,-0.079-0.244,-0.072-0.237,-0.061-0.218,-0.052-0.190,0.490-0.522,-0.951 0.306,-0.459-0.137,-0.480-0.103,-0.462-0.074,-0.415-0.053,-0.359-0.032,-0.296-0.018,-0.481 0.030,-0.604 0.059,-0.630 0.075,-0.602 0.080,-0.544 0.077,-0.468 0.071,-0.206 0.036,0.407-0.024,0.615-0.051,0.699-0.061,0.704-0.066,0.653-0.063,0.386-0.178,0.657-0.080,-10.662 0.139,-2.924-0.073,-1.412-0.062,-0.370-0.049,0.290-0.037,0.663-0.026,5.010-0.015,0.311-0.006,0.379-0.005,-2.845-0.020,0.821-0.023,0.866-0.023,0.828-0.022,0.739-0.019,0.625-0.017,1.020 0.004,0.654 0.010,0.595 0.015,0.515 0.016,0.425 0.018,0.337 0.015,-0.741 0.013,-0.199 0.013,-0.301 0.011,-0.334 0.008,-0.327 0.005,-0.291 0.004,1.308-0.008,0.360-0.015,0.445-0.019,0.470-0.018,0.453-0.018,0.411-0.016,0.355-0.015,-0.703-0.004,-0.112 0.006,0.168 0.013,0.335 0.015,0.415 0.015,0.437 0.014,0.406 0.026,0.366 0.027,0.432 0.031,0.443 0.028,0.420 0.025,0.377 0.023,2.214-0.088,-2.299 0.107,0.212-0.007,0.217-0.015,0.203-0.019,0.176-0.018,0.143-0.018,0.114-0.015,0.084-0.013,1.400-0.021,-0.897 0.008,0.068-0.004,-0.114-0.004,0.066-0.003,0.057-0.002,0.046-0.002,0.037-0.001,0.027 0.000,0.531-0.009,-1.286-0.114,-0.500-0.082,-0.436-0.069,-0.364-0.055,-0.290-0.042,-0.222-0.032,-0.160-0.020,2.267 0.259,-1.384-0.151,0.183 0.028,-0.275-0.014,0.321 0.054,0.313 0.052,0.286 0.047,0.248 0.042,0.207 0.035,0.165 0.027,0.119 0.022,0.072 0.015,0.038 0.012,0.017 0.006,-0.001 0.004,-0.011 0.003,-0.168-0.000,-0.116 0.000,-0.130-0.002,-0.124-0.002,-0.114-0.002,-0.096-0.001,-6.062 0.000</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1155.000 1215.000,'0.000'0.028,"0.000"0.043,0.000 0.048,0.000 0.048,0.000 0.043,0.000 0.037,0.026 0.139,0.041 0.205,0.046 0.227,0.047 0.222,0.043 0.202,0.036 0.174,0.145 0.503,0.142 0.396,0.126 0.266,0.106 0.164,0.086 0.087,0.066 0.032,0.123 0.005,0.150-0.011,0.156-0.021,0.149-0.027,0.132-0.027,0.113-0.026,0.276 0.199,0.154 0.027,0.137 0.032,0.116 0.033,0.091 0.030,0.070 0.025,-1.129-1.381,0.966 1.066,-0.068-0.159,-0.105-0.198,-0.121-0.206,-0.125-0.199,-0.115-0.178,-1.503-1.482,1.521 1.364,-0.091-0.165,-0.156-0.197,-0.184-0.201,-0.189-0.191,-0.178-0.170,-0.882-0.651,0.825 0.470,-0.032-0.087,-0.045-0.061,-0.051-0.037,-0.049-0.020,-0.046-0.008,0.250-0.091,0.188-0.207,0.188-0.232,0.174-0.229,0.149-0.205,0.122-0.176,0.094-0.140,0.070-0.109,-0.410 0.047,0.099-0.219,0.853-0.786,0.351-0.393,0.335-0.331,0.298-0.267,0.252-0.204,-0.595 0.558,1.361-0.952,0.229-0.059,0.091 0.035,-0.003 0.090,-0.059 0.120,-0.092 0.128,-0.203 0.169,-0.426 0.293,-0.465 0.304,-0.448 0.282,-0.402 0.248,-0.339 0.205,-0.275 0.161,-0.236 0.249,-0.277 0.338,-0.242 0.339,-0.198 0.311,-0.156 0.266,-0.115 0.215,-0.082 0.165,0.017 0.349,0.146 0.476,0.187 0.511,0.199 0.492,0.190 0.441,0.170 0.377,0.144 0.304,0.084 0.103,0.038-0.032,0.007-0.115,-0.014-0.157,-0.024-0.173,-0.030-0.169,-0.031-0.153,-1.216-1.603,0.747 0.912,-0.064-0.095,0.284 0.276,-0.081-0.205,-0.075-0.208,-0.066-0.193,-0.056-0.173,-0.044-0.143,-0.157-0.221,-0.068-0.145,-0.068-0.136,-0.064-0.122,-0.056-0.104,-0.048-0.087,-0.538-0.209,1.026-0.023,0.437-0.297,0.457-0.311,0.431-0.292,0.381-0.257,0.319-0.214,0.252-0.171,-0.401 0.050,0.415-0.266,1.665-0.863,0.065-0.119,-0.178 0.016,-0.312 0.101,-0.369 0.141,-0.373 0.158,-0.346 0.153,-0.300 0.138,-0.246 0.117,-0.193 0.094,-0.143 0.074,-0.103 0.052,-0.066 0.038,-1.581 0.915,3.344-1.276,0.521 0.092,0.051 0.264,-0.242 0.346,-0.399 0.368,-0.281 1.005,-0.081 0.710,-0.230 0.523,-0.310 0.364,-0.343 0.234,-0.337 0.136,-0.312 0.061,-0.272 0.008,0.289 0.710,0.504 0.925,0.160 0.425,0.098 0.265,0.053 0.142,0.020 0.056,-0.001-0.001,-0.273-0.470,-0.246-0.488,-0.274-0.546,-0.268-0.536,-0.244-0.486,-0.205-0.413,-1.263-1.173,0.840 0.449,-0.096-0.377,-0.082-0.358,-0.068-0.323,-0.054-0.279,-0.040-0.231,-0.688 0.208,0.904-1.083,0.026-0.445,-0.005-0.306,-0.026-0.195,-0.036-0.110,-0.040-0.048,0.473-0.623,0.466-0.492,0.400-0.320,0.328-0.185,0.259-0.087,0.195-0.016,-2.767 3.373,2.235-2.425,0.028 0.166,0.628-0.412,-0.263 0.442,-0.339 0.459,-0.364 0.437,-0.352 0.389,-0.320 0.332,-0.503 0.415,-0.229 0.190,-0.206 0.159,0.031 0.255,0.032 0.394,0.108 0.411,0.150 0.389,0.165 0.351,0.166 0.301,-0.931-0.767,1.712 1.629,0.233 0.227,0.093 0.047,0.004-0.066,-0.054-0.126,-0.080-0.155,-0.137-0.244,-0.156-0.278,-0.157-0.274,-0.140-0.246,-0.120-0.208,-0.096-0.166,-0.198-0.251,0.097-0.160,0.139-0.155,0.157-0.138,0.157-0.120,0.147-0.098,-1.333 0.033,1.759-0.519,0.097-0.327,-0.011-0.277,-0.081-0.223,-0.119-0.174,-0.134-0.129,-0.134-0.090,-1.434 1.091,1.020-0.843,0.102-0.088,0.396-0.302,-0.038 0.071,-0.095 0.126,-0.128 0.156,-0.140 0.165,-0.140 0.160,-1.115 0.767,1.078-0.651,-0.212 0.171,-0.247 0.173,-0.251 0.160,-0.234 0.140,-0.208 0.117,0.319-0.204</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1354.000 1192.000,'-0.007'0.000,"-0.012"0.000,-0.012 0.000,-0.012 0.000,-0.013 0.000,-0.009 0.000,-0.009 0.000,-0.007 0.000,-0.004 0.000,-0.004 0.000,-0.003 0.000,-0.057 0.064,-0.089 0.098,-0.099 0.113,-0.100 0.111,-0.091 0.104,0.165-0.119,-0.451 0.546,-0.185 0.259,-0.155 0.215,-0.126 0.169,-0.095 0.128,-0.071 0.094,-0.181 0.370,-0.016 0.226,0.088 0.116,0.151 0.039,0.179-0.015,0.183-0.048,0.173-0.065,0.193-0.204,0.153-0.152,0.135-0.160,0.116-0.154,0.093-0.140,0.074-0.120,0.094-1.127,0.044 0.512,0.356 2.146,0.193 0.363,0.106 0.022,0.041-0.200,-0.003-0.325,-0.030-0.383,-0.557-2.001,0.649 1.528,0.137-0.347,0.144-0.332,0.139-0.297,0.125-0.256,0.108-0.210,0.089-0.166,-0.271-0.164,-0.029-0.077,-0.048-0.062,0.329-0.150,0.081-0.206,0.107-0.212,0.114-0.199,0.113-0.175,0.101-0.150,0.123-0.287,-0.104-0.224,-0.151-0.207,-0.168-0.181,-0.166-0.147,-0.147-0.117,-0.237 0.097,-0.144-0.009,-0.131 0.013,-0.115 0.023,-0.093 0.030,-0.075 0.032,-0.281 0.794,0.133-0.894,-0.151 0.152,-0.144 0.196,-0.129 0.209,-0.107 0.195,-0.084 0.172,-0.065 0.142,0.021 0.335,-0.040 0.058,-0.072-0.027,-0.015 0.069,0.001 0.061,0.009 0.051,0.015 0.042,0.018 0.034,0.137 0.214,-0.379-0.325,-0.109-0.030,-0.070-0.017,-0.041-0.006,-0.020-0.001,-0.005 0.003,0.019 0.048,0.032 0.071,0.036 0.079,0.038 0.078,0.034 0.070,0.029 0.059,0.355 0.094,-0.372-0.053,-0.036-0.007,-0.026-0.022,-0.017-0.030,-0.012-0.031,-0.006-0.031,0.075 0.010,0.049 0.012,0.056 0.020,0.061 0.025,0.057 0.025,0.052 0.026,0.020 0.017,0.047 0.025,0.037 0.020,0.028 0.015,0.021 0.012,0.015 0.008,0.105-0.009,-0.088-0.088,0.011-0.032,0.008-0.009,0.006 0.007,0.003 0.015,0.002 0.020,0.000 0.021,0.001 0.018,-0.305-0.012</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1422.000 1241.000,'0.021'0.042,"0.033"0.066,0.038 0.076,0.039 0.078,0.036 0.072,0.032 0.064,0.027 0.053,0.088 0.099,0.106 0.087,0.112 0.082,0.106 0.075,0.097 0.063,0.296 0.165,0.136 0.039,0.052-0.012,-0.003-0.042,-0.035-0.054,-0.053-0.060,-0.236-0.115,0.396 0.422,0.011 0.040,-0.037-0.030,-0.063-0.071,-0.071-0.090,-0.519-0.484,0.378 0.337,-0.125-0.130,-0.141-0.143,-0.139-0.142,-0.126-0.126,-0.109-0.109,-0.088-0.088,-0.068-0.068,-0.051-0.049,-0.036-0.036,-0.022-0.022,-0.054-0.007,0.023-0.136,-0.015-0.094,-0.012-0.080,-0.011-0.063,-0.006-0.049,-0.006-0.035,-0.040-1.683</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1495.000 1188.000,'0.000'0.071,"0.000"0.070,0.000 0.292,0.000 0.275,0.000 0.270,0.000 0.243,0.000 0.209,0.000 0.167,0.000 0.128,0.000 0.093,0.000 0.065,0.000 0.040,0.000-0.262,-0.003-1.043,-0.070 3.669,-0.035 0.794,-0.016 0.340,-0.002 0.018,0.005-0.198,0.013-0.329,0.064-2.870,-0.046 2.560,0.018-0.455,0.016-0.484,0.014-0.469,0.013-0.429,0.009-0.372,0.009-0.308,0.005-0.127,0.005-0.186,0.003-0.125,0.002-0.078,0.001-0.040,-0.001-0.015,0.010-0.947,0.991 4.398</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1572.000 1243.000,'0.089'0.000,"0.146"0.000,0.110 0.000,0.151 0.000,0.415 0.014,0.175 0.021,0.113 0.025,0.068 0.023,0.034 0.022,0.009 0.019,-0.983-0.098,3.857 0.184,1.998 0.049,1.498 0.022,1.069 0.008,0.713-0.005,0.437-0.012,-1.515-0.025,3.748 0.173,0.381 0.085,0.086 0.077,-0.101 0.066,-0.208 0.054,-5.351-0.294,6.397 0.365,0.117-0.038,-0.192-0.074,-0.362-0.088,-0.433-0.091,-0.436-0.081,-0.922-0.090,-0.800-0.077,-0.790-0.068,-0.717-0.055,-0.609-0.043,-0.090-0.032,-0.616-0.023,-0.951-0.015,-1.077-0.009,-1.065-0.004,-0.968-0.002,-2.782 0.013,2.779-0.085,-0.204-0.034,-0.258-0.017,-0.348 0.000,-0.383 0.009,-0.382 0.015,-0.352 0.017,-0.351 0.021,-0.262 0.017,-0.219 0.014,-0.178 0.013,-0.138 0.011,-0.103 0.008,-0.067 0.007,-0.060 0.006,-0.036 0.003,-0.018 0.003,-0.004 0.001,0.003 0.000,0.008 0.000,0.262 0.012</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1869.000 1220.000,'0.212'0.059,"0.324"0.090,0.370 0.102,0.366 0.103,0.332 0.091,0.287 0.081,0.233 0.064,0.338 0.066,0.338 0.054,0.324 0.041,0.286 0.034,0.240 0.025,0.191 0.016,-0.494-0.125,-0.282-0.080,-0.361-0.094,-0.387-0.098,-0.377-0.094,-0.346-0.084,-0.232-0.025,-0.284-0.006,-0.223 0.019,-0.168 0.032,-0.121 0.038,-0.080 0.039,-0.089 0.115,-0.088 0.154,-0.078 0.166,-0.068 0.161,-0.055 0.144,-0.044 0.124,-0.044-0.699,-0.119 1.118,-0.213 0.249,-0.234 0.169,-0.233 0.104,-0.215 0.055,-0.187 0.021,0.935-1.787,-1.337 1.773,-0.148-0.181,-0.038-0.234,0.039-0.249,0.081-0.238,0.102-0.215,0.090-0.168,0.067-0.120,0.050-0.082,0.035-0.053,0.024-0.031,0.014-0.013,0.009-0.003,0.643-0.226,-0.806 0.717,-0.241 0.289,-1.279 1.213,0.034 0.012,0.250-0.226,0.358-0.352,0.392-0.395,0.376-0.387,-1.190 1.491</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1995.000 1219.000,'0.012'0.000,"0.018"0.000,0.020 0.000,0.020 0.000,0.020 0.000,0.015 0.000,0.013 0.000,-0.004 0.446,-0.009 0.451,-0.016 0.417,-0.015 0.363,-0.017 0.302,-0.022 0.033,-0.064 1.156,-0.107 0.444,-0.119 0.275,-0.119 0.147,-0.110 0.056,-0.096-0.008,0.461-3.255,-0.608 3.888,-0.037 0.127,0.010-0.078,0.040-0.200,0.055-0.263,0.060-0.280,0.380-2.514,-0.270 2.093,0.101-0.546,0.093-0.577,0.083-0.549,0.069-0.486,0.054-0.406,0.062-0.425,0.060-0.337,0.057-0.300,0.050-0.254,0.044-0.203,0.034-0.159,0.029-0.117,0.071-0.136,0.069-0.053,0.069-0.026,0.065-0.006,0.055 0.005,0.046 0.014,0.037 0.017,-0.448 0.725,2.204-1.306,2.964-1.349,0.928-0.259,0.161 0.079,-0.315 0.274,-0.575 0.370,-0.682 0.393,-1.018 0.504,-0.732 0.371,-0.681 0.336,-0.595 0.288,-0.495 0.234,-0.392 0.183,-0.261 0.560,-0.224 0.729,-0.267 0.628,-0.232 0.534,-0.191 0.432,-0.149 0.331,-0.111 0.242,-0.078 0.166,-0.134-0.277,-0.266 0.095,-0.296 0.087,-0.298 0.077,-0.274 0.064,-0.244 0.052,-0.204 0.041,1.776-2.901,-2.262 3.455,0.034-0.152,0.193-0.336,0.272-0.422,0.298-0.438,0.291-0.413,0.345-0.509,0.212-0.320,0.181-0.277,0.144-0.226,0.112-0.179,0.083-0.135,0.443-0.636,-0.786 0.880,-0.218 0.121,-0.147 0.045,-0.086-0.009,-0.045-0.043,-0.011-0.062,0.054-0.112,0.104-0.146,0.126-0.153,0.130-0.148,0.125-0.134,0.113-0.115,0.096-0.096,-1.125-0.291</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2093.000 1318.000,'0.021'0.000,"0.508"0.000,0.813 0.013,0.479 0.021,0.329 0.022,0.206 0.024,0.116 0.021,0.048 0.019,-0.008 0.015,-0.199 0.002,-0.242-0.002,-0.246-0.006,-0.229-0.006,-0.199-0.006,-0.164-0.007,-0.127-0.005,-0.095-0.005,-0.067-0.004,-0.045-0.002,1.102-0.015,0.407-0.015,0.227-0.010,0.002-0.011,-0.147-0.009,-0.234-0.009,-0.280-0.008,-0.809-0.008,0.571 0.000,-0.341-0.005,-0.312-0.004,-0.269-0.002,-0.220 0.000,-0.172-0.002,-0.168-0.011</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2129.000 1265.000,'-0.074'0.252,"-0.113"0.383,-0.125 0.427,-0.123 0.416,-0.109 0.371,-0.091 0.313,0.038 0.336,0.049 0.571,0.072 0.587,0.084 0.554,0.082 0.488,0.077 0.409,0.070 0.216,0.054-0.134,0.039-0.081,0.030-0.185,0.022-0.236,0.016-0.257,0.011-0.028,0.009-0.083,0.003-0.533,0.000-0.548,-0.001-0.510,-0.004-0.443,-0.007-1.133,0.072 0.549,0.105-0.313,0.118-0.268,0.117-0.217,0.107-0.167,0.092-0.123,0.269-0.057,0.357-0.013,0.381 0.018,0.363 0.033,0.323 0.040,0.270 0.042,-0.391-0.045,0.743 0.263,0.156 0.070,0.061 0.025,-0.004-0.006,-0.048-0.026,-0.073-0.036,0.114-0.036,-0.267-0.132,-0.356-0.143,-0.381-0.137,-0.368-0.123,-0.331-0.105,1.283-0.171</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1353.000 1372.000,'-0.006'0.000,"-0.008"0.000,-0.010 0.000,-0.010 0.000,-0.009 0.000,-0.007 0.000,-0.006 0.000,-0.005 0.000,-0.002 0.000,-0.003 0.000,-0.002 0.000,-0.000 0.000,-0.001 0.000,0.000 0.000,0.001 0.000,-0.045 0.030,-0.090 0.048,-0.071 0.065,-0.035 0.064,-0.015 0.062,0.001 0.055,0.011 0.048,0.016 0.041,-0.145 0.251,-0.151 0.228,-0.171 0.235,-0.169 0.220,-0.153 0.192,-0.130 0.156,0.052-0.048,0.092-0.081,0.133-0.125,0.146-0.142,0.143-0.140,0.127-0.127,0.429-0.824,-0.077 0.284,-0.060 1.143,0.231 0.170,0.238 0.010,0.224-0.096,0.200-0.154,0.169-0.182,0.137-0.186,0.106-0.173,0.079-0.154,0.041-0.145,-0.053-0.166,-0.084-0.149,-0.097-0.124,-0.096-0.102,-0.090-0.078,0.259-0.177,0.197-0.223,0.173-0.228,0.143-0.209,0.111-0.181,0.084-0.147,-0.147-0.048,-0.097-0.101,-0.128-0.088,-0.135-0.070,-0.129-0.055,-0.116-0.041,-0.163 0.098,-0.095 0.031,-0.082 0.043,-0.070 0.049,-0.055 0.049,-0.043 0.044,-0.032 0.039,0.049-0.124,-0.027-0.029,-0.053-0.011,-0.067 0.002,-0.070 0.010,-0.066 0.012,-0.066 0.026,-0.078 0.158,-0.068 0.175,-0.056 0.171,-0.044 0.152,-0.033 0.128,-0.023 0.119,-0.020 0.097,-0.014 0.077,-0.010 0.061,-0.006 0.043,-0.007 0.031,-0.013 0.018,-0.013 0.012,-0.012 0.005,-0.011 0.002,-0.009-0.002,-0.008-0.003,0.010-0.017,0.035-0.027,0.041-0.028,0.043-0.029,0.039-0.023,0.032-0.021,0.019 0.000,0.008 0.009,0.001 0.017,-0.003 0.019,-0.006 0.017,-0.006 0.017,-0.007 0.014,-0.005 0.011,-0.006 0.009,-0.003 0.005,-0.004 0.005,-0.002 0.003,-0.001 0.001,-0.002 0.001,0.000-0.001,0.000 0.001,0.000-0.001,-0.000-0.001,0.000 0.000,0.000-0.000,0.000-0.001,0.001-0.001,-0.226 0.000</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1419.000 1410.000,'0.649'0.628,"0.395"0.362,0.208 0.171,0.073 0.038,-0.015-0.048,-0.067-0.094,-0.093-0.117,-0.103-0.119,-0.857-0.670,0.697 0.612,-0.171-0.111,-0.162-0.126,-0.142-0.123,-0.118-0.110,-0.092-0.093,-0.068-0.073,-0.048-0.057,-0.031-0.039,-0.018-0.028,-0.010-0.015,-0.002-0.010,0.001-0.003,0.004 0.001,0.005 0.001,0.005 0.005,0.005 0.002,0.140-0.010</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1471.000 1378.000,'0.000'0.059,"0.000"0.091,0.000 0.100,0.000 0.097,0.000 0.088,0.000 0.074,0.000 0.058,0.000 0.044,0.000 0.032,0.000 0.021,0.000 0.013,0.000 0.007,-0.047-0.122,-0.061 0.244,-0.023 0.081,-0.006 0.059,0.007 0.043,0.014 0.028,0.018 0.017,0.079-0.824,-0.013 1.026,0.094 0.073,0.101 0.020,0.097-0.013,0.089-0.034,0.051-0.130,0.028-0.166,0.010-0.183,-0.001-0.178,-0.010-0.160,-0.013-0.138,-0.014-0.112,-0.015-0.087,-0.013-0.065,-0.011-0.045,-0.010-0.031,-0.007-0.018,-0.261 0.007,0.775-0.633,0.336-0.456,0.234-0.368,0.152-0.284,0.088-0.213,0.042-0.148,0.007-0.098,-0.648 0.699,0.711-1.346,-0.180 0.060,-0.238 0.245,-0.257 0.343,-0.248 0.376,-0.223 0.370,-0.518 1.201,0.239-0.887,-0.218 0.189,-0.199 0.155,-0.171 0.123,-0.141 0.092,-0.113 0.068,-0.110 0.072,-0.100 0.069,-0.085 0.064,-0.072 0.054,-0.057 0.045,-0.041 0.034,-0.032 0.028,0.783 0.134,-0.572-0.109,-0.063-0.008,-0.538-0.079,-0.161-0.001,-0.138 0.005,-0.112 0.011,-0.088 0.011,-0.065 0.012,-0.046 0.012,-0.034 0.016,0.087 0.027,0.116 0.028,0.122 0.026,0.119 0.023,0.107 0.020,-3.156 0.039</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1550.000 1338.000,'0.047'0.236,"0.044"0.831,-0.019 0.850,-0.045 0.837,-0.058 0.760,-0.062 0.649,-0.057 0.525,-0.121 0.349,-0.149 0.213,-0.155 0.110,-0.145 0.037,-0.126-0.009,-0.106-0.040,0.037-0.577,0.015-0.334,0.040-0.371,0.051-0.363,0.056-0.333,0.055-0.291,0.432-1.855,-0.407 1.999,0.026-0.292,0.010-0.382,-0.001-0.405,-0.007-0.384,-0.011-0.335,-0.010-0.280,0.542-0.943,-0.542 0.565,0.024-0.257,0.054-0.231,0.070-0.196,0.075-0.159,0.072-0.124,0.064-0.091,0.055-0.065,-0.253-1.508</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1974.000 1362.000,'0.000'0.077,"0.000"0.118,0.000 0.138,0.000 0.138,0.000 0.128,0.000 0.111,0.000 0.093,0.000 0.073,0.000 0.057,0.000 0.041,-0.086 0.706,-0.131 0.614,-0.147 0.539,-0.145 0.446,-0.130 0.352,0.223-1.484,-0.453 1.713,-0.121 0.057,-0.079-0.093,-0.045-0.182,-0.021-0.224,-0.003-0.236,0.684-1.936,-0.662 1.701,0.074-0.263,0.103-0.302,0.114-0.306,0.112-0.286,0.103-0.250,0.091-0.212,0.165-0.391,0.061-0.111,0.004 0.075,0.102-0.238,0.087-0.218,0.068-0.186,0.051-0.151,0.038-0.114,0.024-0.084,0.015-0.058,0.008-0.037,0.003-0.019,-0.001-0.010,-0.001-0.001,0.150-0.198,0.239-0.317,0.273-0.359,0.270-0.358,0.246-0.325,0.212-0.278,0.173-0.228,-0.994 1.376,0.629-0.787,0.082-0.057,0.997-1.022,0.091 0.158,0.012 0.254,-0.036 0.288,-0.062 0.285,-0.071 0.256,-0.220 0.292,-0.290 0.285,-0.306 0.257,-0.289 0.217,-0.253 0.174,-0.209 0.132,-0.619 0.145,0.375 0.142,-0.118 0.243,-0.091 0.228,-0.069 0.201,-0.048 0.168,-0.031 0.136,-0.068 0.226,-0.087 0.270,-0.091 0.277,-0.088 0.259,-0.080 0.231,-0.067 0.196,-0.057 0.158,-0.044 0.122,0.345-2.262,-0.401 1.831,-0.297 0.545,-0.161-0.115,-0.128-0.203,-0.098-0.245,-0.070-0.256,-0.050-0.243,-0.032-0.221,0.228-0.599,-0.248-0.139,-1.212 0.175,-0.228-0.293,-0.055-0.250,0.056-0.200,0.119-0.153,0.147-0.111,0.151-0.076,0.141-0.048,0.124-0.026,0.101-0.011,0.485 0.029,-1.958-0.025,-0.307 0.007,0.065 0.008,0.294 0.009,0.414 0.009,0.458 0.009,0.423-0.022,0.476-0.037,0.418-0.044,0.347-0.045,0.273-0.040,0.207-0.037,0.169 0.012,0.104 0.002,0.078 0.008,0.053 0.012,0.035 0.014,0.021 0.015,0.009 0.014,0.002 0.011,0.212-0.367</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2032.000 1395.000,'0.596'0.000,"0.399"0.000,0.246 0.000,0.129 0.000,0.049 0.000,-0.007 0.000,-0.038 0.000,-0.056 0.000,0.163 0.000,0.486 0.000,1.672 0.012,0.496 0.020,0.245 0.022,0.068 0.022,-0.050 0.021,-0.123 0.019,-2.593-0.069,2.550 0.078,-0.454-0.012,-0.541-0.015,-0.549-0.019,-0.506-0.017,-0.440-0.017,-0.451-0.027,-0.289-0.029,-0.234-0.030,-0.182-0.029,-0.135-0.025,-0.095-0.021,0.201-0.525</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2076.000 1374.000,'-0.074'0.099,"-0.114"0.151,-0.127 0.170,-0.124 0.166,-0.112 0.149,-0.096 0.127,-0.075 0.101,0.022 0.298,-0.053 0.370,-0.025 0.294,-0.006 0.227,0.007 0.167,0.094-0.257,-0.019 0.007,-0.123 0.271,0.016-0.145,0.032-0.184,0.038-0.198,0.040-0.193,0.040-0.180,0.028-0.091,0.060-0.112,0.058-0.078,0.054-0.053,0.046-0.032,0.041-0.016,0.031-0.003,0.028 0.111,0.057 0.067,0.054 0.078,0.052 0.075,0.043 0.070,0.035 0.060,0.034-0.249,0.058 0.307,0.087-0.045,0.096-0.101,0.094-0.129,0.087-0.140,0.076-0.135,0.406 0.029,0.370-0.037,0.337-0.037,0.290-0.032,0.238-0.027,0.186-0.022,0.140-0.017,-1.405-0.539,1.316 0.326,0.170-0.044,0.819 0.078,-0.094-0.116,-0.210-0.121,-0.269-0.111,-0.282-0.098,-0.271-0.082,-0.242-0.064,-1.587-0.091,0.838 0.027,-0.094-0.018,3.584-0.235</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2022.000 1210.000,'-0.009'-0.006,"-0.353"-0.213,-0.225-0.117,-0.150-0.061,-0.092-0.025,-0.048 0.000,-0.018 0.016,0.002 0.024,0.014 0.025,0.719 0.294,-0.342-0.112,-0.032 0.016,-0.457-0.046,-0.067 0.064,-0.038 0.066,-0.017 0.058,-0.002 0.052,0.006 0.042,0.881-0.058,-1.176 0.215,-0.093 0.098,-0.017 0.069,0.033 0.045,0.058 0.026,0.073 0.013,0.072 0.003,0.300-0.074,-0.154 0.126,-0.826 0.504,-0.166 0.165,-0.073 0.099,-0.008 0.049,0.033 0.014,0.056-0.008,0.068-0.023,1.648-1.078,-1.695 1.123,-0.005 0.007,0.052-0.037,0.086-0.062,0.102-0.073,0.104-0.075,1.410-0.919,-1.339 1.012,0.123 0.108,0.139 0.119,0.137 0.116,0.126 0.107,0.109 0.090,0.090 0.075,0.070 0.058,0.054 0.044,0.051-0.025,0.018 0.004,0.005-0.005,0.000-0.010,-0.007-0.012,-0.007-0.015,0.062-0.097,0.061-0.044,0.075-0.045,0.076-0.044,0.074-0.039,0.065-0.035,0.028 0.082,0.020 0.063,0.004 0.081,-0.006 0.087,-0.012 0.083,-0.014 0.076,-0.017 0.065,0.005-0.016,0.016-0.068,0.024-0.096,0.026-0.105,0.026-0.106,0.023-0.097,0.150-0.976,-0.078 1.025,0.076-0.054,0.079-0.106,0.077-0.130,0.068-0.138,0.059-0.131,0.282 0.091,0.255 0.078,0.221 0.065,0.182 0.053,0.144 0.039,0.108 0.029,0.639 0.356,0.438 0.139,0.352 0.076,0.268 0.029,0.193-0.002,0.132-0.021,0.082-0.030,-0.631-0.475,0.165-0.006,-0.664-0.392,0.116 0.006,1.680 0.688,0.182 0.018,0.090-0.002,0.021-0.013,-0.024-0.022,-0.055-0.024,-2.483-1.046,3.419 1.260,0.367 0.056,0.296 0.057,0.229 0.050,0.166 0.044,0.117 0.036,-0.095-0.109,-0.172-0.174,-0.223-0.208,-0.241-0.215,-0.231-0.199,-0.209-0.177,-0.177-0.148,-0.276-0.164,-0.092-0.124,-0.061-0.107,-0.035-0.087,-0.016-0.070,-0.003-0.051,0.005-0.038,0.012-0.025,2.861-0.137,1.107-0.146,0.127-0.125,-0.488-0.103,-0.826-0.077,-0.965-0.059,-1.060-0.030,-0.476-0.044,-0.324-0.040,-0.204-0.033,-0.113-0.026,-0.044-0.021,-0.356-0.016,-0.333-0.034,-0.376-0.036,-0.377-0.034,-0.352-0.031,-0.309-0.026,-0.263-0.021,-0.083-0.170,-0.195-0.106,-0.184-0.082,-0.159-0.060,-0.132-0.042,-0.107-0.027,-0.079-0.017,-0.769 0.944,0.667-1.004,-0.079-0.043,-0.096-0.002,-0.101 0.029,-0.097 0.044,-0.088 0.052,-0.075 0.054,-0.063 0.050,-0.050-0.048,-0.057-0.009,-0.047-0.024,-0.037-0.031,-0.028-0.032,-0.021-0.031,-0.086-0.846,-0.075-0.476,-0.062-0.178,-0.047 0.026,-0.037 0.153,-0.025 0.225,-0.019 0.253,-0.087 0.058,-0.073 0.180,-0.075 0.133,-0.071 0.091,-0.062 0.060,-0.049 0.034,-0.041 0.015,-0.185 0.067,-0.404-0.387,-1.671-1.798,-0.510-0.344,-0.242-0.064,-0.059 0.112,0.055 0.209,0.122 0.248,0.402 0.601,-0.159 0.141,-0.220 0.109,-0.249 0.077,-0.247 0.052,-0.231 0.033,-0.118 0.074,0.026 0.133,0.095 0.145,0.134 0.145,0.147 0.134,0.149 0.117,0.136 0.099,0.121 0.079,-0.581-0.172,-0.215-0.014,-0.026 0.124,-0.370 0.033,-0.383 0.037,-0.363 0.038,-0.322 0.033,-0.270 0.030,-0.396 0.011,0.239 0.141,0.357 0.153,0.397 0.145,0.386 0.130,0.344 0.106,1.492 0.218,-0.702-0.088,0.298 0.070,0.301 0.075,0.277 0.072,0.243 0.065,0.201 0.055,0.160 0.044,0.120 0.036,-5.982-0.201</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1893.000 1076.000,'0.009'0.123,"0.013"0.192,0.017 0.227,0.016 0.231,0.016 0.219,0.014 0.194,0.011 0.166,0.011 0.136,0.030 0.095,0.038-0.007,0.040-0.047,0.040-0.069,0.035-0.077,0.085 0.002,0.731 1.641,0.717 1.356,0.730 1.363,0.672 1.250,0.581 1.073,-0.783-1.828,1.321 2.211,0.045-0.485,-0.092-0.758,-0.167-0.858,-0.200-0.847,-1.835-2.699,1.473 1.496,-0.333-0.817,-0.342-0.729,-0.315-0.613,-0.272-0.485,-0.221-0.367,-0.476-0.416,-0.234-0.230,-0.224-0.194,-0.202-0.157,-0.175-0.122,-0.143-0.092,-0.106-0.145,-0.078-0.169,-0.051-0.174,-0.032-0.162,-0.015-0.147,-0.006-0.124,0.004-0.101,0.554-0.808,0.408-0.485,0.292-0.261,0.194-0.099,0.119 0.011,0.061 0.083,0.020 0.121,0.082 0.024,-0.211 0.324,-0.236 0.346,-0.227 0.331,-0.203 0.290,-0.170 0.241,-0.135 0.190,-0.102 0.141,-0.022 0.226,0.134 0.209,0.181 0.211,0.193 0.199,0.190 0.175,0.173 0.146,0.329 0.276,0.231 0.258,0.208 0.248,0.177 0.223,0.145 0.188,0.111 0.151,0.082 0.115,-0.181 0.014,-0.499-0.383,0.118 0.044,0.648 0.354,0.089-0.105,0.039-0.152,0.006-0.173,-0.019-0.175,-0.032-0.163,0.235-0.071,-0.230-0.250,-0.259-0.233,-0.256-0.202,-0.231-0.166,-0.197-0.129,-0.158-0.096,-1.615-0.211,1.142-0.066,0.120-0.130,1.550-0.317,0.619-0.093,0.568-0.005,0.488 0.049,0.395 0.076,0.303 0.086,-0.278 0.152,0.051 0.145,0.005 0.150,-0.024 0.140,-0.038 0.122,-0.048 0.103,-0.047 0.081,-0.044 0.063,-0.040 0.046,-3.125-0.390,3.316 0.387,-0.431-0.081,-0.559-0.098,-0.588-0.100,-0.553-0.092,-0.482-0.079,-0.879-0.077,-0.296-0.034,-0.268-0.026,-0.123 0.000,-0.143 0.017,-0.081 0.028,-0.036 0.035,-0.006 0.036,0.018 0.035,-0.493-0.098,0.716 0.258,0.127 0.070,0.118 0.045,0.105 0.025,0.086 0.011,0.069 0.000,0.054-0.006,-1.325-0.402,1.310 0.364,0.105-0.014,0.784 0.119,0.461 0.036,0.457 0.041,0.415 0.042,0.353 0.039,0.283 0.032,-0.031-0.053,0.012-0.065,-0.046-0.079,-0.078-0.081,-0.092-0.078,-0.092-0.066,-0.185-0.066,-0.342-0.067,-0.364-0.059,-0.344-0.048,-0.303-0.038,-0.252-0.028,-0.199-0.019,-1.784-0.009,1.380-0.005,-0.247-0.006,-0.262-0.004,-0.250 0.000,-0.226-0.001,-0.194 0.002,-0.159 0.001,-0.124 0.002,-0.179-0.010</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1962.000 915.000,'0.011'0.000,"0.017"0.000,0.019 0.000,0.018 0.000,0.017 0.000,0.013 0.000,0.011 0.000,0.009 0.000,-0.014 0.000,0.067 0.000,0.279 0.010,0.133 0.016,0.096 0.018,0.065 0.018,0.040 0.019,0.022 0.015,0.008 0.014,-0.250-0.029,0.941 0.133,2.636 0.354,1.050 0.118,0.595 0.049,0.263 0.001,0.029-0.027,-0.121-0.046,-4.728-0.534,7.273 0.468,1.627-0.107,1.285-0.108,0.966-0.098,0.690-0.084,0.460-0.069,-0.807-0.056,0.584-0.033,0.622-0.025,0.607-0.018,0.554-0.011,0.481-0.006,-12.306 0.017,11.847 0.086,4.209 0.105,0.546 0.060,-0.249 0.034,-0.760 0.015,-1.052 0.001,-1.177-0.007,-9.640-0.172,9.502 0.150,-1.556-0.041,-1.815-0.043,-1.843-0.041,-1.729-0.038,-1.527-0.031,-6.442-0.063,5.601 0.032,-0.584-0.018,-0.608-0.015,-0.583-0.010,-0.527-0.007,-0.453-0.003,-0.373-0.003,-0.424-0.001,-0.603 0.000,-0.595 0.002,-0.548 0.001,-0.476 0.001,-0.397 0.001,-0.302 0.002,-0.255 0.001,-0.181 0.001,-0.121 0.001,-0.076 0.001,-0.040-0.001,0.001 0.001,0.192 0.001,0.103-0.001,0.071 0.000,0.043 0.001,0.025-0.001,0.035 0.074,0.029 0.239,0.033 0.335,0.026 0.375,0.020 0.371,0.013 0.346,0.009 0.303,0.006 0.255,0.002 0.207,-0.048-0.007,0.302 1.463,0.123 0.608,0.107 0.465,0.086 0.340,0.067 0.234,0.051 0.148,0.034 0.084,0.024 0.037,-0.266-0.894,0.137 0.951,-0.046 0.138,-0.020 0.424,-0.141-0.176,-0.152-0.262,-0.150-0.303,-0.138-0.305,-0.120-0.289,-0.393-4.090,0.271 4.259,-0.082-0.160,-0.064-0.334,-0.045-0.423,-0.034-0.454,-0.020-0.441,-0.012-0.401,-0.031-0.310,-0.018-0.122,-0.008 0.273,-0.065 2.926,-0.132 1.215,-0.139 1.099,-0.134 0.926,-0.118 0.742,-0.098 0.565,-0.042-1.116,-0.114-0.474,-0.111-0.636,-0.104-0.691,-0.091-0.677,-0.076-0.617,-0.174-0.188,-0.020-0.804,0.006-0.729,0.021-0.617,0.028-0.498,0.029-0.377,0.047-0.338,0.025-0.227,0.022-0.164,0.016-0.112,0.014-0.070,0.008-0.038,0.006-0.017,0.936-1.669,-0.392 0.721,0.018-0.035,-0.394 0.723,0.124-0.224,0.137-0.245,0.131-0.234,0.117-0.209,0.097-0.173,0.084-0.164,0.029-0.068,0.014-0.039,0.001-0.021,-0.006-0.006,-0.010 0.004,-0.082 0.065,-0.081 0.039,-0.087 0.042,-0.085 0.041,-0.073 0.035,-0.062 0.029,-0.049 0.023,-0.422-0.017,-0.044-0.148,-0.284-0.036,-1.356 0.045,-0.839-0.154,-0.777-0.159,-0.673-0.149,-0.550-0.132,3.481 0.025,-4.457-0.208,-0.831-0.088,-0.598-0.053,-0.405-0.024,-0.251-0.007,-0.135 0.008,-0.051 0.013,-0.019-0.031,-0.368-0.074,-0.425-0.093,-0.430-0.094,-0.405-0.093,-0.360-0.083,-0.305-0.071,-0.248-0.058,3.935 0.239,-7.478-0.960,-0.536-0.126,0.099 0.024,0.483 0.117,0.675 0.163,0.737 0.176,0.713 0.172,0.636 0.152,0.536 0.129,0.430 0.103,0.328 0.078,8.934 0.604,-4.093-0.245,-0.015 0.015,-4.158-0.236,0.552 0.016,0.783 0.014,0.867 0.009,0.856 0.008,0.783 0.005,0.676 0.004,0.559 0.002,0.439 0.002,0.333-0.001,0.237 0.001,0.286-0.002,0.624 0.045,0.645 0.052,0.603 0.050,0.526 0.047,0.436 0.040,0.341 0.032,0.256 0.026,0.181 0.018,0.121 0.013,0.072 0.008,0.036 0.005,0.014 0.002,-0.006 0.001,-0.063 0.028,-1.028-0.371</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1951.000 920.000,'0.000'0.014,"0.000"0.021,0.000 0.025,0.000 0.023,0.000 0.022,0.000 0.019,0.000 0.277,0.000 0.436,0.000 0.503,0.000 0.506,0.000 0.473,0.000 0.415,0.000 0.349,-0.071 0.040,-0.070 0.510,-0.105 1.190,-0.041 0.061,-0.016-0.170,0.000-0.310,0.011-0.378,0.018-0.396,0.020-0.382,0.197-2.522,-0.073 1.043,-0.318 4.683,-0.092 1.273,-0.066 0.698,-0.043 0.276,-0.026-0.011,-0.013-0.198,-0.003-0.299,0.002-0.344,0.078-1.562,-0.198 1.443,0.012-0.325,0.043-0.427,0.064-0.461,0.070-0.448,0.069-0.408,0.064-0.352,0.066-0.500,0.037-0.289,0.028-0.247,0.020-0.203,0.014-0.159,0.007-0.122,-0.007-0.060,0.003-0.225,-0.001-0.230,0.000-0.217,-0.003-0.191,-0.001-0.162,-0.004-0.081,0.045-0.431,0.053-0.440,0.052-0.407,0.048-0.351,0.040-0.286,0.072-0.582,-0.128 0.471,-0.027 0.010,-0.010 0.044,0.001 0.063,0.009 0.067,0.012 0.067,0.014 0.061,0.014 0.052,0.013 0.042,0.010 0.033,0.009 0.024,0.007 0.019,-0.060 0.239,-0.028 0.128,-0.005 0.024,0.010-0.042,0.020-0.085,0.025-0.102,0.061-0.526,0.009-0.016,-0.018 0.434,0.022-0.122,0.019-0.142,0.015-0.141,0.011-0.130,0.054 0.585</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1280.000 1258.000,'0.010'0.000,"0.016"0.000,0.017 0.000,0.019 0.000,0.015 0.000,0.014 0.000,0.012 0.000,0.009 0.000,0.040 0.000,0.090 0.000,0.275 0.177,0.312 0.276,0.330 0.321,0.317 0.325,0.287 0.304,-0.607-0.449,1.388 1.228,0.296 0.291,0.195 0.177,0.113 0.095,0.056 0.034,0.015-0.003,-0.040-0.146,-0.070-0.218,-0.081-0.244,-0.082-0.235,-0.073-0.211,-0.064-0.176,-0.315-0.278,-0.307-0.247,-0.332-0.238,-0.318-0.213,-0.282-0.179,-0.237-0.142,-0.820-0.200,1.037 0.251,0.180 0.027,0.120 0.005,0.075-0.010,0.039-0.016,0.015-0.022,0.341-0.013,0.427-0.024,0.484-0.021,0.481-0.017,0.441-0.015,0.381-0.012,-2.494-0.138,3.656-0.261,0.393-0.355,0.121-0.338,-0.057-0.301,-0.160-0.250,-0.211-0.200,-0.700-0.004,-0.420-0.070,-0.430-0.040,-0.404-0.017,-0.357-0.002,-0.302 0.009,-0.191 0.020,-0.245 0.124,-0.201 0.142,-0.155 0.140,-0.115 0.130,-0.083 0.113,-1.504 0.903,1.359-0.744,-0.114 0.119,-0.162 0.136,-0.178 0.138,-0.180 0.128,-0.164 0.115,-0.147 0.096,-0.122 0.079,-0.060 0.066,0.060 0.034,0.268 0.029,0.085 0.027,0.066 0.016,0.049 0.008,0.036 0.004,0.023-0.001,0.443 0.033,0.313 0.054,0.203 0.061,0.121 0.063,0.058 0.059,0.014 0.051,0.034 0.087,0.174 0.124,0.202 0.135,0.207 0.130,0.196 0.121,0.176 0.103,0.314 0.093,-0.154-0.098,-0.242-0.148,-0.275-0.166,-0.273-0.163,-0.250-0.149,-0.214-0.127,-0.628-0.133,-0.089-0.050,-0.239-0.045,-0.028-0.027,0.435-0.023,0.045-0.026,0.060-0.017,0.063-0.011,0.063-0.004,0.058-0.001,0.327-0.015,0.115-0.015,0.105-0.019,0.092-0.017,0.076-0.015,0.059-0.015,-2.202 0.104,2.638-0.259,-0.070-0.112,-0.250-0.088,-0.340-0.067,-0.362-0.047,-0.344-0.032,-0.306-0.019,-0.252-0.011,-0.200-0.004,-0.150 0.000,-0.106 0.004,-0.142 0.068,-0.060 0.017,-0.046 0.015,-0.032 0.015,-0.022 0.013,-0.013 0.012,-0.381 0.412,0.476-0.631,0.069-0.183,0.034-0.149,0.013-0.114,-0.005-0.087,-0.014-0.060,-0.528 1.046,0.598-1.291,-0.024-0.033,-0.050 0.035,-0.062 0.072,-0.067 0.095,-0.063 0.099,-0.059 0.096,-0.048 0.086,0.088-0.376,-0.175 0.529,-0.001-0.058,0.163-0.748,-0.029-0.005,-0.037 0.061,-0.041 0.100,-0.041 0.120,-0.036 0.122,-0.032 0.116,-0.003 0.010,-0.020 0.148,-0.012 0.136,-0.007 0.115,-0.004 0.092,-0.117 0.489,0.084-0.455,-0.024-0.021,-0.025-0.020,-0.023-0.019,-0.020-0.017,-0.019-0.014,-0.013-0.011,-0.024 0.667,-0.039-0.442,-0.044-0.119,-0.207-0.773,-0.150-0.234,-0.137-0.160,-0.118-0.102,-0.100-0.055,-0.077-0.023,-0.061 0.000,0.233 0.665,-0.754-1.170,-0.240-0.159,-0.166-0.052,-0.107 0.019,-0.060 0.067,-0.027 0.093,1.154 1.526,-1.642-1.657,-0.094 0.111,0.038 0.192,0.121 0.230,0.165 0.236,0.181 0.223,0.179 0.198,1.567 1.251,-1.268-0.980,0.057 0.074,-0.243-0.131,0.141 0.158,0.148 0.157,0.138 0.142,0.120 0.120,0.098 0.096,0.108 0.102,0.051 0.071,0.035 0.057,0.021 0.045,0.010 0.031,0.005 0.023,0.135 0.066,0.064 0.042,0.070 0.042,0.072 0.042,0.066 0.037,0.058 0.031,-0.966 0.059</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1695.000 1215.000,'-0.017'0.000,"-0.027"0.000,-0.028 0.000,-0.030 0.000,-0.026 0.000,-0.022 0.000,-0.018 0.000,-0.014 0.000,-0.009 0.000,-0.007 0.000,-0.280 0.000,-0.421 0.000,-0.472 0.000,-0.464 0.000,-0.417 0.000,0.823 0.053,-1.466 0.207,-0.141 0.133,0.041 0.099,0.153 0.071,0.210 0.047,1.122-0.211,-1.191 0.456,-0.086 0.132,-0.071 0.095,-0.055 0.067,-0.043 0.044,-0.028 0.025,0.055-0.072,-0.051-0.064,-0.055-0.077,-0.055-0.082,-0.048-0.079,-0.043-0.070,-0.034-0.060,2.571-0.574,-2.727 0.517,0.143-0.050,0.252-0.041,0.301-0.031,0.308-0.022,0.286-0.014,0.316-0.034,0.377-0.063,0.352-0.066,0.310-0.064,0.255-0.058,0.202-0.048,0.153-0.038,0.108-0.031,0.072-0.021,0.046-0.014,0.022-0.010,0.009-0.005,-0.001-0.003,-0.009 0.001,-0.010 0.000,-0.011 0.002,-0.013 0.002,0.098 0.101,0.166 0.159,0.196 0.185,0.200 0.187,0.189 0.175,0.165 0.154,0.141 0.129,-0.716-0.648,1.237 1.149,0.203 0.189,0.107 0.096,0.043 0.030,-0.003-0.011,-1.302-1.201,1.606 1.332,0.322 0.133,0.260 0.070,0.203 0.024,0.151-0.006,0.106-0.027,-2.761-1.813,3.753 2.168,0.217-0.042,-0.019-0.137,-0.160-0.181,-0.230-0.194,-0.251-0.182,-3.296-1.548,2.558 1.209,-0.354-0.169,-0.418-0.205,-0.436-0.214,-0.414-0.207,-0.374-0.185,0.396-0.026</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1659.000 1352.000,'0.197'0.079,"0.304"0.121,0.348 0.140,0.349 0.139,0.322 0.129,0.278 0.111,0.611 0.150,0.655 0.116,0.664 0.101,0.612 0.083,0.532 0.065,0.435 0.049,-4.248-1.046,6.493 0.905,1.275-0.144,0.669-0.170,0.238-0.170,-0.053-0.160,-0.231-0.139,0.287-0.048,-0.379-0.012,-0.381 0.026,-0.346 0.046,-0.295 0.054,-0.238 0.054,-1.255-0.051,-0.639-0.037,-0.670-0.053,-0.640-0.058,-0.573-0.058,-0.489-0.053,-0.293-0.040,-0.678-0.046,-0.620-0.034,-0.530-0.026,-0.428-0.017,-0.329-0.012,-0.219 0.008,-0.004 0.016,0.062 0.020,0.101 0.022,0.118 0.023,0.123 0.019,-0.536-0.012,1.481 0.363,0.291 0.122,0.050 0.040,-0.112-0.017,-0.208-0.051,-0.257-0.072,3.195 0.776</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1862.000 1351.000,'0.012'0.000,"0.018"0.000,0.020 0.000,0.020 0.000,0.020 0.000,0.015 0.000,0.013 0.000,0.065 0.012,0.107 0.020,0.121 0.022,0.120 0.022,0.111 0.021,0.098 0.019,0.340 0.077,0.174 0.035,0.056 0.006,-0.023-0.014,-0.074-0.025,-0.099-0.030,-0.099 0.005,-0.046 0.035,-0.027 0.047,-0.014 0.054,-0.003 0.052,0.002 0.051,0.007 0.042,-0.051 0.057,-0.084 0.061,-0.100 0.059,-0.104 0.055,-0.100 0.048,-0.088 0.040,-0.076 0.031,-0.162 0.006,-0.207-0.015,-0.220-0.023,-0.215-0.030,-0.197-0.030,-0.170-0.031,-0.142-0.026,0.526-0.383,-1.210 0.556,-0.223 0.077,-0.090 0.066,-0.001 0.055,0.055 0.041,0.081 0.030,0.092 0.022,0.087 0.013,0.356-0.195,0.109-0.034,0.106-0.036,0.099-0.037,0.086-0.036,0.073-0.031,0.101-0.018,-0.188 0.241,-0.013 0.026,-0.004-0.015,0.003-0.038,0.008-0.052,0.010-0.057,0.011-0.056,0.321-0.338,-0.463 0.236,0.077-0.114,0.127-0.106,0.149-0.093,0.149-0.076,0.138-0.061,0.119-0.045,0.132 0.169</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1681.000 1316.000,'-0.010'0.000,"-0.014"0.000,-0.017 0.000,-0.016 0.000,-0.015 0.000,-0.012 0.000,-0.010 0.000,-0.007 0.000,-0.006 0.000,-0.113 0.119,-0.168 0.180,-0.185 0.200,-0.179 0.197,-0.161 0.174,-0.134 0.147,0.067-0.044,-0.040 0.064,-0.024 0.052,-0.014 0.038,-0.004 0.028,0.001 0.020,-0.075 0.093,0.059-0.067,0.073-0.086,0.071-0.091,0.068-0.086,0.057-0.076,-0.049 0.050,-0.071 0.081,-0.095 0.108,-0.099 0.116,-0.094 0.111,-0.081 0.096,1.051-1.156,-1.320 1.386,-0.142 0.091,-0.033-0.029,0.037-0.100,0.079-0.138,0.098-0.150,0.220-0.216,0.205-0.182,0.213-0.171,0.201-0.154,0.180-0.131,0.152-0.106,0.112-0.079,0.094-0.079,0.064-0.058,0.039-0.042,0.022-0.028,0.009-0.018,0.000-0.009,-0.006-0.004,-0.007 0.001,-0.011 0.003,-0.009 0.004,-0.008 0.004,-0.002 0.256,0.006 0.153,0.006 0.075,0.008 0.020,0.008-0.014,0.008-0.036,0.007-0.046,0.005-0.049,0.004-0.046,0.049 0.024,0.075 0.110,0.087 0.140,0.087 0.150,0.084 0.145,0.075 0.134,-0.214-0.572,0.783 1.187,0.427 0.371,0.385 0.286,0.333 0.212,0.274 0.148,0.217 0.097,0.165 0.056,0.051-0.084,-0.028-0.167,-0.077-0.211,-0.102-0.225,-0.114-0.218,-0.111-0.199,-0.104-0.172,6.117 3.208</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1064.000 1219.000,'-0.117'0.064,"-0.179"0.097,-0.201 0.110,-0.198 0.109,-0.180 0.097,-0.152 0.083,-0.123 0.068,-0.095 0.050,-0.157 0.049,-0.130 0.014,-0.121 0.002,-0.104-0.006,-0.084-0.010,-0.065-0.011,-0.071 0.191,-1.264 0.748,-0.511 0.367,-0.309 0.242,-0.156 0.146,-0.047 0.072,0.025 0.019,0.072-0.015,0.094-0.036,-0.007 0.018,0.117-0.004,-0.002 0.101,-0.004 0.115,-0.004 0.118,-0.005 0.110,-0.005 0.098,-0.004 0.083,0.654-0.465,-0.631 0.540,0.199-0.130,0.274-0.202,0.304-0.234,0.304-0.240,0.281-0.228,2.073-1.696,-1.836 1.639,0.369-0.125,0.399-0.134,0.389-0.130,0.355-0.116,0.307-0.099,0.252-0.084,0.199-0.063,0.152-0.050,-0.039-1.017,0.312 1.087,0.236 0.072,0.212 0.047,0.183 0.029,0.153 0.015,0.119 0.003,0.093-0.002,0.046-0.072,0.106-0.015,0.104-0.016,0.095-0.014,0.084-0.013,0.072-0.013,0.299 0.066,1.477 0.842,0.465 0.225,0.222 0.112,0.056 0.030,-0.055-0.022,-0.116-0.053,-0.146-0.066,-3.275-2.028,1.926 1.177,0.011-0.002,1.696 0.914,0.295 0.015,0.278-0.013,0.244-0.025,0.202-0.033,0.161-0.035,-0.153-0.144,-0.003-0.060,-0.034-0.059,-0.052-0.052,-0.058-0.046,-0.058-0.036,-0.053-0.029,-4.134-1.636,5.165 1.974,0.234 0.047,-0.132-0.087,-0.350-0.164,-0.457-0.196,-0.486-0.202,-0.465-0.189,-0.414-0.165,-2.614-0.912,1.766 0.541,-0.420-0.180,-0.425-0.166,-0.398-0.144,-0.354-0.123,-0.300-0.097,1.369 0.113</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1314.000 1288.000,'0.030'0.000,"0.048"0.000,0.053 0.000,0.052 0.000,0.049 0.000,0.042 0.000,0.034 0.000,0.027 0.000,0.180 0.000,2.571 0.000,3.070-0.030,1.608-0.047,0.970-0.055,0.492-0.056,0.146-0.054,-0.092-0.047,-0.236-0.041,0.111-0.046,-0.523-0.009,-0.544 0.002,-0.517 0.008,-0.460 0.013,-0.386 0.013,-0.311 0.014,-3.636 0.210,5.584-0.155,1.452 0.003,1.070-0.001,0.751-0.004,0.490-0.006,0.285-0.007,1.721-0.079,-0.476-0.048,-0.698-0.049,-0.774-0.048,-0.759-0.040,-0.683-0.036,-1.576 0.039,-0.994 0.016,-0.982 0.026,-0.899 0.030,-0.782 0.031,-0.647 0.027,-2.899 0.264,2.787-0.169,0.023 0.052,-0.078 0.053,-0.138 0.050,-0.170 0.043,-0.182 0.039,-2.438 0.059,2.536-0.009,-0.176 0.039,-0.206 0.035,-0.208 0.030,-0.195 0.023,-0.172 0.018,-0.145 0.014,-0.117 0.009,-1.000-0.039,-0.060-0.004,0.807 0.022,-0.069-0.015,-0.069-0.017,-0.063-0.015,-0.055-0.015,-0.046-0.011,-0.037-0.011,-1.492-0.013,1.769 0.003,0.127-0.005,0.088-0.004,0.055-0.002,0.033-0.002,-0.106 0.000,0.260 0.031,-0.051 0.050,-0.069 0.054,-0.076 0.053,-0.072 0.049,-0.063 0.041,-0.055 0.033,-0.041 0.024,-0.033 0.018,-0.022 0.012,-0.015 0.008,0.121-0.035,-0.043-0.044,-0.178-0.051,-0.247-0.053,-0.266-0.047,-0.258-0.041,-0.397-0.036,-0.222-0.023,-0.201-0.017,-0.172-0.012,-0.143-0.010,-0.113-0.005,-0.087-0.004,0.781-0.059</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1286.000 1383.000,'0.010'0.000,"0.014"0.000,0.018 0.000,0.017 0.000,0.017 0.000,0.013 0.000,0.012 0.000,0.009 0.000,0.106 0.103,0.145 0.157,0.162 0.177,0.156 0.174,0.141 0.156,0.074 0.104,0.048 0.080,0.019 0.054,0.002 0.033,-0.009 0.016,-0.017 0.006,-0.563-0.615,0.724 0.950,0.146 0.217,0.107 0.138,0.076 0.079,0.049 0.031,0.029 0.002,0.013-0.020,0.115 0.151,-0.072-0.045,-0.093-0.053,-0.096-0.050,-0.090-0.047,-0.079-0.040,-0.213-0.259,-0.110-0.120,-0.110-0.126,-0.101-0.124,-0.090-0.112,-0.075-0.096,-0.297-0.550,0.443 0.596,0.113-0.073,0.117-0.080,0.113-0.075,0.097-0.068,0.081-0.056,0.152 0.046,0.183 0.102,0.183 0.126,0.168 0.133,0.145 0.121,0.116 0.105,-0.118-0.050,-0.186-0.104,-0.236-0.140,-0.244-0.150,-0.230-0.144,-0.031-0.137,-0.112-0.138,-0.138-0.117,-0.141-0.094,-0.133-0.073,-0.113-0.053,-0.044-0.090,0.037-0.108,0.068-0.111,0.082-0.106,0.084-0.094,0.080-0.078,0.069-0.063,0.006-0.013,0.097-0.082,0.102-0.084,0.099-0.080,0.090-0.073,0.079-0.064,0.099-0.046,0.013 0.038,-0.008 0.066,-0.023 0.077,-0.030 0.082,-0.034 0.077,-0.032 0.069,-0.030 0.060,-0.154 0.109,-0.168 0.105,-0.166 0.094,-0.150 0.081,-0.128 0.064,0.013-0.028,0.023-0.006,0.026 0.009,0.027 0.016,0.025 0.022,0.022 0.021,0.206 0.131,0.271 0.190,0.298 0.210,0.292 0.204,0.263 0.182,0.221 0.156,0.028 0.009,0.039-0.015,-0.004-0.052,-0.031-0.072,-0.046-0.079,-0.051-0.077,-0.051-0.069,-0.124-0.064,-0.069-0.030,-0.066-0.019,-0.059-0.008,-0.051-0.003,-0.041 0.002,-0.033 0.006,-0.023 0.005,-0.018 0.008,-0.014-0.049,0.060-0.054,0.078-0.064,0.081-0.068,0.080-0.064,0.072-0.057,0.063-0.049,1.028-0.037,0.285-0.038,-0.278-0.052,-0.085-0.054,-0.148-0.056,-0.176-0.051,-0.183-0.045,-0.173-0.038,-0.304-0.008,-0.273-0.003,-0.272 0.007,-0.256 0.012,-0.226 0.015,-0.191 0.015,-0.155 0.015,-0.161 0.084,1.792-0.369,0.676-0.095,0.336-0.030,0.098 0.013,-0.060 0.040,-0.076 0.062,-0.166 0.085,-0.174 0.086,-0.165 0.079,-0.147 0.069,-0.121 0.057,-0.098 0.045,-0.079 0.083,0.136 0.098,0.182 0.104,0.200 0.101,0.195 0.089,0.178 0.077,0.032 0.013,-0.102-0.003,-0.178-0.013,-0.217-0.020,-0.222-0.022,-0.212-0.022,-0.188-0.019,0.171-0.029,-0.055-0.059,-0.143-0.059,-0.184-0.059,-0.198-0.050,-0.612-0.074,0.873-0.016,0.209-0.064,0.164-0.063,0.123-0.059,0.089-0.052,0.060-0.044,-1.435 0.111,1.836-0.326,0.084-0.097,-0.047-0.054,-0.127-0.025,-0.171-0.002,-0.187 0.012,-0.185 0.021,-0.933 0.220,-0.012 0.007,0.021 0.013,1.023-0.192,-0.061 0.080,-0.120 0.086,-0.147 0.085,-0.156 0.075,-0.145 0.064,-0.129 0.054,0.086 0.081,0.124 0.097,0.172 0.095,0.187 0.085,0.184 0.074,0.162 0.058,-0.363-0.045,-0.127-0.021,-0.174-0.033,-0.195-0.043,-0.193-0.042,-0.184-0.043,-1.025-0.129,0.368 0.025,1.357 0.057,0.217-0.018,0.077-0.008,-0.022-0.001,-0.085 0.003,-0.118 0.005,-0.133 0.006,-0.805-0.040,0.591 0.035,-0.203-0.012,2.675 0.147</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1066.000 1226.000,'0.008'0.000,"0.011"0.000,0.015 0.000,0.013 0.000,0.012 0.000,0.013 0.000,0.008 0.000,0.007 0.000,0.007 0.000,0.003 0.000,0.022-0.012,0.025-0.018,0.028-0.020,0.025-0.020,0.024-0.020,0.020-0.015,0.016-0.013,0.103-0.013,0.059-0.011,0.030-0.008,0.008-0.007,-0.005-0.005,-0.013-0.003,-0.071 0.033,0.006 0.015,0.124-0.048,0.047-0.041,0.046-0.052,0.042-0.053,0.138 0.025,0.216-0.039,0.149-0.039,0.114-0.043,0.083-0.043,0.058-0.038,0.012-0.027,-0.153 0.033,-0.187 0.047,-0.195 0.052,-0.178 0.052,-0.156 0.045,-0.043 0.055,0.038 0.010,0.047 0.002,0.051-0.003,0.048-0.007,0.044-0.008,0.039-0.009,0.102-0.030,-0.012 0.005,-0.028 0.008,-0.037 0.011,-0.037 0.012,-0.120 0.040,-0.077 0.031,-0.079 0.031,-0.074 0.030,-0.067 0.028,-0.056 0.023,-0.045 0.019,-0.004 0.003,0.007-0.005,0.021-0.013,0.027-0.014,0.029-0.016,0.028-0.014,0.025-0.013,1.136-0.385</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1511.000 794.000,'-0.024'-0.012,"-0.348"-0.174,-0.363-0.182,-0.368-0.183,-0.343-0.172,-0.302-0.151,-0.255-0.127,-0.204-0.103,-0.158-0.046,0.015 0.059,0.077 0.096,0.108 0.112,0.120 0.114,0.120 0.106,0.236 0.132,0.199 0.111,0.201 0.100,0.186 0.090,0.164 0.072,0.137 0.060,-1.129 0.044,-0.753 0.033,-0.456 0.023,-0.232 0.013,-0.073 0.009,0.037 0.003,2.731-0.022,-3.303 0.025,-0.261-0.004,-0.241-0.003,-0.206-0.005,-0.167-0.004,-0.129-0.004,0.749 0.019,0.249 0.034,0.299 0.042,0.310 0.042,0.298 0.040,0.268 0.037,0.219 0.059,0.192 0.067,0.154 0.070,0.116 0.066,0.085 0.058,0.059 0.050,0.036 0.041,1.550-0.503,-1.695 0.665,0.070 0.070,0.125 0.044,0.148 0.019,0.154 0.006,0.142-0.004,0.154-0.014,0.137-0.010,0.123-0.011,0.103-0.009,0.081-0.009,0.063-0.006,0.046-0.007,0.601-0.691,-0.476 0.654,0.006 0.100,-0.149 0.436,0.054 0.115,0.063 0.072,0.064 0.042,0.061 0.020,0.053 0.002,0.060 0.044,0.081-0.018,0.077-0.023,0.069-0.024,0.058-0.023,0.047-0.020,0.036-0.197,0.022-0.073,0.016-0.077,0.010-0.074,0.008-0.067,0.003-0.058,0.001-0.048,0.001 0.042,-0.002 0.001,-0.002 0.014,-0.002 0.020,-0.003 0.024,-0.001 0.022,0.022-0.437,0.047 0.036,0.109 0.266,0.074 0.008,0.198 0.292,0.091-0.012,0.068-0.025,0.046-0.032,0.030-0.035,0.016-0.032,0.107-0.002,0.194 0.075,0.222 0.096,0.224 0.102,0.207 0.100,0.183 0.088,0.047-0.030,0.055-0.029,0.017-0.053,-0.004-0.067,-0.021-0.070,-0.030-0.068,-0.031-0.063,0.071-0.002,-0.164-0.146,-0.179-0.149,-0.176-0.139,-0.159-0.120,-0.133-0.100,1.755 0.243,0.850 0.076,0.233-0.026,-0.165-0.087,-0.394-0.116,-2.142-0.398,2.281 0.355,-0.184-0.061,-0.306-0.068,-0.354-0.067,-0.353-0.059,-0.318-0.050,-0.130-0.049,0.446 0.012,0.593 0.026,0.654 0.032,0.653 0.034,0.608 0.033,0.498 0.015,0.019-0.028,-0.162-0.041,-0.270-0.049,-0.320-0.050,-0.333-0.046,-0.315-0.043,-2.342-0.077,2.181 0.017,-0.152-0.043,-0.240-0.039,-0.284-0.036,-0.294-0.031,-0.281-0.026,-2.009 0.087,2.554-0.201,0.078-0.052,-0.074-0.025,-0.166-0.006,-0.214 0.007,-0.228 0.014,-2.013 0.231,1.882-0.286,-0.078-0.035,-0.106-0.020,-0.117-0.009,-0.115-0.001,-0.109 0.006,-1.476 0.319,1.517-0.483,-0.150-0.108,-0.165-0.094,-0.163-0.076,-0.146-0.061,-0.126-0.045,-0.101-0.032,-0.174 0.078,-0.026-0.053,-0.007-0.058,0.005-0.060,0.014-0.056,0.018-0.050,-0.251 0.308,0.486-0.778,0.015-0.113,-0.045-0.020,-0.080 0.039,-0.099 0.078,-0.103 0.097,-0.323 0.610,0.310-0.709,-0.030 0.007,-0.026 0.016,-0.021 0.022,-0.016 0.024,-0.013 0.022,-0.021 0.048,-0.026 0.058,-0.028 0.060,-0.024 0.058,-0.022 0.051,-0.019 0.043,-0.068 0.000,-0.066-0.094,-0.073-0.119,-0.072-0.128,-0.063-0.122,-0.057-0.111,-0.058 0.051,-0.056 0.152,-0.049 0.206,-0.043 0.225,-0.034 0.219,-0.028 0.201,0.097 0.627,-0.195-0.399,-0.491-0.566,-0.279-0.147,-0.210-0.087,-0.153-0.042,-0.104-0.010,-0.066 0.012,-0.034 0.026,0.898 0.811,-0.776-0.528,-0.081 0.046,-0.723-0.293,-0.070 0.117,-0.015 0.120,0.021 0.110,0.040 0.096,0.048 0.077,0.255 0.135,0.043 0.053,0.034 0.042,0.027 0.034,0.018 0.024,0.013 0.018,0.029 0.031,-0.050 0.013,-0.061 0.012,-0.067 0.008,-0.064 0.007,-0.059 0.005,-0.050 0.003,-0.290 0.006,-0.162 0.057,-0.165 0.064,-0.152 0.063,-0.135 0.060,0.331 0.056,0.239 0.038,0.305 0.029,0.326 0.023,0.317 0.018,0.289 0.012,0.721 0.002,-0.733 0.005,-0.798 0.009,-0.178 0.001,-0.069 0.001,-0.002-0.003,0.043-0.001,0.064-0.003,0.218-0.002,0.189-0.003,0.197-0.001,0.186-0.002,0.163 0.000,0.135-0.002,-1.885-0.003</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787.000 522.000,'0.067'0.000,"0.101"0.000,0.113 0.000,0.110 0.000,0.099 0.000,0.082 0.000,0.066 0.000,0.049 0.000,0.281 0.074,0.379 0.087,0.155 0.064,0.063 0.048,0.004 0.034,-0.035 0.024,-0.053 0.014,-0.540-0.069,3.692 1.270,1.314 0.508,0.600 0.248,0.098 0.063,-0.231-0.060,-0.422-0.136,-4.687-1.703,0.149 0.041,12.034 3.790,3.899 0.986,2.528 0.564,1.473 0.257,0.702 0.049,0.172-0.082,-0.166-0.157,-5.379-1.438,0.158 0.084,4.159 1.193,-0.581-0.094,-0.872-0.184,-0.993-0.226,-0.997-0.236,-0.929-0.226,-2.073-0.578,-1.810-0.517,-1.876-0.544,-1.789-0.527,-1.612-0.478,-1.382-0.412,-4.684-1.337,10.020 2.520,2.322 0.514,0.904 0.203,-0.072-0.011,-0.690-0.148,-1.036-0.223,-1.180-0.257,-9.407-2.403,8.437 2.276,-0.829-0.077,-0.817-0.071,-0.751-0.061,-0.653-0.051,-0.541-0.041,-4.354-1.537,3.905 1.604,-0.740-0.170,-0.828-0.246,-0.819-0.277,-0.748-0.274,-0.644-0.250,-2.369-1.145,2.102 1.221,-0.259 0.020,-0.176 0.026,-0.111 0.028,-0.060 0.026,-0.026 0.022,-1.644-1.315,1.049 0.840,0.110 0.084,1.016 0.803,-0.067-0.057,-0.187-0.149,-0.244-0.194,-0.255-0.203,-0.239-0.188,-0.240-0.194,-0.090-0.079,-0.048-0.045,-0.017-0.022,0.002-0.006,0.015 0.006,0.354 0.237,0.472 0.313,0.528 0.350,0.518 0.346,0.468 0.313,0.399 0.266,-2.400-1.672,2.408 1.604,-0.006-0.063,-0.166-0.171,-0.260-0.229,-0.303-0.252,-0.309-0.248,-0.292-0.229,-0.321-0.233,-0.300-0.207,-0.273-0.183,-0.239-0.154,-0.197-0.124,-0.158-0.096,-0.133-0.072,-0.107-0.050,-0.083-0.034,-0.063-0.019,-0.043-0.010,-0.028-0.002,-0.036 0.008,-0.070 0.000,-0.074 0.000,-0.071 0.001,-0.065-0.000,-0.053 0.001,-0.045 0.000,0.275 0.824</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1403.000 742.000,'0.011'0.000,"0.019"0.000,0.021 0.000,0.022 0.000,0.020 0.000,0.019 0.000,-0.086 0.000,0.225 0.000,0.069 0.000,0.039 0.000,0.017 0.000,0.003 0.000,-0.006 0.000,-0.012 0.000,-0.090 0.000,0.073 0.000,0.610 0.105,0.558 0.162,0.586 0.186,0.556 0.186,0.496 0.172,0.416 0.148,-1.263-0.370,2.356 0.524,-0.049-0.066,-0.364-0.122,-0.520-0.149,-0.571-0.149,-0.551-0.138,-0.492-0.119,-0.412-0.096,-0.327-0.075,-0.247-0.055,-0.178-0.038,-0.674-0.067,0.100 0.021,4.446 0.833,1.355 0.269,0.365 0.062,-0.272-0.067,-0.635-0.143,-0.801-0.174,-0.834-0.179,-0.991-0.195,-0.710-0.143,-0.625-0.124,-0.525-0.102,-0.419-0.081,-0.321-0.060,-0.234-0.044,-0.162-0.029,-0.102-0.018,-0.016 0.005,-0.021-0.035,-0.056-0.168,0.005-0.127,0.020-0.122,0.024-0.111,0.027-0.094,0.025-0.075,0.007-0.022,-0.015-0.121,-0.024-0.128,-0.028-0.124,-0.026-0.112,-0.027-0.097,-0.023-0.080,0.168 1.212,-0.351-1.847,-0.103-0.462,-0.062-0.364,-0.030-0.277,-0.008-0.198,0.007-0.137,0.017-0.085,0.089 0.602,0.131 0.810,0.017 0.063,-0.229-1.465,0.045 0.407,0.044 0.454,0.040 0.450,0.034 0.405,0.026 0.346,0.036 0.280,0.036 0.216,0.035 0.159,0.031 0.109,0.025 0.070,0.021 0.041,-0.369-1.659</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1399.000 829.000,'0.000'0.012,"0.000"0.020,0.000 0.022,0.000 0.022,0.000 0.021,0.000 0.019,0.021 0.038,0.035 0.063,0.040 0.071,0.042 0.072,0.041 0.066,0.037 0.060,-0.167-0.369,0.281 0.782,0.076 0.297,0.057 0.238,0.039 0.183,0.027 0.135,0.016 0.096,-0.427-1.451,0.580 1.737,0.011-0.126,-0.026-0.202,-0.045-0.235,-0.053-0.235,-0.054-0.214,-0.343-0.709,0.326 0.691,0.082 0.056,0.109 0.061,0.119 0.060,0.113 0.056,0.104 0.048,-0.041-0.061,0.052 0.105,0.040 0.115,0.033 0.118,0.024 0.109,0.017 0.099,0.074 0.160,-0.105-0.160,-0.127-0.220,-0.134-0.242,-0.126-0.237,-0.112-0.214,-0.497-0.762,0.462 0.494,0.724 0.582,0.164 0.020,0.026-0.077,-0.062-0.134,-0.120-0.161,-0.145-0.169,-0.703-0.467,0.763 0.210,-0.018-0.241,-0.029-0.228,-0.034-0.200,-0.034-0.169,-0.033-0.134,-0.027-0.104,-0.230 0.071,0.038-0.065,0.484-0.319,0.295-0.149,0.313-0.136,0.300-0.115,0.266-0.094,0.227-0.074,0.183-0.055,-1.737 0.918,1.426-0.634,0.074 0.011,0.624-0.224,-0.217 0.139,-0.305 0.163,-0.339 0.168,-0.337 0.158,-0.310 0.142,-0.269 0.118,-0.162 0.095,-0.237 0.122,-0.191 0.104,-0.145 0.085,-0.107 0.064,-0.074 0.048,-0.045 0.033,-0.027 0.020,-0.193-0.001,0.522 0.058,0.176 0.067,0.130 0.072,0.091 0.069,0.059 0.061,0.034 0.051,0.213 0.167,0.303 0.224,0.334 0.239,0.326 0.231,0.293 0.205,0.247 0.172,0.007-0.045,0.193 0.005,0.174-0.030,0.151-0.049,0.124-0.059,0.096-0.059,0.073-0.057,0.701-0.030,-0.070-0.213,-0.292-0.227,-0.400-0.213,-0.431-0.187,-0.409-0.154,-0.361-0.120,-0.299-0.090,-1.917-0.083,2.491 0.064,0.592 0.043,0.474 0.067,0.365 0.079,0.268 0.080,0.187 0.074,-0.081 0.044,-0.243 0.022,-0.331 0.005,-0.362-0.005,-0.356-0.012,-0.325-0.014,-0.281-0.016,-0.234-0.016,-0.316-0.066,0.062-0.001,-0.044-0.020,8.850 1.126</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1376.000 870.000,'0.089'0.011,"0.138"0.017,0.159 0.021,0.158 0.019,0.147 0.018,0.127 0.016,0.106 0.014,0.295 0.081,0.269 0.101,0.268 0.109,0.242 0.103,0.206 0.092,0.166 0.076,-0.161-0.092,0.267-0.009,0.298-0.022,0.296-0.028,0.279-0.032,0.248-0.031,0.462-0.012,-0.115-0.074,-0.224-0.077,-0.276-0.072,-0.287-0.062,-0.271-0.054,-1.310-0.098,6.126-0.153,2.234-0.113,1.091-0.065,0.278-0.032,-0.261-0.007,-0.587 0.010,-8.359 0.278,10.631-0.339,0.756-0.057,0.429-0.068,0.191-0.069,0.033-0.061,-0.066-0.053,-1.254-0.018,-1.191-0.033,-1.317-0.026,-1.284-0.020,-1.157-0.014,-0.980-0.010,-1.445 0.098,-1.025 0.069,-0.956 0.082,-0.843 0.084,-0.709 0.077,-0.568 0.070,-1.069-0.429</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1294.000 882.000,'0.024'0.000,"0.037"0.000,0.042 0.000,0.042 0.000,0.038 0.000,0.035 0.000,0.026 0.000,0.023 0.000,0.015 0.000,0.012 0.000,0.612 0.000,0.565 0.000,0.493 0.000,0.408 0.000,0.320 0.000,-0.889 0.000,2.274 0.010,0.923 0.017,0.759 0.020,0.598 0.018,0.452 0.018,0.323 0.017,0.219 0.013,0.086 0.009,-0.004 0.007,-0.063 0.003,-0.094 0.002,-0.109 0.001,-0.110-0.001,-0.101-0.001,-0.090 0.000,-5.326-0.101,12.094 0.307,3.374 0.105,1.825 0.055,0.720 0.019,-0.022-0.003,-0.477-0.017,-1.803-0.068,-1.316-0.063,-1.376-0.069,-1.309-0.067,-1.165-0.059,-0.982-0.051,-0.792-0.042,-0.612-0.032,-1.432-0.025,-0.513-0.013,0.031-0.011,-0.936-0.008,-0.936-0.005,-0.865 0.000,-0.758-0.001,-0.632 0.001,-0.506 0.003,4.710-0.021</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566.000 210.000,'0.000'0.094,"0.037"0.355,0.057 0.412,0.068 0.434,0.066 0.414,0.065 0.374,0.055 0.318,0.344 1.269,0.422 1.288,0.453 1.331,0.430 1.240,0.380 1.071,0.314 0.878,-0.163-0.780,-0.011-0.242,-0.071-0.436,-0.101-0.525,-0.116-0.545,-0.114-0.516,-1.690-5.147,1.892 5.592,0.014 0.024,-0.065-0.143,-0.111-0.235,-0.130-0.276,-0.131-0.281,-0.125-0.261,-0.108-0.230,-0.081-0.232,0.017 0.202,-0.200-0.457,-0.214-0.497,-0.205-0.478,-0.182-0.424,-0.150-0.354,-0.160-0.374,-0.127-0.214,-0.108-0.159,-0.088-0.111,-0.067-0.072,-0.050-0.042,-0.047 0.028,-0.042 0.183,-0.035 0.222,-0.030 0.228,-0.023 0.216,-0.017 0.189,0.091-2.040,-0.085 2.046,0.014-0.124,0.020-0.211,0.019-0.249,0.020-0.254,0.018-0.239,0.015-0.208,0.013-0.174,0.010-0.521,0.005 0.162,0.005-0.110,0.003-0.090,0.003-0.071,0.001-0.052,0.000-0.039,0.001-0.027,-0.002-0.216,0.002 0.160,-0.002-0.105,0.000-0.119,-0.001-0.121,0.000-0.113,-0.001-0.099,-0.001-0.083,0.001-0.067,-0.001-0.066,0.000-0.047,0.000-0.039,0.000-0.030,0.000-0.022,0.000-0.017,0.000-0.010,-0.001 0.012,0.001 0.033,0.000 0.044,0.000 0.045,0.000 0.046,0.000 0.042,0.000 0.077,0.000 0.007,0.000-0.010,0.000-0.017,0.000-0.022,0.000-0.022,0.000-0.021,0.000 0.763</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499.000 435.000,'-0.271'-0.072,"-0.210"-0.052,-0.517-0.122,-0.150-0.026,-0.037 0.004,0.041 0.021,0.084 0.032,0.109 0.036,-0.237-0.045,-0.390-0.086,-0.474-0.108,-0.490-0.114,-0.462-0.108,-0.408-0.097,-0.276 0.012,-0.171 0.076,-0.094 0.112,-0.035 0.126,0.003 0.125,0.027 0.113,0.807 0.138,-1.239 0.183,0.134 0.170,0.236 0.135,0.279 0.104,0.279 0.075,0.254 0.053,0.217 0.032,0.174 0.018,0.134 0.008,0.097 0.001,0.895-0.207,-0.136 0.118,-1.247 0.704,-0.131 0.317,-0.023 0.265,0.048 0.210,0.087 0.158,0.102 0.114,0.504-0.268,0.282-0.106,0.302-0.140,0.293-0.156,0.267-0.152,0.233-0.141,0.869-1.124,-0.618 1.095,-0.821 1.813,-0.047 0.347,0.084-0.004,0.163-0.232,0.201-0.357,0.211-0.413,0.225 0.117,0.337 0.123,0.317 0.255,0.277 0.313,0.228 0.321,0.180 0.297,0.133 0.258,0.095 0.210,0.062 0.165,0.009-0.576,0.126-0.162,0.136-0.209,0.135-0.224,0.124-0.217,0.107-0.199,0.092-0.174,-1.194-2.291,0.824 1.236,0.215 0.071,1.563 1.440,0.489 0.022,0.344-0.074,0.229-0.133,0.136-0.159,0.069-0.164,0.018-0.156,0.047-0.187,0.059-0.192,0.065-0.181,0.061-0.162,0.058-0.136,0.048-0.112,-0.157-0.159,-0.275-0.179,-0.333-0.178,-0.343-0.166,-0.327-0.144,-0.290-0.120,-2.231-0.603,1.562 0.335,3.001 0.446,0.943 0.002,0.630-0.034,0.383-0.057,0.199-0.063,0.068-0.063,0.599-0.038,0.491-0.054,0.524-0.043,0.494-0.034,0.434-0.026,0.358-0.018,-8.398-0.418,8.325 0.276,0.505-0.119,0.744-0.160,-0.383-0.187,-0.605-0.177,-0.689-0.155,-0.687-0.129,-0.625-0.103,-5.243 0.390,5.661-0.631,0.205-0.132,-0.035-0.079,-0.184-0.042,-0.261-0.014,-0.291 0.006,-6.725 0.940,6.046-0.930,-0.505 0.003,-0.590 0.026,-0.602 0.039,-0.565 0.043,-0.499 0.042,-0.222-0.084,-0.433-0.069,-0.358-0.089,-0.280-0.093,-0.210-0.090,-0.149-0.078,-0.099-0.066,-1.087 0.388,-0.060-0.098,0.900-0.951,-0.336-0.081,-0.369 0.009,-0.357 0.061,-0.319 0.090,-0.265 0.096,-0.264 0.192,-0.193 0.139,-0.155 0.131,-0.120 0.118,-0.088 0.098,-0.060 0.079,-0.174 0.114,0.045-1.989,-0.095-0.507,-0.092-0.101,-0.082 0.156,-0.069 0.305,-0.056 0.373,-0.043 0.382,-0.032 0.359,-0.021 0.314,-0.013 0.260,-0.009 0.206,-0.112 0.569,-2.957-3.668,-1.463-1.079,-0.855-0.333,-0.412 0.152,-0.107 0.428,0.087 0.559,0.447 0.719,0.627 0.755,0.679 0.707,0.649 0.616,0.575 0.506,0.476 0.394,0.224 0.279,-0.403 0.037,-0.571-0.037,-0.643-0.081,-0.646-0.107,-0.601-0.113,2.475 0.577,-8.365-1.292,-2.194-0.141,-0.929 0.056,-0.060 0.173,0.491 0.235,0.801 0.254,0.933 0.249,7.571 0.654,-3.162-0.162,0.192 0.098,-2.464 0.007,0.658 0.139,0.741 0.111,0.741 0.084,0.692 0.060,0.611 0.040,0.516 0.025,0.033 0.041,-0.010 0.043,-0.152 0.043,-0.232 0.039,-0.266 0.035,-0.267 0.029,0.040 0.020,0.621-0.002,0.793-0.012,0.837-0.016,0.800-0.017,0.713-0.017,2.524-0.185,-0.677 0.038,-2.009 0.083,-0.055-0.028,0.104-0.027,0.203-0.025,0.255-0.023,0.275-0.018,-5.322-0.052</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178.000 342.000,'-0.024'0.023,"-0.035"0.037,-0.042 0.041,-0.040 0.040,-0.037 0.037,-0.032 0.033,-0.026 0.025,0.182-0.174,-0.735 1.384,-0.561 1.286,-0.549 1.289,-0.495 1.187,-0.426 1.031,-0.345 0.851,0.081 0.424,0.166 0.541,0.272 0.427,0.319 0.324,0.326 0.234,0.309 0.159,0.294 1.829,0.410 0.608,0.377 0.181,0.325-0.097,0.267-0.259,0.208-0.338,0.016-1.234,-0.048-0.059,-0.100 0.029,-0.127 0.088,-0.135 0.117,-0.131 0.130,0.118 0.353,0.295-0.111,0.380-0.179,0.406-0.205,0.392-0.210,0.355-0.196,0.330 0.195,-0.059-0.762,-0.064-0.235,-0.148-0.306,-0.195-0.335,-0.212-0.332,-0.213-0.307,-0.830-5.945,0.789 6.782,-0.041 0.057,-0.013-0.108,0.009-0.204,0.020-0.253,0.026-0.264,-0.804-6.100,1.178 7.167,0.270 0.192,0.238-0.040,0.197-0.179,0.156-0.251,0.118-0.273,-0.275-0.926,-0.148-0.126,-0.190-0.067,-0.206-0.026,-0.201 0.003,-0.185 0.021,-0.161 0.032,-0.798-5.593,0.637 6.394,-0.128 0.202,-0.103-0.033,-0.079-0.181,-0.057-0.262,-0.039-0.295,-0.027-0.294,-0.236-4.239,0.301 3.916,0.061-0.139,0.056-0.189,0.046-0.207,0.040-0.206,0.031-0.189,0.024-0.167,0.016-0.139,-0.432-3.214,0.562 3.939,-0.035-0.129,-0.071-0.255,-0.086-0.311,-0.088-0.317,-0.082-0.293,-0.069-0.253,-0.058-0.207,-0.044-0.159,-0.033-0.119,-0.022-0.081,-0.062-0.742,-0.035-0.404,-0.036-0.444,-0.033-0.439,-0.031-0.404,-0.025-0.356,-0.021-0.297,0.010-0.167,0.027-0.140,0.038-0.072,0.040-0.025,0.039 0.006,0.037 0.028,0.003 0.900,-0.015 0.516,-0.027 0.232,-0.032 0.037,-0.033-0.091,-0.031-0.161,-0.029-0.267,-0.020-0.212,-0.016-0.237,-0.013-0.236,-0.010-0.217,-0.006-0.193,-0.005-0.162,-0.003-0.129,-0.042-0.126</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698.000 784.000,'0.207'-0.008,"0.235"-0.013,0.232-0.015,0.213-0.013,0.182-0.014,0.148-0.011,0.115-0.008,0.085-0.008,0.060-0.005,0.038-0.004,0.181-0.029,0.206-0.042,0.219-0.043,0.210-0.045,0.185-0.037,-1.468 0.185,3.230-0.209,1.205-0.012,0.981-0.008,0.761-0.004,0.557-0.002,0.385-0.000,-0.389 0.045,0.413 0.018,0.422 0.020,0.397 0.020,0.352 0.018,0.297 0.017,1.121 0.009,-0.079 0.037,-0.214 0.035,-0.277 0.034,-0.290 0.028,-0.271 0.023,-0.991 0.018,-0.438 0.011,-0.422 0.008,-0.381 0.006,-0.325 0.003,-0.263 0.001,-5.425-0.005,6.998-0.005,0.955-0.018,0.302-0.020,-0.153-0.022,-0.443-0.021,-0.609-0.020,-4.863 0.059,4.674-0.084,-0.340-0.030,-0.465-0.029,-0.521-0.030,-0.524-0.027,-0.492-0.022,-3.431 0.153,3.603-0.155,0.062 0.025,0.070 0.034,0.068 0.036,0.064 0.035,0.057 0.034,0.047 0.028,0.424 0.023,-0.050 0.021,-0.083 0.017,-0.099 0.011,-0.100 0.007,-0.094 0.006,-0.949 0.000,-0.429 0.002,-0.472 0.000,-0.470-0.001,-0.440-0.001,-0.389-0.001,-1.755-0.004,1.531 0.001,4.947 0.002,1.575-0.002,0.906-0.001,0.420-0.001,0.088 0.000,-0.122-0.001,-0.240 0.000,-2.633 0.000,0.122 0.000,1.273-0.022,-0.340-0.034,-0.487-0.040,-0.555-0.043,-0.563-0.040,-0.534-0.036,-5.472 0.168,6.338-0.234,-0.571-0.005,-0.694 0.008,-0.704 0.015,-0.650 0.018,-0.558 0.016,-2.836 0.151,0.135 0.003,3.671-0.082,0.279 0.031,-0.059 0.028,-0.270 0.025,-0.386 0.023,-0.430 0.017,-0.005 0.025,-0.136 0.029,-0.039 0.028,0.023 0.026,0.060 0.020,0.080 0.018,0.083 0.013,-3.892-0.103,3.359 0.081,0.040-0.009,1.058 0.005,0.029-0.019,-0.019-0.019,-0.044-0.016,-0.058-0.015,-0.058-0.011,-0.754-0.009,-0.372-0.006,-0.405-0.003,-0.395-0.003,-0.361-0.002,-0.312-0.000,-2.058-0.001,3.799-0.122,1.168-0.106,0.792-0.095,0.490-0.084,0.263-0.069,0.095-0.055,-0.021-0.041,-0.093-0.032,0.276-0.059,-0.954 0.059,-1.067 0.078,-1.040 0.084,-0.929 0.079,-0.783 0.069,-0.621 0.058,-0.471 0.044,-1.201 0.162,0.799-0.102,0.002-0.018,4.401-0.891</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1370.000 521.000,'-0.330'-0.165,"-0.313"-0.133,-0.557-0.217,-0.346-0.108,-0.273-0.070,-0.203-0.039,-0.146-0.017,0.755 0.283,-0.090 0.001,-1.598-0.273,-0.217 0.107,-0.257 0.088,-0.164 0.093,-0.091 0.093,0.600 0.209,-0.500 0.175,0.324 0.166,0.398 0.128,0.422 0.098,0.407 0.068,0.369 0.046,1.416-0.400,-1.268 0.630,-0.222 0.230,-1.567 1.125,-0.233 0.373,-0.058 0.224,0.054 0.117,-0.393 0.618,-0.102 0.321,0.115 0.092,0.239-0.056,0.290-0.141,0.299-0.182,0.277-0.189,2.399-2.654,-2.529 3.215,-0.083 0.358,0.121 0.057,0.244-0.144,0.311-0.265,1.511-2.223,-1.126 2.648,0.383-0.047,0.373-0.048,0.339-0.046,0.292-0.038,0.240-0.034,0.317-1.467,0.152 0.337,0.514 2.685,0.491 0.255,0.433-0.065,0.364-0.263,0.294-0.372,-1.159-3.115,1.248 1.735,0.701 0.270,2.620 2.153,1.021 0.097,0.707-0.109,0.456-0.233,-0.860-1.244,-1.350-1.223,0.399-0.018,4.379 1.936,0.331-0.368,-0.039-0.475,-0.280-0.515,-0.415-0.503,-7.746-2.838,11.165 2.867,1.449-0.278,0.478-0.395,-0.178-0.437,-0.585-0.435,-0.805-0.400,-10.872-1.340,5.926 0.497,0.476-0.126,9.007 0.063,0.747-0.463,0.104-0.411,-0.297-0.345,-0.517-0.272,-14.813 0.589,10.646-0.797,0.301-0.313,3.303-0.664,-1.034-0.173,-1.442-0.049,-1.596 0.036,-8.267 1.237,6.337-1.383,-0.252-0.269,-0.160-0.275,-0.501-0.160,-0.528-0.108,-0.515-0.069,-0.473-0.037,-7.214 2.479,3.834-1.510,-0.175-0.111,2.719-1.689,-0.935-0.154,-1.046-0.048,-1.051 0.022,-0.981 0.069,-0.835-0.409,-1.018-0.399,-1.099-0.159,-0.973-0.107,-0.817-0.068,-0.655-0.039,-0.998-0.384,-0.486 0.142,-0.294 0.200,-0.097 0.370,0.042 0.458,0.128 0.484,1.372 2.193,-3.678-3.751,-1.094-0.523,-0.726-0.178,-0.435 0.054,-0.219 0.199,-0.064 0.278,-1.984-0.651,-2.038-0.608,0.248 0.613,-0.491 0.126,-0.177 0.267,0.048 0.345,0.806 0.628,0.535 0.457,0.626 0.456,-0.673-0.005,0.903 0.615,0.858 0.561,0.765 0.484,0.027 0.352,0.365 0.455,0.206 0.377,0.092 0.298,0.013 0.224,-0.036 0.161,6.099 0.494,-3.213-0.168,-0.596 0.043,-3.718-0.015,-0.230 0.099,0.255 0.090,0.564 0.074,0.735 0.063,0.942 0.063,0.772 0.065,0.330 0.050,0.581 0.006,0.445-0.013,0.330-0.026,0.229-0.032,-0.078 0.044,1.339-0.067,0.133-0.003,-0.584 0.041,0.418-0.023,0.441-0.029,0.428-0.029,0.831-0.056,-0.356 0.016,0.303-0.024,0.251-0.021,0.199-0.016,0.151-0.011,0.110-0.009,0.230 0.008,-0.175 0.038,-0.061 0.019,-0.280 0.059,-0.016 0.007,0.032-0.008,0.055-0.013,0.069-0.019,-0.934 0.115</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738.000 867.000,'0.013'0.052,"0.021"0.082,0.022 0.093,0.024 0.092,0.021 0.086,0.019 0.075,0.146 0.213,0.153 0.128,0.218 0.203,0.227 0.196,0.221 0.179,0.042-0.032,0.203 0.095,0.223 0.068,0.941 0.615,0.269-0.016,0.167-0.073,0.092-0.100,0.037-0.110,-1.865-1.169,2.705 1.046,0.472-0.212,0.310-0.259,0.181-0.266,0.088-0.247,-0.826-0.592,2.212-0.722,0.460-0.663,0.229-0.539,0.070-0.419,-0.035-0.306,-3.040 1.014,1.688-0.680,0.379-0.146,0.588-0.179,0.014 0.068,-0.120 0.137,-0.206 0.177,-0.376 0.238,0.656-0.050,-0.189 0.210,0.622 0.044,-0.501 0.310,-0.533 0.287,-0.513 0.248,-0.458 0.206,-2.216 0.321,2.026-0.066,-0.557 0.143,-0.634 0.105,-0.623 0.074,-2.524 0.035,1.487 0.007,-0.077 0.017,0.654 0.142,0.472 0.202,0.573 0.229,0.604 0.233,0.580 0.218,-1.048-0.208,0.295 0.062,2.412 0.412,0.113-0.078,-0.250-0.141,-0.462-0.170,-0.564-0.177,-1.171-0.255,1.507-0.051,-0.076-0.223,-0.084-0.199,-0.081-0.165,-0.072-0.132,-0.060-0.099,-2.400 0.167,2.484-0.174,0.035 0.032,-0.050 0.052,-0.094 0.057,-0.116 0.056,-2.291 0.128,2.254 0.078,-0.258 0.095,-0.367 0.067,-0.405 0.042,-0.393 0.024,-1.074-0.065,0.454 0.014,-0.232-0.044,-0.235-0.052,-0.220-0.053,-0.193-0.048,-0.163-0.044,-0.643-0.050,-0.058-0.064,0.323-0.137,-0.104-0.049,-0.104-0.025,-0.097-0.005,-0.087 0.007,-0.290 0.088,0.027-0.009,0.450-0.101,0.062 0.030,0.048 0.047,0.033 0.050,0.022 0.053,-0.588 0.085,0.037-0.004,0.745-0.107,-0.082-0.007,-0.150-0.001,-0.182 0.002,-0.189 0.005,-0.305-0.008,-0.018-0.100,0.212-0.275,-0.015-0.178,-0.013-0.158,-0.015-0.132,-0.012-0.109,-0.393 0.435,0.491-0.641,-0.063 0.030,-0.109 0.098,-0.130 0.130,-0.131 0.142,-0.441 0.540,-0.134 0.205,0.340-1.279,-0.054-0.374,-0.065-1.495,-0.277-0.611,-0.284-0.456,-0.265-0.323,-0.261 0.915,-0.339-0.240,-0.999-1.692,-0.476 0.056,-0.346 0.237,-0.239 0.327,-0.150 0.354,-0.625 0.166,-0.562 0.249,-0.953-0.120,-0.949-0.107,-0.885-0.094,-0.787-0.079,-1.908-0.493,-0.658 0.256,-0.258 0.448,0.016 0.538,0.191 0.558,0.290 0.527,-0.756 0.393,-0.254 0.542,-0.345 0.464,-0.377 0.378,-0.362 0.292,-0.324 0.217,5.370 0.371,-2.890-0.012,-0.257 0.088,-3.450 0.069,0.355 0.128,0.642 0.107,0.766 0.082,9.928-0.093,-5.936 0.197,-0.059 0.117,-4.791 0.515,0.479 0.250,0.747 0.186,0.842 0.129,9.067-1.164,-4.858 0.711,0.009 0.064,-2.619 0.486,0.033 0.044,0.102 0.004,0.144-0.022,0.158-0.038,3.514-0.590,0.104-0.016,-3.235 0.575,0.602-0.054,0.709-0.065,0.729-0.068,0.686-0.066,0.580 0.016,1.090-0.191,0.569-0.107,0.421-0.025,0.574-0.045,0.507-0.022,0.427-0.004,0.316 0.044,0.406-0.051,0.335-0.058,0.262-0.058,0.199-0.056,0.141-0.046,0.071-0.359,0.157 0.341,0.204 0.175,0.553 0.676,0.308 0.244,0.226 0.164,0.155 0.100,0.100 0.052,-0.097-0.147,10.268 11.553</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1458.000 865.000,'0.054'0.008,"0.083"0.011,0.096 0.014,0.096 0.015,0.090 0.011,0.078 0.012,0.065 0.010,0.052 0.006,0.039 0.007,0.029 0.003,-0.303-0.048,0.756 0.098,0.770 0.106,3.872 0.464,1.901 0.165,1.390 0.080,0.960 0.021,0.614-0.016,-1.976-0.276,3.617 0.107,0.791-0.112,0.583-0.107,0.409-0.099,0.266-0.083,-2.698-0.125,-0.486-0.055,-0.583-0.049,2.047 0.031,0.118 0.044,0.298 0.067,0.385 0.078,-0.988-0.043,1.436-0.012,3.258 0.017,-0.050-0.052,-0.666-0.057,-0.994-0.055,1.233-0.312,-0.631-0.199,-1.578-0.109,-2.026-0.044,-2.134-0.002,-2.023 0.026,-6.757 0.371,4.922-0.357,-0.968 0.001,-1.184 0.046,-1.064 0.061,-0.904 0.064,-0.733 0.062,-1.538-0.074</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125.000 268.000,'0.021'0.015,"0.927"0.694,0.036-0.004,0.296 0.169,1.428 0.863,0.448 0.200,0.256 0.081,0.118 0.004,-2.872-1.655,1.994 0.942,0.365 0.006,1.564 0.441,0.198-0.087,-0.005-0.118,-0.137-0.130,-0.449-0.259,-0.953-0.321,0.082-0.033,2.137 0.368,0.329-0.065,0.284-0.063,0.236-0.057,0.188-0.050,-1.479-0.279,0.109-0.064,1.982 0.045,0.187-0.177,0.116-0.179,0.063-0.170,0.020-0.152,-0.005-0.130,-2.688-0.026,2.741-0.326,-0.385-0.156,-0.519-0.113,-0.573-0.073,-0.570-0.045,0.673-0.296,0.212-0.226,0.051-0.186,-0.059-0.148,-0.124-0.112,-0.155-0.081,-4.819 1.539,4.988-1.795,1.650-0.764,0.294-0.272,0.233-0.236,-0.609 0.129,-0.819 0.240,-0.907 0.299,-2.566 1.110,0.155-0.198,-0.420 0.078,0.329-0.419,-0.640 0.179,-0.563 0.186,-0.476 0.180,-0.388 0.163,-0.908 0.882,0.237-0.318,-0.055-0.010,0.450-0.838,-0.158-0.080,-0.146-0.057,-0.127-0.040,-0.258 0.460,-0.046-0.031,0.020-0.363,-0.090-0.023,-0.091-0.005,-0.082 0.007,-0.074 0.016,-0.169 1.504,-0.140-2.589,-0.241-0.594,-0.204-0.371,-0.206-0.403,-0.131-0.033,-0.091 0.074,-0.058 0.134,0.331 1.540,-0.021 0.143,-0.370-0.663,-0.224-0.037,-0.250-0.102,-0.255-0.138,-0.410-0.392,-0.097 0.132,-0.018 0.212,0.032 0.248,0.645 1.085,-0.121 0.069,-1.871-1.343,-0.963-0.217,-0.948-0.249,-0.856-0.247,5.245 3.411,-4.769-2.760,-0.385 0.021,-0.669-0.113,0.429 0.443,0.648 0.517,0.742 0.525,4.150 1.713,-4.800-1.537,0.366 0.356,0.620 0.344,0.717 0.303,0.715 0.253,0.646 0.200,2.209 0.405,-1.072-0.091,-4.343-0.219,-1.401 0.029,-1.831 0.030,-0.355 0.088,0.090 0.094,0.371 0.090,7.304 0.061,-6.129 0.133,0.395 0.162,-1.316 0.381,0.292 0.309,0.228 0.278,0.167 0.235,1.760-0.187,0.683-0.027,0.745-0.066,0.741-0.091,0.689-0.099,0.609-0.099,0.105 0.069,0.040 0.077,-0.134 0.117,-0.186 0.147,-0.460 0.262,-0.514 0.283,-0.514 0.278,-0.425 0.304,0.217-0.017,0.120 0.024,0.181-0.016,0.206-0.042,0.210-0.054,3.238-1.851,-2.688 1.735,0.015 0.127,-0.981 0.892,0.511-0.166,0.610-0.283,0.617-0.329,0.566-0.329,0.487-0.300,0.397-0.256,1.069-1.289,-1.537 1.621,-0.582 0.508,-0.420 0.342,-1.182 1.127,-0.237 0.247,-0.063 0.112,0.055 0.014,3.389-3.426,-2.324 2.459,0.251-0.170,-0.232 0.407,0.546-0.457,0.542-0.477,0.496-0.453,0.434-0.404,0.358-0.314,0.280-0.228,0.232-0.226,0.164-0.173,0.111-0.125,0.067-0.085,-0.002-0.210,0.180 0.433,0.058 0.034,0.025-0.018,0.003-0.049,-0.013-0.063,-0.198-0.450,0.062 0.075,0.478 0.645,0.230 0.206,0.677 0.681,0.427 0.344,0.382 0.295,0.326 0.241,-2.173-2.210,2.169 2.052,0.082-0.028,0.154 0.029,-0.128-0.216,-0.180-0.249,-0.203-0.255,-0.204-0.241,-0.301-0.279,-0.137-0.143,0.007-0.086,0.038-0.086,0.086-0.060,0.110-0.041,0.122-0.023,8.483 2.827</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725.000 256.000,'0.010'0.000,"0.016"0.000,0.018 0.000,0.018 0.000,0.019 0.000,0.015 0.000,0.014 0.000,-0.018 0.094,0.066 0.157,0.111 0.195,0.222 0.412,0.054 0.147,0.001 0.062,-0.030 0.004,-0.049-0.030,-0.054-0.051,0.517 0.772,0.244 0.399,0.280 0.511,1.047 1.875,0.191 0.281,0.027-0.030,-0.081-0.224,-0.142-0.333,-1.996-3.403,1.295 2.035,0.023-0.078,0.721 0.845,-0.009-0.264,-0.040-0.293,-0.059-0.293,-0.070-0.272,-0.912-1.027,0.714 0.617,-0.145-0.233,-0.173-0.232,-0.180-0.216,-0.172-0.193,-0.157-0.164,-0.237-0.237,-0.147-0.161,0.013-0.049,0.313 0.112,-0.089-0.120,-0.121-0.120,-0.133-0.112,-0.544-0.240,0.384 0.077,-0.016-0.057,0.259-0.099,0.049-0.160,0.058-0.157,0.058-0.141,0.053-0.121,-0.229 0.004,0.258-0.253,0.020-0.114,-0.008-0.084,-0.023-0.057,-0.032-0.036,-0.182 0.091,0.061-0.132,0.398-0.471,0.204-0.248,0.209-0.230,0.196-0.201,0.176-0.169,0.272-0.265,-0.749 0.814,0.002 0.039,0.883-0.784,-0.110 0.214,-0.157 0.245,-0.172 0.247,-1.401 1.212,0.416-0.279,-0.014 0.068,0.984-0.522,-0.146 0.245,-0.185 0.231,-0.194 0.202,-1.091 0.501,0.322-0.068,0.008 0.050,0.823-0.062,-0.054 0.125,-0.094 0.093,-0.115 0.067,-0.114 0.043,-0.104 0.026,-0.045 0.125,-0.005 0.174,0.020 0.186,0.033 0.179,0.098 0.197,0.359 0.394,0.206 0.293,0.165 0.251,0.123 0.202,0.089 0.156,-1.031-0.946,0.479 0.482,0.042 0.064,0.496 0.494,-0.017-0.025,-0.051-0.073,-0.070-0.095,-0.895-0.885,0.768 0.625,-0.161-0.222,-0.194-0.235,-0.200-0.226,-0.190-0.206,-0.169-0.175,-0.917-0.612,0.886 0.494,-0.059-0.110,-0.079-0.110,-0.085-0.102,-0.083-0.088,-0.076-0.074,-0.316-0.085,-0.017-0.019,0.273-0.114,0.097-0.201,0.122-0.222,0.132-0.225,0.127-0.210,0.120-0.187,-0.402 0.239,0.974-1.234,0.237-0.374,0.190-0.240,0.144-0.137,0.105-0.063,-1.113 1.282,0.007-0.009,0.008-0.001,1.145-1.273,-0.186 0.273,-0.256 0.356,-0.277 0.374,-1.515 1.571,0.775-0.757,-0.061 0.110,0.210-0.119,-0.132 0.185,-0.134 0.167,-0.126 0.148,-0.113 0.123,-0.030 0.075,-0.140 0.128,-0.120 0.102,-0.098 0.077,-0.077 0.057,-0.057 0.038,-0.175 0.012,0.314 0.144,0.195 0.147,0.833 0.591,0.385 0.354,0.274 0.282,0.184 0.212,-1.821-1.412,1.547 1.120,0.827 0.496,0.158 0.017,-0.006-0.079,-0.110-0.133,-0.169-0.158,-0.192-0.163,-0.287-0.222,-0.067-0.097,-0.070-0.111,-0.143-0.154,-0.153-0.155,-0.148-0.146,-0.138-0.132,-0.560-0.189,-0.038-0.044,0.440-0.083,-0.027-0.210,-0.013-0.217,-0.004-0.209,0.000-0.189,0.006-0.164,-0.433 0.246,0.708-0.807,0.047-0.298,0.015-0.252,-0.008-0.206,-0.020-0.159,-0.211 0.318,0.116-0.138,0.084-0.065,0.386-0.507,-0.127 0.203,-0.199 0.282,-0.228 0.312,-0.176 0.261,-0.255 0.384,-0.224 0.348,-0.185 0.295,-0.149 0.241,-0.111 0.183,-0.030 0.247,0.032 0.261,0.064 0.256,0.080 0.233,0.080 0.201,0.079 0.164,0.067 0.129,-0.376-0.722,0.721 1.057,0.220 0.214,0.169 0.154,0.121 0.103,0.084 0.063,-0.641-0.829,0.734 0.956,-0.137-0.213,-0.184-0.285,-0.196-0.307,-0.189-0.292,-0.425-0.483,0.343 0.323,0.043-0.059,0.283-0.005,0.042-0.274,0.024-0.289,0.009-0.271,-0.023-0.261,-0.041-0.229,-0.302-0.053,-0.094-0.117,-0.099-0.105,-0.097-0.090,-0.516 0.595,0.464-0.875,0.064-0.318,0.293-0.758,0.111-0.270,0.096-0.157,0.078-0.074,0.060-0.016,0.091 0.039,-0.139 0.393,-0.084 0.261,-0.117 0.297,-0.131 0.302,-0.134 0.288,-0.627 0.848,0.638-0.678,-0.112 0.283,-0.114 0.254,-0.105 0.215,-0.090 0.174,-0.074 0.132,-0.034 0.162,0.020 0.196,0.040 0.199,0.049 0.184,0.053 0.163,0.049 0.138,-0.064-0.374,0.508 0.699,0.234 0.252,0.275 0.314,0.024-0.043,-0.056-0.140,-0.103-0.194,-1.052-1.376,0.591 0.764,-0.030-0.078,0.290 0.290,-0.077-0.148,-0.081-0.135,-0.076-0.119,-0.069-0.099,-0.065-0.092,-0.119-0.143,-0.118-0.137,-0.107-0.119,-0.090-0.102,-0.074-0.080,-0.057-0.061,-0.043-0.044,-0.029-0.029,-0.019-0.020,-0.011-0.010,0.023-0.043,0.071-0.079,0.157-0.164,0.044-0.052,0.009-0.014,-0.013 0.010,-0.025 0.025,-0.031 0.030,-0.166 0.147,0.416-0.638,0.106-0.249,0.046-0.150,0.005-0.079,-0.023-0.026,-0.221 0.432,-0.013-0.002,0.202-0.508,-0.068-0.002,-0.074 0.014,-0.072 0.024,-0.067 0.028,-0.247 0.827,0.138-0.701,-0.033 0.062,-0.026 0.104,-0.015 0.125,-0.011 0.130,-0.146 0.617,0.067-0.301,-0.009 0.012,0.318-2.414</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1215.000 255.000,'0.000'0.008,"0.000"0.011,0.000 0.014,0.000 0.013,0.000 0.011,0.000 0.011,0.000 0.008,0.000 0.006,0.000 0.005,0.000 0.003,0.000 0.002,0.000 0.040,0.000 0.090,0.088 0.199,0.139 0.200,0.160 0.199,0.163 0.186,0.151 0.162,-0.251-0.435,0.025 0.034,0.329 0.514,0.002-0.010,-0.027-0.053,-0.043-0.075,-0.051-0.088,-0.539-0.832,0.332 0.495,0.048 0.044,0.357 0.376,0.301 0.263,0.087 0.025,0.029-0.023,-0.011-0.052,-0.039-0.070,-0.971-1.000,0.647 0.593,0.086 0.014,1.112 0.784,0.108-0.033,-0.001-0.076,-0.066-0.097,-1.372-0.945,0.396 0.219,-0.017-0.049,0.643 0.279,-0.109-0.139,-0.132-0.136,-0.139-0.121,-0.134-0.105,-1.034-0.375,0.887 0.238,-0.039-0.079,0.002-0.078,-0.010-0.079,-0.001-0.073,0.006-0.061,0.009-0.051,-0.100-0.011,0.328-0.066,0.048-0.039,0.024-0.034,0.010-0.029,-0.002-0.024,-0.007-0.017,-1.136 0.247,1.202-0.230,-0.029 0.031,-0.081 0.039,-0.110 0.041,-0.119 0.041,-0.910 0.113,0.277-0.021,0.851-0.034,0.031 0.024,-0.058 0.021,-0.115 0.015,-0.142 0.013,-0.155 0.007,-0.099 0.008,-0.145 0.003,-0.122 0.001,-0.099 0.002,-0.076-0.002,-0.057 0.000,-0.038-0.002,-0.048 0.072,-0.003 0.055,0.024 0.040,0.041 0.027,0.046 0.018,0.049 0.010,-0.317-0.182,0.383 0.228,0.352 0.196,0.094 0.039,0.032-0.004,-0.011-0.029,-0.035-0.041,-0.052-0.053,-0.081-0.070,0.160 0.027,1.412 0.331,0.663 0.033,0.573 0.004,0.474-0.015,-0.701-0.155,-0.307-0.083,0.066-0.027,1.003 0.074,-0.101-0.074,-0.179-0.075,-0.223-0.072,-0.236-0.067,-1.050-0.099,0.127-0.022,1.573 0.003,0.115-0.038,0.007-0.028,-0.066-0.022,-0.112-0.014,-3.094 0.004,1.866-0.008,0.107-0.002,1.860-0.052,-0.081-0.066,-0.231-0.076,-0.314-0.075,-0.347-0.072,-0.813-0.005,-0.132-0.074,0.795-0.337,-0.290-0.147,-0.292-0.120,-0.263-0.092,-2.248 0.918,1.817-0.997,-0.165-0.079,-0.316 0.067,-0.326 0.124,-0.307 0.147,-0.272 0.153,-0.745 0.644,0.172-0.137,0.508-0.367,-0.044 0.065,-0.065 0.060,-0.070 0.053,-0.071 0.044,-0.065 0.036,-0.434 0.316,0.381-0.382,-0.092 0.032,-0.083 0.057,-0.069 0.069,-0.056 0.069,-0.042 0.062,-0.029 0.053,-0.020 0.044,-0.013 0.032,-0.006 0.023,-0.003 0.017,-0.000 0.006,0.034 0.003,0.129 0.006,0.124 0.001,0.125 0.001,0.118-0.002,0.106-0.001,-0.101-0.003,0.032-0.001,0.025-0.001,0.158-0.014,0.170-0.023,0.199-0.028,0.208-0.028,0.167-0.104,0.478-0.169,0.216-0.136,0.162-0.153,0.113-0.153,0.075-0.145,0.044-0.132,-0.810 0.323,0.413-0.193,0.086-0.069,1.037-0.483,-0.154 0.066,-0.262 0.133,-0.312 0.168,-0.323 0.174,-0.810 0.379,-0.068 0.088,0.428 0.051,0.015 0.228,0.041 0.229,0.056 0.215,0.064 0.190,0.298 0.231,0.196 0.189,0.068 0.113,0.042 0.076,0.021 0.045,0.006 0.022,-0.149-0.037,-0.101-0.037,-0.289-0.131,-0.320-0.154,-0.314-0.154,-0.284-0.143,-0.691-0.277,-0.234-0.080,2.874 0.436,1.143 0.040,0.825 0.017,0.560 0.005,0.349-0.005,0.192-0.009,-2.851-0.274,0.019-0.021,1.820 0.089,-0.153-0.059,-0.244-0.058,-0.291-0.055,-0.303-0.048,-3.331-0.108,1.740 0.070,-0.109 0.003,1.174 0.077,-0.441 0.009,-0.471 0.008,-0.458 0.004,-0.418 0.003,-0.842-0.069,-0.081 0.017,0.639 0.186,-0.017 0.067,0.036 0.057,0.063 0.047,0.079 0.036,0.652 0.181,0.459 0.067,0.466 0.037,0.373-0.006,0.288-0.032,0.213-0.048,0.530-0.059,-0.172-0.166,-0.166-0.168,-0.274-0.175,-0.327-0.166,-0.339-0.151,0.087-0.176,-0.123-0.116,-0.347-0.045,-0.386-0.003,-0.379 0.021,-0.345 0.037,-0.297 0.043,-1.364 0.308,2.112-0.231,0.428 0.058,0.234 0.054,0.090 0.049,-0.006 0.041,-0.071 0.034,-1.276 0.036,-0.039 0.008,1.170 0.005,-0.327 0.015,-0.379 0.009,-0.383 0.006,-1.227-0.009,0.520 0.007,-0.150-0.001,0.026-0.011,-0.152-0.024,-0.122-0.026,-0.094-0.029,-0.068-0.025,0.224-0.016,0.343-0.004,0.334 0.012,0.326 0.016,0.294 0.017,0.250 0.018,-1.006 0.031,0.001 0.004,0.817-0.003,-0.099 0.010,-0.142 0.007,-0.160 0.006,-0.161 0.004,-0.255 0.002,-0.020 0.002,-0.048 0.001,0.131 0.000,-0.161 0.002,-0.176-0.001,-0.174-0.001,-0.576-0.001,2.482 0.008</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1193.000 221.000,'0.000'-0.020,"0.000"-0.031,0.000-0.037,0.000-0.038,0.000-0.035,0.000-0.032,0.000-0.027,0.000-0.015,0.000-0.038,0.000-0.164,0.000-0.111,0.000-0.108,0.000-0.096,0.018 0.169,0.031-0.130,0.109-0.744,0.088-0.469,0.083-0.452,0.073-0.409,0.062-0.352,0.078-0.435,0.014-0.021,0.007 0.029,-0.012 0.138,-0.023 0.201,-0.028 0.226,-0.030 0.228,-0.372 2.196,0.286-1.548,0.052-0.091,0.331-1.307,0.002 0.224,-0.044 0.361,-0.069 0.414,-0.106 0.474,-0.033 0.161,0.062-0.153,0.077-0.195,0.096-0.264,0.100-0.287,-0.529 1.710,0.353-1.156,0.036-0.019,0.156-0.387,-0.021 0.154,-0.044 0.202,-0.057 0.218,-0.061 0.216,-0.237 0.718,0.489-0.865,0.120 0.075,0.103 0.090,0.083 0.094,0.065 0.085,-0.118 0.244,-0.116 0.203,-0.145 0.210,-0.154 0.199,-0.145 0.176,-0.130 0.149,-0.109 0.119,-0.287 0.267,0.971-0.595,1.053-0.545,0.482-0.201,0.251-0.070,0.084 0.014,-0.027 0.071,-0.098 0.099,-2.258 1.054,2.164-0.921,-0.057 0.097,-0.111 0.108,-0.137 0.110,-0.146 0.103,-0.844 0.307,0.074 0.000,1.586-0.324,0.676-0.017,0.684-0.010,0.641-0.006,0.566-0.003,0.607-0.016,0.045 0.053,0.052 0.046,-0.082 0.059,-0.165 0.060,-0.207 0.060,-0.221 0.054,-4.510 0.395,4.405-0.371,-0.151 0.035,-0.298 0.052,-0.378 0.059,-0.406 0.060,-0.399 0.057,-2.305 0.131,1.138-0.033,-0.081 0.025,1.090 0.020,-0.314 0.062,-0.345 0.055,-0.339 0.047,-0.307 0.037,-1.076 0.028,0.931 0.398,-0.189 0.226,-0.225 0.175,-0.232 0.128,-0.215 0.090,-0.303-0.058,0.244 0.545,0.026 0.357,0.009 0.331,-0.000 0.295,-0.010 0.249,-0.013 0.204,-0.826-1.677,0.572 1.822,-0.066 0.271,-0.083 0.169,0.317 1.972,-0.031 0.542,0.000 0.467,0.016 0.378,-0.328-1.756,0.318 1.732,-0.064-0.217,-0.102-0.383,-0.117-0.454,-0.666-3.769,0.206 1.495,-0.075-0.121,0.079 1.442,-0.149-0.391,-0.128-0.422,-0.106-0.407,-0.081-0.366,-0.060-0.374,-0.129 0.058,-0.161-0.124,-0.164-0.073,-0.153-0.039,-0.132-0.011,0.268-1.299,-0.516 1.312,-0.172 0.046,-0.148 0.036,-0.121 0.024,-0.094 0.018,0.592-1.358,-0.755 1.068,0.008-0.255,0.087-0.307,0.129-0.316,0.143-0.295,0.997-1.230,-0.366 0.373,-1.121 0.920,-0.433 0.141,-1.139 0.637,-0.116-0.075,0.106-0.172,0.234-0.219,2.512-1.557,-2.238 1.298,0.197-0.132,-0.009-0.041,0.254-0.203,0.231-0.193,0.199-0.168,1.599-0.753,-0.948 0.421,-0.131 0.043,-0.770 0.278,-0.156-0.006,-0.091-0.037,-0.043-0.056,-0.009-0.064,0.763-0.262,-1.941 0.421,-0.279-0.021,-0.088-0.054,0.035-0.070,0.108-0.073,1.779-0.336,-1.329 0.149,0.334-0.103,0.389-0.095,0.394-0.084,0.365-0.069,0.319-0.055,1.308-0.075,-2.340 0.027,-0.520-0.031,-0.283-0.019,-0.113-0.012,-0.002-0.004,2.262 0.002,-1.362-0.061,0.039-0.024,-0.259-0.045,0.215-0.023,0.248-0.016,0.258-0.012,0.247-0.007,1.535 0.160,-0.798-0.128,0.021-0.036,-0.589-0.177,0.082-0.030,0.098-0.006,0.104 0.009,0.099 0.020,-0.156-0.113,0.105-0.064,0.088-0.077,0.072-0.077,0.054-0.072,0.039-0.060,0.201 0.101,0.071 0.024,0.069 0.038,0.066 0.041,0.058 0.045,0.048 0.040,0.040 0.037,-0.522-0.541,-0.503-0.514,-1.450-1.421,-0.333-0.325,-0.051-0.037,0.134 0.151,1.362 1.303,-0.265-0.254,0.115 0.110,-0.830-0.815,0.413 0.365,0.421 0.369,0.392 0.341,0.340 0.295,0.680 0.712,-0.391-0.438,0.155 0.155,0.147 0.156,0.132 0.145,0.112 0.126,0.089 0.103,0.014-0.021,-0.030-0.093,-0.057-0.133,-0.071-0.148,-0.072-0.144,0.226 0.326,-0.469-0.757,-0.036-0.064,0.036 0.062,0.078 0.137,0.100 0.174,0.047 0.201,0.067 0.169,0.108 0.181,0.113 0.152,0.105 0.122,0.093 0.094,0.077 0.069,0.136 0.180,-0.139-0.138,0.005-0.010,0.014-0.029,0.020-0.038,0.023-0.041,0.021-0.041,0.017 0.073,-0.020-0.023,-0.051-0.153,-0.005-0.063,0.006-0.062,0.012-0.055,0.017-0.049,0.011-0.562,-0.000-0.489,-0.004-0.212,-0.010-0.083,-0.014 0.002,-0.015 0.053,-0.059 0.098,-0.051-0.043,-0.000 0.213,0.022 0.257,0.034 0.263,0.037 0.246,0.133 0.757,-0.088-0.684,0.032 0.090,0.027 0.106,0.021 0.106,0.016 0.097,0.012 0.085,0.063-0.338</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719.000 339.000,'0.000'0.000</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721.000 349.000,'0.008'0.000,"0.013"0.000,0.013 0.000,0.014 0.000,0.012 0.000,0.010 0.000,0.008 0.000,0.006 0.000,0.004 0.000,0.002 0.000,0.003 0.000,0.179 0.017,0.277 0.027,0.310 0.028,0.306 0.030,0.276 0.026,-0.335 0.024,0.355 0.086,0.387 0.088,2.194 0.458,0.575 0.169,0.288 0.113,0.079 0.066,-0.351-0.158,0.572 0.050,0.492 0.035,2.346 0.312,1.469 0.132,1.497 0.139,1.418 0.129,-9.750-1.396,11.184 1.347,1.236-0.048,3.520 0.099,0.508-0.226,0.054-0.248,-0.237-0.244,-0.397-0.220,-11.384-0.544,12.672 0.282,-0.452-0.181,-0.996-0.143,-1.244-0.109,-1.286-0.079,-2.134-0.050,-2.297-0.027,-1.618-0.016,-1.672-0.009,-1.600-0.004,-1.449 0.002,-1.257 0.002,-3.054 0.030,2.672-1.115</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517.000 447.000,'0.000'-0.011,"0.000"-0.016,0.000-0.022,0.000-0.020,0.000-0.020,0.000-0.019,-0.037-0.013,-0.057 0.004,-0.068 0.012,-0.066 0.016,-0.065 0.016,-0.055 0.016,-0.033 0.017,-0.083 0.010,-0.106 0.009,-0.067 0.007,-0.050 0.006,-0.037 0.005,-0.160 0.003,0.323 0.001,-0.037 0.000,-0.534 0.091,-0.109 0.139,-0.080 0.161,-0.057 0.161,-0.039 0.152,-0.141 0.265,-0.211 0.306,-0.128 0.223,-0.103 0.181,-0.081 0.138,-0.060 0.101,-0.016 0.138,0.120-0.002,0.009 0.108,0.029 0.083,0.040 0.060,0.046 0.042,0.046 0.027,1.047-1.299,-0.672 0.973,-0.026 0.105,-0.651 1.097,0.087 0.043,0.133-0.043,0.157-0.095,0.158-0.122,0.147-0.129,0.293-0.446,0.189-0.259,0.190-0.272,0.178-0.266,0.158-0.243,0.373-1.073,-0.231 1.057,-0.005 0.300,-0.206 1.505,-0.020 0.349,-0.015 0.161,-0.012 0.026,-0.007-0.066,0.196-1.224,0.001 0.018,-0.218 1.414,0.062-0.297,0.079-0.406,0.085-0.450,0.083-0.447,0.074-0.413,0.068-0.229,0.090-0.411,0.077-0.328,0.062-0.250,0.047-0.178,0.034-0.122,0.115-0.027,0.278 0.209,0.666 0.546,0.248 0.159,0.109 0.047,0.008-0.028,-1.244-1.004,1.382 1.055,0.294 0.118,0.507 0.196,0.361 0.066,0.326 0.035,0.283 0.016,0.234 0.000,0.637 0.091,-0.020-0.159,-0.031-0.143,-0.148-0.170,-0.215-0.177,-0.245-0.169,-1.409-0.437,0.051-0.048,1.936 0.217,0.662-0.091,0.696-0.076,0.672-0.064,0.610-0.048,-2.509-0.200,0.051-0.028,3.596 0.105,-0.372-0.083,-0.596-0.075,-0.678-0.060,-0.672-0.049,-4.545-0.066,8.318 0.025,1.443-0.025,0.222-0.016,-0.546-0.009,-0.974-0.006,-1.156 0.000,-6.892 0.008,6.466-0.197,-0.305-0.111,-0.545-0.074,-0.659-0.041,-0.683-0.020,-0.647-0.004,1.091-0.551,1.995-0.569,6.287-1.589,0.966-0.514,-0.233-0.221,-0.983-0.014,-1.390 0.116,-3.676 0.892,0.194-0.370,-1.648 0.238,-1.528 0.240,-1.346 0.225,-1.134 0.199,-3.059 1.884,2.019-2.133,-0.878 0.007,-0.643-0.035,-0.505 0.001,-0.382 0.022,-0.273 0.034,-0.184 0.041,-0.172-0.016,-0.151-0.051,-0.127-0.071,-0.103-0.079,-0.080-0.079,-0.059-0.073,0.064 0.797,-0.578-1.138,-0.226-0.246,-1.029-1.601,-0.340 0.015,-0.236 0.197,-0.154 0.287,1.130 1.824,-0.114 0.120,-0.905-0.605,-0.119 0.274,-0.061 0.282,-0.018 0.272,0.009 0.245,-0.552 0.139,-0.780-0.056,-2.768-0.718,-0.562 0.172,-0.169 0.248,0.083 0.273,0.234 0.265,0.401 0.269,-0.845 0.061,0.057 0.248,0.148 0.245,0.188 0.219,2.926 0.370,-0.076 0.047,-1.564-0.059,0.416 0.072,0.578 0.064,0.651 0.054,0.655 0.043,0.618 0.033,0.484 0.091,-3.183-0.030,-0.672 0.033,-0.109 0.029,0.277 0.024,0.517 0.022,-0.061 0.017,-0.594 0.034,-0.348 0.048,-1.990 0.134,0.310 0.139,0.574 0.137,0.699 0.127,4.807-0.351,-2.005 0.227,0.206 0.051,-1.249 0.243,0.680-0.004,0.729-0.042,0.712-0.062,0.651-0.072,0.947-0.186,0.054-0.018,-0.854 0.127,0.395-0.077,0.449-0.083,0.448-0.079,0.412-0.071,-0.646-0.025</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305.000 880.000,'0.000'0.006,"0.000"0.009,0.000 0.011,0.000 0.010,0.000 0.009,0.000 0.008,0.000 0.007,0.000 0.005,0.000 0.003,0.000 0.002,0.000 0.003,0.000 0.000,0.000 0.000,0.000 0.001,0.000 0.008,0.000 0.057,0.044 0.257,0.070 0.214,0.079 0.211,0.082 0.191,0.075 0.166,-0.007-0.082,0.115 0.358,0.032 0.120,0.010 0.073,-0.003 0.041,-0.013 0.014,-0.018-0.003,-0.250-0.932,0.400 1.269,0.090 0.152,0.067 0.078,0.049 0.023,0.033-0.012,0.020-0.038,-0.484-1.264,0.663 1.466,0.056-0.045,0.017-0.126,-0.008-0.169,-0.026-0.187,-0.034-0.183,-0.056-0.197,-0.125-0.277,-0.134-0.269,-0.132-0.246,-0.121-0.211,-0.103-0.175,-0.086-0.138,-0.068-0.105,-0.045-0.075,-0.032-0.052,-0.018-0.032,-0.008-0.017,-0.001-0.006,0.002 0.001,0.007 0.007,0.006 0.009,0.008 0.009,0.006 0.009,0.007 0.008,-0.019-0.039,0.403-0.342,0.412-0.391,0.448-0.422,0.442-0.415,0.410-0.385,0.362-0.340,-0.801 0.706,1.515-1.396,-0.111 0.101,-0.298 0.282,-0.391 0.373,-0.418 0.402,-0.404 0.389,-1.378 1.210,1.690-1.321,0.308-0.156,-0.042 0.084,-0.155 0.145,-0.210 0.168,-0.224 0.171,-1.101 0.773,0.841-0.605,-0.205 0.146,-0.197 0.150,-0.175 0.137,-0.148 0.118,-0.135 0.134,-0.100 0.120,-0.078 0.107,-0.056 0.092,-0.041 0.074,-0.025 0.056,-0.016 0.041,-0.008 0.029,-0.001 0.018,0.001 0.010,0.005 0.004,0.003 0.002,0.006-0.003,0.004-0.002,0.005-0.005,0.003-0.003,0.002-0.004,-0.026 0.099,0.482 0.672,0.252 0.348,0.081 0.089,0.128 0.131,0.098 0.079,0.072 0.040,0.049 0.012,-0.302-0.361,0.027-0.003,0.563 0.578,-0.104-0.154,-0.155-0.195,-0.175-0.204,-0.184-0.225,-0.204-0.248,-0.186-0.228,-0.160-0.197,-0.130-0.160,-0.102-0.127,-0.074-0.093,-0.051-0.065,-0.035-0.043,-0.019-0.025,-0.010-0.013,-0.002-0.004,0.003 0.004,0.005 0.004,0.005 0.009,0.007 0.006,0.007 0.009,0.004 0.005,-0.122 0.057,0.368-0.234,0.310-0.200,0.318-0.250,0.215-0.206,0.153-0.176,0.105-0.144,-0.417 0.306,0.060-0.082,0.524-0.484,0.047-0.041,0.011 0.009,-0.016 0.040,-0.031 0.060,-0.656 0.571,-0.020 0.041,0.697-0.509,-0.177 0.162,-0.203 0.164,-0.203 0.151,-0.187 0.129,-0.366 0.306,0.297-0.153,0.106-0.010,0.325-0.125,-0.054 0.073,-0.122 0.094,-0.155 0.099,-0.164 0.096,-0.156 0.085,-0.141 0.072,-0.120 0.060,-0.097 0.047,-0.075 0.033,-0.044 0.023,0.007 0.013,0.051 0.036,0.012 0.040,0.007 0.039,0.007 0.036,-0.028 0.007,0.029 0.043,0.106 0.162,0.099 0.181,0.103 0.191,0.098 0.188,0.089 0.168,0.159 0.198,0.143 0.130,0.139 0.100,0.125 0.075,0.108 0.053,0.086 0.033,-0.493-0.584,0.911 0.917,0.024-0.031,-0.117-0.166,-0.197-0.240,-0.234-0.271,-0.240-0.268,-0.709-0.653,3.516 1.929</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444.000 889.000,'0.000'0.003,"0.000"0.942,0.000 1.323,0.000 0.248,0.000 0.262,0.000 0.064,0.000-0.070,0.000-0.152,0.000-0.535,0.023 0.258,0.036-0.209,0.043-0.212,0.043-0.204,0.042-0.181,0.037-0.155,1.036 2.753</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465.000 874.000,'0.000'0.006,"0.000"0.009,0.000 0.011,0.000 0.011,0.000 0.010,0.000 0.008,0.000 0.007,0.000 0.006,0.000 0.004,0.000 0.004,0.000 0.001,0.000 0.001,0.000 0.001,0.017 0.084,0.027 0.120,0.028 0.135,0.030 0.133,0.026 0.120,0.031 0.004,0.057 0.060,0.061 0.047,0.062 0.036,0.055 0.026,0.048 0.018,0.041 0.011,-0.369-0.672,0.962 1.501,0.297 0.328,0.165 0.117,0.070-0.025,0.007-0.109,-0.033-0.152,0.037-0.228,0.605 0.407,0.103-0.031,-0.060-0.138,-0.165-0.201,-0.221-0.230,-0.248-0.235,-0.154-0.163,-0.178-0.171,-0.136-0.132,-0.100-0.097,-0.070-0.069,-0.044-0.044,-0.027-0.026,-0.713-0.396,1.817 0.569,0.891 0.063,0.787 0.021,0.663-0.007,0.530-0.025,0.408-0.033,-0.872-0.202,2.095 0.034,0.065-0.180,-0.162-0.187,-0.286-0.169,-0.333-0.148,-0.334-0.119,-0.803-0.044,-0.274-0.049,-0.236-0.035,-0.191-0.021,-0.151-0.012,-3.051 0.345,3.567-0.578,0.072-0.148,-0.106-0.106,-0.207-0.073,-0.257-0.046,-0.267-0.025,-2.224 0.641,1.729-0.669,-0.087-0.059,-0.090-0.030,-0.085-0.008,-0.078 0.007,-0.066 0.017,-2.108 0.917,1.369-0.662,-0.049-0.009,0.725-0.434,-0.269 0.063,-0.303 0.091,-0.303 0.102,-0.275 0.101,-0.239 0.092,-0.195 0.079,-0.155 0.065,-0.114 0.051,-0.082 0.037,-0.055 0.027,-0.210 0.005,0.442-1.298,0.013-0.465,-0.050-0.233,-0.083-0.070,-0.096 0.035,-0.319 1.161,0.101-1.097,-0.089-0.151,-0.082-0.125,-0.070-0.101,-0.058-0.079,-0.047-0.057,-0.063 2.476,-0.131-2.810,-0.166 0.072,-0.149 0.179,-0.124 0.234,-0.100 0.251,-0.076 0.238,-0.016 0.332,-0.019 0.244,-0.005 0.224,0.005 0.193,0.011 0.161,0.013 0.126,0.579 0.947,-1.371-1.622,-0.651-0.516,-0.273-0.104,-0.093 0.066,0.026 0.163,0.095 0.208,1.085 0.931,-0.889-0.654,-0.076 0.056,-0.069 0.072,-0.061 0.079,-0.049 0.076,0.011 0.109,0.099 0.149,0.131 0.153,0.143 0.146,0.140 0.131,0.128 0.112,0.112 0.092,1.003 0.364,-1.326-0.350,-0.328-0.005,-0.325-0.009,-0.301-0.008,-0.265-0.011,-0.223-0.008,2.761 0.507,-3.189-0.485,0.065 0.055,0.263 0.064,0.373 0.066,0.414 0.062,0.410 0.053,0.032 0.123,-0.500 0.028,-2.230-0.020,-0.356 0.052,-0.028 0.043,0.179 0.034,0.296 0.026,1.217 0.017,-0.797 0.052,0.232 0.075,0.269 0.081,0.274 0.079,0.255 0.074,0.226 0.062,0.189 0.052,0.176 0.034,0.345-0.014,0.345-0.032,0.317-0.039,0.274-0.042,1.367-0.295,-1.412 0.531,0.115 0.076,0.034 0.078,0.072 0.042,0.092 0.017,0.099-0.004,0.214-0.123,0.010-0.020,-0.227 0.121,-0.013-0.007,-0.012-0.005,-0.012-0.001,-0.011 0.001,0.264-0.144,0.053-0.015,-0.076 0.080,0.116-0.028,0.120-0.030,0.115-0.029,0.106-0.027,0.091-0.023,-0.081 0.397,0.029 0.226,0.037 0.157,0.039 0.100,0.037 0.058,0.323-0.901,-0.320 1.314,0.019 0.220,0.038 0.114,0.047 0.038,0.048-0.011,0.045-0.042,0.127-0.759,0.025-0.029,0.029 0.772,0.150-0.107,0.151-0.129,0.138-0.128,0.120-0.119,0.096-0.101,0.074-0.083,0.055-0.063,0.037-0.046,0.024-0.032,-0.244-0.631,0.088 0.013,0.537 0.512,0.179 0.060,0.132 0.048,0.096 0.038,0.062 0.028,0.039 0.020,-1.251-1.175,1.573 1.378,0.063-0.008,-0.022-0.070,-0.071-0.102,-0.100-0.116,-0.109-0.117,-1.347-1.035,1.499 1.000,0.200-0.010,0.207-0.006,0.198-0.003,0.177-0.001,0.151 0.000,0.123 0.002,0.096 0.002,0.430 0.058,-1.291-0.527,0.069-0.012,1.581 0.428,0.150-0.058,0.080-0.068,0.028-0.073,-0.005-0.068,-0.030-0.063,0.307-0.004,-0.175-0.101,-0.203-0.097,-0.202-0.087,-0.185-0.072,-0.160-0.059,0.027-0.088,0.137-0.047,0.000-0.042,-0.087-0.035,-0.137-0.027,-0.162-0.023,-0.166-0.016,-0.354-0.027,-0.275-0.021,-0.279-0.021,-0.267-0.020,-0.239-0.018,-0.207-0.014,2.871-0.025,1.627-0.031,0.809-0.031,0.232-0.030,-0.149-0.024,-0.376-0.020,-1.412-0.021,0.686-0.063,-0.306-0.011,-0.399 0.006,-0.431 0.017,-0.428 0.026,-0.396 0.026,-0.662 0.041,0.580-0.012,0.211-0.011,0.291-0.020,0.325-0.026,0.325-0.027,0.306-0.027,1.063-0.119,-0.125-0.090,-0.285-0.091,-0.356-0.082,-0.367-0.069,-0.340-0.056,-1.507 0.170,0.598-0.223,-0.563 0.018,-0.550 0.042,-0.495 0.055,-0.418 0.056,-0.623 0.208,0.083-0.046,-0.270 0.098,-0.229 0.091,-0.181 0.079,-0.137 0.063,-0.115 0.052,-0.062 0.032,-0.043 0.024,-0.026 0.016,-0.013 0.010,-0.005 0.006,0.283 0.003,0.432 0.087,0.399 0.129,0.361 0.145,0.308 0.142,0.249 0.127,-1.305-0.383,1.359 0.464,0.260 0.073,0.836 0.249,0.127 0.014,0.016-0.019,-0.050-0.038,-1.584-0.493,-0.031-0.040,1.101 0.196,-0.145-0.128,-0.174-0.122,-0.183-0.109,-0.173-0.093,-0.174-0.088,-0.162-0.079,-0.142-0.066,-0.120-0.054,-0.096-0.042,-0.074-0.031,0.290-0.084,0.451-0.048,0.385-0.004,0.356 0.020,0.310 0.033,0.256 0.038,0.421 0.042,0.516 0.031,0.162 0.031,0.022 0.027,-0.065 0.019,-0.114 0.016,-2.757 0.013,2.170 0.001,-0.474 0.007,-0.538 0.003,-0.540 0.002,-0.501 0.000,-0.439 0.001,-1.074-0.007,0.649 0.003,-0.006 0.000,0.334 0.001,-0.017-0.002,-0.027 0.000,-0.031-0.001,-0.031-0.001,0.245 0.014,0.133 0.022,0.153 0.025,0.153 0.024,0.137 0.021,0.117 0.019,-0.896-0.058,0.943 0.041,0.094-0.011,0.044-0.015,0.009-0.016,-0.013-0.015,-0.028-0.013,0.155-0.010,-0.029-0.011,-0.032-0.009,-0.028-0.005,-0.027-0.005,0.021-0.001,-0.120-0.023,-0.042-0.035,-0.089-0.040,-0.116-0.043,-0.124-0.039,-0.124-0.038,-1.306 0.166,1.128-0.275,0.271-0.167,1.108-0.508,0.292-0.265,0.165-0.211,0.073-0.158,0.006-0.116,0.002-0.142,-0.237-0.019,-0.279 0.012,-0.288 0.032,-0.269 0.043,-0.240 0.046,-0.203 0.046,-1.512 1.364,1.703-2.206,-0.057-0.332,-0.157-0.097,-0.205 0.056,-0.221 0.151,-0.214 0.196,-0.211 0.202,-0.158 0.142,-0.161 0.203,-0.154 0.227,-0.137 0.228,-0.119 0.213,-0.199 0.759,-0.315-1.553,-0.435-0.349,-0.393-0.154,-0.335-0.019,-0.276 0.069,-0.214 0.120,0.092 0.483,-0.948-0.480,-0.440 0.105,-0.366 0.147,-0.293 0.161,-0.225 0.160,-0.164 0.148,-1.380-0.099,-0.471 0.102,0.029 0.175,0.341 0.206,0.508 0.208,-0.008 0.109,-0.270 0.147,-0.589 0.139,-0.643 0.145,-0.635 0.140,-0.586 0.127,-0.513 0.110,6.663 0.233,-8.369 0.097,-0.252 0.235,0.228 0.180,0.510 0.127,0.647 0.087,0.682 0.053,-0.120 0.348,0.632 0.207,0.877 0.117,0.953 0.052,0.922 0.009,0.825-0.019,0.875-0.134,0.525-0.003,0.607-0.058,0.525-0.057,0.433-0.050,0.340-0.043,0.464-0.450,-0.176 0.569,0.159-0.004,0.123-0.038,0.088-0.057,0.062-0.061,0.038-0.203,-0.120 0.428,-0.070 0.107,-0.068 0.075,-0.061 0.049,-0.052 0.030,-0.042 0.013,0.057-0.101,0.052-0.080,0.069-0.123,0.075-0.142,0.072-0.143,-0.135 1.554</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1208.000 655.000,'-0.310'0.150,"-0.496"0.239,-0.588 0.284,-0.610 0.294,-0.588 0.284,-0.533 0.258,-0.747 0.895,-0.176 0.913,-0.015 0.955,0.086 0.906,0.145 0.804,0.169 0.677,0.677-0.554,0.404-0.161,0.435-0.316,0.427-0.400,0.393-0.431,0.346-0.422,0.790-3.431,0.003 2.998,0.473 0.568,0.908 2.133,0.697 0.326,0.574 0.045,0.454-0.144,0.345-0.264,-1.768-3.798,2.062 2.552,1.405 0.658,0.112-0.878,-0.154-0.942,-0.315-0.910,-0.392-0.827,-0.415-0.708,0.039-1.050,-0.049-1.280,0.057-1.243,0.118-1.115,0.146-0.945,0.151-0.759,-0.571 0.267,-0.320 0.088,-0.393 0.249,-0.417 0.337,-0.401 0.370,-0.365 0.369,-1.405 2.286,1.468-3.028,0.200-0.685,0.415-1.263,-0.100-0.141,-0.207 0.129,-0.267 0.298,-0.287 0.392,-0.284 0.431,-1.054 3.584,0.676-3.684,-0.492 0.384,-0.473 0.387,-0.422 0.359,-0.356 0.314,0.116 1.177,-0.156 0.099,-0.666-0.618,-0.308 0.088,-0.259 0.066,-0.210 0.045,-0.164 0.031,-0.122 0.019,2.029 1.819,-2.357-1.812,0.095 0.270,0.228 0.327,0.292 0.338,0.311 0.318,0.296 0.282,-2.187 0.199</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1192.000 711.000,'0.014'0.101,"0.020"0.067,0.023 0.038,0.022 0.020,0.021 0.004,0.016-0.003,0.015-0.008,0.009-0.011,0.008-0.012,0.005-0.011,0.003-0.008,0.002-0.008,0.000-0.006,0.480-0.012,0.485 0.047,1.529 0.176,0.676 0.036,0.427 0.004,0.240-0.013,0.102-0.024,-1.781-0.175,-0.058-0.017,1.029 0.058,-0.328-0.045,-0.375-0.043,-0.384-0.038,-0.362-0.033,-0.328-0.027,-0.873-0.036,0.618 0.005,4.869-0.114</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1062.000 585.000,'-0.036'0.235,"-0.062"0.401,-0.460 1.558,-0.533 1.244,-0.564 1.142,-0.540 0.987,-0.482 0.810,0.811-2.194,-2.208 4.702,-0.483 1.194,-0.207 0.798,-0.017 0.484,0.102 0.249,0.171 0.083,0.759-1.423,0.401-0.435,0.429-0.502,0.417-0.517,0.385-0.490,0.337-0.443,0.346-0.260,0.492-0.995,0.469-1.028,0.419-0.977,0.355-0.871,0.291-0.739,0.226-0.600,0.126-0.700,0.585 0.070,0.318-0.231,0.245-0.189,0.182-0.148,0.128-0.112,0.529 0.107,0.144-0.082,0.318-0.030,0.281-0.048,0.239-0.056,0.198-0.059,0.156-0.056,0.568-0.010,-0.248-0.171,-0.357-0.178,-0.392-0.166,-0.381-0.147,-0.344-0.121,0.339-0.362,-0.027-0.227,-0.246-0.126,-0.362-0.053,-0.404-0.003,-0.394 0.028,-1.641 0.524,1.640-0.808,-0.207-0.017,-0.131-0.002,-0.180 0.058,-0.201 0.096,-0.203 0.114,-0.862 0.541,0.879-0.635,-0.136 0.044,-0.150 0.072,-0.145 0.087,-0.132 0.085,-0.113 0.081,-0.093 0.070,-0.071 0.058,-0.054 0.046,-0.037 0.035,-0.026 0.026,-0.014 0.016,0.269-0.315</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1130.000 662.000,'-0.029'0.047,"-1.002"1.977,-0.477 1.330,-0.007 0.243,-0.109 0.479,-0.042 0.322,0.004 0.197,0.034 0.103,0.174-0.440,-0.467 1.543,0.101-0.105,0.176-0.328,0.210-0.442,0.213-0.477,0.418-1.178,0.154 1.029,0.511-0.079,0.513-0.050,0.470-0.029,0.404-0.012,-0.755-2.615,1.167 2.543,0.186-0.308,0.094-0.403,0.034-0.421,-0.008-0.397,-0.031-0.347,-0.187-0.507,0.105-0.204,0.136-0.167,0.147-0.129,0.143-0.095,0.132-0.070,0.320-0.018,-0.099-0.174,-0.165-0.177,-0.191-0.163,-0.189-0.141,-0.173-0.116,-0.148-0.088,3.388-0.297</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1290.000 630.000,'0.221'0.515,"0.346"0.808,0.400 0.935,0.407 0.947,0.379 0.886,0.335 0.781,-0.049-0.130,1.223 2.812,0.238 0.519,0.049 0.088,-0.067-0.184,-0.134-0.333,-1.549-3.424,0.800 2.353,-0.267-0.083,-0.295-0.141,-0.294-0.169,-0.275-0.177,-0.245-0.172,-0.616-2.152,-0.207 2.180,-0.597-0.460,-0.545-0.545,-0.471-0.558,-0.388-0.526,0.567-1.717,-0.057-0.203,-0.784 0.676,0.091-0.518,0.177-0.454,0.219-0.381,0.230-0.306,0.221-0.234,0.212-0.140,0.116-0.084,0.083-0.073,0.056-0.058,0.036-0.047,0.020-0.034,0.016-0.031,0.036-0.037,0.037-0.033,0.035-0.027,0.032-0.023,0.026-0.019,-0.456-0.086</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1420.000 590.000,'0.000'0.003,"0.047"0.532,0.367 4.170,0.176 2.057,0.091 1.101,0.030 0.414,-0.011-0.050,-0.036-0.338,0.277 1.764,0.181 1.082,0.091 0.403,0.029-0.062,-0.015-0.354,-0.040-0.516,-0.122-1.134,-0.110-0.998,-0.119-1.033,-0.115-0.982,-0.106-0.880,-0.090-0.754,-0.077-0.620,-0.266-2.292,1.732 11.528</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1374.000 683.000,'0.003'0.009,"0.329"0.875,0.399 1.028,0.415 1.055,0.390 0.980,0.339 0.851,0.279 0.696,0.220 0.542,0.067 0.071,0.173 0.285,0.152 0.213,0.126 0.152,0.101 0.102,0.077 0.061,-1.193-2.821,0.183 0.208,1.586 2.829,0.102-0.202,-0.063-0.479,-0.171-0.631,-0.227-0.686,-0.193-0.577,-0.461-1.081,-0.331-0.946,-0.305-0.913,-0.268-0.831,-0.224-0.718,-0.033-0.836,-0.209-0.667,-0.166-0.497,-0.122-0.352,-0.088-0.232,-0.056-0.138,-0.035-0.072,-0.018-0.022,-0.005 0.008,0.002 0.026,0.006 0.034,0.009 0.036,-0.569 2.030,2.542-5.136,1.121-1.806,0.762-1.161,0.167-0.081,-0.146 0.458,-0.341 0.785,-0.451 0.952,-0.495 1.002,5.823-8.750</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475.000 571.000,'0.000'0.018,"0.000"0.027,0.000 0.032,0.000 0.033,0.000 0.032,0.000 0.028,0.000 0.023,0.000 0.019,0.016 0.299,0.024 0.185,0.029 0.107,0.028 0.052,0.025 0.012,-0.092-0.691,0.075 0.234,0.475 0.960,0.269 0.271,0.216 0.179,0.166 0.110,0.121 0.056,0.084 0.019,0.054-0.010,-0.463-0.737,0.972 0.851,0.088-0.174,-0.018-0.251,-0.086-0.278,-0.121-0.277,-0.135-0.253,-0.132-0.218,-0.121-0.181,-0.104-0.142,0.027-0.181,0.015-0.203,0.047-0.191,0.058-0.167,0.063-0.140,0.061-0.108,-0.197 0.029,-0.002-0.038,-0.007-0.024,-0.012-0.016,-0.014-0.007,-0.013-0.003,-1.072 0.545,1.921-1.000,0.430-0.167,0.243-0.035,0.104 0.052,0.006 0.106,-0.057 0.134,-0.095 0.141,-0.258 0.183,-0.168 0.144,-0.173 0.136,-0.164 0.120,-0.148 0.102,-0.129 0.086,-0.465 0.096,0.054 0.063,0.618 0.085,0.028 0.053,-0.014 0.025,-0.040 0.006,-0.055-0.007,-0.302 0.011,0.359 0.061,-0.026 0.003,-0.052-0.016,-0.063-0.023,-0.068-0.029,-0.065-0.030,-1.382-0.105,1.831 0.065,0.103-0.054,0.035-0.051,-0.008-0.044,-0.034-0.036,-0.046-0.029,-0.287 0.010,0.015 0.005,0.036 0.010,0.045 0.014,0.049 0.015,0.047 0.013,0.607 0.025,0.400 0.037,0.423 0.037,0.396 0.032,0.345 0.029,0.284 0.022,-0.910-0.032,0.819 0.020,-0.046 0.008,-0.211 0.008,-0.306 0.007,-0.350 0.007,-0.356 0.006,0.344-0.001,0.020-0.045,0.131-0.054,0.189-0.054,0.208-0.050,-1.009-0.048,0.513-0.077,-0.329-0.025,-0.431-0.002,-0.467 0.012,-0.460 0.023,-0.422 0.025,0.676-0.199</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643.000 511.000,'0.000'0.012,"0.000"0.020,0.000 0.022,0.000 0.022,0.000 0.021,0.000 0.019,0.012 0.163,0.020 0.243,0.022 0.277,0.022 0.278,0.021 0.258,0.019 0.226,-0.069-0.872,0.070 1.837,-0.005 0.712,-0.016 0.380,-0.016 0.204,-0.017 0.078,-0.016-0.007,-0.019-0.990,-0.005 0.294,-0.007-0.245,-0.007-0.267,-0.005-0.264,-0.002-0.245,-0.004-0.217,-0.001-0.022,-0.023 4.187</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625.000 524.000,'0.045'0.000,"0.068"0.000,0.079 0.000,0.078 0.000,0.072 0.000,0.062 0.000,0.051 0.000,0.039 0.000,0.030 0.000,0.047 0.000,0.004 0.000,0.203 0.014,0.439 0.021,0.517 0.025,0.534 0.026,0.506 0.026,-2.172-0.089,3.300 0.111,0.212-0.007,-0.104-0.015,-0.287-0.017,-0.377-0.020,-0.401-0.019,-1.353-0.029,0.002-0.004,1.463 0.001,0.929-0.008,1.084-0.007,1.119-0.004,1.074-0.004,-0.464-0.002,2.817-0.003,-0.472-0.001,-0.878 0.000,-1.043 0.000,-1.052 0.001,-0.961 0.001,-0.176 0.000,-0.411 0.001,-0.582 0.001,-0.632 0.000,-0.612 0.000,-0.189 0.001,0.281 0.000,0.531 0.000,-0.136 0.000,-0.282 0.000,-0.364 0.000,-0.395 0.000,3.191 0.001</inkml:trace>
</inkml:ink>
</file>

<file path=ppt/ink/ink4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899.000 437.000,'0.000'0.044,"0.000"0.069,0.000 0.080,0.000 0.083,0.000 0.078,0.000 0.070,0.000 0.059,0.000 0.048,-0.707 1.315,-0.865 1.751,-0.546 1.024,-0.371 0.658,-0.229 0.373,-0.123 0.159,0.326-0.621,-0.031 0.182,-0.835 1.948,0.206-0.296,0.277-0.492,0.300-0.569,0.284-0.569,1.426-3.330,-1.534 3.402,-0.173 0.186,-0.100-0.006,-0.048-0.127,-0.008-0.199,0.017-0.230,0.031-0.236,0.025-0.154,0.295-0.569,0.334-0.589,0.330-0.559,0.304-0.492,0.263-0.414,0.935-1.691,-0.732 1.194,0.177-0.394,0.164-0.342,0.144-0.279,0.119-0.221,0.093-0.166,0.071-0.117,0.051-0.078,0.034-0.048,0.021-0.025,-0.015 0.035,-0.155-0.065,-0.057-0.042,-0.028-0.045,-0.003-0.046,0.010-0.042,0.020-0.036,0.023-0.030,-0.626-1.381</inkml:trace>
</inkml:ink>
</file>

<file path=ppt/ink/ink4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831.000 495.000,'0.179'0.954,"0.110"0.768,0.141 1.355,0.013 0.766,-0.030 0.550,-0.053 0.372,-0.064 0.229,-0.247-4.061,0.040 4.014,-0.147-0.010,-0.125-0.200,-0.104-0.303,-0.083-0.350,-0.061-0.352,0.080-0.761,0.014-0.032,-0.060 0.641,0.059-0.403,0.063-0.475,0.061-0.479,0.056-0.446,0.099-0.457,0.113-0.345,0.117-0.294,0.111-0.237,0.101-0.185,0.084-0.138,0.014-0.133,0.227-0.139,0.128-0.113,0.105-0.091,0.086-0.069,0.064-0.051,0.049-0.035,-0.883 0.395,1.396-0.620,0.301-0.134,0.213-0.098,0.138-0.066,0.080-0.040,0.038-0.021,-1.919 0.864,2.071-1.016,0.029-0.082,-0.046-0.043,-0.091-0.014,-0.115 0.006,-0.122 0.019,-1.772 1.077,1.702-1.171,-0.131-0.020,-0.166 0.020,-0.178 0.044,-0.173 0.058,-0.159 0.061,-0.137 0.061,2.403-3.167</inkml:trace>
</inkml:ink>
</file>

<file path=ppt/ink/ink4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461.000 878.000,'0.071'0.059,"0.107"0.090,0.124 0.102,0.122 0.103,0.111 0.091,0.095 0.081,0.079 0.064,0.172 0.181,0.335 0.309,0.314 0.278,0.297 0.258,0.264 0.223,0.221 0.185,-0.861-0.792,1.198 0.844,0.192-0.036,0.102-0.120,0.037-0.162,-0.010-0.183,-0.039-0.181,0.301-0.106,0.110-0.195,0.045-0.205,0.001-0.197,-0.028-0.175,-0.045-0.152,-0.052-0.124,-1.324-0.130,1.479-0.075,0.016-0.163,-0.006-0.155,-0.024-0.139,-0.030-0.116,-0.714 0.011,0.454-0.247,-0.075-0.143,-0.128-0.121,-0.153-0.100,-0.162-0.078,-0.155-0.060,-1.431 0.725,1.422-0.924,-0.219 0.026,-0.217 0.069,-0.200 0.089,-0.172 0.095,-0.531 0.425,0.070 0.016,0.778-0.277,0.170 0.138,0.130 0.156,0.092 0.158,0.065 0.145,-0.122 0.131,-0.075 0.097,-0.101 0.077,-0.108 0.059,-0.105 0.043,-0.097 0.029,-0.732 0.006,0.958 0.148,0.180 0.201,0.192 0.218,0.184 0.213,0.163 0.190,0.136 0.162,-0.664-0.236,0.978 0.372,0.180-0.007,0.145-0.045,0.116-0.063,0.084-0.071,-2.325-0.704,2.113 0.403,0.055-0.171,-0.015-0.176,-0.059-0.168,-0.081-0.152,-0.093-0.130,-2.613-0.003,3.286-0.367,-0.031-0.236,-0.224-0.163,-0.324-0.104,-0.359-0.061,-0.350-0.029,-2.192 0.786,2.274-0.913,0.175-0.002,0.196 0.062,0.193 0.097,0.174 0.112,0.148 0.110,-0.846 0.347,0.657 0.188,0.044 0.254,0.009 0.228,-0.018 0.197,-0.031 0.164,-0.035 0.132,-0.271 0.046,-0.308 0.004,-0.309-0.023,-0.287-0.037,-0.253-0.044,0.759 0.079,0.711-0.006,0.706-0.030,0.643-0.042,0.549-0.046,0.446-0.044,-2.283-0.309,0.443-0.029,4.019 0.052,0.505-0.214,0.068-0.224,-0.212-0.215,-0.372-0.189,-0.442-0.160,-1.100-0.014,-0.696-0.003,-0.699 0.033,-0.655 0.052,-0.581 0.062,-0.493 0.065,-0.370 0.091,-0.425 0.125,-0.356 0.125,-0.284 0.118,-0.218 0.104,0.081 0.131,0.195 0.128,0.285 0.119,0.315 0.102,0.312 0.084,0.285 0.068,0.247 0.051,-0.491-0.196,1.117 0.110,-0.008-0.100,-0.164-0.112,-0.251-0.111,-0.283-0.099,-0.272-0.166,2.011-0.058,0.709-0.036,0.508 0.011,0.337 0.037,0.206 0.050,-4.234-0.056,4.336 0.289,-0.239 0.104,-0.531 0.055,-0.673 0.020,-0.708-0.004,-0.675-0.019,-0.032 0.064,-0.347-0.035,-0.346-0.069,-0.317-0.084,-0.268-0.087,-0.218-0.079,-0.382-0.078,-0.126-0.045,-0.234-0.040,-0.226-0.031,-0.206-0.022,-0.174-0.014,-0.502-0.003,0.401-0.018,-0.033-0.021,-0.061-0.020,-0.072-0.022,-0.078-0.018,-0.074-0.017,1.795-0.562</inkml:trace>
</inkml:ink>
</file>

<file path=ppt/ink/ink4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276.000 894.000,'0.011'0.000,"0.017"0.000,0.019 0.000,0.018 0.000,0.017 0.000,0.013 0.000,0.011 0.000,0.009 0.000,0.301 0.012,0.513 0.021,0.609 0.023,0.635 0.025,0.614 0.025,1.406 0.019,1.186-0.001,1.115-0.011,0.986-0.015,0.832-0.016,0.671-0.018,1.298-0.012,0.534-0.016,0.385-0.012,0.263-0.010,0.165-0.007,0.091-0.005,-4.175-0.002,-0.128-0.001,3.371-0.002,-0.430-0.001,-0.519 0.000,-0.537 0.000,-0.502 0.000,-0.844 0.012,-0.847 0.019,-0.841 0.019,-0.773 0.021,-0.671 0.018,-0.552 0.017,-0.437 0.013,-0.422 0.005,-0.653-0.010,-0.617-0.016,-0.545-0.018,-0.453-0.018,-0.331 0.025</inkml:trace>
</inkml:ink>
</file>

<file path=ppt/ink/ink4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1672.000 1206.000,'0.000'-0.030,"0.000"-0.048,0.007-0.034,0.012 0.008,0.012 0.029,0.012 0.038,0.013 0.041,0.009 0.040,0.009 0.036,0.007 0.030,0.004 0.025,0.004 0.019,0.003 0.015,-0.072-0.134,0.172 0.217,0.140 0.137,0.198 0.213,0.104 0.117,0.068 0.082,0.038 0.055,0.017 0.034,-0.201-0.215,-0.036-0.006,0.173 0.296,-0.131-0.127,-0.133-0.149,-0.120-0.152,-0.105-0.138,-0.084-0.119,-0.065-0.097,-0.048-0.075,-0.033-0.055,-0.021-0.038,-0.013-0.024,-0.005-0.015,-0.001-0.006,0.002-0.002,0.002 0.003,0.005 0.003,0.004 0.004,0.004 0.005,0.003 0.005,0.002 0.003,0.002 0.003,0.002 0.003,0.002 0.001,-0.001 0.001,0.001 0.002,0.001-0.001,-0.066-0.050,-0.100-0.079,-0.112-0.089,-0.110-0.087,-0.100-0.078,0.202 0.113,-0.260-0.301,0.015-0.050,0.050-0.001,0.071 0.031,0.079 0.048,0.148 0.180,0.036 0.007,-0.012-0.107,0.035 0.016,0.022 0.018,0.014 0.018,0.006 0.017,0.000 0.015,-0.009 0.002,0.018 0.103,0.021 0.111,0.020 0.107,0.020 0.093,0.015 0.077,0.013 0.062,0.009 0.045,0.007 0.032,0.004 0.021,0.003 0.013,-0.001-0.163,0.020 0.385,0.027 0.114,0.028 0.067,0.030 0.033,0.025 0.011,-0.002-0.118,-0.008-0.134,-0.013-0.155,-0.019-0.156,-0.017-0.144,-0.017-0.125,-0.015-0.104,-0.013-0.083,-0.010-0.061,-0.007-0.044,-0.006-0.031,-0.004-0.018,0.000 0.112,-0.001-0.127,-0.013-0.582,-0.018-0.269,-0.019-0.214,-0.022-0.162,-0.020-0.117,-0.017-0.080,0.050 0.991,-0.136-1.517,-0.023-0.080,-0.003 0.096,0.014 0.207,0.021 0.265,0.027 0.290,0.021 0.285,0.030 0.417,0.028 0.396,0.024 0.354,0.019 0.300,0.015 0.245,0.060 0.150,0.066 0.415,0.035 0.131,0.029 0.091,0.016 0.036,0.012-0.001,0.004-0.025,0.001-0.040,-0.159-0.893,0.136 0.887,-0.021-0.046,-0.024-0.087,-0.023-0.111,-0.024-0.120,-0.021-0.117,-0.014-0.060,-0.018-0.137,-0.015-0.117,-0.009-0.095,-0.008-0.074,-0.004-0.054,-0.002-0.037,-0.001-0.025,0.000-0.014,0.001-0.007,0.000-0.001,0.002 0.001,0.000 0.004,0.002 0.005,0.000 0.004,0.001 0.005,0.000 0.004,0.000 0.003,0.001 0.003,0.012 0.027,0.018 0.051,0.021 0.058,0.022 0.060,0.020 0.056,0.020 0.051,-0.090-0.276,0.104 0.405,0.012 0.086,0.009 0.063,0.008 0.043,0.005 0.029,0.005 0.015,0.002-0.004,0.002-0.018,0.001-0.025,0.000-0.028,0.000-0.028,-0.001-0.026,-0.132-0.465,1.613 2.893</inkml:trace>
</inkml:ink>
</file>

<file path=ppt/ink/ink4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1289.000 1108.000,'0.030'0.030,"0.048"0.048,0.087 0.111,0.068 0.103,0.058 0.100,0.047 0.087,0.036 0.074,0.028 0.058,0.019 0.046,0.025 0.061,0.213 0.358,0.675 0.885,0.553 0.542,0.538 0.459,0.491 0.370,0.423 0.285,0.614 0.358,0.139-0.054,0.121-0.035,-0.003-0.123,-0.085-0.174,-0.132-0.194,0.442 0.195,0.218-0.021,0.165-0.068,0.119-0.092,0.081-0.102,0.050-0.100,0.027-0.091,-0.063-0.165,-0.116-0.201,-0.142-0.208,-0.148-0.197,-0.141-0.177,-0.126-0.149,-0.463-0.285,-0.417-0.249,-0.456-0.254,-0.446-0.238,-0.412-0.212,-0.360-0.181,-0.801-0.320,1.533 0.301,0.638 0.065,2.555 0.373,0.799 0.031,0.488-0.014,0.251-0.041,0.083-0.055,-2.944-0.400,0.053-0.021,3.490 0.311,-0.386-0.127,-0.607-0.137,-0.692-0.132,-0.685-0.118,-0.625-0.099,-0.749-0.072,-0.059-0.029,0.075-0.014,0.155-0.002,0.198 0.005,-3.570-0.080,5.737 0.170,0.811 0.026,0.285 0.001,-0.073-0.019,-0.288-0.027,-0.403-0.030,-5.702-0.119,2.816 0.017,0.040-0.057,3.284-0.190,-0.381-0.137,-0.581-0.097,-0.654-0.066,-0.647-0.039,-0.586-0.022,-0.288-0.002,0.130-0.021,0.291-0.019,0.369-0.017,0.390-0.014,0.371-0.011,0.200-0.007,0.012 0.001,-0.083 0.007,-0.136 0.007,-0.158 0.008,-4.633 0.506,5.633-0.676,0.184-0.056,-0.175-0.006,-0.382 0.028,-0.477 0.045,-0.496 0.053,-4.406 0.599,4.534-0.631,0.621-0.093,0.656-0.093,0.629-0.089,0.567-0.077,0.483-0.065,-1.525 0.220,1.205-0.171,-0.176 0.015,-0.309 0.027,-0.378 0.035,-0.400 0.038,-0.388 0.038,0.119-0.043,-0.282 0.019,-0.219 0.014,-0.164 0.007,-0.116 0.005,-0.076 0.001,-3.480 0.590,3.801-0.671,-0.039-0.025,-0.146-0.009,-0.205 0.002,-0.225 0.009,-0.219 0.012,-0.951 0.149,-0.291 0.002,0.014-0.051,-0.195 0.019,-0.147 0.022,-0.102 0.024,-0.068 0.023,-0.598 0.153,0.796-0.172,-0.192 0.087,-0.242 0.103,-0.256 0.106,-0.243 0.099,-0.822 0.178,0.098 0.024,-0.223 0.074,-0.204 0.063,-0.176 0.053,-0.148 0.043,-0.119 0.033,-0.707 0.028,0.589-0.006,-0.152-0.002,-0.164-0.012,-0.161-0.016,-0.146-0.019,-0.128-0.019,-0.091-0.032,-0.106-0.010,-0.077-0.006,-0.053-0.001,-0.032 0.002,-0.017 0.001,-0.008 0.004,0.000 0.004,0.004 0.002,0.006 0.002,0.006 0.003,0.008 0.001,0.005 0.002,0.005-0.000,0.004 0.001,0.004 0.000,0.001 0.000,0.002 0.001,0.001-0.001,0.000 0.000,0.000 0.000,0.001 0.000,-0.001 0.000,0.000 0.000,0.000-0.001,-0.001 0.001,0.001-0.272,-0.001-0.411,0.000-0.460,0.000-0.448,0.000-0.401,0.000-0.336,0.000-0.080,0.035-1.380,0.054-0.541,0.063-0.300,0.066-0.120,0.063 0.003,0.054 0.085,-0.170 2.759,0.340-2.822,0.058 0.146,0.014 0.325,-0.018 0.420,-0.037 0.457,-0.047 0.454,-0.169 1.076,0.237-1.352,0.064-0.148,0.069-0.135,0.067-0.114,0.061-0.096,0.054-0.074,0.087-0.263,-0.053 0.308,-0.078 0.385,-0.089 0.400,-0.087 0.377,-0.080 0.331,-0.046 0.349,0.007 0.045,-0.048 0.171,-0.054 0.137,-0.050 0.104,-0.046 0.076,-0.160 0.648,0.089-0.630,-0.029 0.083,-0.019 0.116,-0.012 0.126,-0.007 0.122,-0.117 0.637,0.085-0.445,-0.004 0.086,0.001 0.094,-0.001 0.091,0.003 0.087,0.002 0.074,0.488-0.425</inkml:trace>
</inkml:ink>
</file>

<file path=ppt/ink/ink4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1253.000 973.000,'0.000'0.006,"0.013"0.100,0.024 0.108,0.147 0.676,0.115 0.459,0.101 0.397,0.085 0.319,0.068 0.249,0.051 0.180,0.023-0.069,0.135 0.307,0.151 0.334,0.149 0.326,0.139 0.302,0.123 0.263,0.402 0.839,0.401 0.427,0.633 0.823,0.671 0.822,0.654 0.769,0.599 0.682,0.525 0.583,0.962 1.130,0.201-0.197,0.042-0.445,-0.062-0.566,-0.121-0.600,-0.150-0.572,-0.157-0.512,-2.473-3.141,1.719 1.616,-0.103-0.445,0.385 0.008,-0.232-0.561,-0.252-0.515,-0.243-0.447,-0.223-0.371,-0.191-0.296,-3.440-2.389,3.760 2.441,-0.032-0.136,-0.227-0.242,-0.335-0.292,-0.379-0.302,-1.515-0.899,1.706 0.743,0.240-0.056,0.276-0.024,0.276-0.002,0.253 0.012,0.220 0.020,-2.180-0.813,-0.053-0.039,2.188 0.694,0.074-0.037,0.066-0.028,0.058-0.022,0.045-0.014,0.095-0.040,0.585 0.071,0.098-0.072,0.010-0.093,-0.044-0.095,-0.073-0.090,-0.086-0.081,0.219-0.111,0.691-0.069,0.816-0.056,0.829-0.047,0.775-0.036,0.677-0.027,0.473-0.044,0.307-0.053,0.178-0.054,0.083-0.049,0.017-0.044,-0.025-0.037,0.258-0.030,-0.383-0.066,-0.443-0.062,-0.438-0.059,-0.400-0.048,0.840-0.053,-0.270-0.059,-0.810-0.053,-1.066-0.044,-1.124-0.037,-1.058-0.028,-3.554-0.014,0.339 0.007,6.358 0.089,0.629 0.016,-0.206 0.000,-0.715-0.011,-0.977-0.017,-1.066-0.019,-1.156-0.018,-1.122-0.017,-1.010-0.016,-0.864-0.012,-0.701-0.010,-0.545-0.007,-0.430-0.005,-0.376-0.004,-0.278-0.002,-0.194-0.001,-0.127-0.001,-0.074 0.001,-0.035 0.000,-0.009 0.001,0.008 0.000,0.018 0.001,0.023 0.001,0.107 0.000</inkml:trace>
</inkml:ink>
</file>

<file path=ppt/ink/ink4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1987.000 1004.000,'0.000'0.030,"0.000"0.048,0.011 0.256,0.019 0.358,0.021 0.403,0.022 0.407,0.020 0.378,0.019 0.336,-0.018 1.099,-0.043 0.763,-0.052 0.492,-0.059 0.283,-0.055 0.124,-0.053 0.014,0.121-3.928,-0.501 4.751,-0.216 0.145,-0.134-0.213,-0.071-0.429,-0.027-0.545,0.007-0.578,-0.101-1.212,-0.530 0.404,-2.430 3.173,-0.882 0.386,-0.516 0.020,-0.245-0.216,-0.054-0.352,0.075-0.411,0.148-0.421,3.277-3.353,-2.552 2.223,-0.274-0.036,-1.797 1.102,0.023-0.400,0.211-0.480,0.309-0.494,0.347-0.463,2.615-1.690,0.010-0.110,-2.477 1.077,0.085-0.270,0.163-0.248,0.202-0.215,0.209-0.179,0.197-0.139,0.699-0.270,0.215-0.053,0.201-0.031,0.177-0.010,0.151 0.001,0.124 0.010,2.690-1.209,-2.687 1.323,0.452-0.145,0.503-0.196,0.494-0.213,0.452-0.207,0.390-0.187,0.057 0.429</inkml:trace>
</inkml:ink>
</file>

<file path=ppt/ink/ink4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1461.000 1073.000,'0.000'0.306,"-0.025"2.948,-0.038 2.223,-0.044 1.892,-0.046 1.539,-0.041 1.200,-0.039 0.896,-0.010-0.823,-0.025-0.595,-0.019-0.891,-0.017-1.033,-0.013-1.060,-0.009-1.009,0.177-3.185,-0.229 4.106,0.055 0.446,0.091 0.383,0.107 0.315,0.109 0.248,0.103 0.185,0.090 0.135,0.045-0.484,0.013-0.843,-0.009-1.010,-0.023-1.043,-0.030-0.989,-0.031-0.879,-0.023-0.633,-0.033-0.758,-0.027-0.583,-0.023-0.427,-0.016-0.294,-0.011-0.189,-0.060-1.046</inkml:trace>
</inkml:ink>
</file>

<file path=ppt/ink/ink4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1487.000 1102.000,'0.698'-0.014,"0.819"-0.021,0.823-0.025,0.759-0.023,0.654-0.022,0.536-0.019,0.957 0.007,0.746-0.028,1.091-0.057,1.019-0.068,0.905-0.070,0.772-0.068,0.633-0.062,-5.713 0.232,9.319-0.730,0.968-0.302,0.321-0.247,-0.112-0.193,-0.372-0.145,-0.510-0.101,-0.244-0.015,0.572-0.096,0.157-0.016,-0.130 0.038,-0.309 0.070,-0.412 0.089,0.236 0.007,-0.954 0.167,-1.006 0.170,-0.964 0.158,-0.869 0.141,-0.742 0.119,-0.606 0.095,-0.699 0.124,-0.705 0.135,-0.659 0.129,-0.578 0.119,-0.486 0.102,-0.391 0.084,-0.426 0.046,-0.691 0.033,-0.690 0.014,-0.633 0.002,-0.549-0.005,-0.452-0.012,-0.396 0.007,-0.412 0.030,-0.347 0.037,-0.278 0.038,-0.212 0.036,-0.152 0.031,-0.119 0.039,-0.086 0.039,-0.060 0.038,-0.039 0.033,-0.022 0.027,-0.011 0.022,-0.002 0.016,0.003 0.011,0.005 0.009,0.009 0.004,0.006 0.002,0.008 0.002,0.007-0.001,0.048 0.435,0.074 0.698,0.083 0.807,0.083 0.818,0.077 0.766,0.098 1.322,0.087 1.577,0.003 0.771,-0.028 0.459,-0.043 0.227,-0.049 0.066,-0.273-5.030,0.152 4.845,-0.057 0.092,-0.054-0.171,-0.047-0.330,-0.040-0.411,-0.034-0.435,-0.053-5.285,0.024 6.749,-0.024 0.143,-0.014-0.102,-0.009-0.240,-0.005-0.303,-0.000-0.312,-0.028-0.274,-0.040 0.120,-0.047 0.212,-0.045 0.253,-0.041 0.258,-0.035 0.237,0.003-0.831,-0.003-0.595,0.006-0.728,0.009-0.757,0.011-0.722,0.011-0.646,0.132-2.406,-0.105 1.651,0.033-0.682,0.034-0.613,0.030-0.519,0.026-0.419,0.022-0.324,0.018-0.236,0.011-0.163,0.010-0.106,0.006-0.059,0.003-0.028,-0.028 0.021,-0.205-0.030,-0.240 0.002,-0.254 0.005,-0.244 0.008,-0.221 0.010,-0.188 0.008,1.079 0.020,-2.579-0.514,-1.310-0.454,-1.211-0.421,-1.047-0.365,-0.860-0.300,-0.671-0.235,0.761 0.221,0.310 0.113,0.483 0.174,0.562 0.203,0.573 0.208,0.543 0.195,2.343 0.687,-0.664-0.016,-9.007-0.833,-3.017 0.054,-1.905 0.120,-1.050 0.152,-0.428 0.163,0.004 0.157,0.277 0.142,3.337 0.245,-0.104 0.180,0.042 0.205,-3.172 0.313,1.098 0.236,1.364 0.179,1.436 0.130,1.373 0.089,1.235 0.056,9.294-0.854,-7.856 0.810,0.763-0.041,0.875-0.079,0.890-0.101,0.844-0.106,0.760-0.106,4.745-0.471,-4.332 0.345,0.695-0.126,0.742-0.114,0.723-0.101,0.658-0.083,0.572-0.068,0.477-0.051,-0.800-0.722</inkml:trace>
</inkml:ink>
</file>

<file path=ppt/ink/ink4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1488.000 1199.000,'0.099'0.238,"0.157"0.377,0.184 0.440,0.188 0.452,0.178 0.427,0.158 0.381,0.137 0.326,0.166 0.278,0.186 0.254,0.181 0.210,0.167 0.168,0.145 0.129,0.121 0.095,-0.676-1.376,1.209 1.664,0.135-0.141,0.032-0.261,-0.035-0.319,-0.077-0.332,0.197-0.287,-0.081-0.416,-0.091-0.335,-0.151-0.321,-0.181-0.288,-0.188-0.247,-0.179-0.204,-1.559-0.728,2.300 0.635,0.227-0.166,0.061-0.157,-0.047-0.139,-0.109-0.115,-0.140-0.090,-0.248-0.141,0.099-0.151,0.151-0.157,0.176-0.152,0.179-0.137,0.169-0.117,0.266-0.212,0.112-0.211,0.080-0.210,0.053-0.193,0.030-0.170,0.014-0.140,0.005-0.113,-0.330 0.063,-0.313 0.060,-0.363 0.096,-0.373 0.114,-0.352 0.115,-0.315 0.112,-0.930 0.703,1.722-1.515,0.314-0.222,0.133-0.001,0.009 0.143,-0.077 0.228,-0.123 0.267,-1.037 0.793,1.048-0.154,-0.008 0.455,-0.057 0.466,-0.086 0.440,-0.099 0.398,-0.103 0.342,0.394 0.727,-0.015 0.514,0.005 0.441,0.018 0.360,0.022 0.276,0.024 0.203,0.106 0.057,0.438 0.323,0.502 0.333,0.502 0.311,0.463 0.276,0.402 0.229,-2.247-2.181,-0.055-0.140,1.789 1.327,-0.378-0.545,-0.451-0.559,-0.464-0.528,-0.438-0.469,-0.162-0.526,-0.260-0.673,-0.175-0.627,-0.104-0.546,-0.056-0.452,-0.017-0.354,-1.873 1.018,1.881-1.584,0.153-0.448,0.137-0.340,0.117-0.245,0.096-0.166,0.075-0.103,-2.300 2.510,2.720-2.548,0.339 0.007,0.234 0.096,0.148 0.149,0.083 0.172,0.036 0.175,0.640-0.023,-0.160 0.340,-0.374 0.372,-0.476 0.358,-0.497 0.322,-0.471 0.271,-0.447 0.454,-0.159 0.468,-0.074 0.479,-0.016 0.451,0.024 0.400,0.046 0.340,0.060 0.273,-1.787-1.525,2.377 2.252,0.112 0.155,-0.047-0.061,-0.140-0.186,-0.185-0.249,-0.257-0.472,-0.025-0.280,-0.146-0.346,-0.151-0.314,-0.141-0.267,-0.125-0.218,-1.073-0.292,0.936-0.157,-0.015-0.350,-0.027-0.340,-0.032-0.309,-0.033-0.268,-0.034-0.223,-1.150 1.186,1.354-2.304,-0.053-0.577,-0.110-0.363,-0.138-0.204,-0.142-0.088,-0.134-0.008,-0.072 0.229,-0.009 0.104,-0.066 0.368,-0.076 0.429,-0.075 0.434,-0.069 0.402,-0.061 0.350,-0.082 0.357,-0.075 0.303,-0.072 0.262,-0.064 0.214,-0.053 0.169,-0.044 0.127,-0.034 0.091,-0.024 0.060,-0.018 0.038,-0.011 0.019,-0.006 0.006,-0.004-0.005,0.012-0.006,0.015-0.010,0.016-0.009,0.016-0.010,0.015-0.009,0.013-0.009,0.882-0.007</inkml:trace>
</inkml:ink>
</file>

<file path=ppt/ink/ink4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1754.000 1098.000,'-3.031'-0.466,"-2.024"-0.289,-1.230-0.154,-0.631-0.056,-0.201 0.011,0.088 0.053,0.679 0.122,0.635 0.116,0.716 0.120,0.719 0.115,0.671 0.106,0.594 0.090,-1.617 0.084,-0.840 0.077,-0.285 0.064,0.096 0.051,0.336 0.042,0.470 0.030,0.524 0.022,2.586-0.068,-3.090 0.436,-0.265 0.408,-0.294 0.426,-0.288 0.401,-0.259 0.352,-0.222 0.294,0.581-0.091,0.076 0.078,0.119 0.037,0.139 0.006,0.141-0.012,0.135-0.024,3.935-1.885,-4.039 2.065,0.031 0.189,0.203 0.142,0.308 0.101,0.355 0.067,0.366 0.042,3.013-2.425,-2.892 3.177,0.544 0.011,0.563-0.206,0.530-0.324,0.468-0.375,0.394-0.376,0.699-1.367,-1.027 3.267,-0.139 0.686,-0.062 0.220,-0.009-0.088,0.026-0.276,0.046-0.372,1.335-3.764,-1.476 3.534,-0.034-0.263,0.033-0.312,0.071-0.318,0.092-0.297,0.096-0.262,0.091-0.217,0.636-1.109,-0.189 0.668,0.106 0.116,-0.041 0.707,0.188-0.022,0.174-0.095,0.155-0.136,0.129-0.153,0.106-0.150,0.227 0.101,0.217 0.037,0.194-0.008,0.163-0.038,0.135-0.052,0.103-0.057,0.077-0.059,0.019-0.159,-0.022-0.214,-0.045-0.233,-0.057-0.226,-0.061-0.208,-0.057-0.180,-0.285-0.698,2.267 1.413,1.073 0.141,0.681-0.050,0.383-0.164,0.167-0.221,0.019-0.236,-0.553-0.360,-0.107-0.220,-0.119-0.205,-0.115-0.181,-0.106-0.152,-0.094-0.124,0.282-0.116,0.475-0.104,0.578-0.088,0.608-0.071,0.583-0.056,0.528-0.042,0.453-0.030,0.377-0.044,0.362-0.053,0.306-0.055,0.247-0.053,0.193-0.046,0.142-0.039,-4.689 0.229,11.157-1.238,1.599-0.352,0.051-0.126,-0.902 0.026,-1.417 0.116,-1.614 0.162,-10.802 1.426,8.015-1.224,-1.073-0.027,-1.110-0.025,-1.065-0.019,-0.965-0.017,-0.839-0.012,-0.053-0.270,-0.858 0.032,-0.842 0.081,-0.763 0.105,-0.650 0.111,-0.528 0.106,-0.409 0.093,-0.289-0.081,-0.167-0.218,-0.094-0.273,-0.036-0.285,-0.001-0.270,-0.196 0.270,0.016-1.000,-0.147-0.299,-0.160-0.188,-0.153-0.103,-0.142-0.041,-0.121 0.003,0.146 3.086,-0.664-4.092,-0.345-0.231,-0.258 0.023,-0.182 0.178,-0.119 0.254,0.314 1.230,-0.534-0.834,-0.083 0.308,-0.032 0.372,0.002 0.386,0.024 0.362,0.036 0.319,-0.569-0.021,-0.754-0.071,-0.855-0.161,-0.843-0.206,-0.763-0.212,-2.985-0.636,-1.925-0.303,-0.953 0.017,-0.268 0.215,0.183 0.324,0.453 0.365,9.008 2.600,-9.083-2.037,-0.026 0.426,0.237 0.424,0.388 0.392,0.454 0.341,0.465 0.284,0.287 0.256,0.654 0.243,0.629 0.201,0.566 0.159,0.479 0.118,0.390 0.086,1.839-0.047,-0.515 0.063,0.836-0.020,0.859-0.035,0.811-0.040,0.719-0.041,0.608-0.038,0.763 0.037</inkml:trace>
</inkml:ink>
</file>

<file path=ppt/ink/ink4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2170.000 400.000,'0.312'1.836,"0.171"1.292,0.071 0.848,0.002 0.502,-0.043 0.246,-0.067 0.065,-0.076-0.055,-0.155-1.658,0.198 3.409,0.009 0.227,0.004-0.166,-0.001-0.390,-0.002-0.490,-0.003-0.507,-0.004-0.472,-0.004-0.408,-0.003-0.334,-0.003-0.259,-0.131 1.094,0.009 2.900,-0.043 1.277,-0.044 0.648,-0.041 0.189,-0.039-0.129,-0.031-0.332,-0.069-7.321,0.060 8.099,0.014-0.192,0.026-0.557,0.032-0.754,0.033-0.832,0.033-0.825,-0.170-5.536,0.174 6.150,-0.065-0.257,-0.082-0.257,-0.087-0.234,-0.080-0.199,-0.070-0.160,0.006-1.207,-0.003-0.231,0.007-0.219,0.017-0.196,0.019-0.170,0.020-0.141,0.079-3.376,-0.063 3.913,0.024-0.375,0.018-0.535,0.016-0.587,0.011-0.573,0.008-0.513,0.005-1.777,0.001 2.277,-0.009 1.202,-0.015 0.326,-0.019 0.027,-0.021-0.171,-0.020-0.294,-0.019-0.355,0.046-2.051,-0.142 1.739,-0.024-0.290,-0.003-0.274,0.016-0.243,0.023-0.207,0.029-0.168,0.126-1.573,-0.069 1.827,0.068 0.038,0.070-0.045,0.067-0.096,0.060-0.120,0.050-0.128,-0.170-1.505,0.198 1.901,-0.011 0.035,-0.026-0.108,-0.032-0.184,-0.035-0.220,-0.032-0.222,-0.030-0.207,-0.023-0.179,-0.036-0.752,0.005 0.359,-0.006 0.039,-0.006 0.461,-0.007 0.063,-0.006 0.038,-0.003 0.019,-0.002 0.004,0.000-0.004,0.005-0.840,-0.005 1.174,0.001 0.195,0.001 0.153,0.002 0.113,0.000 0.080,0.002 0.051,0.000-0.044,0.001-0.226,0.001-0.272,-0.001-0.278,0.001-0.258,0.001-0.224,-0.008-0.210,-0.010-0.235,-0.012-0.202,-0.011-0.166,-0.011-0.128,-0.008-0.094,-0.006-0.066,-0.006-0.042,-0.004-0.024,-0.001-0.011,-0.002-0.003,-0.001 0.003,-0.001 0.007,0.033 0.030,0.003-0.024,-0.137-1.053</inkml:trace>
</inkml:ink>
</file>

<file path=ppt/ink/ink4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2091.000 420.000,'0.000'0.074,"0.008"0.248,0.013 0.305,0.013 0.316,0.014 0.293,0.012 0.255,0.010 0.206,0.008 0.160,0.006 0.117,0.003 0.081,0.004 0.053,0.002 0.029,0.518 3.133,0.422 2.461,0.322 1.677,0.233 1.053,0.161 0.573,0.103 0.222,0.057-0.023,-1.518-8.922,1.589 9.642,-0.154-0.612,-0.218-0.990,-0.239-1.151,-0.236-1.165,-0.214-1.080,-0.184-0.944,-0.452-3.716,0.415 2.844,0.089-0.026,0.189 0.364,0.132-0.032,0.124-0.040,0.112-0.042,0.095-0.041,0.077-0.038,-1.199-4.187,1.459 4.946,0.044 0.203,-0.026 0.051,-0.068-0.049,-0.089-0.108,-0.096-0.137,-0.093-0.145,-0.084-0.138,-0.010-0.191,0.031-0.240,0.055-0.242,0.067-0.221,0.071-0.194,0.065-0.159,0.058-0.127,-0.040-0.196,-0.019-0.036,-0.035-0.006,-0.042 0.013,-0.045 0.023,-0.043 0.029,-0.334-0.831,0.280 0.951,-0.109-0.265,-0.115-0.338,-0.110-0.355,-0.099-0.338,-0.081-0.298,-0.067-0.250,-0.050-0.199,-0.036-0.152,-0.026-0.109,-0.015-0.074,-0.442-1.207,0.501 1.157,0.017-0.033,0.002-0.034,-0.010-0.032,-0.016-0.028,-0.018-0.023,-0.075-0.185,-0.031-0.100,-0.030-0.109,-0.028-0.106,-0.024-0.094,-0.020-0.084,-0.434-0.831,0.328 0.620,0.096 0.165,-0.012-0.026,-0.019-0.037,-0.024-0.043,-0.026-0.043,-0.025-0.040,-0.152-0.256,0.269 0.616,0.037 0.112,0.023 0.062,0.015 0.027,0.007 0.002,-0.020-0.064,-0.045-0.123,-0.052-0.136,-0.053-0.136,-0.047-0.121,-0.041-0.103,-0.033-0.082,-0.025-0.063,-0.018-0.045,-0.013-0.031,-0.009-0.019,-0.016-0.062,-0.027-0.091,-0.029-0.099,-0.026-0.092,-0.024-0.081,-0.018-0.067,-0.016-0.051,-0.010-0.040,-0.007-0.026,-0.006-0.017,-0.002-0.011,-0.005-0.081,0.032-0.225,0.176-0.870,0.162-0.754,0.162-0.725,0.150-0.645,0.130-0.540,-0.137 0.442,0.266-1.435,0.124-0.713,0.105-0.586,0.085-0.466,0.067-0.353,0.051-0.258,-0.807 4.133,1.276-5.774,0.274-0.480,0.233-0.194,0.193 0.002,0.149 0.128,-0.387 1.856,1.128-2.768,0.052 0.540,-0.064 0.738,-0.128 0.792,-0.156 0.755,-0.157 0.665,-0.248 0.583,0.001-0.141,0.042-0.321,0.064-0.405,0.073-0.429,0.072-0.408,-0.763 1.783,0.212-0.885,-0.234 0.398,-0.258 0.521,-0.258 0.569,-0.243 0.565,-0.215 0.525,-1.028 3.656,1.204-4.470,0.015-0.074,-0.002 0.075,-0.016 0.163,-0.019 0.204,-0.024 0.216,-1.157 3.954,1.182-3.554,-0.089 0.482,-0.152 0.539,-0.178 0.532,-0.180 0.486,-0.168 0.420,-0.183 0.474,-0.128 0.318,-0.109 0.274,-0.091 0.223,-0.070 0.178,-0.056 0.134,-0.038 0.097,-0.312-0.088</inkml:trace>
</inkml:ink>
</file>

<file path=ppt/ink/ink4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2189.000 755.000,'0.007'0.000,"0.009"0.000,0.013 0.000,0.011 0.000,0.010 0.000,0.010 0.000,0.008 0.000,0.006 0.000,0.004 0.000,0.003 0.000,0.003 0.000,0.001 0.000,-0.012 0.000,0.027 0.000,0.202 0.000,0.179 0.000,0.182 0.000,0.167 0.000,0.146 0.000,0.120 0.000,0.082 0.000,-0.009 0.000,-0.044 0.000,-0.059 0.000,-0.064 0.000,-0.061 0.000,-0.054 0.000,-0.045 0.000,-0.035 0.000,-0.027 0.000,-0.018 0.000,-0.012 0.000,0.138 0.000,0.169 0.000,0.117 0.000,0.077 0.000,0.043 0.000,0.020 0.000,-1.039 0.000,1.198 0.000,-0.068 0.000,-0.140 0.000,-0.174 0.000,-0.182 0.000,-0.173 0.000,-0.112 0.000,-0.093 0.000,-0.061 0.000,-0.035 0.000,-0.015 0.000,-0.003 0.000,-0.047 0.000,-0.028 0.000,-0.030 0.000,-0.031 0.000,-0.027 0.000,-0.025 0.000,-0.023 0.005,-0.039 0.006,-0.039 0.009,-0.033 0.007,-0.030 0.008,-0.022 0.005,-0.019 0.006,-0.013 0.004,-0.008 0.003,-0.007 0.001,-0.003 0.002,-0.001 0.001,-0.001 0.001,0.001-0.001,0.001 0.000,0.001 0.000,0.002 0.000,0.000 0.000,0.006-0.047,0.992 0.183</inkml:trace>
</inkml:ink>
</file>

<file path=ppt/ink/ink4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504.000 1085.000,'0.056'0.419,"0.169"0.474,0.225 0.469,0.241 0.426,0.230 0.364,0.204 0.295,-0.895-1.975,2.164 2.700,1.093 0.284,0.973 0.088,0.814-0.041,0.646-0.114,0.486-0.148,-0.280-0.406,-0.524-0.438,-0.698-0.457,-0.744-0.429,-0.710-0.375,-2.801-0.937,3.785 0.566,0.982-0.235,0.904-0.174,0.782-0.123,0.641-0.082,0.500-0.049,0.120-0.024,-0.125-0.008,-0.263 0.003,-0.328 0.010,-0.340 0.013,-0.319 0.014,-1.009-0.028,2.898-0.082,0.091-0.170,-0.355-0.193,-0.595-0.190,-0.692-0.171,-4.663 0.379,4.204-1.346,-0.426-0.670,-0.509-0.549,-0.518-0.430,-0.479-0.320,-0.416-0.225,-0.753 0.234,-0.494 0.092,-0.471 0.150,-0.421 0.174,-0.360 0.178,-0.292 0.168,-0.341-0.262,-0.494-0.212,-0.477-0.281,-0.428-0.300,-0.358-0.289,-0.289-0.255,-0.225-0.011,-0.119 0.374,-0.056 0.490,-0.015 0.515,0.014 0.486,0.027 0.425,0.746 1.748,-3.682-3.291,-1.574-0.774,-0.844-0.286,-0.316 0.050,0.046 0.260,0.274 0.374,-0.951 0.115,-0.531 0.384,-0.355 0.433,-0.220 0.433,-0.117 0.396,-0.042 0.344,5.285 1.284,-5.027-0.816,0.197 0.302,0.345 0.284,0.415 0.254,0.430 0.216,0.405 0.174,-0.092 0.368,-0.405 0.467,-0.575 0.493,-0.641 0.476,-0.636 0.428,-0.587 0.368,1.821-0.083,-2.139 1.600,0.796 0.853,1.023 0.759,1.079 0.635,1.025 0.508,0.907 0.388,0.759 0.280,0.960-0.397,0.707-0.139,0.629 0.200,0.760-0.450,0.650-0.485,0.526-0.463,0.406-0.410,-0.332-4.150,0.924 3.396,0.482-0.554,0.409-0.576,0.329-0.548,0.254-0.487,0.186-0.408,-0.015-0.387,-0.140-0.344,-0.207-0.289,-0.233-0.231,-0.233-0.178,-0.211-0.130,-0.184-0.089,-0.151-0.058,-0.118-0.032,-0.088-0.014,-0.065-0.002,-0.041 0.006,2.365 0.040</inkml:trace>
</inkml:ink>
</file>

<file path=ppt/ink/ink4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141.000 349.000,'-0.122'0.056,"-0.191"0.086,-0.217 0.099,-0.218 0.099,-0.202 0.092,-0.175 0.079,-0.146 0.066,1.013-0.456,-0.660 0.352,-0.140 0.112,-1.360 0.911,-0.332 0.335,-0.200 0.244,-0.101 0.167,-0.032 0.105,0.013 0.058,0.037 0.026,0.296-0.186,0.227-0.135,0.246-0.158,0.240-0.159,0.214-0.145,1.096-0.741,0.041 0.341,-0.671 3.456,0.311 0.847,0.308 0.238,0.286-0.174,0.250-0.431,0.211-0.569,-0.005-3.666,0.337 3.925,0.179 0.335,0.102 0.341,0.046 0.323,0.007 0.287,-0.021 0.245,-0.448-3.661,-0.027 4.696,-0.271 0.109,-0.201-0.203,-0.138-0.387,-0.090-0.475,-0.052-0.499,-0.023-0.474,0.366-3.126,-0.038 4.189,0.320 0.993,0.712 2.797,0.798 1.629,0.796 1.468,0.734 1.252,0.636 1.020,0.524 0.791,-0.143 0.042,-0.596-1.376,-0.492-0.685,-0.576-0.915,-0.593-1.008,-0.567-1.006,-0.513-0.941,-0.544-6.176,-0.234 5.999,-0.457-0.596,-0.343-0.675,-0.245-0.678,-0.167-0.634,-0.101-0.560,-0.055-0.473,-0.017-0.383,-0.388 1.710,-0.201 1.015,0.027 0.070,0.129-0.355,0.185-0.595,0.205-0.699,0.200-0.710,0.758-4.079,-0.839 6.456,-0.035 0.930,-0.037 0.484,-0.032 0.171,-0.029-0.031,-0.023-0.153,0.166-1.375,0.160-1.246,0.184-1.370,0.184-1.332,0.172-1.202,0.146-1.025,0.121-0.829,0.096-0.641,0.070-0.472,0.050-0.329,0.034-0.213,0.019-0.123,-0.923 7.290,-0.526 4.200,-0.238 1.942,-0.039 0.385,0.087-0.611,0.158-1.180,0.190-1.434,0.129-1.402,-0.021-0.418,0.078-0.915,0.134-1.166,0.163-1.239,0.168-1.196,0.157-1.080,0.142-0.926,0.257-1.599,-0.092 1.937,0.084 0.027,0.065-0.140,0.049-0.239,0.033-0.288,0.023-0.301,-0.004-0.768,0.050 1.232,0.044 0.142,0.045 0.082,0.041 0.037,0.038 0.005,0.030-0.013,-0.211-2.332,2.132 9.534</inkml:trace>
</inkml:ink>
</file>

<file path=ppt/ink/ink4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471.000 547.000,'0.000'0.027,"0.000"0.041,0.000 0.047,0.000 0.047,0.000 0.043,0.000 0.038,0.000 0.029,0.000 0.025,0.000 0.018,0.000 0.021,0.000 0.030,0.000 0.028,0.000 0.027,0.000 0.022,0.000 0.019,0.000-0.157,0.021 1.102,0.035 0.499,0.040 0.339,0.042 0.208,0.041 0.110,0.037 0.036,-0.031-0.639,0.030 0.027,0.188 1.046,0.053-0.124,0.038-0.195,0.023-0.221,0.013-0.221,0.005-0.199,-0.023-0.380,0.070-0.082,0.084-0.050,0.089-0.027,0.085-0.010,0.077 0.004,0.285 0.307,0.064-0.026,-0.022-0.135,-0.072-0.188,-0.097-0.209,-0.107-0.207,-0.165-0.221,-0.145-0.171,-0.142-0.146,-0.127-0.121,-0.112-0.095,-0.090-0.072,-0.055-0.073,-0.025-0.069,-0.006-0.061,0.007-0.051,0.015-0.040,0.019-0.033,0.020-0.023,0.019-0.017,-0.142 0.096,0.259-0.215,0.079-0.086,0.136-0.110,0.130-0.090,0.126-0.077,0.113-0.065,0.097-0.050,-0.341 0.260,0.804-0.556,0.326-0.219,0.287-0.197,0.243-0.168,0.194-0.138,0.148-0.106,-2.124 1.481,2.565-1.945,0.038-0.161,-0.093-0.056,-0.162 0.014,-0.189 0.053,-0.190 0.074,-0.335 0.256,-0.326 0.278,-0.323 0.295,-0.292 0.280,-0.247 0.245,-0.237 0.305,0.127-0.076,-0.064 0.095,-0.084 0.097,-0.092 0.095,-0.090 0.085,-0.084 0.074,-0.040 0.091,-0.049 0.127,-0.032 0.122,-0.020 0.111,-0.008 0.095,-0.002 0.077,0.001 0.061,0.006 0.045,0.006 0.030,0.007 0.022,0.005 0.012,0.006 0.006,-0.251-0.344,0.464 0.841,0.171 0.352,0.141 0.267,0.114 0.192,0.086 0.131,0.063 0.082,0.042 0.045,-0.067-0.141,-0.078-0.154,-0.099-0.190,-0.109-0.199,-0.106-0.192,-0.096-0.174,-0.085-0.150,0.086 0.082,0.225 0.263,0.083 0.031,0.193 0.144,-0.066-0.180,-0.111-0.224,-0.132-0.231,-0.132-0.215,-0.120-0.190,-0.105-0.155,-0.084-0.123,-0.066-0.091,-0.049-0.066,-0.034-0.042,-0.155 0.140,0.318-0.480,0.184-0.270,0.294-0.390,0.204-0.236,0.173-0.180,0.138-0.130,0.108-0.087,-0.848 1.069,1.218-1.397,0.037 0.019,-0.063 0.121,-0.122 0.173,-0.145 0.191,-0.148 0.185,-0.199 0.241,-0.153 0.192,-0.137 0.176,-0.118 0.150,-0.097 0.124,-0.074 0.097,0.117 0.105,0.080 0.066,0.025 0.055,-0.012 0.043,-0.035 0.032,-0.047 0.025,-0.052 0.015,-0.051 0.021,-0.039 0.021,-0.033 0.020,-0.025 0.019,-0.020 0.015,-0.014 0.014,-0.182 0.041,0.329 0.129,0.102 0.110,0.099 0.098,0.090 0.080,0.076 0.064,-0.113-0.019,0.500 0.351,0.094 0.145,0.032 0.109,-0.010 0.076,-0.032 0.051,-0.888-0.723,1.348 1.054,0.055 0.022,-0.101-0.100,-0.190-0.164,-0.224-0.190,-0.228-0.189,-0.209-0.170,-0.179-0.145,-0.146-0.118,-0.112-0.089,-0.083-0.065,-0.433-0.269,0.247 0.126,0.054-0.001,0.372 0.043,0.125-0.096,0.101-0.115,0.076-0.121,0.058-0.115,0.040-0.107,-0.620 0.142,0.955-0.473,0.071-0.140,-0.034-0.076,-0.100-0.025,-0.137 0.009,-0.155 0.030,0.110-0.138,-0.021 0.009,0.023 0.005,0.052 0.000,0.060-0.001,0.064-0.001,-0.086 0.082,-0.099 0.081,-0.124 0.090,-0.129 0.090,-0.121 0.080,-0.108 0.068,-0.175 0.127,-0.069 0.065,-0.059 0.063,-0.048 0.058,-0.037 0.049,-0.029 0.041,0.011 0.045,-0.041 0.053,-0.040 0.046,-0.034 0.038,-0.029 0.029,-0.021 0.022,-0.149-0.096,0.796 0.850,0.346 0.364,0.191 0.165,0.081 0.034,0.007-0.051,-0.037-0.097,-1.182-1.076,0.914 0.848,-0.067-0.088,-0.063-0.102,-0.056-0.106,-0.045-0.100,-0.038-0.089,-0.532-0.357,0.549 0.318,-0.035-0.071,-0.050-0.081,-0.058-0.083,-0.056-0.075,-0.053-0.068,-0.530-0.148,0.776-0.032,0.122-0.230,0.085-0.239,0.057-0.220,0.032-0.191,0.016-0.157,-0.213 0.103,-0.042-0.031,-0.047-0.011,-0.047 0.001,-0.045 0.010,-0.040 0.015,-0.359 0.448,0.459-0.468,0.935-0.902,0.207-0.133,0.039 0.030,-0.075 0.136,-0.146 0.197,-0.182 0.226,-0.016 0.097,-0.309 0.328,-0.289 0.293,-0.252 0.248,-0.207 0.197,-0.163 0.150,-0.120 0.108,-0.085 0.072,-0.055 0.046,-0.033 0.024,-0.016 0.011,-0.057-0.044,0.287 0.647,0.135 0.329,0.098 0.221,0.068 0.138,0.042 0.076,0.024 0.030,-0.316-0.690,0.001-0.003,0.317 0.651,0.002-0.013,-0.008-0.032,-0.015-0.042,-0.017-0.045,-0.297-0.617,-0.005-0.033,0.300 0.458,-0.030-0.165,-0.039-0.170,-0.043-0.161,-0.039-0.141,-0.076-0.141,-0.066-0.113,-0.068-0.094,-0.060-0.075,-0.052-0.058,-0.043-0.041,-0.033-0.029,-0.025-0.017,-0.017-0.011,-0.012-0.004,-0.007 0.000,-0.002 0.002,0.056-0.015,0.103-0.028,0.119-0.032,0.123-0.035,0.117-0.033,0.105-0.029,0.089-0.025,-0.615 0.172,0.806-0.370,0.087-0.129,0.029-0.091,-0.009-0.061,-0.035-0.037,-0.049-0.021,-0.033-0.111,-0.126 0.005,-0.132 0.046,-0.125 0.065,-0.112 0.076,-0.093 0.075,0.277-1.061</inkml:trace>
</inkml:ink>
</file>

<file path=ppt/ink/ink4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1744.000 422.000,'-0.010'-0.021,"-0.017"-0.033,-0.019-0.038,-0.020-0.039,-0.017-0.036,-0.017-0.032,-0.013-0.026,0.045 0.134,-0.357-0.149,-0.240 0.002,-0.216 0.006,-0.185 0.010,-0.150 0.010,-0.116 0.010,-0.089 0.021,-0.047 0.029,-0.025 0.029,-0.008 0.029,0.002 0.026,0.277 0.027,-0.605 0.060,-0.275 0.095,-0.269 0.103,-0.245 0.100,-0.210 0.091,-0.172 0.077,1.727-0.261,-3.054 0.759,-0.826 0.386,-0.624 0.343,-0.449 0.291,-0.305 0.236,-0.187 0.180,2.742-0.880,-2.328 1.179,0.088 0.212,0.224 0.125,0.296 0.058,0.327 0.009,0.326-0.022,3.977-2.440,-4.189 2.885,0.534-0.046,0.589-0.105,0.575-0.132,0.521-0.139,0.441-0.132,0.359-0.115,0.410-0.248,0.246-0.068,0.226 0.112,0.269 0.083,0.240 0.109,0.204 0.120,0.166 0.116,0.128 0.103,0.173 0.872,0.209 0.291,0.196 0.038,0.173-0.115,0.141-0.201,0.112-0.232,0.239-0.279,0.336-0.106,0.355-0.063,0.337-0.031,0.297-0.009,0.249 0.006,0.592 0.051,0.351-0.065,0.121-0.200,-0.031-0.271,-0.125-0.291,-0.173-0.282,1.341 0.177,1.325 0.138,1.208 0.104,1.041 0.072,0.854 0.047,0.669 0.028,1.040 0.039,0.104-0.261,-0.098-0.305,-0.209-0.304,-0.259-0.279,-0.265-0.237,-0.226-0.281,0.294-0.221,0.401-0.197,0.435-0.161,0.419-0.130,0.375-0.096,-1.847-0.131,-0.705-0.070,-0.872-0.062,-0.925-0.054,-0.900-0.043,-0.828-0.035,-4.331-0.053,6.821-0.325,1.275-0.287,0.827-0.236,0.480-0.188,0.223-0.141,0.042-0.103,-6.533 0.772,6.659-0.730,-0.445 0.079,-0.748 0.104,-0.889 0.113,-0.913 0.110,-0.861 0.100,-0.766 0.086,-0.666 0.029,-0.659 0.017,-0.837 0.035,-0.781 0.032,-0.684 0.029,-0.572 0.023,-0.453 0.020,-0.347 0.014,-0.273-0.115,-0.106-0.230,-0.043-0.274,0.003-0.283,0.030-0.268,0.049-0.242,0.054-0.206,-0.651 1.169,0.965-1.956,0.030-0.220,-0.035-0.077,-0.072 0.015,-0.089 0.070,-0.091 0.097,-0.084 0.107,-0.420 0.731,-0.043-0.263,0.013-1.982,-0.452-0.559,-0.490-0.406,-0.475-0.276,-0.423-0.176,-0.358-0.098,-0.404 0.237,-0.498 0.124,-0.489 0.158,-0.442 0.167,-0.380 0.162,-0.310 0.142,-0.390 0.140,-0.176 0.371,-0.113 0.388,-0.063 0.364,-0.026 0.319,-0.004 0.265,0.705 0.585,0.367 0.318,0.418 0.309,0.423 0.282,0.396 0.246,0.353 0.205,1.008 0.589,-3.623-1.200,-0.804-0.094,-0.193 0.067,0.197 0.158,0.423 0.203,0.525 0.213,3.651 0.929,-6.253-1.331,-1.556-0.230,-0.747-0.069,-0.163 0.042,0.238 0.114,0.488 0.153,5.109 0.918,-7.046-0.902,0.106 0.246,0.407 0.250,0.557 0.231,0.598 0.200,0.573 0.162,0.506 0.127,1.114 0.093,0.707 0.046,0.688 0.025,0.620 0.009,0.530-0.002,0.432-0.008,0.337-0.011,0.251-0.013,2.183 0.118,-1.665-0.118,0.491 0.000,0.503 0.003,0.471 0.004,0.416 0.002,0.347 0.004,0.726-0.459</inkml:trace>
</inkml:ink>
</file>

<file path=ppt/ink/ink4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1574.000 900.000,'0.009'0.000,"0.013"0.000,0.016 0.000,0.014 0.000,0.013 0.000,0.012 0.000,0.008 0.000,0.006 0.000,0.006 0.000,0.002 0.000,0.075 0.046,0.136 0.072,0.159 0.086,0.164 0.087,0.154 0.083,0.138 0.073,0.331 0.269,0.221 0.193,0.156 0.144,0.102 0.101,0.060 0.064,0.029 0.038,0.141-0.003,0.115-0.088,0.121-0.114,0.117-0.119,0.104-0.116,0.088-0.101,0.072-0.087,-0.133-0.116,-0.134-0.100,-0.171-0.095,-0.180-0.083,-0.175-0.071,-0.157-0.058,-1.309-0.086,1.239 0.035,-0.114-0.032,-0.143-0.021,-0.150-0.014,-0.145-0.008,-0.129-0.004,-0.705 0.020,0.784-0.073,0.022-0.079,0.003-0.090,-0.012-0.089,-0.017-0.083,-0.020-0.070,0.030-0.151,0.063-0.188,0.075-0.198,0.079-0.187,0.074-0.166,0.066-0.140,-0.037 0.004,-0.097 0.097,-0.129 0.146,-0.138 0.164,-0.133 0.166,-0.119 0.151,0.102-0.010,0.570-0.340,0.262-0.074,0.123 0.017,0.025 0.079,-0.042 0.113,-0.085 0.128,-0.028 0.148,-0.092 0.200,-0.087 0.196,-0.073 0.181,-0.064 0.158,-0.050 0.132,-0.038 0.107,0.447 0.283,0.378 0.211,0.325 0.155,0.269 0.107,0.213 0.068,0.162 0.039,0.207 0.005,0.072-0.070,0.036-0.092,0.011-0.098,-0.007-0.095,-0.017-0.086,-0.023-0.072,-0.824-0.190,-0.124-0.058,-0.134-0.059,0.169-0.027,-0.205-0.067,-0.200-0.057,-0.183-0.048,-0.159-0.036,-0.135-0.029,-0.791-0.055,1.562-0.291,0.392-0.156,0.302-0.088,0.219-0.037,0.153-0.002,0.098 0.020,-2.060 0.364,2.304-0.261,0.145 0.075,0.048 0.077,-0.020 0.075,-0.061 0.065,-0.083 0.055,0.229 0.058,-0.180 0.063,-0.189 0.054,-0.176 0.043,-0.155 0.034,-0.125 0.025,-1.950-0.070,1.877 0.303,0.257 0.181,0.229 0.159,0.195 0.135,0.160 0.110,0.127 0.084,-2.271-0.593,2.700 0.673,0.244-0.027,0.109-0.089,0.014-0.124,-0.052-0.139,-0.091-0.141,-3.638-0.484,3.883 0.325,-0.173-0.141,-0.322-0.126,-0.396-0.104,-0.418-0.086,-0.404-0.067,-2.526 0.055,2.345-0.217,-0.227-0.087,-0.170-0.052,-0.117-0.026,-0.079-0.008,-0.045 0.006,-0.023 0.012,-0.265 0.058,-0.179 0.044,-0.198 0.050,-0.201 0.049,-0.185 0.045,-0.164 0.039,-0.172 0.032,-0.171 0.028,-0.157 0.020,-0.134 0.016,-0.114 0.010,-0.089 0.008,-0.068 0.004,-0.042 0.002,-0.035 0.001,-0.021-0.001,-0.011-0.002,-0.001-0.001,0.003-0.003,0.339 0.006</inkml:trace>
</inkml:ink>
</file>

<file path=ppt/ink/ink4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1682.000 527.000,'0.008'0.008,"0.011"0.011,0.015 0.014,0.013 0.015,0.012 0.011,0.013 0.012,0.008 0.010,0.007 0.006,0.007 0.007,0.003 0.003,0.045 0.015,0.089 0.041,0.156 0.125,0.129 0.135,0.118 0.142,0.103 0.136,0.085 0.122,0.067 0.104,-0.703-0.728,1.085 0.965,0.298 0.134,0.246 0.077,0.197 0.035,0.148 0.004,0.109-0.014,-0.038-0.105,-0.019-0.093,-0.046-0.102,-0.062-0.104,-0.068-0.095,-0.065-0.085,-0.061-0.071,0.033-0.087,0.215-0.048,0.271-0.038,0.292-0.029,0.286-0.022,0.264-0.015,-1.863-0.291,2.317 0.263,-0.274-0.101,-0.402-0.106,-0.447-0.103,-0.437-0.089,-0.396-0.076,-0.339-0.269,-0.117-0.268,-0.108-0.251,-0.095-0.222,-0.082-0.189,-0.066-0.155,-0.758 1.056,0.810-1.652,-0.027-0.303,-0.037-0.196,-0.040-0.113,-0.041-0.052,-0.038-0.007,-0.032 0.019,-0.012-0.124,-0.097 0.132,-0.101 0.149,-0.095 0.147,-0.084 0.134,-0.136 0.181,-0.135 0.055,-0.135 0.030,-0.124 0.010,-0.109-0.002,-0.088-0.008,-0.189-0.040,-0.236-0.055,-0.247-0.061,-0.234-0.059,-0.209-0.055,-0.175-0.047,0.547 0.876,-1.143-1.100,-0.167 0.084,-0.038 0.181,0.042 0.231,0.090 0.239,0.112 0.228,0.117 0.201,0.110 0.168,0.098 0.134,0.081 0.103,0.065 0.073,0.049 0.050,-0.287 0.168,-0.280 0.208,-0.239 0.227,-0.192 0.220,-0.150 0.198,-0.110 0.168,1.059-0.051,-1.840 0.710,-0.072 0.275,0.128 0.168,0.239 0.088,0.287 0.032,0.294-0.005,0.271-0.028,0.235-0.039,0.193-0.042,0.150-0.042,0.113-0.037,0.276-0.124,0.255-0.085,0.263-0.086,0.248-0.080,0.218-0.070,0.184-0.060,0.370 2.150</inkml:trace>
</inkml:ink>
</file>

<file path=ppt/ink/ink4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545.000 555.000,'0.000'0.010,"0.000"0.017,0.000 0.020,0.000 0.018,0.000 0.018,0.000 0.017,0.000 0.013,0.074 0.073,0.153 0.032,0.325 0.156,0.163 0.032,0.097 0.002,0.048-0.021,0.012-0.030,-0.009-0.035,-0.701-0.264,0.649 0.185,-0.004-0.044,-0.022-0.042,-0.036-0.038,-0.040-0.033,-0.039-0.028,-0.532-0.046,0.570 0.020,0.025-0.015,0.014-0.012,0.007-0.008,0.003-0.005,-0.003-0.002,-0.003-0.002,-0.440-0.005,0.488-0.100,-0.017-0.056,-0.038-0.037,-0.051-0.023,-0.053-0.012,-0.181 0.008,0.049-0.099,-0.057-0.013,-0.044 0.005,-0.034 0.016,-0.025 0.022,-0.016 0.025,-0.181 0.163,0.326-0.236,0.076-0.065,0.046-0.060,0.023-0.052,0.007-0.043,-0.006-0.035,-0.492 0.478,0.605-0.760,-0.007-0.113,-0.037-0.057,-0.054-0.014,-0.058 0.010,-0.056 0.026,-0.091 0.038,-0.080-0.010,-0.079-0.019,-0.070-0.021,-0.061-0.024,-0.049-0.022,-0.038-0.032,-0.029-0.036,-0.019-0.036,-0.014-0.033,-0.008-0.029,-0.003-0.023,-0.002 0.022,0.000 0.118,0.003 0.140,0.003 0.143,0.002 0.133,0.003 0.114,-0.191-0.176,-0.154-0.106,-0.118-0.031,-0.087 0.023,-0.061 0.052,-0.040 0.070,-0.021 0.074,-0.012 0.072,0.280 0.289,0.000 0.036,-0.319-0.120,-0.008 0.102,0.001 0.090,0.007 0.075,0.008 0.060,0.010 0.047,0.036 0.033,0.050 0.023,0.054 0.016,0.053 0.007,0.049 0.004,0.040 0.001,0.033 0.005,-0.009 0.012,-0.022 0.013,-0.027 0.013,-0.031 0.013,-0.028 0.011,-0.027 0.010,-0.023 0.008,0.213-0.043,-0.007-0.003,-0.301 0.106,-0.036 0.028,-0.015 0.004,-0.003-0.013,0.008-0.022,0.012-0.027,0.060-0.006,0.083 0.008,0.096 0.015,0.093 0.018,0.087 0.022,0.077 0.019,0.062 0.017,0.034 0.042,0.009 0.064,-0.004 0.069,-0.014 0.070,-0.020 0.064,-0.019 0.057,-0.021 0.046,-0.019 0.038,-0.003 0.067,0.004 0.040,0.007 0.029,0.006 0.023,0.008 0.014,0.005 0.011,0.006 0.005,0.005 0.003,0.093-0.523,-0.064 0.486,0.018-0.010,0.018-0.028,0.017-0.037,0.017-0.043,0.014-0.041,0.012 0.005,0.009-0.012,0.009-0.003,0.005 0.005,0.005 0.008,0.002 0.010,0.002 0.010,0.000 0.011,-0.001-0.062,0.001-0.014,0.000 0.163,-0.001 0.073,-0.001 0.083,-0.001 0.083,0.000 0.075,-0.001 0.066,-0.001 3.525</inkml:trace>
</inkml:ink>
</file>

<file path=ppt/ink/ink4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1637.000 563.000,'0.087'0.050,"0.132"0.075,0.148 0.085,0.145 0.082,0.132 0.076,0.110 0.063,0.088 0.050,0.087 0.007,0.151 0.019,0.153 0.012,0.145 0.006,0.126 0.001,0.104-0.000,0.203 0.036,0.246 0.057,0.254 0.067,0.242 0.066,0.212 0.060,0.178 0.054,-2.366-0.699,2.925 0.658,0.629-0.026,0.589-0.041,0.520-0.044,0.438-0.043,0.353-0.042,0.200-0.060,0.085-0.068,0.007-0.069,-0.043-0.062,-0.073-0.056,-0.087-0.046,-3.659-0.158,3.368 0.160,-0.136-0.010,-0.273-0.023,-0.347-0.031,-0.374-0.034,-0.369-0.033,-1.072-0.062,3.516 0.025,1.261-0.011,1.015-0.004,0.785 0.001,0.583 0.005,0.409 0.007,0.268 0.007,0.943 0.004,-0.014-0.010,-0.122-0.015,-0.181-0.017,-0.201-0.015,-9.323-0.044,8.579 0.016,-0.561-0.027,-0.742-0.028,-0.805-0.027,-0.785-0.022,-0.715-0.021,-0.616-0.015,-5.266 0.088,4.624-0.183,-0.661-0.049,-0.700-0.024,-0.671-0.007,-0.605 0.005,-0.518 0.011,-1.727 0.169,1.365-0.147,-0.343 0.046,-0.255 0.046,-0.181 0.041,-0.120 0.036,-0.071 0.029,-0.881 0.036,0.942-0.007,0.010 0.013,-0.126 0.007,-0.041 0.007,-0.048 0.003,-0.050 0.001,-0.047 0.002,-0.044-0.001,3.235 0.027</inkml:trace>
</inkml:ink>
</file>

<file path=ppt/ink/ink4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1930.000 921.000,'1.277'-0.052,"0.898"-0.014,0.587 0.014,0.346 0.031,0.164 0.038,0.035 0.041,-0.052 0.040,-0.103 0.037,0.725 0.033,1.043 0.032,3.433 0.101,0.839-0.011,0.312-0.032,-0.036-0.043,-0.240-0.045,-0.344-0.042,-2.245-0.102,2.936-0.122,1.086-0.122,1.090-0.106,1.003-0.088,0.871-0.071,-0.716 0.027,-0.121 0.029,-0.314 0.047,-0.415 0.059,-0.452 0.059,-0.446 0.058,-0.411 0.051,0.446 0.044,-0.072 0.036,-0.402 0.029,-0.590 0.021,-0.671 0.016,-0.676 0.011,-0.634 0.006,-0.307 0.006,-0.938 0.000,-0.898 0.001,-0.801-0.003,-0.677-0.001,-2.738-0.021,3.221-0.185,0.378-0.208,0.250-0.214,0.149-0.203,0.075-0.179,0.021-0.152,-0.421-0.160,-0.670-0.153,-0.784-0.138,-0.796-0.118,-0.746-0.095,-0.659-0.076,-0.556-0.056,-1.024 1.542,0.384-2.107,-0.448-0.204,-0.334-0.047,-0.236 0.058,-0.155 0.117,-0.093 0.147,-0.169 0.124,-0.161 0.223,-0.157 0.214,-0.141 0.192,-0.119 0.161,-0.096 0.130,-0.051 0.165,-0.347-0.089,-0.399-0.134,-0.405-0.156,-0.385-0.160,-0.348-0.155,0.319 0.244,-0.142 0.009,-0.921-0.325,-0.194 0.047,-0.145 0.063,-0.107 0.067,-0.072 0.066,-0.046 0.061,-1.022-0.109,-0.763-0.003,-0.543 0.063,-0.359 0.105,-0.218 0.124,-0.109 0.126,-3.213-0.316,-1.613-0.105,-0.988-0.053,-0.520-0.015,-0.186 0.007,0.033 0.021,1.270 0.227,0.509 0.153,0.558 0.170,0.546 0.166,0.497 0.154,0.432 0.134,0.486 0.167,0.485 0.180,0.450 0.171,0.394 0.155,0.328 0.133,0.262 0.109,0.202 0.085,0.348 0.104,0.418 0.110,0.431 0.103,0.407 0.093,0.363 0.079,0.307 0.064,0.481 0.189,0.522 0.151,0.616 0.105,0.633 0.069,0.601 0.038,0.538 0.016,0.461 0.002,0.780-0.470,0.004 0.181,0.132 0.052,-0.043 0.815,0.324 0.368,0.294 0.371,0.253 0.343,0.208 0.299,0.163 0.247,0.124-0.088,0.122-0.101,0.102-0.171,0.084-0.205,0.063-0.211,0.047-0.201,-0.585-1.543,0.490 1.122,-0.079-0.294,-0.094-0.302,-0.099-0.288,-0.093-0.261,-0.084-0.222,-0.037-0.141,-0.061-0.162,-0.044-0.112,-0.028-0.075,-0.019-0.044,-0.008-0.022,-0.005-0.007,0.002 0.004,0.003 0.010,0.003 0.013,0.006 0.012,0.004 0.013,-0.082-0.068,1.569 1.561</inkml:trace>
</inkml:ink>
</file>

<file path=ppt/ink/ink4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1744.000 976.000,'-0.045'-0.030,"-0.067"-0.044,-0.075-0.051,-0.074-0.049,-0.065-0.044,-0.055-0.036,-0.017 0.007,-0.099-0.038,-0.108-0.039,-0.109-0.036,-0.100-0.034,-0.089-0.028,-0.912-0.312,-0.709-0.227,-0.588-0.185,-0.465-0.143,-0.352-0.108,-0.252-0.075,-0.074 0.111,0.247 0.172,0.041 0.086,0.090 0.086,0.114 0.079,0.127 0.071,0.123 0.058,1.982 0.456,-3.046-0.633,-0.659-0.039,-0.618-0.011,-0.546 0.007,-0.457 0.017,-0.366 0.023,-0.280 0.025,6.045 0.780,-5.182-0.568,0.164 0.095,-0.795 0.081,0.566 0.228,0.617 0.226,0.596 0.205,0.536 0.176,0.450 0.141,0.429 0.144,0.173 0.159,0.089 0.151,0.027 0.131,-0.012 0.110,-0.036 0.088,0.199-0.011,0.334-0.074,0.389-0.106,0.397-0.118,0.366-0.117,0.323-0.107,1.113-0.286,-1.333 1.470,-0.011 0.532,0.048 0.291,0.079 0.120,0.093 0.007,0.092-0.065,0.083-0.102,0.564-0.905,-0.017-0.008,-0.483 0.705,0.142-0.218,0.191-0.269,0.207-0.282,0.200-0.265,0.179-0.236,0.167-0.125,0.117 0.005,0.092 0.062,0.070 0.096,0.049 0.109,0.033 0.111,0.481 1.607,0.318 1.011,0.191 0.528,0.096 0.176,0.028-0.064,-0.020-0.217,-0.048-0.300,-0.529-2.516,0.609 2.056,0.019-0.566,0.013-0.539,0.007-0.478,0.004-0.402,-0.092-0.525,0.566 0.191,0.350-0.030,0.335 0.019,0.299 0.048,0.254 0.062,0.208 0.067,-2.331-1.213,3.068 1.448,0.442 0.086,0.272 0.007,0.148-0.048,0.054-0.077,-0.009-0.090,0.481-0.051,0.563-0.083,0.647-0.072,0.647-0.060,0.599-0.047,0.522-0.036,0.433-0.025,0.342-0.017,-3.496-0.527,4.005 0.404,0.111-0.131,-0.118-0.157,-0.256-0.162,-0.327-0.154,-0.347-0.135,-0.335-0.117,-3.325-0.140,3.200-0.031,-0.295-0.117,-0.346-0.105,-0.351-0.091,-0.327-0.073,-0.287-0.057,-0.239-0.043,-3.610 0.204,5.190-0.624,0.241-0.197,0.074-0.207,0.363-0.253,0.362-0.243,0.331-0.217,0.287-0.180,0.232-0.145,-0.623 0.071,-0.714 0.104,-0.861 0.150,-0.886 0.168,-0.830 0.165,-4.562 1.286,4.372-1.284,-0.238-0.011,-0.119-0.068,-0.153-0.068,-0.164-0.061,-0.160-0.055,-0.147-0.045,-2.605 1.095,2.533-1.168,-0.142-0.003,-0.259 0.063,-0.322 0.098,-0.343 0.118,-0.333 0.124,-2.366 1.237,2.391-1.546,-0.454-0.057,-0.463-0.040,-0.429-0.026,-0.373-0.016,-0.386 0.143,-0.303-0.063,-0.288-0.093,-0.257-0.106,-0.218-0.107,-0.179-0.100,-0.138-0.087,-0.414-0.274,-0.483-0.092,-0.505-0.075,-0.475-0.055,-0.417-0.042,-0.347-0.026,0.014 0.245,-0.181 0.137,-0.170 0.178,-0.149 0.189,-0.126 0.184,-0.101 0.167,-0.592 0.025,-0.733 0.066,-0.766 0.086,-0.734 0.094,-0.656 0.092,-0.561 0.083,0.913 0.392,-3.533-0.134,-0.835 0.234,-0.529 0.225,-0.297 0.200,-0.129 0.168,-0.014 0.134,1.279 0.106,0.129 0.063,0.122 0.045,0.109 0.032,0.093 0.019,0.075 0.010,8.302-0.031,-9.849 0.193,-0.543 0.128,0.586 0.091,0.995 0.062,1.175 0.040,1.195 0.024,1.114 0.010,-0.511 0.208,0.034 0.098,0.156 0.035,0.219-0.002,0.237-0.029,4.654-0.548,-4.671 0.558,0.472-0.051,0.664-0.075,0.721-0.083,0.690-0.081,0.610-0.070,0.711-0.096,0.603-0.089,0.533-0.083,0.446-0.073,0.351-0.060,-1.498-0.122</inkml:trace>
</inkml:ink>
</file>

<file path=ppt/ink/ink4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1960.000 971.000,'-0.074'-0.074,"-0.228"-0.055,-0.284-0.019,-0.295 0.002,-0.277 0.013,-0.241 0.020,-0.200 0.022,-0.157 0.021,0.558 0.033,-0.097 0.007,-0.842 0.013,-0.145 0.032,-0.081 0.031,-0.037 0.030,-0.003 0.025,0.016 0.022,0.102 0.060,0.026 0.090,0.022 0.099,0.020 0.096,0.017 0.089,0.012 0.078,0.084 0.093,0.021 0.131,0.019 0.136,0.017 0.127,0.014 0.114,0.012 0.098,0.009 0.080,1.173-0.769,-1.340 1.502,0.022 0.429,0.088 0.331,0.123 0.243,0.135 0.168,0.135 0.110,1.349-2.732,-0.958 3.028,0.374 0.163,0.397 0.021,0.387-0.071,0.352-0.127,0.306-0.154,0.631 0.198,0.633-0.167,0.618-0.153,0.555-0.130,0.471-0.105,0.378-0.082,0.269-0.229,0.239-0.255,0.180-0.269,0.129-0.256,0.087-0.226,0.053-0.189,0.027-0.151,1.171-0.280,-0.005-0.304,0.255-0.176,1.327-0.183,0.329-0.313,0.256-0.297,0.190-0.265,0.132-0.223,0.087-0.180,-1.234 0.007,-0.643-0.006,-0.758 0.027,-0.787 0.050,-0.754 0.062,-0.684 0.063,4.434-1.274,1.840-0.875,0.507-0.607,-0.343-0.390,-0.829-0.224,-1.045-0.106,-2.319 0.604,-1.175 0.015,-1.172 0.020,-1.093 0.024,-0.970 0.022,-0.828 0.022,-0.654 0.060,-0.487 0.295,-0.324 0.344,-0.197 0.352,-0.101 0.330,-0.030 0.295,0.018 0.252,0.703 0.986,-0.181-0.061,-6.946-3.112,-2.456-0.667,-0.916-0.105,0.122 0.258,0.767 0.464,1.109 0.559,7.154 2.437,-9.083-1.726,-1.011 0.797,-0.747 0.732,-0.518 0.629,-0.335 0.509,-0.194 0.392,6.277-0.249,-2.073 0.318,0.615 0.085,-1.835 0.424,1.682-0.029,1.667-0.092,1.505-0.120,1.277-0.128,1.024-0.120,-1.565 1.300</inkml:trace>
</inkml:ink>
</file>

<file path=ppt/ink/ink4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1509.000 963.000,'-0.126'0.358,"-0.198"0.412,-0.229 0.419,-0.232 0.390,-0.217 0.344,-0.191 0.288,-0.161 0.234,-0.122 0.196,0.077-0.130,0.135-0.221,0.163-0.258,0.164-0.259,0.151-0.239,0.502-0.926,-0.361 1.269,0.078 0.326,0.078 0.278,0.075 0.230,0.065 0.179,0.056 0.136,0.228-2.390,-0.451 3.168,-0.152 0.314,-0.112 0.026,-0.080-0.161,-0.050-0.273,-0.029-0.326,-0.014-0.338,0.033-0.220,0.252-0.778,-0.113 0.403,0.137-0.336,0.125-0.286,0.108-0.233,0.086-0.178,0.066-0.130,0.069-0.283,0.026-0.129,0.016-0.120,0.011-0.109,0.003-0.092,0.001-0.075,-0.402 0.753</inkml:trace>
</inkml:ink>
</file>

<file path=ppt/ink/ink4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1499.000 966.000,'0.024'0.000,"0.326"-0.009,0.342-0.013,0.347-0.017,0.328-0.016,0.292-0.016,0.249-0.014,0.202-0.011,0.159-0.011,-0.721 0.042,0.249 0.003,1.769-0.049,0.423-0.016,0.249-0.018,0.118-0.020,0.026-0.018,-0.036-0.017,-0.074-0.014,-0.093-0.012,-3.166 0.171,10.395-0.560,-1.484 0.100,1.452-0.044,5.849-0.211,1.117 0.034,0.420 0.070,-0.070 0.089,-0.390 0.096,-0.577 0.095,-10.102 0.248,11.510-0.046,0.086 0.110,-0.267 0.078,-0.478 0.049,-0.582 0.029,-0.610 0.013,-0.584 0.002,-1.489-0.020,-0.941-0.026,-0.953-0.032,-0.898-0.032,-0.805-0.031,-0.691-0.030,0.995-0.021,-0.298-0.004,-0.605 0.006,-0.755 0.009,-0.798 0.013,-0.765 0.013,-0.688 0.013,-1.185 0.013,-0.624 0.009,-0.567 0.007,-0.490 0.005,-0.411 0.006,-0.330 0.003,-1.062-0.052,3.127-0.156,0.489-0.084,0.083-0.056,-0.186-0.031,-0.350-0.014,-0.431-0.001,-0.454 0.007,0.133-0.012,-0.615 0.061,-1.053 0.061,-0.577 0.016,-0.530 0.004,-0.460-0.002,-0.381-0.007,-0.303-0.009,-1.139 0.169,0.882-0.156,-0.320 0.051,-0.295 0.057,-0.256 0.057,-0.209 0.050,-0.162 0.044,-0.119 0.035,-0.084 0.026,-0.053 0.019,-0.032 0.013,-0.014 0.008,-0.013 0.052,-0.006 0.091,-0.007 0.104,-0.003 0.104,-0.002 0.096,-0.002 0.086,0.000 0.071,0.006-0.551,0.099 1.083,0.087 0.652,0.076 0.688,0.068 0.664,0.054 0.609,0.044 0.531,0.057 0.623,-0.019-0.188,-0.037-0.406,-0.046-0.509,-0.048-0.534,-0.045-0.511,-0.039-0.454,-0.200-1.857,0.068 0.888,0.272 4.380,0.016 1.039,-0.022 0.296,-0.045-0.193,-0.054-0.482,-0.142-2.956,0.042 1.494,-0.046-0.736,-0.039-0.739,-0.032-0.690,-0.026-0.612,-0.021-0.517,-0.061-0.352,-0.084-0.466,-0.086-0.355,-0.081-0.258,-0.071-0.175,-0.056-0.112,-0.046-0.060,-0.033-0.027,-0.024-0.003,-0.015 0.013,-0.008 0.020,-0.005 0.022,-0.001 0.023,0.001 0.020,0.002 0.018,0.002 0.014,0.003 0.010,-0.541-0.040,-0.850-0.066,-0.964-0.079,-0.950-0.077,-0.865-0.072,-0.738-0.061,-0.264-0.051,0.050-0.040,0.241-0.028,0.337-0.021,0.368-0.013,0.356-0.008,0.687 0.156,-5.313-0.296,-1.650 0.072,-0.753 0.149,-0.120 0.189,0.290 0.200,0.534 0.193,0.906 0.145,0.527 0.124,0.475 0.098,0.409 0.073,0.338 0.054,0.269 0.036,4.458-0.391,-8.403 0.427,-2.874-0.215,-2.768-0.279,-2.457-0.293,-2.052-0.274,-1.624-0.238,0.296-0.079,1.427 0.028,1.984 0.087,2.143 0.116,2.048 0.124,1.809 0.116,0.593 0.267,-0.042 0.182,0.359 0.129,0.587 0.081,0.690 0.049,0.740 0.017,1.218-0.028,1.216-0.046,1.122-0.055,0.972-0.054,0.806-0.051,0.635-0.044,3.937-0.205,-3.690 0.238,0.174 0.014,0.232-0.002,0.250-0.011,0.245-0.016,0.222-0.019,0.311-0.035,0.211-0.034,0.189-0.036,0.160-0.033,0.131-0.031,0.103-0.025,0.078-0.021,0.055-0.016,0.681-0.014,-1.885 0.007,-0.314 0.011,-0.109 0.016,0.022 0.018,0.104 0.019,0.140 0.016,0.155 0.013,0.356-0.001,0.425-0.010,0.439-0.015,0.410-0.016,0.357-0.017,-0.202-0.013,-0.133-0.012,-0.097-0.011,-0.065-0.006,-0.041-0.007,-0.023-0.002,-5.157-0.024</inkml:trace>
</inkml:ink>
</file>

<file path=ppt/ink/ink4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639.000 404.000,'0.000'0.012,"0.000"0.020,0.000 0.020,0.000 0.021,0.000 0.019,0.000 0.016,0.000 0.012,0.047-0.032,0.018 0.002,0.016 0.026,0.058 0.165,0.000 0.127,-0.010 0.125,-0.016 0.116,-0.020 0.101,-0.019 0.082,-0.061-0.669,0.036 0.746,-0.012 0.145,-0.012 0.135,-0.008 0.122,-0.008 0.103,-0.004 0.084,-0.016-0.828,-0.085 1.293,-0.038 0.132,-0.012 0.053,0.004 0.000,0.013-0.034,0.018-0.053,0.021-0.059,0.038-0.640,0.008-0.030,0.005 0.144,0.009-0.055,0.005 0.280,0.010-0.197,0.008-0.210,0.006-0.203,0.003-0.182,-0.000-0.420,0.002 0.237,0.001-0.085,0.000-0.078,0.000-0.067,-0.001-0.054,-0.001-0.043,-0.002-0.315,0.001 0.447,0.000 0.072,-0.001 0.038,0.000 0.013,0.000-0.002,-0.001-0.013,0.000-0.006,0.000-0.069,0.000-0.076,0.000-0.074,0.000-0.066,-0.001-0.056,0.001 0.344</inkml:trace>
</inkml:ink>
</file>

<file path=ppt/ink/ink4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624.000 425.000,'0.000'0.012,"0.000"0.018,0.000 0.020,0.000 0.021,0.000 0.018,0.000 0.016,0.000 0.013,0.013 0.048,0.021 0.071,0.022 0.079,0.024 0.077,0.021 0.070,0.019 0.059,-0.094-0.412,0.201 0.735,0.053 0.167,0.028 0.088,0.008 0.031,-0.003-0.007,-0.173-0.659,0.340 0.941,0.086 0.149,0.049 0.080,0.023 0.028,0.006-0.006,-0.008-0.028,0.000-0.074,0.008-0.099,0.008-0.108,0.011-0.105,0.010-0.095,0.010-0.083,0.009-0.068,0.017-0.049,-0.083-0.168,-0.097-0.169,-0.097-0.158,-0.088-0.134,-0.077-0.111,-0.062-0.084,-0.047-0.063,-0.034-0.043,-0.025-0.028,-0.015-0.016,-0.012-0.006,-0.004-0.002,-0.002 0.002,0.001 0.004,0.001 0.004,0.003 0.005,0.002 0.004,0.002 0.005,0.003 0.003,0.001 0.002,0.002 0.003,0.000 0.001,0.004 0.001,0.010 0.000,0.013 0.001,0.011 0.000,0.011 0.000,0.010 0.000,0.034-0.000,0.037-0.001,0.042 0.001,0.039-0.001,0.035 0.001,0.031-0.001,0.025 0.000,0.027-0.052,0.048-0.083,0.050-0.096,0.046-0.096,0.041-0.090,0.037-0.080,0.027-0.068,0.120-0.190,0.051-0.149,0.046-0.143,0.039-0.126,0.032-0.105,0.023-0.084,-0.157 0.161,-0.014-0.049,-0.020-0.048,-0.019-0.046,-0.020-0.040,-0.016-0.034,-0.048 0.036,-0.064 0.081,-0.071 0.105,-0.072 0.114,-0.066 0.114,-0.059 0.104,-0.268 0.662,0.320-1.006,0.235-0.865,0.008-0.086,-0.044 0.129,-0.069 0.249,-0.082 0.299,-0.079 0.303,-0.074 0.280,-0.060 0.241,-0.051 0.195,-0.037 0.152,-0.029 0.111,0.095 0.276</inkml:trace>
</inkml:ink>
</file>

<file path=ppt/ink/ink4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139.000 269.000,'0.008'0.000,"0.013"0.000,0.015 0.000,0.015 0.000,0.014 0.000,0.012 0.000,0.011 0.000,0.008 0.000,0.007 0.000,0.192-0.012,0.299-0.020,0.343-0.022,0.347-0.022,0.324-0.021,0.286-0.019,0.214-0.016,0.155-0.012,0.103-0.010,0.065-0.007,0.033-0.005,0.013-0.003,1.166 0.000,0.508 0.021,0.161 0.027,-0.068 0.025,-0.201 0.024,-0.267 0.021,0.446 0.018,0.870 0.081,1.205 0.118,1.246 0.135,1.187 0.134,1.069 0.128,0.917 0.113,-6.176-0.380,6.922 0.493,-0.193 0.005,-0.625-0.040,-0.867-0.066,-0.961-0.080,-0.958-0.082,0.153-0.065,-0.638-0.102,-0.744-0.091,-0.753-0.078,-0.699-0.064,-0.610-0.051,-0.572-0.037,-0.660-0.027,-0.664-0.017,-0.613-0.011,-0.535-0.005,-0.442-0.001,-0.577-0.078</inkml:trace>
</inkml:ink>
</file>

<file path=ppt/ink/ink4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457.000 548.000,'0.025'0.000,"0.037"0.000,0.043 0.000,0.042 0.000,0.036 0.000,0.033 0.000,0.025 0.000,0.075 0.079,0.121 0.121,0.134 0.140,0.131 0.139,0.118 0.129,0.102 0.111,-0.531-0.415,0.754 0.595,0.110 0.103,0.043 0.055,-0.005 0.021,-0.035-0.004,-0.051-0.018,-0.960-0.833,1.184 1.311,0.062 0.226,0.054 0.157,0.042 0.103,0.034 0.059,0.023 0.030,-0.207-0.309,-0.019-0.098,-0.022-0.111,-0.022-0.114,-0.021-0.107,-0.018-0.095,-0.016-0.082,-0.084-0.128,-0.113-0.142,-0.128-0.144,-0.130-0.137,-0.120-0.122,-0.107-0.103,0.025-0.114,-0.031-0.147,-0.037-0.136,-0.036-0.121,-0.036-0.100,-0.029-0.080,-0.026-0.061,-0.019-0.044,-0.016-0.030,-0.010-0.019,-0.008-0.010,-0.004-0.005,0.079-0.123,0.151-0.215,0.174-0.246,0.178-0.252,0.167-0.233,0.148-0.206,0.124-0.174,-0.817 1.109,1.091-1.276,0.071-0.017,-0.030 0.074,-0.094 0.130,-0.130 0.157,-0.143 0.162,-1.098 1.247,1.088-1.031,-0.106 0.229,-0.137 0.217,-0.147 0.192,-0.140 0.163,-0.128 0.133,-0.107 0.129,-0.059 0.106,-0.037 0.092,-0.020 0.074,-0.006 0.060,0.001 0.045,0.007 0.032,0.081 0.128,0.099 0.170,0.112 0.188,0.111 0.186,0.105 0.171,0.091 0.147,0.261 0.336,0.148 0.212,0.136 0.188,0.113 0.157,0.092 0.123,0.068 0.092,-1.557-1.820,1.573 1.682,0.052-0.055,-0.028-0.123,-0.075-0.158,-0.100-0.169,-0.109-0.164,0.270 0.039,0.061-0.143,-0.005-0.184,-0.042-0.195,-0.066-0.184,-0.071-0.162,-0.199-0.205,-0.089-0.173,-0.083-0.163,-0.072-0.145,-0.063-0.122,-0.049-0.100,0.070-0.171,-0.041-0.140,-0.032-0.126,-0.027-0.105,-0.020-0.084,-0.014-0.065,-0.010-0.045,-0.007-0.032,-0.002-0.019,-0.001-0.011,-0.001-0.004,0.995-0.931,0.649-0.553,0.320-0.212,0.083 0.023,-0.073 0.171,-0.168 0.253,-0.217 0.289,-2.222 1.674,1.929-1.387,-0.390 0.389,-0.377 0.389,-0.340 0.359,-0.287 0.310,-0.232 0.254,-0.180 0.201,-0.130 0.149,-0.092 0.105,-0.058 0.071,-0.034 0.041,-0.015 0.023,-0.025 0.012,-0.003 0.048,-0.000 0.050,0.001 0.050,0.004 0.043,0.004 0.039,-0.122-0.319,-0.072-0.174,1.006 1.823,0.338 0.490,0.178 0.211,0.060 0.013,-0.019-0.116,-0.069-0.190,-0.099-0.226,-0.022-0.125,-0.228-0.412,-0.231-0.400,-0.213-0.356,-0.184-0.301,-0.088-0.353,0.011-0.333,0.053-0.311,0.078-0.275,0.086-0.228,0.085-0.182,0.061-0.118,-0.008-0.006,-0.033 0.045,-0.044 0.070,-0.050 0.081,-0.048 0.080,-0.041 0.075,-0.037 0.064,-0.028 0.051,-0.022 0.040,-0.016 0.030,-0.010 0.020,0.176-0.119,1.571-1.395,0.434-0.359,0.048-0.022,-0.191 0.192,-0.328 0.305,-0.383 0.353,-0.387 0.354,-0.357 0.323,-0.311 0.280,-0.255 0.229,-0.200 0.180,0.048 0.280,0.148 0.318,0.187 0.327,0.199 0.307,0.191 0.274,0.172 0.232,0.149 0.187,-0.074-0.191,0.637 0.492,0.042-0.100,-0.072-0.196,-0.140-0.240,-0.171-0.249,-0.177-0.236,-0.280-0.242,-0.181-0.155,-0.171-0.127,-0.149-0.098,-0.128-0.076,-0.104-0.053,0.155-0.106,0.137-0.154,0.149-0.156,0.146-0.144,0.131-0.124,-0.766 0.299,0.846-0.397,0.034-0.036,-0.026 0.003,-0.062 0.026,-0.082 0.041,-0.087 0.047,-0.083 0.046,-0.145 0.066,-0.119 0.048,-0.119 0.044,-0.110 0.041,-0.096 0.032,-0.082 0.026,0.302-0.402</inkml:trace>
</inkml:ink>
</file>

<file path=ppt/ink/ink4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1410.000 421.000,'0.031'0.000,"0.053"0.000,0.065 0.000,0.082 0.000,0.142 0.000,0.420 0.000,0.103 0.000,0.013 0.000,-0.043 0.000,-0.075 0.000,-0.088 0.000,-0.089 0.000,-0.125-0.012,2.155-0.086,0.989-0.050,0.615-0.034,0.325-0.021,0.115-0.011,-0.029-0.005,-2.659 0.119,3.773-0.219,0.611-0.045,0.461-0.026,0.331-0.014,0.223-0.002,0.138 0.003,-0.077 0.031,-0.210 0.049,-0.279 0.054,-0.302 0.054,-0.295 0.052,-0.270 0.043,-0.233 0.039,-4.678 0.065,3.249-0.023,0.151 0.012,3.055-0.050,0.144-0.074,-0.043-0.090,-0.153-0.093,-0.204-0.085,-0.218-0.074,-1.105-0.030,-0.553-0.082,-0.575-0.081,-0.549-0.077,-0.490-0.065,-0.417-0.055,-1.370 0.284,1.552-0.615,-0.263-0.046,-0.375 0.031,-0.414 0.073,-0.404 0.098,-0.365 0.100,-0.310 0.098,-0.252 0.086,-0.193 0.071,-0.143 0.058,-0.100 0.044,-0.686 0.484,0.165-0.151,0.532-0.675,-0.033-0.163,-0.058-0.093,-0.072-0.043,-0.072-0.008,-0.070 0.015,-0.124 0.056,-0.075-0.116,-0.072-0.143,-0.066-0.153,-0.058-0.149,-0.049-0.137,-0.070 0.972,-0.021-1.847,-0.093-0.279,-0.095-0.079,-0.089 0.054,-0.080 0.140,-0.069 0.183,-0.055 0.201,-0.149 0.076,-0.136 0.261,-0.136 0.240,-0.127 0.213,-0.111 0.174,-0.017 0.240,-0.090 0.110,-0.082 0.087,-0.072 0.066,-0.059 0.047,-0.049 0.032,-0.036 0.020,0.759 0.511,-2.148-1.089,-0.553-0.190,-0.270-0.060,-0.073 0.024,0.058 0.075,0.134 0.103,2.918 1.285,-3.326-1.357,-0.160 0.040,-0.069 0.076,-0.007 0.093,0.032 0.096,0.053 0.089,0.227 0.125,0.109 0.078,0.109 0.068,0.100 0.056,0.087 0.042,0.069 0.034,2.097 0.544,-2.332-0.432,-0.072 0.043,0.058 0.036,0.133 0.030,0.174 0.021,0.842 0.181,-0.404-0.025,-1.608-0.171,-0.381 0.022,-0.202 0.043,-0.068 0.054,0.022 0.059,0.083 0.059,4.023 0.319,-5.490-0.284,0.043 0.087,0.358 0.078,0.516 0.065,0.566 0.051,0.546 0.040,0.889 0.027,0.440 0.015,0.385 0.012,0.323 0.006,0.257 0.003,0.198 0.001,0.296 0.010,0.237 0.016,0.227 0.020,0.203 0.020,0.176 0.018,0.145 0.017,-0.236 0.155,-0.236 0.144,-0.070 0.074,-0.013 0.037,0.021 0.012,0.042-0.005,0.268-0.165,-0.534 0.105,-0.082-0.033,-0.042-0.026,-0.012-0.021,0.005-0.015,0.017-0.011,0.020-0.006,0.022-0.005,0.021-0.002,0.018 0.000,0.014 0.000,-0.789 0.605,-0.421 0.384,-0.156 0.217,0.019 0.096,0.125 0.013,0.174-0.035,1.702-1.052,-1.035 0.714,0.231-0.104,0.243-0.125,0.236-0.130,0.213-0.125,0.188-0.114,0.515-0.411,-0.341 0.431,0.181-0.077,0.141-0.079,0.103-0.071,0.073-0.063,0.045-0.049,0.028-0.040,0.078-0.271,-0.057 0.224,-0.012 0.083,-0.077 0.491,0.001 0.174,0.012 0.119,0.021 0.073,0.021 0.042,0.023 0.016,0.021-0.000,0.056 0.124,0.078 0.124,0.083 0.140,0.079 0.138,0.071 0.129,0.061 0.110,0.023-0.065,-0.003-0.173,-0.018-0.224,-0.027-0.241,-0.031-0.231,-0.029-0.207,-0.104-0.485,0.692 1.171,0.263 0.274,0.141 0.116,0.056 0.008,-0.005-0.060,-0.041-0.099,-0.048-0.143,0.015-0.067,0.029-0.054,0.034-0.039,0.038-0.028,0.034-0.019,0.189 0.088,0.081 0.029,-0.027-0.048,-0.095-0.091,-0.132-0.116,-0.148-0.122,-0.994-0.981,0.996 1.006,-0.185-0.171,-0.190-0.185,-0.178-0.178,-0.155-0.156,-0.127-0.130,-0.122-0.120,-0.088-0.081,-0.071-0.063,-0.056-0.047,-0.040-0.031,-0.028-0.022,-0.019-0.011,-0.010-0.006,-0.005-0.002,-0.001 0.003,0.001 0.002,0.003 0.005,-0.035 0.197</inkml:trace>
</inkml:ink>
</file>

<file path=ppt/ink/ink4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469.000 571.000,'0.006'0.006,"0.010"0.010,0.011 0.011,0.010 0.010,0.011 0.011,0.008 0.008,0.007 0.007,0.005 0.005,0.005 0.005,0.002 0.002,0.003 0.003,0.000 0.000,0.002 0.002,0.485 0.562,0.447 0.491,0.389 0.405,0.319 0.321,0.253 0.242,0.191 0.175,0.136 0.116,0.092 0.074,0.116 0.096,0.220 0.059,0.040-0.081,-0.082-0.167,-0.151-0.206,-0.185-0.219,-0.194-0.210,-0.184-0.188,-0.216-0.216,-0.136-0.155,-0.111-0.133,-0.089-0.110,-0.066-0.086,-0.049-0.066,-0.032-0.048,-0.023-0.104,0.066-0.092,0.088-0.094,0.182-0.188,0.233-0.238,0.252-0.254,0.247-0.252,0.231-0.231,0.203-0.204,0.295-0.227,-0.012-0.092,-0.086-0.042,-0.124-0.005,-0.140 0.017,-0.141 0.031,-0.129 0.037,0.007-0.088,0.352-0.298,0.452-0.362,0.488-0.383,0.481-0.372,0.446-0.341,-0.522 0.366,1.172-0.691,-0.366 0.324,-0.525 0.429,-0.584 0.461,-0.573 0.444,-0.474 0.376,-0.447 0.321,-0.344 0.251,-0.315 0.216,-0.273 0.179,-0.229 0.141,-0.183 0.109,0.012 0.186,0.044 0.223,0.103 0.221,0.134 0.204,0.141 0.177,0.134 0.145,0.034 0.047,0.131 0.094,0.125 0.078,0.113 0.064,0.096 0.049,0.080 0.036,0.063 0.025,-0.320-0.214,0.650 0.377,0.015-0.056,-0.033-0.092,-0.060-0.110,-0.073-0.112,-0.974-0.545,0.848 0.307,-0.123-0.136,-0.191-0.148,-0.222-0.144,-0.230-0.132,-0.215-0.116,0.021-0.071,-0.007-0.070,0.056-0.043,0.092-0.023,0.103-0.008,0.105 0.000,0.219-0.172,0.300-0.264,0.313-0.301,0.298-0.297,0.263-0.272,0.219-0.232,0.175-0.191,-1.140 0.543,-0.053 0.013,0.208-0.091,-0.146 0.102,0.466-0.169,-0.388 0.214,-0.390 0.202,-0.355 0.178,-0.306 0.145,-1.074 0.411,0.947-0.246,-0.046 0.101,-0.038 0.082,-0.034 0.063,-0.025 0.046,-0.020 0.034,-0.825 0.007,0.786 0.024,-0.004 0.026,-0.020 0.023,-0.030 0.021,-0.035 0.016,-0.035 0.014,-0.033 0.009,0.039 0.038,0.044 0.046,0.059 0.051,0.064 0.049,0.064 0.045,0.059 0.039,0.069 0.027,-0.083-0.039,-0.115-0.059,-0.124-0.063,-0.120-0.061,1.133 0.077</inkml:trace>
</inkml:ink>
</file>

<file path=ppt/ink/ink4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2094.000 268.000,'0.008'0.000,"0.012"0.000,0.015 0.000,0.013 0.000,0.013 0.000,0.012 0.000,0.008 0.000,0.008 0.000,0.005 0.000,0.004 0.000,-0.017 0.000,0.044 0.000,0.387-0.015,0.302-0.022,0.290-0.026,0.253-0.024,0.212-0.021,0.165-0.019,-0.034 0.045,-0.061 0.076,-0.105 0.088,-0.123 0.089,-0.125 0.083,-0.114 0.072,-0.177 0.024,-0.184 0.002,-0.182-0.018,-0.163-0.026,-0.140-0.030,-0.114-0.029,-0.087-0.027,-0.107-0.091,-0.085-0.016,-0.227 0.016,-0.180-0.025,-0.090-0.031,-0.041-0.026,-0.007-0.020,0.013-0.014,0.259-0.010,-0.311-0.046,-0.168-0.073,-0.187-0.084,-0.187-0.085,-0.177-0.082,-0.158-0.073,1.195 0.340,-1.604-0.527,0.087-0.006,0.216 0.051,0.275 0.081,0.289 0.092,0.271 0.092,0.239 0.082,0.196 0.071,0.156 0.057,0.116 0.044,0.082 0.033,0.055 0.021,0.032 0.014,0.018 0.008,0.005 0.004,-0.001 0.001,-0.007-0.002,-0.007-0.003,-0.010-0.002,-0.008-0.003,-0.007-0.002,-0.007-0.003,-0.005-0.001,-0.003-0.002,-0.004-0.001,0.035 0.046,0.074 0.079,0.135 0.132,0.047 0.054,0.017 0.021,-0.004 0.001,-0.016-0.012,-0.023-0.021,0.008-0.020,0.004-0.041,0.010-0.040,0.015-0.037,0.013-0.031,0.015-0.025,0.011-0.021,0.010-0.014,0.007-0.009,0.007-0.007,0.003-0.004,0.003-0.001,0.002-0.001,-0.000 0.001,0.001 0.001,0.000 0.001,-0.001 0.001,0.085-0.007,0.065 0.004,0.060 0.013,0.042 0.014,0.028 0.017,0.016 0.014,0.007 0.015,0.007 0.008,-0.070-0.010,-0.084-0.016,-0.086-0.018,-0.081-0.018,-0.071-0.017,-0.060-0.015,0.270-0.015</inkml:trace>
</inkml:ink>
</file>

<file path=ppt/ink/ink4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2104.000 269.000,'0.005'0.000,"0.007"0.000,0.008 0.000,0.009 0.000,0.008 0.000,0.005 0.000,0.006 0.000,0.005 0.000,0.003 0.000,0.001 0.000,0.002 0.000,0.002 0.000,-0.001 0.000,0.001 0.000,-0.001 0.000,0.001 0.000,-0.001 0.000,0.018-0.060,0.042-0.096,0.074-0.214,0.045-0.210,0.036-0.204,0.027-0.184,0.020-0.157,0.013-0.129,-0.014 0.014,-0.009 0.029,-0.016 0.064,-0.016 0.081,-0.016 0.086,0.411-1.418,0.396-1.189,0.293-0.743,0.221-0.452,0.160-0.236,0.106-0.082,0.065 0.023,-0.139 0.477,-0.157 0.465,-0.194 0.529,-0.206 0.531,-0.196 0.492,-0.177 0.431,-0.489 1.255,0.638-1.549,0.014-0.023,-0.040 0.094,-0.072 0.160,-0.088 0.193,-0.092 0.198,-0.413 1.054,0.700-1.726,0.204-0.475,0.179-0.412,0.151-0.342,0.118-0.269,0.091-0.204,0.066-0.146,-0.304 0.701,-0.142 0.295,0.099-0.296,-0.196 0.447,-0.172 0.405,-0.142 0.346,-0.112 0.278,-0.084 0.212,-0.154 0.380,-0.088 0.195,-0.081 0.178,-0.072 0.153,-0.061 0.127,-0.050 0.099,-0.029 0.068,-0.029 0.086,-0.019 0.069,-0.012 0.057,-0.005 0.041,-0.003 0.031,0.001 0.020,0.002 0.012,0.003 0.007,0.003 0.003,0.004-0.001,0.092-0.262,0.070-0.182,0.046-0.115,0.029-0.064,0.016-0.026,0.006-0.001,0.000 0.016,-0.005 0.024,1.142-2.684</inkml:trace>
</inkml:ink>
</file>

<file path=ppt/ink/ink4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2122.000 150.000,'0.000'-0.074,"0.020"-0.096,0.031-0.113,0.037-0.112,0.037-0.106,0.037-0.093,0.030-0.079,0.029-0.064,0.035-0.048,0.056-0.086,0.061-0.087,0.058-0.082,0.055-0.073,0.047-0.062,0.225-0.312,0.144-0.078,0.141-0.055,0.126-0.038,0.105-0.024,0.084-0.012,-1.107 1.379,1.277-1.667,0.064-0.098,-0.007 0.015,-0.049 0.083,-0.070 0.118,-0.076 0.127,-0.075 0.124,-0.067 0.109,-0.056 0.092,-0.044 0.074,-0.033 0.055,-0.026 0.039,-0.015 0.027,-0.011 0.017,0.029-0.071,0.023-0.048,-0.050 0.049,-0.099 0.110,-0.119 0.143,-0.128 0.154,-0.123 0.149,-0.092 0.125,-0.109 0.149,-0.089 0.127,-0.071 0.106,-0.052 0.082,-0.038 0.061,-0.026 0.044,-0.015 0.030,-0.006 0.004,0.054 0.007,0.224 0.118,0.161 0.164,0.153 0.184,0.136 0.187,0.113 0.172,-0.138 0.050,0.305 0.613,-0.028 0.179,-0.065 0.080,-0.084 0.014,-0.087-0.030,-0.082-0.054,-0.622-1.379,0.467 1.308,-0.057 0.049,-0.045 0.024,-0.034 0.008,-0.026-0.006,-0.017-0.011,-0.011-0.017,0.019 0.065,-0.037-0.190,-0.039-0.215,-0.039-0.212,-0.032-0.190,-0.235-0.761,0.670 3.581</inkml:trace>
</inkml:ink>
</file>

<file path=ppt/ink/ink4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2109.000 259.000,'0.000'-0.005,"0.000"-0.007,0.000-0.009,0.000-0.008,0.000-0.008,0.000-0.006,0.000-0.006,0.000-0.004,0.000-0.002,0.000-0.003,0.000-0.002,0.000 0.000,0.000-0.001,0.000 0.001,0.000-0.001,0.000 0.001,0.000 0.000,0.026-0.138,0.041-0.216,0.046-0.248,0.047-0.246,0.043-0.229,0.036-0.198,-0.122 0.756,0.424-1.536,0.219-0.553,0.191-0.464,0.157-0.370,0.124-0.283,0.093-0.206,0.068-0.142,-0.591 1.695,-0.014-0.062,0.440-1.682,-0.075 0.026,-0.090 0.127,-0.093 0.183,-0.088 0.208,-0.078 0.209,-0.068 0.196,-0.053 0.102,0.290-1.550,0.033-0.360,-0.007-0.158,-0.030-0.018,-0.043 0.072,-0.047 0.122,-0.709 4.057,0.741-4.161,-0.029 0.236,-0.051 0.347,-0.058 0.384,-0.060 0.375,-0.053 0.340,1.304-6.406</inkml:trace>
</inkml:ink>
</file>

<file path=ppt/ink/ink4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2112.000 258.000,'0.000'-0.024,"0.000"-0.036,0.000-0.041,0.000-0.040,0.000-0.035,0.000-0.031,0.000-0.023,0.000-0.019,0.000-0.013,0.000-0.009,0.000-0.006,0.034-0.078,0.055-0.173,0.064-0.203,0.065-0.208,0.062-0.198,0.056-0.176,-0.260 1.026,0.499-1.663,0.162-0.453,0.125-0.356,0.091-0.268,0.061-0.192,0.040-0.130,0.022-0.080,-0.184 0.448,0.238-0.882,-0.001 0.010,0.028-0.066,-0.018 0.099,-0.024 0.112,-0.023 0.114,-0.022 0.104,-0.019 0.092,-0.016 0.049,-0.013 0.020,-0.009-0.003,-0.008-0.013,-0.005-0.021,-0.003-0.024,-0.141 0.383,-0.062 0.081,-0.071 0.091,-0.073 0.093,-0.069 0.087,-0.060 0.080,-0.082 0.197,0.119-0.848,-0.006-0.027,-0.009 0.069,-0.009 0.126,-0.007 0.152,-0.008 0.156,-0.006 0.147,-0.004 0.129,-0.138 0.616,0.087-0.403,-0.009 0.175,-0.002 0.181,0.003 0.172,0.006 0.153,0.007 0.128,-0.021-0.016,-0.011-0.030,-0.014-0.008,-0.016 0.008,-0.015 0.017,-0.013 0.023,-0.230 0.882,0.216-0.918,-0.026 0.118,-0.022 0.146,-0.020 0.152,-0.015 0.143,-0.011 0.123,-0.009 0.104,-0.005 0.080,-0.045 0.135,-0.027 0.072,-0.031 0.067,-0.030 0.058,-0.027 0.048,-0.025 0.038,-0.020 0.031,-0.015 0.002,-0.016 0.016,-0.010 0.010,-0.007 0.004,-0.005 0.001,-0.001-0.001,0.007 0.014,0.012 0.006,0.012 0.006,0.014 0.007,0.013 0.005,0.011 0.005,0.010 0.004,0.006 0.004,0.007 0.002,0.004 0.002,0.002 0.001,-0.008 0.001,-0.009-0.005,-0.010-0.007,-0.012-0.007,-0.011-0.008,-0.010-0.006,-0.008-0.005,-0.007-0.056,-0.006-0.066,-0.004-0.075,-0.004-0.074,-0.002-0.068,-0.001-0.057,0.012 0.309,0.089-0.447,0.035-0.043,0.011-0.009,-0.007 0.012,-0.014 0.025,-0.020 0.029,-0.013 0.093,0.002 0.062,0.007 0.062,0.008 0.061,0.011 0.054,0.010 0.044,0.021 0.001,0.027-0.030,0.030-0.045,0.027-0.054,0.025-0.052,0.022-0.051,-0.115 0.177,0.116-0.307,-0.038 0.032,-0.044 0.072,-0.045 0.088,-0.041 0.090,-0.034 0.086,-0.028 0.073,-0.022 0.060,-0.016 0.047,-0.010 0.033,-0.008 0.025,-0.003 0.016,-0.002 0.008,0.000 0.005,0.001 0.000,0.001 0.000,0.000-0.002,0.003-0.004,0.000-0.001,0.002-0.004,0.001-0.001,0.000-0.003,0.000-0.001,0.001-0.001,0.000-0.000,0.001-0.001,-0.001 0.000,0.000-0.001,0.000 0.001,0.001-0.001,-0.001 0.001,0.000 0.000,0.000 0.000,0.000 0.000,0.000-0.000,0.000 0.000,0.000 0.000,0.000-0.000,0.000 0.000,0.000 0.000,0.000 0.000,0.000 0.000,0.000 0.000,0.000 0.001,0.000-0.001,0.000 0.000,0.000-0.000,0.000 0.000,0.000 0.000,0.000 0.000,0.000 0.000,0.000 0.001,0.000-0.001,0.000 0.000,0.000 0.000,0.000-0.000,0.000 0.000,0.000 0.000,0.000 0.000,0.000 0.001,0.000-0.001,0.000-0.000,0.000 0.000,0.004 0.002,0.006 0.002,0.007 0.002,0.007 0.002,0.006 0.003,0.005 0.001,0.005 0.001,0.003 0.002,0.002-0.000,0.002 0.001,0.002 0.000,-0.001 0.000,0.001 0.001,0.000-0.001,0.001 0.001,-0.002-0.001,0.001 0.000,-0.001 0.001,0.000-0.001,0.000 0.000,0.000 0.000,-0.006 0.037,-0.007 0.057,-0.005 0.044,-0.013 0.010,-0.011-0.007,-0.010-0.017,-0.009-0.021,-0.008-0.022,-0.004-0.019,-0.005-0.019,-0.003-0.014,-0.001-0.011,-0.002-0.009,0.001-0.006,-0.001-0.003,0.000-0.003,0.001-0.001,0.000-0.001,0.001 0.001,-0.000 0.000,0.000 0.001,0.000 0.000,0.000 0.001,0.001 0.001,-0.001 0.000,0.001 0.000,0.000 0.001,0.000 0.000,0.000 0.000,-0.001 0.000,0.001 0.000,0.000 0.000,-0.035 0.001,-0.052-0.001,-0.058 0.000,-0.058 0.000,-0.052 0.000,-0.043 0.000,-0.035 0.000,0.295 0.000,-0.358 0.000,-0.022 0.000,0.010 0.000,0.031 0.000,0.039 0.000,0.043 0.000,0.041 0.000,0.015 0.000,0.000 0.000,-0.009 0.000,-0.016 0.000,-0.018 0.000,0.034 0.000,-0.114 0.000,0.004 0.000,0.026 0.000,0.039 0.000,0.042 0.000,0.042 0.000,0.038 0.000,0.033 0.000,0.028 0.000,0.020 0.000,0.016 0.000,0.038 0.000,0.050 0.000,0.053 0.000,0.050 0.000,0.046 0.000,0.037 0.000,0.030 0.000,0.024 0.000,0.016 0.000,0.011 0.000,0.008 0.000,0.004 0.000,-0.152 0.012,0.283 0.090,0.085 0.035,0.069 0.010,0.053-0.006,0.038-0.015,0.026-0.021,-0.249-0.052,0.467 0.054,0.076 0.034,0.034 0.041,0.003 0.046,-0.014 0.041,-0.617-0.157,0.536 0.237,-0.047 0.030,-0.067 0.005,-0.077-0.014,-0.077-0.023,-0.070-0.029,-0.448-0.253,0.461 0.318,-0.080-0.016,-0.102-0.040,-0.105-0.055,-0.099-0.056,-0.086-0.053,-0.071-0.047,-0.055-0.038,-0.042-0.030,-0.028-0.023,-0.020-0.016,-0.011-0.010,-0.005-0.006,-0.002-0.004,0.002-0.001,0.001 0.001,0.003 0.001,0.004 0.002,-0.107 0.001,-0.166 0.002,-0.188 0.002,-0.186 0.000,-0.166 0.002,0.382 0.000,-0.457 0.001,0.023-0.001,0.072 0.002,0.095-0.001,0.103 0.000,0.101 0.001,0.089-0.001,0.077 0.000,0.062 0.000,0.048 0.001,0.036-0.001,0.147-0.012,-0.465-0.079,-0.125-0.034,-0.049-0.012,0.003 0.003,0.035 0.011,0.055 0.017,0.073 0.015,0.131 0.019,0.134 0.019,0.125 0.015,0.110 0.013,0.091 0.010,0.073 0.007,0.055 0.006,0.040 0.003,0.026 0.002,0.017 0.002,0.009-0.001,0.004 0.000,0.083 0.000,0.142-0.001,0.164 0.000,0.166-0.001,0.154-0.001,-0.015-0.000,0.532 0.080,0.199 0.122,0.140 0.141,0.092 0.139,0.054 0.130,-0.149 0.026,-0.147 0.006,-0.179-0.022,-0.189-0.039,-0.178-0.047,-0.162-0.049,-0.137-0.046,0.091 0.097,0.007 0.036,-0.045-0.008,-0.077-0.035,-0.090-0.048,-0.093-0.055,-0.108-0.053,-0.144-0.076,-0.138-0.071,-0.124-0.063,-0.104-0.053,-0.084-0.042,-0.065-0.031,-0.047-0.024,-0.034-0.015,-0.020-0.010,-0.012-0.006,-0.006-0.002,-0.001 0.001,-0.048-0.043,-0.101-0.068,-0.117-0.077,-0.118-0.079,-0.112-0.074,-0.142-0.101,-0.100-0.083,-0.083-0.077,-0.065-0.065,-0.051-0.053,-0.035-0.040,0.157 0.103,-0.331-0.171,0.022 0.039,0.091 0.081,0.131 0.102,0.149 0.110,0.149 0.106,0.752 0.327,-0.658-0.230,0.130 0.070,0.138 0.048,0.129 0.033,0.118 0.021,0.099 0.011,0.099 0.000,0.114 0.014,0.094 0.011,0.077 0.010,0.058 0.007,0.043 0.005,0.029 0.005,0.019 0.003,0.009 0.001,0.004 0.001,0.001 0.000,-0.002 0.000,-0.004 0.000,-0.003 0.000,0.096 0.011,0.192 0.003,0.151 0.011,0.131 0.010,0.109 0.008,0.085 0.009,-0.406 0.009,0.620-0.001,0.029 0.005,-0.045 0.002,-0.089 0.002,-0.108 0.001,-0.113 0.001,-0.120 0.000,-0.115 0.000,-0.101-0.000,-0.088 0.000,-0.069-0.001,-0.054 0.000,-0.007-0.000,0.016 0.000,0.006-0.001,-0.001 0.000,-0.008 0.000,-0.009 0.001,0.008-0.001,-0.071-0.001,-0.080 0.001,-0.079 0.000,-0.069 0.000,-0.060 0.000,-0.049 0.000,-0.036 0.000,-0.028 0.000,-0.018 0.000,-0.012 0.000,-0.007 0.000,-0.003 0.000,0.000 0.000,0.001 0.000,0.001 0.000,0.003 0.000,0.003 0.000,0.002 0.000,0.002 0.000,0.001 0.000,0.002 0.000,0.001 0.000,0.000 0.000,-0.038 0.000,-0.064 0.000,-0.073 0.000,-0.072 0.000,-0.067 0.000,0.151 0.000,-0.019 0.000,-0.221 0.000,-0.073 0.000,-0.063 0.000,-0.058 0.000,-0.047 0.000,-0.037 0.000,0.429 0.000,-0.524 0.000,-0.061 0.000,-0.045 0.000,-0.031 0.000,-0.023 0.000,-0.012 0.000,-0.372-0.104,-0.077-0.068,-0.004-0.041,0.041-0.021,0.064-0.006,0.074 0.003,0.298 0.076,-0.527-0.044,-0.165 0.009,-0.144 0.004,-0.118 0.001,-0.092 0.002,-0.110 0.018,-0.153 0.024,-0.151 0.027,-0.138 0.027,-0.118 0.025,-0.096 0.020,2.289 0.040,-2.407-0.020,-0.061 0.011,0.027 0.010,0.082 0.005,0.106 0.005,0.117 0.001,2.137-0.003,-2.733 0.005,-0.325 0.000,-0.171 0.000,-0.060-0.002,0.013 0.000,0.058 0.000,-0.037 0.038,0.234 0.060,0.257 0.067,0.243 0.067,0.218 0.058,0.180 0.050,0.143 0.041,0.108 0.029,0.077 0.023,0.051 0.015,0.031 0.009,-2.798 1.037,-1.957 0.771,-0.716 0.381,0.013 0.134,0.468-0.028,0.720-0.132,0.819-0.182,1.049-0.289,0.603-0.096,0.512-0.067,0.415-0.042,0.325-0.024,0.243-0.012,1.480-1.050,-1.982 2.088,-0.079 0.446,0.005 0.284,0.054 0.160,0.081 0.069,0.092 0.010,0.222-0.063,0.003 0.300,-0.023 0.351,-0.036 0.360,-0.045 0.338,-0.043 0.300,0.031 0.228,0.201-0.140,0.144-0.041,0.160-0.100,0.158-0.130,0.145-0.142,0.128-0.138,-0.005 0.525,0.237-0.037,0.232-0.017,0.210-0.002,0.178 0.005,0.656-3.443,-0.404 4.169,0.166 0.441,0.139 0.296,0.111 0.181,0.083 0.098,0.060 0.036,0.040-0.002,0.137-0.793,0.171-0.295,0.191-0.323,0.188-0.318,0.172-0.291,0.151-0.252,0.125-0.209,0.098-0.166,0.041-0.436,0.064-0.335,0.052-0.348,0.039-0.331,0.031-0.299,0.020-0.256,0.364 0.169,0.318 0.023,0.349 0.097,0.337 0.136,0.304 0.148,0.256 0.143,-0.129-0.271,0.147-0.007,0.125-0.030,0.103-0.043,0.081-0.048,0.063-0.047,0.044-0.046,0.702 0.088,0.449-0.116,0.323-0.186,0.219-0.216,0.137-0.218,0.072-0.206,0.688-0.166,0.712-0.225,0.788-0.204,0.773-0.173,0.705-0.141,0.606-0.110,1.137-0.132,0.274-0.225,0.110-0.221,0.002-0.201,-0.063-0.170,-0.097-0.136,-0.547-0.206,-0.329-0.242,-0.342-0.240,-0.317-0.221,-0.278-0.188,-0.228-0.155,-0.180-0.118,-0.135-0.088,-0.094-0.061,-0.063-0.039,-0.038-0.023,-3.717 0.672,4.539-1.454,-0.038-0.691,-0.301-0.670,-0.435-0.600,-0.475-0.502,-0.459-0.401,-1.038-0.053,-0.948-0.114,-0.958-0.045,-0.887 0.005,-0.764 0.032,-0.629 0.048,-0.724 0.076,-0.628-0.188,-0.568-0.230,-0.488-0.241,-0.397-0.227,-0.309-0.200,0.251 3.862,-1.000-4.634,-0.412-0.358,-0.286-0.088,-0.183 0.092,-0.104 0.200,-0.047 0.254,1.845 5.694,-2.391-6.199,-0.250-0.033,-0.089 0.237,0.019 0.391,0.088 0.463,0.126 0.473,2.381 4.892,-2.397-4.572,-0.029 0.227,0.027 0.312,0.064 0.346,0.083 0.345,0.089 0.321,0.167 0.424,0.229 0.496,0.243 0.492,0.236 0.456,0.215 0.402,0.186 0.339,0.155 0.272,1.030 1.056,-0.537-0.477,-2.475-2.017,-0.992-0.669,-0.682-0.414,-0.432-0.219,-0.240-0.075,-0.094 0.024,3.259 2.384,-4.257-2.753,0.348 0.417,0.595 0.531,0.701 0.555,0.705 0.525,0.650 0.462,0.837 0.500,0.575 0.327,0.517 0.273,0.440 0.218,0.358 0.166,0.280 0.122,0.293-0.142</inkml:trace>
</inkml:ink>
</file>

<file path=ppt/ink/ink4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2078.000 180.000,'0.003'0.006,"0.113"0.117,0.147 0.109,0.394 0.239,0.251 0.077,0.204 0.024,0.159-0.013,0.120-0.034,0.085-0.048,0.168-0.028,-0.060-0.085,-0.099-0.084,-0.116-0.074,-0.116-0.064,-0.107-0.050,-0.330-0.045,0.079-0.028,-0.109-0.038,-0.113-0.033,-0.109-0.031,-0.099-0.026,-0.084-0.020,-0.306 0.099,0.212-0.182,-0.051-0.044,-0.038-0.025,-0.027-0.009,-0.019 0.002,-0.010 0.010,-0.004-0.015,-0.003-0.013,-0.004-0.016,-0.001-0.018,0.001-0.017,0.001-0.017,0.001-0.015,-0.023-0.086,-0.030-0.154,-0.036-0.181,-0.038-0.184,-0.035-0.177,-0.032-0.160,-0.099-0.216,-0.122-0.064,-0.131-0.018,-0.127 0.009,-0.115 0.026,-0.099 0.038,-0.254-0.109,-0.112 0.031,-0.014 0.113,0.049 0.161,0.089 0.179,0.104 0.177,0.011 0.147,0.106 0.193,0.125 0.168,0.125 0.142,0.118 0.111,0.100 0.085,0.084 0.061,0.066 0.041,0.048 0.026,0.034 0.013,0.024 0.006,0.014 0.000,0.007-0.005,0.002-0.005,0.000-0.006,-0.003-0.007,-0.004-0.005,-0.004-0.005,-0.005 0.001,-0.007 0.004,-0.007 0.006,-0.006 0.005,-0.005 0.007,-0.005 0.005,-0.003 0.004,-0.004 0.005,-0.001 0.002,-0.001 0.003,-0.002 0.001,0.001 0.001,-0.050 0.124,-0.076 0.189,-0.087 0.219,-0.088 0.218,-0.081 0.201,-0.069 0.175,-0.059 0.145,0.476-1.021,-0.614 1.338,-0.028 0.199,0.012 0.158,0.039 0.117,0.049 0.084,0.172-0.488,-0.085 0.491,0.065 0.014,0.080-0.028,0.082-0.053,0.079-0.063,0.069-0.068,0.059-0.063,0.048-0.057,0.038-0.049,0.028-0.040,0.019-0.030,0.014-0.024,-0.006-1.347,0.013 1.591,0.004 0.274,0.000 0.253,-0.000 0.222,-0.002 0.186,-0.002 0.151,-0.003 0.116,-0.008-1.844,0.004 1.667,-0.001-0.194,-0.003-0.272,-0.001-0.310,-0.001-0.313,-0.001-0.295,-0.001-0.942,0.000 0.696,0.000-0.234,0.000-0.205,-0.001-0.173,0.000-0.138,-0.000-0.107,0.001-0.374,0.000 0.392,-0.001 0.006,0.001-0.017,-0.001-0.031,0.001-0.039,0.000-0.040,0.000 0.761</inkml:trace>
</inkml:ink>
</file>

<file path=ppt/ink/ink4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2164.000 102.000,'0.000'0.009,"0.000"0.012,0.000 0.017,0.000 0.014,0.000 0.015,0.000 0.012,0.000 0.010,0.000 0.009,0.000 0.005,0.000 0.020,0.000 0.028,0.000 0.031,0.000 0.033,0.000 0.028,0.000 0.025,0.025 0.230,0.038 0.196,0.044 0.160,0.046 0.126,0.041 0.094,0.038 0.067,0.022-0.012,-0.005-0.127,-0.017-0.166,-0.021-0.175,-0.024-0.169,-0.022-0.152,-0.022-0.128,-0.018-0.104,-0.014-0.080,-0.011-0.059,-0.008-0.042,-0.007-0.026,-0.012-0.015,0.114-0.321,0.016-0.187,-0.008-0.147,-0.022-0.109,-0.030-0.078,-0.030-0.049,-0.030-0.012,-0.023-0.039,-0.020-0.032,-0.015-0.028,-0.011-0.020,-0.009-0.016,-0.031 0.505,-0.120-0.427,-0.093 0.097,-0.079 0.124,-0.063 0.132,-0.050 0.127,-0.036 0.113,-0.013 0.108,0.005 0.098,0.012 0.084,0.020 0.066,0.020 0.052,0.019 0.039,0.054 0.025,0.031 0.016,0.029 0.010,0.029 0.006,0.024 0.001,0.022 0.000,-0.008 0.060,0.019 0.086,0.014 0.096,0.010 0.095,0.009 0.083,0.004 0.071,0.021 0.039,0.023 0.034,0.025 0.021,0.023 0.012,0.020 0.006,0.061-0.354,0.221 0.603,0.126 0.028,0.087-0.026,0.048-0.077,0.022-0.105,0.001-0.117,-0.011-0.116,-0.396-0.371,0.463 0.226,0.011-0.136,-0.011-0.125,-0.025-0.109,-0.030-0.090,-0.034-0.072,-0.382 0.167,0.412-0.361,-0.034-0.136,-0.059-0.109,-0.069-0.083,-0.071-0.059,-0.066-0.041,-0.058-0.024,-0.048-0.014,-0.038-0.006,-0.030 0.001,-0.021 0.003,-0.014 0.006,-0.010 0.046,-0.004 0.067,-0.002 0.076,0.000 0.075,0.001 0.068,0.002 0.059,-0.009 0.085,-0.018 0.075,-0.020 0.070,-0.021 0.064,-0.020 0.054,-0.017 0.044,-0.025 0.040,-0.083 0.017,-0.047 0.018,-0.034 0.013,-0.025 0.009,-0.017 0.004,-0.009 0.003,-1.264 0.080</inkml:trace>
</inkml:ink>
</file>

<file path=ppt/ink/ink4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2109.000 262.000,'0.000'-0.004,"0.000"-0.006,0.000-0.007,0.000-0.007,0.000-0.006,0.000-0.005,0.000-0.005,0.000-0.003,0.000-0.002,0.000-0.002,0.000-0.001,0.000-0.001,0.000 0.000,0.000-0.000,0.000 0.000,0.000 0.000,0.000 0.000,0.000 0.001,0.000 0.000,0.000 0.000,0.000 0.000,0.000-0.062,0.000-0.097,0.000-0.112,0.000-0.113,0.000-0.104,0.000-0.091,0.000-0.074,0.000-0.033,0.000 0.012,0.000 0.033,0.000 0.043,0.000 0.047,0.054-0.148,0.057-0.285,0.140-0.844,0.056-0.164,0.027 0.002,0.009 0.106,-0.006 0.167,-0.029 0.015,0.030-0.149,0.024-0.016,0.036-0.015,0.039-0.017,0.038-0.014,-0.290 1.234,0.398-1.399,0.023-0.064,-0.011-0.021,-0.030 0.005,-0.039 0.023,-0.040 0.029,-0.076 0.320,-0.025 0.165,-0.021 0.180,-0.015 0.176,-0.011 0.160,-0.007 0.137,0.016 0.022,-0.003 0.039,-0.005 0.006,-0.001-0.013,-0.004-0.026,0.000-0.031,-0.129 0.413,0.134-0.379,-0.009 0.014,-0.026 0.049,-0.038 0.070,-0.042 0.081,-0.041 0.081,-0.113 0.401,0.074-0.444,-0.043 0.107,-0.032 0.120,-0.025 0.118,-0.015 0.106,-0.012 0.088,-0.005 0.072,-0.002 0.054,-0.002 0.038,0.002 0.026,0.001 0.016,0.002 0.008,0.002 0.004,0.002 0.000,0.001-0.003,0.002-0.002,0.000-0.005,0.001-0.003,0.001-0.003,0.000-0.002,0.000-0.003,0.000-0.001,0.000-0.001,0.000-0.001,0.000-0.001,0.000 0.001,0.000-0.001,-0.000 0.000,0.000 0.001,0.000-0.001,-0.001 0.001,0.001-0.001,0.000 0.001,0.000 0.000,-0.001 0.000,0.001 0.000,0.000 0.000,-0.001 0.000,0.001 0.000,0.000 0.000,0.000 0.000,-0.001 0.000,0.001 0.000,0.000 0.000,0.000 0.000,-0.001 0.000,0.026-0.042,0.041-0.064,0.044-0.073,0.045-0.071,0.041-0.065,0.035-0.056,0.156-0.059,0.113-0.036,0.081-0.023,0.054-0.017,0.035-0.008,0.017-0.004,-0.045 0.051,-0.061 0.066,-0.071 0.074,-0.072 0.075,-0.066 0.066,-0.145 0.100,-0.064 0.036,0.505-0.054,0.144 0.012,0.101-0.004,0.068-0.009,0.041-0.015,-0.259 0.031,0.156-0.021,-0.044-0.004,-0.061-0.005,-0.067-0.005,-0.069-0.004,-0.062-0.004,-0.056-0.004,-0.056-0.014,-0.048-0.023,-0.040-0.026,-0.035-0.027,-0.026-0.023,-0.021-0.023,-0.004-0.004,-0.012 0.024,-0.007 0.033,-0.005 0.037,-0.004 0.038,0.000 0.035,-0.013 0.018,-0.018 0.005,-0.022-0.002,-0.020-0.007,-0.021-0.010,-0.016-0.010,-0.022-0.007,-0.010-0.010,-0.008-0.008,-0.006-0.008,-0.004-0.005,-0.001-0.006,0.064 0.003,1.181-0.379</inkml:trace>
</inkml:ink>
</file>

<file path=ppt/ink/ink4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2131.000 196.000,'0.012'-0.035,"0.018"-0.055,0.020-0.061,0.020-0.061,0.019-0.055,0.016-0.048,0.014-0.039,0.010 0.023,0.028 0.006,0.031 0.016,0.030 0.020,0.027 0.020,0.024 0.022,-0.146 0.150,0.283-0.133,0.055 0.015,0.028 0.013,0.012 0.006,-0.002 0.005,-0.313 0.108,0.360-0.241,0.060-0.073,0.073-0.055,0.071-0.036,0.066-0.023,0.056-0.014,0.027 0.014,0.097-0.023,0.100-0.026,0.095-0.024,0.084-0.022,0.071-0.018,0.120-0.042,-0.005 0.013,-0.031 0.022,-0.041 0.024,-0.045 0.026,-0.043 0.021,0.452-0.251,0.220-0.141,0.011-0.040,-0.124 0.026,-0.197 0.067,-0.229 0.086,-1.160 0.660,0.954-0.472,-0.070 0.088,-0.076 0.082,-0.079 0.074,-0.072 0.061,-0.067 0.052,-0.680 0.210,0.631-0.211,-0.026 0.011,0.036-0.015,-0.063 0.013,-0.067 0.014,-0.066 0.012,-0.057 0.010,-0.046 0.009,-0.098 0.035,-0.092 0.036,-0.083 0.035,-0.070 0.031,-0.056 0.025,-0.041 0.020,-0.031 0.016,-0.021 0.010,-0.012 0.007,-0.007 0.004,-0.003 0.003,0.000 0.001,0.002-0.000,0.003-0.002,0.002 0.000,0.004-0.001,0.002-0.002,0.002 0.000,0.002-0.001,0.001-0.001,0.002-0.001,-0.000 0.001,0.000-0.001,0.001-0.001,0.000 0.001,-0.000 0.000,-0.001 0.000,0.001 0.000,-0.000-0.001,-0.001 0.001,-0.001-0.015,-0.006-0.022,-0.004-0.026,-0.005-0.024,-0.004-0.021,-0.004-0.020,0.002 0.105,0.316-0.090,0.291-0.016,0.193-0.010,0.135-0.011,0.088-0.011,0.050-0.010,-0.667 0.109,0.751-0.087,0.006 0.019,-0.049 0.021,-0.080 0.024,-0.094 0.020,-0.093 0.018,-0.079 0.015,-0.104 0.012,-0.091 0.010,-0.078 0.007,-0.062 0.004,-0.047 0.002,-0.046 0.002,-0.062 0.001,-0.057-0.001,-0.048-0.001,-0.039 0.000,-0.031-0.001,-0.021-0.001,-0.015 0.000,-0.010-0.001,-0.005 0.000,-0.003-0.001,0.000 0.000,0.001 0.000,0.002 0.000,0.001 0.000,0.003 0.000,0.001-0.001,0.001 0.001,0.002 0.000,0.000 0.000,0.001 0.000,0.000 0.000,0.000 0.000,0.001 0.000,0.000 0.000,0.000 0.000,0.000 0.000,-0.001 0.000,0.055 0.000,0.086 0.000,0.094 0.000,0.094 0.000,0.085 0.000,0.070 0.000,0.058 0.000,0.023 0.000,0.127 0.000,0.140 0.000,0.139 0.000,0.129 0.000,-0.398 0.013,0.053 0.024,0.644 0.112,0.082 0.096,0.039 0.090,0.008 0.082,-0.014 0.071,-0.026 0.059,-0.888-0.310,1.534 0.548,0.273 0.081,0.197 0.048,0.134 0.021,0.081 0.004,0.046-0.007,-0.469-0.181,-0.174-0.095,-0.202-0.108,-0.208-0.107,-0.195-0.102,-0.175-0.088,-0.245-0.079,-0.199-0.057,-0.190-0.047,-0.171-0.033,-0.149-0.027,-0.124-0.016,-0.174-0.002,0.091-0.003,-0.057 0.014,-0.057 0.019,-0.053 0.022,-0.048 0.024,-0.040 0.021,0.043 0.016,0.043 0.007,0.021-0.010,0.013-0.015,0.005-0.017,0.003-0.015,0.009-0.006,0.042 0.006,0.049 0.011,0.049 0.012,0.046 0.013,0.040 0.012,0.035 0.011,0.061 0.076,0.036 0.049,0.006 0.029,-0.015 0.010,-0.027 0.001,-0.033-0.008,-0.414-0.215,0.512 0.192,0.037-0.030,-0.028-0.041,-0.054-0.039,-0.065-0.036,-0.070-0.030,-0.064-0.024,-0.053-0.019,-0.044-0.015,-0.035-0.009,-0.024-0.007,-0.018-0.003,-0.025 0.005,-0.032 0.009,-0.031 0.014,-0.029 0.011,-0.025 0.014,-0.021 0.009,-0.016 0.010,-0.011 0.006,-0.009 0.006,-0.006 0.004,-0.003 0.002,-0.001 0.002,-0.031 0.238</inkml:trace>
</inkml:ink>
</file>

<file path=ppt/ink/ink4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2262.000 184.000,'0.000'-0.078,"0.000"-0.037,0.000-0.005,0.000 0.012,0.000 0.023,0.000 0.028,0.000 0.027,0.000 0.025,0.000 0.023,0.000 0.017,0.000 0.015,0.000 0.010,0.000 0.008,0.000 0.005,0.000-0.007,0.000 0.115,0.000 0.042,0.000 0.020,0.000 0.009,0.000-0.003,0.000-0.008,0.000-0.029,0.000-0.060,0.000-0.065,0.000-0.065,0.000-0.056,0.000-0.047,0.000-0.038,0.000-0.028,0.000-0.020,0.000-0.014,0.000-0.008,0.000-0.085,0.000-0.081,0.000-0.063,0.000-0.046,0.000-0.032,0.000-0.021,0.024 0.255,0.187-0.748,0.081-0.109,0.032 0.028,0.000 0.108,-0.020 0.149,-0.032 0.162,-0.034 0.155,-0.035 0.140,-0.031 0.117,-0.027 0.095,-0.021 0.071,-0.017 0.052,-0.018 0.021,-0.020 0.000,-0.018-0.014,-0.015-0.021,-0.014-0.024,-0.008-0.022,-0.008-0.020,-0.005-0.018,-0.003-0.013,-0.001-0.010,-0.001-0.008,0.000-0.005,0.000-0.003,0.001-0.001,0.000-0.001,0.001 0.000,0.001 0.000,-0.001-0.443</inkml:trace>
</inkml:ink>
</file>

<file path=ppt/ink/ink4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2100.000 264.000,'0.000'-0.003,"0.000"-0.006,0.000-0.006,0.000-0.006,0.000-0.005,0.000-0.005,0.000-0.004,0.000-0.002,0.000-0.003,0.000-0.001,0.000-0.001,0.000-0.001,0.000 0.000,0.000 0.000,0.000 0.000,0.000 0.000,0.000 0.001,0.000-0.001,0.000 0.001,0.000-0.000,0.000 0.000,0.000 0.000,0.000 0.001,0.000-0.001,0.000-0.042,0.000-0.061,0.037-0.094,0.057-0.135,0.067-0.146,0.068-0.141,0.064-0.127,0.055-0.109,-0.278 0.711,0.168-0.549,0.253-1.011,0.043-0.268,0.015-0.119,-0.002-0.016,-0.013 0.050,0.007 0.116,-0.057 0.259,-0.043 0.172,-0.058 0.194,-0.063 0.193,-0.062 0.182,-0.059 0.163,-0.155 0.648,0.202-0.609,0.005 0.101,-0.004 0.094,-0.011 0.084,-0.014 0.069,-0.015 0.054,-0.015 0.043,-0.023 0.033,-0.028 0.033,-0.029 0.024,-0.028 0.021,-0.023 0.014,-0.033 0.084,-0.006-0.013,0.007-0.143,-0.006-0.014,0.001 0.001,0.003 0.012,0.004 0.015,0.006 0.017,0.004 0.017,0.005 0.016,0.004 0.012,0.003 0.011,0.002 0.008,0.002 0.007,0.001 0.003,0.001 0.003,0.001 0.001,0.000 0.001,0.000 0.001,0.001 0.025,0.009 0.019,0.011 0.020,0.012 0.021,0.011 0.020,0.010 0.017,0.008 0.016,0.001-0.002,-0.011-0.009,-0.016-0.015,-0.017-0.017,-0.016-0.018,-0.016-0.016,0.014-0.047,0.029-0.052,0.038-0.057,0.039-0.053,0.038-0.048,0.034-0.041,0.038-0.033,0.024-0.005,0.017 0.009,0.011 0.012,0.009 0.016,0.004 0.017,-0.276 0.315,0.335-0.473,0.042-0.127,0.023-0.095,0.007-0.069,-0.002-0.046,-0.008-0.028,-0.012-0.016,-0.014-0.006,-0.019 0.021,-0.042 0.078,-0.044 0.093,-0.042 0.094,-0.039 0.089,-0.032 0.076,-0.027 0.064,-0.008 0.040,-0.014 0.061,-0.009 0.050,-0.005 0.041,-0.002 0.029,0.000 0.022,-0.077 0.083,0.284-0.430,0.093-0.204,0.046-0.148,0.015-0.103,-0.006-0.063,-0.018-0.036,-0.047 0.045,-0.040 0.045,-0.042 0.059,-0.039 0.065,-0.035 0.061,-0.109 0.348,0.208-0.354,0.067 0.013,0.058 0.019,0.050 0.021,0.038 0.021,0.031 0.019,-0.005 0.041,-0.016 0.043,-0.024 0.043,-0.028 0.041,-0.028 0.034,-0.026 0.029,-0.022 0.023,-0.387 0.376,0.334-0.303,0.110-0.120,-0.003 0.009,0.068-0.051,0.648-0.552,0.061-0.025,-0.018 0.039,-0.062 0.073,-0.087 0.088,-0.094 0.091,-0.195 0.160,-0.098 0.075,-0.095 0.070,-0.084 0.058,-0.071 0.048,-0.060 0.038,0.888-0.449,0.593-0.266,0.373-0.138,0.204-0.046,0.081 0.017,-0.004 0.055,-0.185 0.133,-0.171 0.119,-0.196 0.126,-0.199 0.119,-0.188 0.108,-0.166 0.093,-0.142 0.077,-0.555 0.174,0.583-0.216,-0.005 0.007,0.018 0.010,0.029 0.014,0.035 0.012,-0.899 0.284,1.087-0.225,0.141 0.042,0.106 0.039,0.076 0.036,0.052 0.030,0.029 0.026,-0.348 0.050,-0.149 0.027,-0.177 0.027,-0.184 0.024,-0.174 0.022,-0.161 0.017,-0.664 0.032,0.628-0.093,-0.027-0.025,-0.013-0.006,-0.003 0.004,0.006 0.012,0.010 0.017,0.012 0.017,-0.294 0.040,0.344-0.012,0.025 0.015,0.016 0.012,0.006 0.010,0.000 0.009,-0.003 0.005,-0.698 0.005,0.906 0.001,-0.023 0.003,-0.088 0.002,-0.122 0.000,-0.130 0.000,-0.342-0.002,0.227 0.011,-0.002 0.015,0.006 0.017,0.011 0.019,0.012 0.017,0.014 0.016,0.013 0.013,0.129 0.030,0.042 0.013,0.040 0.007,0.035 0.006,0.029 0.004,0.022 0.001,-0.069-0.005,-0.072 0.001,-0.086 0.000,-0.086-0.001,-0.080 0.001,-0.069-0.001,-0.115-0.051,0.609 0.191,-0.319-0.105,0.072 0.009,0.598 0.154,0.045 0.016,-0.021 0.006,-0.063 0.000,-0.084-0.003,-0.094-0.006,0.139 0.029,-0.048-0.036,-0.065-0.040,-0.067-0.038,-0.064-0.035,-0.055-0.029,-0.188-0.046,-0.082-0.016,-0.083-0.012,-0.077-0.008,-0.067-0.007,-0.058-0.002,-0.046-0.003,-0.035-0.007,-0.043-0.017,-0.036-0.018,-0.030-0.020,-0.023-0.017,-0.018-0.015,0.040-0.014,0.032-0.010,0.015-0.006,0.004-0.006,-0.005-0.004,-0.010-0.002,-0.009 0.007,-0.035 0.017,-0.038 0.018,-0.039 0.020,-0.035 0.018,-0.029 0.017,-0.025 0.014,-0.068 0.439</inkml:trace>
</inkml:ink>
</file>

<file path=ppt/ink/ink4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2276.000 176.000,'-0.022'0.000,"-0.034"0.000,-0.038 0.000,-0.036 0.000,-0.022 0.012,-0.035 0.020,-0.032 0.022,-0.030 0.022,-0.025 0.021,-0.020 0.019,0.232-0.087,-0.368 0.322,-0.136 0.191,-0.132 0.169,-0.116 0.141,-0.102 0.114,-0.082 0.087,-0.140 0.090,-0.157 0.075,-0.161 0.062,-0.152 0.052,-0.137 0.039,-0.116 0.031,-0.095 0.021,-0.159 0.066,0.142-0.144,0.198-0.172,0.213-0.177,0.207-0.164,0.185-0.143,-0.199 0.182,-0.002 0.032,0.121-0.062,0.186-0.117,0.211-0.138,0.208-0.142,0.190-0.132,0.162-0.114,0.130-0.094,0.102-0.073,0.075-0.056,0.051-0.038,0.034-0.025,0.019-0.016,0.009-0.008,0.002-0.001,-0.003 0.000,-0.005 0.003,-0.007 0.004,-0.005 0.005,-0.007 0.004,-0.006 0.004,-0.003 0.003,-0.004 0.003,0.060-0.062,0.096-0.096,0.110-0.111,0.110-0.109,0.099-0.100,0.087-0.086,0.070-0.070,-0.574 0.570,0.528-0.568,0.130-0.153,0.762-0.868,0.177-0.231,0.085-0.128,0.022-0.053,-0.018-0.004,-0.041 0.027,-0.445 0.595,0.278-0.229,0.026 0.046,0.009 0.055,-0.006 0.057,-0.012 0.055,-0.019 0.052,0.011 0.023,-0.160 0.173,-0.184 0.190,-0.184 0.184,-0.173 0.167,-0.150 0.146,-0.128 0.119,-0.101 0.095,-0.001 0.077,-0.081 0.097,-0.097 0.083,-0.100 0.066,-0.089 0.051,-0.079 0.036,-0.064 0.026,-0.050 0.015,-0.036 0.009,-0.026 0.004,-0.016 0.000,-0.010-0.002,-0.005-0.002,0.000-0.004,-0.000-0.003,0.003-0.004,0.002-0.002,0.004-0.002,0.002-0.002,0.003 0.000,0.002-0.002,0.002 0.000,0.000-0.001,0.002 0.000,0.000 0.001,-0.020 0.093,-0.032 0.145,-0.038 0.163,-0.035 0.163,-0.034 0.146,-0.028 0.125,-0.040 0.071,-0.076 0.135,-0.081 0.128,-0.079 0.116,-0.072 0.100,-0.063 0.081,-0.094 0.133,0.025-0.126,0.049-0.171,0.061-0.184,0.060-0.173,0.056-0.153,0.048-0.126,0.038-0.099,0.030-0.072,0.022-0.051,0.014-0.034,-0.223 0.201,-3.974 4.012</inkml:trace>
</inkml:ink>
</file>

<file path=ppt/ink/ink4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2159.000 71.000,'0.028'0.035,"0.043"0.053,0.048 0.061,0.048 0.060,0.043 0.053,0.037 0.047,0.030 0.038,0.024 0.028,0.016 0.022,0.012 0.015,0.008 0.009,0.005 0.006,-0.079 0.068,0.312 0.875,0.075 0.354,0.025 0.190,-0.011 0.069,-0.034-0.012,-0.046-0.066,-0.050-0.096,-0.046-0.072,-0.064-0.136,-0.059-0.129,-0.053-0.119,-0.044-0.101,-0.036-0.084,-0.080-0.465,0.096 0.384,-0.006-0.043,-0.021-0.064,-0.027-0.072,-0.032-0.075,-0.030-0.070,-0.018-0.097,-0.009-0.106,-0.002-0.107,0.003-0.099,0.006-0.090,0.007-0.075,0.027 0.045,-0.003-0.006,-0.005-0.017,-0.009-0.021,-0.008-0.021,-0.007-0.020,-0.007-0.017,-0.006-0.014,-0.004-0.012,-0.003-0.007,-0.002-0.006,0.207 0.189</inkml:trace>
</inkml:ink>
</file>

<file path=ppt/ink/ink4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2098.000 260.000,'0.000'-0.005,"0.000"-0.008,0.000-0.008,0.000-0.008,0.000-0.008,0.000-0.007,0.000-0.005,0.000-0.004,0.000-0.004,0.000-0.001,0.000-0.001,0.000-0.001,0.000-0.001,0.000-0.000,0.000 0.001,0.000-0.001,0.000 0.001,0.000 0.005,0.000-0.028,0.018-0.054,0.031-0.071,0.077-0.208,0.038-0.070,0.026-0.033,0.013-0.007,0.007 0.008,0.001 0.020,0.062-0.092,0.077-0.116,0.088-0.137,0.086-0.138,0.078-0.128,0.069-0.112,0.055-0.091,0.043-0.073,0.032-0.055,0.023-0.038,0.015-0.026,0.008-0.016,-0.075 0.126,-0.012 0.006,-0.014 0.009,-0.016 0.009,-0.013 0.007,-0.014 0.008,-0.023 0.023,-0.035 0.042,-0.038 0.048,-0.038 0.048,-0.033 0.044,-0.030 0.039,-0.024 0.034,-0.022 0.056,0.011 0.001,0.020-0.010,0.025-0.015,0.026-0.017,0.025-0.019,-0.184 0.383,0.355-0.557,0.000 0.056,-0.029 0.087,-0.044 0.097,-0.049 0.094,-0.300 0.425,0.164-0.334,-0.053 0.020,-0.046 0.022,-0.035 0.018,-0.027 0.017,-0.021 0.012,-0.012 0.011,0.011-0.005,0.041-0.049,0.050-0.059,0.052-0.062,0.050-0.059,0.045-0.052,-0.425 0.812,0.562-0.940,0.059-0.022,0.026 0.015,0.003 0.037,-0.010 0.049,-0.117 0.219,0.252-0.282,0.018 0.010,-0.014 0.030,-0.032 0.042,-0.039 0.047,-0.195 0.247,0.112-0.131,-0.033 0.042,-0.042 0.045,-0.043 0.046,-0.040 0.041,-0.038 0.037,-0.032 0.031,0.090 0.000,0.065 0.002,0.034 0.021,0.009 0.033,-0.006 0.037,-0.017 0.039,-0.536 0.400,0.636-0.467,-0.021 0.026,-0.045 0.045,-0.059 0.056,-0.062 0.057,-0.061 0.053,-0.010 0.032,-0.030 0.045,-0.018 0.036,-0.008 0.026,-0.002 0.019,0.002 0.013,-0.382 0.139,0.502-0.126,0.089 0.004,0.068 0.002,0.049-0.002,0.033-0.001,0.020-0.002,-0.104 0.011,-0.048-0.003,-0.057-0.003,-0.060-0.004,-0.055-0.003,-0.050-0.004,-0.375 0.129,0.612-0.142,0.154-0.005,0.122-0.005,0.093-0.004,0.068-0.004,0.181 0.016,0.093 0.024,0.022 0.026,-0.024 0.027,-0.049 0.025,-0.062 0.022,-0.180 0.018,-0.114 0.012,-0.116 0.010,-0.109 0.007,-0.097 0.004,-0.080 0.003,-0.066 0.002,0.309 0.019,0.191 0.025,0.131 0.030,0.082 0.027,0.044 0.026,-0.808-0.083,1.092 0.146,0.188 0.077,0.149 0.081,0.112 0.079,0.078 0.067,0.053 0.055,0.105 0.030,0.130 0.010,0.130-0.003,0.122-0.009,0.103-0.013,0.084-0.015,-1.271-0.268,1.120 0.143,-0.154-0.073,-0.231-0.074,-0.261-0.069,-0.258-0.059,-0.237-0.050,-0.315-0.029,-0.201-0.010,-0.180 0.002,-0.153 0.008,-0.125 0.011,-0.097 0.013,-0.039 0.022,-0.040 0.013,-0.018 0.011,0.000 0.008,0.008 0.006,0.014 0.005,0.016 0.003,0.017 0.002,0.015 0.002,0.014-0.001,0.012 0.000,0.008-0.000,-0.048-0.023,-0.030-0.017,-0.035-0.022,-0.039-0.020,-0.035-0.019,-0.032-0.019,-0.207-0.040,0.284 0.020,0.252 0.009,0.094 0.015,0.051 0.020,0.021 0.023,0.000 0.022,-0.328-0.049,-0.004 0.000,0.314 0.047,-0.064-0.014,-0.081-0.018,-0.083-0.019,-0.078-0.016,-0.356-0.041,0.443 0.024,0.110-0.012,0.112-0.009,0.105-0.005,0.091-0.006,0.074-0.002,-0.156-0.001,-0.021-0.001,0.112 0.016,-0.084 0.026,-0.089 0.031,-0.088 0.029,-0.079 0.026,-0.077 0.019,-0.061 0.013,-0.048 0.009,-0.037 0.007,-0.029 0.002,-0.018 0.002,-0.064-0.034,-0.020-0.015,-0.019-0.020,-0.018-0.019,-0.015-0.019,-0.013-0.017,0.016-0.011,-0.023-0.015,-0.022-0.013,-0.021-0.009,-0.016-0.005,-0.013-0.004,-0.010-0.001,-0.007-0.001,-0.005 0.001,-0.003 0.000,-0.001 0.001,0.002 0.001,0.022-0.000,0.027 0.002,0.028-0.001,0.025 0.002,0.025-0.001,0.019 0.001,0.020 0.000,-0.006 0.000,-0.014 0.000,-0.017 0.000,-0.018 0.000,-0.017 0.000,-0.015 0.001,-0.014-0.001,0.324 0.000</inkml:trace>
</inkml:ink>
</file>

<file path=ppt/ink/ink4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2276.000 176.000,'-0.009'0.000,"-0.014"0.000,-0.015 0.000,-0.016 0.000,-0.014 0.000,-0.013 0.000,-0.010 0.000,-0.008 0.000,-0.006 0.000,-0.008 0.035,-0.007 0.055,-0.006 0.061,-0.005 0.061,-0.004 0.055,-0.004 0.048,-0.001 0.039,0.088-0.209,-0.070 0.289,-0.002 0.090,-0.006 0.078,-0.005 0.067,-0.006 0.056,-0.006 0.044,0.074-0.432,-0.191 0.538,-0.071 0.007,-0.057-0.021,-0.046-0.040,-0.033-0.048,-0.025-0.050,-0.014-0.048,-0.011-0.044,-0.014-0.032,0.057-0.102,0.069-0.104,0.069-0.096,0.067-0.086,0.056-0.069,0.048-0.054,0.037-0.042,0.029-0.029,0.019-0.020,0.014-0.012,0.008-0.006,0.005-0.001,0.001-0.001,0.007-0.016,0.007-0.027,0.007-0.031,0.009-0.032,0.006-0.030,0.005-0.025,0.006-0.021,0.003-0.017,0.005 0.124,-0.001-0.246,0.002-0.030,0.001 0.000,0.001 0.019,0.000 0.028,0.000 0.031,0.012 0.065,0.019 0.040,0.021 0.041,0.024 0.036,0.020 0.033,0.018 0.026,0.018 0.020,0.011 0.017,0.005 0.012,0.003 0.008,0.002 0.005,0.000 0.002,-0.002 0.002,-0.006 0.007,-0.022 0.011,-0.023 0.011,-0.023 0.012,-0.020 0.011,-0.019 0.008,-0.014 0.008,-0.011 0.004,-0.008 0.005,-0.005 0.002,-0.004 0.002,-0.030 0.248</inkml:trace>
</inkml:ink>
</file>

<file path=ppt/ink/ink4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2109.000 266.000,'0.000'-0.010,"0.000"-0.014,0.000-0.017,0.000-0.016,0.000-0.015,0.000-0.012,0.000-0.010,0.000-0.007,0.000-0.006,0.000-0.036,0.000-0.074,0.000-0.084,0.000-0.087,0.000-0.082,0.000-0.072,0.000-0.062,0.000-0.050,0.012-0.113,0.020-0.117,0.021-0.118,0.024-0.114,0.020-0.100,0.019-0.086,0.020 0.017,0.025 0.016,0.025 0.039,0.024 0.052,0.020 0.055,0.017 0.056,0.014 0.049,-0.002 0.055,-0.025 0.102,-0.034 0.102,-0.036 0.098,-0.035 0.087,-0.032 0.072,-0.073 0.373,0.228-1.245,0.085-0.428,0.051-0.204,0.026-0.046,0.006 0.059,-0.006 0.120,-0.012 0.153,-0.320 1.382,0.354-1.196,-0.015 0.202,-0.041 0.220,-0.053 0.212,-0.059 0.194,-0.057 0.166,-0.052 0.137,-0.046 0.108,-0.036 0.071,-0.030 0.039,-0.022 0.019,-0.017 0.003,-0.010-0.008,-0.007-0.012,-0.004-0.017,-0.001-0.009,0.000-0.007,0.001-0.002,0.002-0.000,0.001 0.001,0.002 0.002,0.002 0.036,0.002 0.041,0.001 0.039,0.002 0.036,-0.000 0.030,0.001 0.024,0.000 0.018,0.000 0.013,0.001 0.010,-0.001 0.005,0.001 0.003,-0.001 0.002,0.001-0.001,-0.001 0.000,0.000-0.001,0.000-0.002,0.000 0.000,0.000-0.002,0.000-0.001,0.000 0.000,0.000-0.001,0.000 0.000,0.000-0.001,0.000-0.000,0.000 0.000,0.000 0.000,0.000 0.000,0.000 0.001,0.000-0.001,0.000 0.048,0.000 0.083,0.000 0.097,0.000 0.101,0.000 0.095,0.000 0.029,0.000 0.039,0.000 0.033,0.000 0.003,0.000-0.008,0.000-0.014,0.000-0.018,-0.047 0.039,-0.076 0.262,-0.046 0.063,-0.032 0.019,-0.020-0.011,-0.012-0.028,-0.004-0.022,0.026-0.105,0.034-0.112,0.037-0.109,0.033-0.095,0.030-0.081,0.022-0.077,0.018-0.075,0.010-0.065,0.009-0.052,0.003-0.040,0.002-0.029,-0.001-0.021,0.001-0.012,-0.003-0.007,-0.001-0.004,-0.001 0.000,-0.002 0.001,-0.001 0.002,-0.001 0.003,-0.001 0.002,0.000 0.002,-0.001 0.003,0.000 0.001,0.000 0.002,0.000 0.000,-0.001 0.001,0.001 0.000,0.000 0.001,0.000-0.001,-0.000 0.001,0.000 0.000,0.000-0.001,0.001 0.001,-0.001-0.001,0.000 0.001,-0.000-0.001,0.001 0.001,-0.001-0.001,0.000 0.000,0.000 0.000,0.000 0.000,0.000 0.001,0.001-0.001,-0.001 0.000,-0.000 0.000,0.000 0.000,0.000 0.000,0.006-0.024,0.002-0.046,0.000-0.061,0.004-0.030,0.002-0.018,0.003-0.009,0.003-0.000,0.001 0.001,0.002 0.121,0.000-0.165,0.000-0.160,0.001-0.037,0.001-0.002,0.000 0.019,-0.001 0.031,0.001 0.161,0.000-0.201,-0.001-0.030,0.001-0.020,-0.001-0.014,0.001-0.008,-0.001-0.005,0.000 0.295,0.008-0.547,0.012-0.093,0.014-0.043,0.013-0.010,0.011 0.010,0.011 0.022,0.008 0.028,0.006 0.028,0.005 0.026,0.002 0.023,0.002 0.019,0.134-0.166,0.101-0.159,0.024 0.028,-0.015 0.102,-0.037 0.139,-0.048 0.150,-0.051 0.143,-0.048 0.127,-0.042 0.108,-0.036 0.085,-0.027 0.064,-0.022 0.048,-0.015 0.032,-0.010 0.019,-0.007 0.011,-0.002 0.005,-0.002-0.001,0.001-0.002,0.013 0.003,0.020 0.002,0.025 0.004,0.023 0.003,0.023 0.005,0.019 0.002,-0.090 0.006,0.129-0.123,0.034-0.081,0.033-0.059,0.031-0.042,0.025-0.029,0.020-0.016,0.007-0.024,0.011-0.043,0.009-0.048,0.006-0.044,0.006-0.041,0.002-0.033,-0.022 0.017,-0.017 0.016,-0.022 0.028,-0.020 0.031,-0.021 0.033,-0.018 0.029,-0.123 0.257,0.237-0.371,0.062-0.072,0.048-0.062,0.035-0.050,0.023-0.040,0.015-0.030,0.077-0.076,0.027-0.016,-0.008 0.023,-0.027 0.046,-0.039 0.055,-0.040 0.057,-0.040 0.059,-0.012 0.021,-0.004 0.012,0.002 0.002,0.005 0.000,0.007-0.006,-0.252 0.367,0.429-0.438,0.081-0.050,0.028-0.016,-0.008 0.005,-0.030 0.021,-0.045 0.028,-0.032 0.031,-0.062 0.076,-0.059 0.081,-0.056 0.079,-0.047 0.073,-0.039 0.062,-0.031 0.052,0.159-0.052,0.109-0.029,0.073-0.019,0.047-0.011,0.025-0.004,0.010-0.001,-0.608 0.297,0.679-0.285,0.081-0.013,0.071-0.018,0.059-0.020,0.047-0.018,0.035-0.018,0.233-0.078,0.139-0.031,0.141-0.030,0.132-0.025,0.114-0.020,0.095-0.015,-0.462 0.185,0.264-0.043,-0.033 0.032,-0.060 0.030,-0.071 0.026,-0.078 0.024,-0.075 0.019,-0.840 0.207,1.029-0.299,-0.065 0.009,-0.099 0.030,-0.114 0.043,-0.113 0.046,-0.104 0.044,-0.088 0.039,0.334-0.094,0.406-0.066,0.324 0.006,0.309 0.033,0.254 0.053,0.198 0.059,0.149 0.059,-0.108 0.053,-0.015 0.023,-0.153 0.013,-0.233 0.006,-0.268 0.001,-0.271-0.000,-0.256-0.004,0.188 0.002,0.297-0.012,-0.070-0.009,-0.192-0.012,-0.252-0.012,-0.268-0.011,-1.182 0.134,0.962-0.121,-0.148 0.018,-0.134 0.022,-0.113 0.022,-0.091 0.023,-0.070 0.017,-0.051 0.017,0.003 0.012,0.088 0.009,0.094 0.019,0.047 0.025,0.028 0.026,0.014 0.025,0.006 0.023,-0.004 0.017,0.024 0.021,-0.012 0.012,-0.012 0.007,-0.012 0.006,-0.013 0.003,-0.009 0.000,-0.087-0.017,-0.086-0.021,-0.094-0.023,-0.092-0.024,-0.085-0.021,-0.072-0.019,0.019-0.016,-0.003-0.013,-0.017-0.008,-0.024-0.007,-0.028-0.005,-0.026-0.002,-0.025-0.002,-0.010 0.000,-0.004 0.000,-0.002-0.000,0.002 0.001,0.002 0.000,0.004 0.002,0.004 0.000,1.708-0.001</inkml:trace>
</inkml:ink>
</file>

<file path=ppt/ink/ink4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2276.000 165.000,'-0.003'0.000,"-0.123"0.000,-0.085 0.000,-0.062 0.000,-0.043 0.000,-0.028 0.000,-0.016 0.000,-0.007 0.000,-0.002 0.000,0.002 0.000,0.298 0.000,-0.351 0.049,-0.053 0.077,-0.036 0.089,-0.022 0.090,-0.013 0.085,-0.004 0.074,0.025 0.210,0.043 0.133,0.050 0.076,0.051 0.032,0.049 0.002,0.043-0.016,0.232-0.721,-0.115 0.460,0.024 0.002,-0.023 0.349,0.048-0.033,0.041-0.051,0.030-0.057,0.025-0.057,0.023-0.647,0.125 0.633,0.102-0.057,0.079-0.079,0.055-0.087,0.039-0.083,-0.155-0.238,0.246 0.102,0.020-0.064,-0.005-0.050,-0.022-0.037,-0.030-0.027,-0.031-0.017,-0.032-0.012,-0.056-0.025,-0.023-0.017,-0.018-0.017,-0.016-0.016,-0.011-0.015,-0.009-0.011,-0.006-0.011,-0.004-0.007,-0.137-0.008,0.200 0.001,0.037-0.004,0.025-0.003,0.012-0.000,0.007-0.001,-0.001-0.001,-0.214 0.003,0.388-0.072,0.085-0.107,0.066-0.120,0.052-0.118,0.037-0.109,0.026-0.091,-0.135 0.009,-0.053-0.070,-0.067-0.067,-0.070-0.060,-0.068-0.054,-0.063-0.043,-0.048-0.074,-0.073 0.025,-0.064 0.043,-0.055 0.052,-0.045 0.056,-0.036 0.052,-0.026 0.046,-0.025 0.558,-0.127-0.800,-0.107-0.030,-0.078 0.047,-0.057 0.092,-0.036 0.111,0.232 0.475,-0.414-0.273,-0.110 0.094,-0.072 0.081,-0.042 0.068,-0.020 0.053,-0.004 0.041,0.007 0.028,0.100 0.038,0.067 0.025,0.075 0.022,0.077 0.021,0.074 0.016,0.065 0.014,0.001 0.010,0.051 0.011,0.034 0.005,0.023 0.004,0.011 0.001,0.005 0.001,0.000-0.002,-0.002 0.000,-0.003-0.002,-0.006-0.001,-0.003-0.001,-0.013 0.013,-0.034 0.021,-0.036 0.023,-0.036 0.024,-0.033 0.021,-0.027 0.019,0.264-0.066,-0.319 0.184,-0.027 0.080,-0.004 0.065,0.012 0.050,0.021 0.036,0.024 0.026,0.041 0.003,0.065-0.034,0.071-0.048,0.066-0.050,0.060-0.051,0.049-0.045,0.041-0.039,0.065 0.086,0.077 0.136,0.075 0.166,0.069 0.167,0.057 0.155,-0.072-0.308,0.029 0.012,0.186 0.332,0.062-0.019,0.049-0.041,0.038-0.051,0.025-0.054,0.058-0.103,0.001-0.117,-0.037-0.120,-0.057-0.113,-0.068-0.099,-0.066-0.084,-0.058-0.066,-0.058-0.051,-0.050-0.039,-0.040-0.025,-0.030-0.015,-0.023-0.009,-0.014-0.002,0.025-0.064,0.051-0.096,0.062-0.109,0.065-0.108,0.059-0.100,0.138-0.147,0.126-0.208,0.012-0.107,-0.036-0.068,-0.059-0.039,-0.070-0.018,-0.257 0.485,0.097-0.399,-0.077 0.041,-0.070 0.060,-0.059 0.068,-0.050 0.069,-0.039 0.064,-0.055 0.425,-0.156-0.493,-0.163-0.022,-0.145-0.018,-0.119-0.012,-0.097-0.008,-0.072-0.006,0.001 0.088,0.004 0.099,0.022 0.113,0.031 0.113,0.034 0.104,0.033 0.091,0.064 0.094,-0.016 0.067,-0.028 0.059,-0.033 0.051,-0.034 0.042,-0.035 0.033,0.070 0.041,-0.145 0.142,0.064 0.091,0.095 0.079,0.106 0.066,0.104 0.051,0.098 0.039,0.065 0.086,0.063 0.027,0.044 0.018,0.028 0.010,0.016 0.005,0.007 0.001,0.001-0.002,-0.003-0.001,0.025-0.188,-0.010 0.200,0.011-0.020,0.012-0.034,0.013-0.041,0.010-0.040,0.008-0.037,0.019-0.118,0.023-0.074,0.025-0.076,0.024-0.074,0.022-0.067,0.020-0.056,0.052-0.043,0.046-0.044,0.048-0.031,0.043-0.023,0.036-0.013,0.031-0.008,0.024-0.003,0.061 0.079,0.014 0.044,-0.020 0.020,-0.042 0.003,-0.051-0.008,-0.052-0.015,-0.051-0.018,-0.043-0.016,-0.038-0.017,-0.030-0.015,-0.022-0.012,0.146-0.025</inkml:trace>
</inkml:ink>
</file>

<file path=ppt/ink/ink4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2273.000 163.000,'-0.008'0.000,"-0.013"0.000,-0.015 0.000,-0.013 0.000,-0.014 0.000,-0.010 0.000,-0.010 0.000,-0.007 0.000,-0.005 0.000,-0.004 0.000,0.003 0.000,-0.010 0.000,-0.009 0.000,-0.011 0.000,-0.009 0.000,-0.009 0.000,-0.024 0.000,-0.025 0.000,-0.026 0.000,-0.026 0.000,-0.022 0.000,-0.019 0.000,0.104 0.000,-0.017 0.000,-0.231 0.016,-0.084 0.024,-0.075 0.029,-0.064 0.028,-0.051 0.025,0.036 0.009,0.001 0.013,0.015 0.011,0.018 0.007,0.022 0.006,0.021 0.003,-0.012 0.016,0.052-0.003,0.054-0.006,0.051-0.006,0.044-0.007,0.038-0.005,0.030-0.005,0.105-0.046,-0.281 0.139,-0.021 0.005,0.024-0.019,0.048-0.032,0.058-0.037,0.061-0.038,0.055-0.033,0.048-0.030,0.196-0.050,-0.132 0.112,0.018 0.039,0.011 0.027,0.006 0.016,0.002 0.007,-0.002 0.001,0.071-0.128,-0.188 0.159,-0.073 0.051,-0.060 0.059,-0.047 0.061,-0.034 0.056,-0.025 0.052,0.067-0.029,0.036 0.018,-0.008 0.143,0.077 0.038,0.074 0.031,0.066 0.026,0.058 0.020,0.030 0.112,0.008 0.049,-0.005-0.011,-0.010-0.050,-0.016-0.067,0.005-0.088,0.008-0.048,0.012-0.037,0.017-0.028,0.014-0.021,0.014-0.014,0.013-0.009,0.023 0.063,0.027 0.032,0.029 0.008,0.028-0.006,0.024-0.016,0.020-0.021,-0.090-0.496,0.214 0.494,0.102-0.020,0.089-0.045,0.074-0.054,0.060-0.059,0.045-0.057,0.045-0.055,0.004-0.068,-0.010-0.062,-0.017-0.055,-0.020-0.046,-0.023-0.037,-0.351-0.040,0.132-0.000,0.012-0.008,0.310-0.009,-0.030-0.012,-0.058-0.008,-0.069-0.003,-0.071-0.001,-0.065 0.002,-0.057 0.003,-0.047 0.002,-0.037 0.003,-0.028 0.002,0.102 0.003,0.058-0.021,0.040-0.036,0.021-0.041,0.004-0.043,-0.005-0.041,-0.012-0.036,-0.343 0.173,0.599-0.350,0.178-0.124,0.147-0.103,0.118-0.080,0.090-0.060,0.063-0.044,-1.040 0.649,1.011-0.750,-0.075-0.013,-0.122 0.048,-0.146 0.083,-0.148 0.100,-0.139 0.101,-0.090 0.062,-0.136 0.116,-0.111 0.099,-0.084 0.079,-0.062 0.061,-0.043 0.045,-0.026 0.030,-0.016 0.020,-0.006 0.009,-0.001 0.006,0.002 0.000,-0.007-0.029,-0.006-0.054,-0.008-0.060,-0.007-0.061,-0.008-0.057,-0.006-0.049,-0.007 0.037,-0.015-0.169,-0.024-0.042,-0.026-0.024,-0.024-0.008,-0.023 0.001,-0.020 0.007,-0.075 0.006,-0.099 0.035,-0.105 0.038,-0.101 0.038,-0.091 0.032,-0.075 0.029,0.038 0.057,0.032 0.033,0.051 0.031,0.062 0.029,0.062 0.023,0.059 0.020,-0.009 0.028,-0.042 0.022,-0.018 0.034,-0.016 0.031,-0.015 0.027,-0.012 0.021,-0.009 0.017,-0.022 0.012,-0.017 0.008,-0.018 0.006,-0.015 0.003,-0.014 0.001,0.353-0.004,-0.415 0.005,0.020-0.002,0.051 0.000,0.068-0.001,0.068-0.002,0.066 0.000,-0.440-0.001</inkml:trace>
</inkml:ink>
</file>

<file path=ppt/ink/ink4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2271.000 156.000,'-0.106'-0.082,"-0.080"-0.045,-0.058-0.016,-0.040 0.001,-0.023 0.012,-0.015 0.019,-0.004 0.020,0.025 0.023,0.017 0.017,0.018 0.014,0.018 0.012,0.020 0.010,0.015 0.007,0.005 0.005,0.007 0.004,0.006 0.002,0.003 0.001,0.001 0.001,-0.052-0.001,-0.077-0.000,-0.041 0.000,-0.029-0.001,-0.019-0.001,-0.011 0.000,-0.020 0.065,-0.057 0.105,-0.064 0.117,-0.065 0.120,-0.057 0.109,-0.050 0.095,-0.042 0.080,0.020 0.001,-0.023 0.025,-0.018 0.013,-0.016 0.004,-0.010-0.002,-0.009-0.006,0.658-0.574,-0.710 0.750,-0.018 0.133,0.004 0.108,0.020 0.082,0.026 0.061,0.030 0.043,-0.058 0.177,0.066-0.066,0.067-0.093,0.064-0.103,0.054-0.098,0.045-0.088,0.130-0.231,0.072-0.112,0.072-0.111,0.068-0.102,0.061-0.091,0.053-0.076,0.097-0.264,-0.045 0.093,-0.206 0.423,-0.027 0.082,0.009 0.033,0.029 0.001,0.040-0.021,0.045-0.032,0.041-0.035,0.039-0.035,0.032-0.033,0.026-0.028,0.020-0.022,0.034-0.087,0.041-0.058,0.042-0.063,0.042-0.062,0.038-0.055,0.031-0.048,0.028-0.041,0.107 0.000,0.090 0.016,0.091 0.030,0.083 0.035,0.071 0.038,0.058 0.033,-0.410-0.139,0.727 0.189,0.196 0.031,0.114 0.012,0.053-0.003,0.010-0.013,-0.021-0.017,-0.795-0.164,0.987 0.236,-0.053-0.014,-0.101-0.036,-0.125-0.048,-0.129-0.052,-0.121-0.049,-0.859-0.139,0.736 0.084,-0.103-0.034,-0.116-0.029,-0.114-0.022,-0.106-0.015,-0.092-0.013,0.186-0.186,0.108-0.186,0.079-0.168,0.050-0.143,0.033-0.115,0.015-0.088,-0.061 0.024,-0.046 0.025,-0.054 0.046,-0.055 0.057,-0.051 0.057,-0.045 0.054,-0.037 0.047,-0.028 0.039,-0.022 0.031,-0.016 0.023,-0.010 0.016,-0.363 0.367,0.378-0.534,0.177-0.358,0.007-0.104,-0.040-0.015,-0.069 0.044,-0.081 0.078,-0.085 0.097,-0.081 0.081,-0.074 0.072,-0.064 0.059,-0.052 0.045,-0.041 0.034,-0.032 0.023,-0.022 0.017,-0.083-0.020,-0.112 0.017,-0.122 0.015,-0.117 0.013,-0.106 0.011,-0.091 0.009,0.010 0.066,-0.035 0.017,-0.027 0.019,-0.016 0.017,-0.010 0.016,-0.004 0.012,-0.003 0.021,0.046 0.046,0.055 0.051,0.059 0.051,0.056 0.047,0.050 0.041,0.044 0.034,0.008 0.025,0.034 0.026,0.027 0.016,0.021 0.012,0.013 0.006,0.009 0.004,0.006 0.001,0.102-0.006,-0.165 0.004,-0.009-0.001,0.010-0.002,0.022-0.002,0.028-0.001,0.027-0.002,0.028-0.002,-0.424-0.002</inkml:trace>
</inkml:ink>
</file>

<file path=ppt/ink/ink4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2262.000 166.000,'0.000'0.006,"0.000"0.009,0.000 0.010,0.000 0.010,0.000 0.010,0.000 0.007,0.000 0.007,0.000 0.005,0.000 0.004,0.000 0.003,0.000 0.001,0.000 0.001,0.000-0.000,0.000 0.001,-0.024 0.002,-0.038 0.034,-0.067 0.077,-0.050 0.059,-0.042 0.055,-0.037 0.049,-0.027 0.043,-0.024 0.035,0.178-0.233,-0.237 0.409,-0.054 0.105,-0.059 0.089,-0.057 0.071,-0.053 0.056,-0.045 0.040,-0.037 0.030,-0.030 0.018,0.033 0.011,0.007 0.061,0.061-0.026,0.058-0.035,0.055-0.038,0.046-0.036,0.038-0.031,0.075-0.130,0.057-0.093,0.056-0.098,0.053-0.094,0.044-0.086,0.039-0.073,0.049-0.052,0.058-0.064,0.054-0.051,0.048-0.040,0.040-0.029,0.030-0.020,0.025-0.013,0.016-0.007,0.012-0.004,0.006 0.000,0.004 0.001,0.001 0.003,-0.201-0.057,0.592 0.034,0.178-0.034,0.073-0.041,0.001-0.038,-0.043-0.035,-0.361 0.015,0.406-0.168,0.041-0.099,0.018-0.088,0.002-0.071,-0.009-0.059,-0.015-0.043,-0.556 0.348,0.713-0.572,0.040-0.082,0.001-0.030,-0.023 0.003,-0.038 0.024,-0.043 0.035,-0.054 0.028,-0.109 0.064,-0.112 0.066,-0.105 0.059,-0.092 0.050,-0.076 0.043,-0.319 0.360,0.179-0.344,-0.077 0.008,-0.069 0.020,-0.059 0.028,-0.048 0.031,-0.038 0.030,-0.029 0.028,-0.022 0.047,-0.014 0.044,-0.008 0.042,-0.005 0.035,-0.001 0.028,-0.005 0.027,-0.006 0.042,-0.005 0.038,-0.007 0.033,-0.003 0.028,-0.005 0.021,-0.003 0.016,-0.003 0.011,0.000 0.008,-0.002 0.004,-0.001 0.002,0.000 0.000,0.000-0.000,0.000-0.001,0.000-0.001,0.001-0.001,-0.001-0.002,-0.145 0.001</inkml:trace>
</inkml:ink>
</file>

<file path=ppt/ink/ink4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2253.000 195.000,'-0.005'0.000,"-0.008"0.000,-0.009 0.000,-0.009 0.000,-0.007 0.000,-0.007 0.000,-0.004 0.000,-0.005 0.000,-0.003 0.000,-0.001 0.000,-0.002 0.000,0.000 0.000,-0.001 0.000,0.001 0.000,-0.001 0.000,0.001 0.000,0.000 0.000,0.015 0.012,-0.349 0.202,-0.276 0.206,-0.254 0.203,-0.218 0.186,-0.178 0.157,-0.140 0.128,-0.001-0.034,-0.137 0.033,-0.136 0.017,-0.122 0.002,-0.109-0.006,-0.090-0.012,-0.072-0.014,-0.055-0.014,1.248-0.620,-0.843 0.399,-0.113 0.069,-0.736 0.373,0.025-0.006,0.107-0.054,0.157-0.083,0.179-0.095,0.183-0.100,1.127-0.542,-1.597 0.753,-0.029-0.005,0.026-0.032,0.054-0.045,0.068-0.049,0.071-0.046,0.024-0.032,0.013-0.004,0.090-0.025,0.133-0.035,0.148-0.040,0.147-0.039,0.121-0.049,0.095-0.051,0.072-0.048,0.051-0.043,0.034-0.037,0.021-0.028,0.783-0.336,-1.123 0.439,-0.271 0.101,-0.239 0.100,-0.201 0.089,-0.161 0.076,0.310-0.114,-0.765 0.331,0.010 0.014,0.151-0.047,0.229-0.083,0.264-0.097,0.266-0.103,1.646-0.740,-1.711 0.764,0.089-0.031,0.115-0.035,0.124-0.035,0.118-0.033,0.104-0.028,0.089-0.024,1.199-0.616,-0.888 0.429,-0.054-0.031,-0.309 0.100,0.073-0.034,0.116-0.029,0.138-0.025,0.139-0.020,0.131-0.015,0.098-0.020,0.154-0.075,0.138-0.082,0.117-0.079,0.093-0.072,0.073-0.058,-0.149-0.098</inkml:trace>
</inkml:ink>
</file>

<file path=ppt/ink/ink4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2274.000 169.000,'0.000'-0.012,"0.000"-0.021,0.000-0.023,0.000-0.025,0.000-0.025,0.000-0.103,0.000-0.119,0.000-0.127,0.000-0.124,0.000-0.110,0.000-0.094,0.000-0.066,0.000 0.019,0.000 0.048,0.000 0.064,0.000 0.064,0.000 0.044,0.000 0.044,0.005 0.080,0.009 0.088,0.009 0.089,0.009 0.080,0.009 0.069,0.006 0.056,0.005 0.042,0.005 0.033,0.003 0.021,0.002 0.014,0.002 0.008,0.000 0.004,-0.000 0.000,0.001 0.000,-0.001-0.004,0.000-0.001,0.021 0.024,0.035 0.041,0.039 0.046,0.039 0.046,0.035 0.042,0.030 0.036,0.005 0.129,-0.027 0.068,-0.037 0.032,-0.040 0.006,-0.040-0.010,-0.034-0.018,-0.017 0.990</inkml:trace>
</inkml:ink>
</file>

<file path=ppt/ink/ink4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2274.000 168.000,'0.009'0.000,"0.015"0.000,0.016 0.000,0.015 0.000,0.015 0.000,0.013 0.000,0.009 0.000,0.008 0.000,0.006 0.000,0.176 0.000,0.266 0.000,0.300 0.000,0.296 0.000,0.266 0.000,0.229 0.000,-0.361 0.000,0.333 0.000,0.035 0.000,0.013 0.000,-0.002 0.000,-0.013 0.000,-0.017 0.000,-0.905-0.012,1.637-0.093,0.187-0.036,0.042-0.009,-0.051 0.007,-0.102 0.017,-0.125 0.021,-0.127 0.023,-0.887 0.042,0.104 0.007,1.494 0.018,0.430 0.054,0.362 0.057,0.292 0.055,0.223 0.049,0.166 0.041,-3.519-0.195,3.424 0.195,-0.009 0.003,-0.126-0.003,-0.196-0.007,-0.226-0.008,-0.232-0.011,-0.150-0.015,-0.271-0.030,-0.232-0.016,-0.458-0.022,-0.446-0.015,-0.403-0.011,-0.341-0.007,-0.276-0.005,-0.213-0.003,-0.155 0.000,-0.108 0.001,-0.069-0.000,0.388 0.021,0.847 0.096,0.290 0.033,0.077 0.014,-0.062 0.001,-0.142-0.006,-0.178-0.012,-0.999-0.154,0.798 0.114,0.031 0.007,0.038 0.013,0.039 0.016,0.037 0.017,0.034 0.016,0.143 0.021,-0.065-0.028,-0.091-0.038,-0.099-0.040,-0.097-0.041,-0.090-0.036,-0.075-0.031,-0.063-0.024,-0.174-0.022,-0.174-0.016,-0.159-0.010,-0.136-0.008,-0.110-0.003,-0.106 0.001,0.007 0.000,0.016 0.000,0.134 0.013,0.030 0.022,0.023 0.026,0.016 0.025,0.011 0.023,0.007 0.019,-0.050-0.003,-0.044-0.009,-0.053-0.012,-0.052-0.017,-0.050-0.016,-0.044-0.015,-0.035-0.013,-0.030-0.011,-0.021-0.010,-0.017-0.006,-0.001-0.006,0.005-0.003,0.010-0.002,0.012-0.001,0.012-0.001,0.065 0.000,1.225-0.010</inkml:trace>
</inkml:ink>
</file>

<file path=ppt/ink/ink4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2398.000 156.000,'0.012'0.000,"0.020"0.000,0.020 0.000,0.021 0.000,0.019 0.000,0.016 0.000,0.012 0.000,-0.029 0.000,0.461 0.030,0.349 0.048,0.425 0.092,0.208 0.090,0.118 0.088,0.053 0.080,0.006 0.068,-0.025 0.056,-1.339-0.436,1.682 0.630,0.030 0.045,-0.105-0.020,-0.178-0.060,-0.214-0.081,-0.218-0.087,-1.087-0.439,0.946 0.415,-0.130-0.019,-0.153-0.028,-0.154-0.032,-0.145-0.031,-0.128-0.030,-0.107-0.025,-0.150 0.006,-0.152 0.044,-0.150 0.058,-0.139 0.063,-0.123 0.063,-0.103 0.058,0.329-0.503,-0.727 0.759,-0.263 0.175,-0.192 0.122,-0.130 0.079,-0.082 0.046,-0.042 0.020,0.856-0.747,-1.273 1.109,0.025-0.047,0.121-0.139,0.170-0.186,0.185-0.198,0.182-0.189,-1.959 1.055</inkml:trace>
</inkml:ink>
</file>

<file path=ppt/ink/ink4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2109.000 259.000,'0.000'0.000</inkml:trace>
</inkml:ink>
</file>

<file path=ppt/ink/ink4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2267.000 171.000,'0.023'0.000,"0.037"0.000,0.041 0.000,0.040 0.000,0.037 0.000,0.032 0.000,0.026 0.000,0.172-0.030,0.204-0.048,0.402-0.055,0.348-0.033,0.331-0.021,0.296-0.011,0.252-0.006,0.204 0.000,-1.940 0.164,2.504-0.151,0.428 0.005,0.306 0.003,0.207 0.005,0.126 0.003,0.065 0.002,0.710-0.023,0.411-0.011,0.433-0.015,0.412-0.013,0.362-0.013,0.305-0.011,0.242-0.009,-0.384 0.022,-0.478 0.029,-0.602 0.035,-0.630 0.037,-0.600 0.035,-0.533 0.029,0.389 0.024,-0.048 0.023,-0.158 0.016,-0.213 0.012,-0.226 0.007,-0.213 0.005,-0.481 0.001,-0.334 0.001,-0.329 0.000,-0.300-0.001,-0.256-0.001,-0.146-0.001,-0.165-0.001,-0.118-0.001,-0.079-0.001,-0.048-0.001,-0.025-0.001,-0.009 0.001,0.001-0.001,0.009 0.000,-0.084-0.001,0.004 0.001,0.005 0.000,0.006 0.000,0.007 0.000,0.005-0.001,-0.286 0.001,8.476 0.000</inkml:trace>
</inkml:ink>
</file>

<file path=ppt/ink/ink4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2411.000 156.000,'0.011'0.000,"0.018"0.000,0.019 0.000,0.020 0.000,0.018 0.000,0.016 0.000,0.014 0.000,0.207 0.000,0.231 0.000,0.228 0.000,0.207 0.000,0.179 0.000,-0.435 0.000,0.595 0.000,0.002 0.000,-0.065 0.000,-0.103 0.000,-0.120 0.000,-0.123 0.000,-0.113 0.000,-0.138 0.000,-0.114 0.000,-0.104 0.000,-0.090 0.000,-0.075 0.000,-0.060 0.000,-0.046 0.000,-0.034 0.000,-0.113 0.000,0.160 0.011,0.008 0.016,-0.009 0.019,-0.021 0.019,-0.025 0.018,-0.027 0.017,-0.026 0.013,-0.021 0.030,-0.022 0.032,-0.018 0.032,-0.012 0.030,-0.010 0.027,-0.007 0.021,-0.061-0.116,-0.516 0.646,-0.259 0.175,-0.142 0.044,-0.056-0.039,-0.001-0.089,0.035-0.109,0.053-0.114,0.060-0.106,-8.826 4.701</inkml:trace>
</inkml:ink>
</file>

<file path=ppt/ink/ink4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2108.000 256.000,'-0.008'0.000,"-0.012"0.000,-0.015 0.000,-0.013 0.000,-0.013 0.000,-0.012 0.000,-0.008 0.000,-0.008 0.000,-0.005 0.000,-0.004 0.000,-0.065 0.000,-0.142 0.000,-0.180 0.000,-0.231 0.000,-0.204 0.000,-0.182 0.000,-0.153 0.000,-0.123 0.000,0.435 0.000,-1.197 0.015,-0.161 0.022,0.003 0.026,0.104 0.024,0.154 0.021,0.170 0.020,0.681-0.030,-0.064 0.029,0.123 0.007,-0.066 0.029,-1.344 0.215,-0.391 0.050,-0.344 0.023,-0.288 0.004,-0.226-0.008,-0.172-0.014,0.335-0.066,0.214-0.053,0.277-0.057,0.298-0.054,0.289-0.051,0.262-0.043,0.929-0.057,-0.877 0.003,-0.050-0.024,-0.047-0.017,-0.042-0.012,-0.037-0.008,-0.030-0.005,1.933 0.009,-2.211-0.013,0.039 0.000,0.136 0.001,0.184 0.002,0.204 0.001,0.198 0.003,0.179 0.002,0.154 0.001,0.105 0.002,0.116 0.001,0.142 0.001,0.146 0.001,0.139-0.001,0.123 0.002,0.106-0.001,0.591 0.000,-0.986 0.001,-0.233-0.001,-0.169 0.001,-0.114-0.001,-0.072 0.000,-0.037 0.001,0.068-0.001,0.128 0.000,0.156 0.000,0.158 0.000,0.147 0.000,0.127 0.000,0.169 0.000,0.138 0.000,0.126 0.000,0.110 0.000,0.089 0.000,0.073 0.000,0.009-0.012,-0.041-0.020,-0.065-0.022,-0.075-0.022,-0.076-0.021,-0.071-0.019,-5.349-0.497</inkml:trace>
</inkml:ink>
</file>

<file path=ppt/ink/ink4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2008.000 239.000,'-0.061'0.009,"-0.097"0.013,-0.113 0.017,-0.116 0.016,-0.108 0.016,-0.098 0.014,-0.084 0.011,-0.066 0.011,0.159-0.014,-0.071 0.029,0.020 0.020,-0.095 0.054,-0.941 0.359,-0.199 0.143,-0.104 0.099,-0.035 0.062,0.010 0.037,0.036 0.015,0.937-0.422,0.049-0.006,-0.258 0.153,0.060-0.011,-0.302 0.201,0.124-0.030,0.124-0.036,0.113-0.035,0.095-0.032,0.473-0.306,-0.307 0.242,0.079-0.051,0.085-0.066,0.083-0.073,0.076-0.073,0.067-0.064,0.053-0.058,0.043-0.047,0.033-0.036,0.024-0.029,0.052-0.006,0.101-0.005,0.109 0.004,0.103 0.008,0.091 0.009,0.076 0.010,0.061 0.010,0.044 0.007,0.034 0.008,0.021 0.005,0.014 0.004,0.007 0.002,0.002 0.003,0.001 0.001,-0.003 0.000,-0.003 0.001,-0.003-0.001,-0.003 0.001,-0.004-0.001,-0.001 0.000,-0.003-0.001,0.063 0.017,0.207 0.080,0.394 0.162,0.177 0.074,0.115 0.049,0.064 0.029,0.030 0.015,0.004 0.006,-0.010-0.001,-1.158-0.504,1.401 0.628,0.033 0.014,-0.083-0.046,-0.144-0.078,-0.174-0.091,-0.173-0.092,-0.161-0.084,-0.137-0.072,-0.415-0.149,1.113 0.400,0.230 0.094,0.027 0.028,-0.107-0.020,-0.186-0.047,-0.224-0.063,-0.235-0.069,-0.829-0.374,0.618 0.326,-0.091-0.033,0.000 0.051,-0.089 0.019,-0.073 0.031,-0.056 0.038,-0.044 0.038,-0.029 0.035,-0.021 0.031,-0.264-0.380,0.126 0.290,-0.035 0.025,0.004 0.136,-0.055-0.043,-0.051-0.067,-0.042-0.076,-0.035-0.076,-0.027-0.071,-0.021-0.062,-0.120 0.354</inkml:trace>
</inkml:ink>
</file>

<file path=ppt/ink/ink4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304.000 927.000,'0.000'0.012,"0.000"0.190,0.000 0.132,0.000 0.165,0.000 0.132,0.000 0.113,0.000 0.090,0.000-0.667,0.000 0.467,0.000 0.153,0.012 0.691,0.021 0.126,0.023 0.022,0.025-0.050,0.025-0.093,-0.080-1.156,0.094 0.695,0.042 0.019,0.237 0.804,0.074-0.041,0.040-0.090,0.017-0.113,-0.000-0.119,-0.054-0.314,0.160 0.167,0.054-0.081,0.035-0.114,0.019-0.127,0.008-0.129,-0.000-0.119,-0.415-0.461,0.524 0.259,0.078-0.115,0.087-0.089,-0.028-0.103,-0.059-0.084,-0.074-0.066,-0.080-0.052,-0.310-0.034,0.278-0.060,-0.002-0.084,0.002-0.088,0.005-0.084,0.005-0.075,-0.600 0.290,0.406-0.247,0.101-0.110,0.552-0.448,0.104-0.125,0.036-0.058,-0.010-0.009,-0.042 0.023,-1.019 0.821,0.830-0.652,0.071-0.036,0.064-0.012,0.056 0.008,0.664-0.392,0.030 0.027,-0.019 0.038,-0.048 0.044,-0.452 0.269,-0.423 0.271,-0.055 0.046,0.360-0.208,-0.163 0.105,-0.167 0.098,-0.161 0.090,-0.027-0.019,-0.307 0.181,-0.041 0.008,0.110-0.117,-0.078 0.033,-0.075 0.038,-0.066 0.041,-0.056 0.037,-0.196 0.204,0.187-0.097,0.109 0.013,0.050 0.044,0.041 0.041,0.030 0.035,0.025 0.030,-0.022 0.026,0.036 0.016,0.288 0.034,0.025 0.048,0.001 0.047,-0.014 0.040,-0.735-0.115,0.337 0.100,0.006 0.041,0.377 0.254,-0.054 0.085,-0.081 0.052,-0.090 0.027,-0.170-0.119,-0.031-0.017,-0.019-0.022,-0.011-0.025,0.054 0.017,-0.051-0.082,-0.056-0.087,-0.056-0.083,-0.051-0.073,-0.045-0.064,-0.035-0.051,-0.030-0.039,-0.022-0.029,0.012-0.073,0.043-0.109,0.056-0.121,0.061-0.120,0.060-0.112,-0.106 0.167,0.278-0.513,0.044-0.101,0.011-0.041,-0.007-0.002,-0.019 0.024,-0.072 0.264,0.147-0.100,-0.012 0.125,-0.043 0.145,-0.060 0.150,-0.068 0.140,-0.067 0.125,-0.062 0.108,-0.055 0.086,-0.027 0.091,0.005 0.089,0.020 0.083,0.026 0.072,0.236 0.417,0.129 0.247,0.065 0.132,0.016 0.050,-0.015-0.009,-0.034-0.045,0.159 0.157,0.157 0.096,-0.051-0.150,0.129 0.085,0.131 0.090,0.123 0.087,0.111 0.080,-1.137-1.196,1.375 1.406,0.140 0.096,-0.136-0.187,-0.189-0.238,-0.204-0.248,-0.319-0.332,-0.158-0.186,-0.139-0.166,-0.120-0.141,-0.097-0.115,-0.075-0.090,-0.058-0.068,-0.007-0.044,0.084-0.058,0.187-0.075,0.329-0.115,0.117-0.064,0.051-0.043,0.005-0.024,0.275-0.145,-0.033-0.046,-0.052-0.039,-0.354 0.139,-0.020-0.009,0.179-0.094,-0.109 0.070,-0.124 0.087,-0.123 0.094,-0.115 0.088,-0.099 0.079,-0.083 0.068,-0.066 0.055,-0.050 0.043,-0.036 0.031,-0.024 0.022,-0.158-0.038,0.190 0.111,0.045 0.027,0.031 0.024,0.005 0.013,-0.009 0.007,-0.017 0.003,-0.021 0.000,-0.011-0.004,-0.027-0.026,-0.029-0.030,-0.025-0.033,-0.022-0.029,-0.018-0.028,-0.164-0.062,0.153 0.084,0.035 0.015,0.037 0.005,0.087 0.021,0.018-0.012,0.002-0.017,-0.005-0.017,-0.147-0.018,0.094 0.050,0.048 0.010,0.223 0.045,0.101-0.014,0.089-0.023,0.073-0.026,-0.679-0.100,0.667 0.052,0.120-0.015,0.546-0.001,0.092-0.021,0.023-0.015,-0.018-0.011,-0.470-0.007,-0.031-0.004,0.190-0.002,-0.121-0.003,-0.132-0.001,-0.133 0.000,-0.122 0.001,-0.627 0.004,0.616-0.004,-0.067 0.001,-0.073 0.000,-0.069 0.002,-0.062-0.000,-0.053 0.001,-0.065 0.000,-0.050 0.001,-0.044 0.000,-0.037 0.000,-0.029 0.000,-0.024 0.000,-0.004 0.000,-0.011 0.000,-0.007 0.001,-0.004-0.001,-0.002 0.000,0.002 0.000,0.000 0.000,0.002 0.000,0.002 0.000,0.002 0.000,0.001 0.000,-0.018 0.000,0.085 0.000,0.234 0.000,0.101 0.000,0.067 0.000,0.042 0.000,0.021 0.000,-0.555 0.000,0.615 0.000,0.117 0.000,0.250 0.000,-0.016 0.000,-0.073 0.000,-0.105 0.000,-0.119 0.000,-0.149 0.000,0.688-0.011,0.174-0.016,0.070-0.021,-0.003-0.022,-0.051-0.019,-0.080-0.019,-0.822 0.061,1.040-0.061,0.232 0.006,0.161 0.010,0.104 0.012,0.059 0.013,0.025 0.012,-0.158 0.016,0.063 0.009,0.035 0.007,0.341-0.007,-0.043-0.014,-0.071-0.018,-0.088-0.021,-0.093-0.022,-0.832-0.006,-0.061-0.045,0.735-0.261,-0.208-0.144,-0.212-0.124,-0.202-0.104,-0.179-0.081,-0.136-0.135,-0.144-0.072,-0.136-0.025,-0.125 0.005,-0.105 0.027,-0.086 0.036,-0.451 0.805,0.464-1.107,0.250-0.803,0.020-0.246,-0.035-0.086,-0.068 0.025,-0.083 0.093,-0.529 1.865,0.351-1.452,-0.005-0.157,0.234-1.428,-0.065 0.040,-0.064 0.074,-0.081 0.210,-0.086 0.283,-0.189 1.069,0.020-0.611,-0.054 0.050,-0.046-0.291,-0.081 0.235,-0.074 0.269,-0.066 0.273,-0.016 0.778,-0.127-0.201,-0.150-0.086,-0.608-1.027,-0.310-0.085,-0.229-0.004,-0.161 0.049,1.362 2.050,-0.957-1.117,-0.194-0.013,-1.395-0.880,-0.499 0.060,-0.396 0.105,-0.297 0.125,-0.212 0.124,1.808 0.934,-1.539-0.540,-0.130 0.076,-0.054 0.086,0.000 0.089,0.035 0.084,0.092 0.086,-0.027 0.038,-0.042 0.023,-0.053 0.010,-0.310-0.047,-1.288-0.296,-0.446-0.069,-0.305-0.027,-0.189 0.003,-0.101 0.022,-0.035 0.034,2.254 0.525,-0.099-0.004,-2.503-0.500,0.334 0.112,0.539 0.150,0.642 0.165,0.671 0.168,0.326 0.187,-0.495 0.095,-0.773 0.073,-0.924 0.054,3.459 0.299,-4.078-0.046,-0.331 0.205,-3.039 0.370,0.547 0.320,0.892 0.249,1.024 0.182,2.588-0.117,0.392 0.103,-0.181 0.225,0.697 0.003,0.697-0.039,0.654-0.067,0.582-0.079,0.377 0.097,0.306 0.072,-0.062 0.484,0.411 0.214,0.355 0.199,0.287 0.172,0.675-1.037,0.085 0.036,-0.061 0.526,0.089 0.065,0.027 0.149,0.026-0.008,0.003-0.037,-0.014-0.054,0.131-0.610,-0.010-0.021,-0.071 0.226,-0.015 0.016,-0.140 0.484,0.021-0.076,0.035-0.113,0.043-0.129,0.045-0.134,0.136-0.478,0.035-0.092,-0.062 0.449,0.049 0.018,0.035 0.068,0.025 0.091,0.017 0.099,0.059-0.360,0.022 0.286,0.058 0.022,0.063 0.001,0.063-0.013,0.058-0.022,0.052-0.027,0.053 0.035,0.024-0.119,0.009-0.132,0.003-0.133,-0.005-0.122,-0.210-0.940,0.171 0.592,0.049 0.096,0.239 0.612,0.066 0.036,0.011-0.056,-0.029-0.113,-0.054-0.146,-0.065-0.159,-0.107-0.245,-0.055-0.112,-0.054-0.098,0.007 0.046,-0.005-0.031,0.013 0.003,0.026 0.023,-0.199-0.522,0.952 1.684,0.511 0.609,0.328 0.282,0.188 0.059,0.087-0.080,0.017-0.157,-0.993-1.225,-0.003-0.039,0.849 0.804,-0.065-0.214,-0.101-0.237,-0.113-0.233,-0.114-0.211,-0.396-0.369,0.255 0.081,-0.169-0.182,-0.196-0.173,-0.193-0.154,-0.178-0.130,-0.225-0.127,0.027-0.028,-0.073-0.034,-0.066-0.017,-0.057-0.001,-0.046 0.006,-0.039-0.015,0.044-0.004,0.322 0.081,0.142 0.028,0.158 0.023,0.130 0.015,0.105 0.006,0.082 0.001,0.058-0.003,-1.011-0.168,1.590 0.276,0.055 0.007,-0.096-0.026,-0.176-0.043,2.864 0.352</inkml:trace>
</inkml:ink>
</file>

<file path=ppt/ink/ink4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563.000 922.000,'0.012'0.025,"0.020"0.037,0.020 0.043,0.021 0.042,0.019 0.036,0.016 0.033,0.012 0.025,0.004 0.005,0.013 0.028,0.013 0.026,0.012 0.025,0.011 0.021,0.362 0.283,0.267 0.178,0.184 0.100,0.119 0.040,0.070 0.001,0.030-0.025,-0.935-0.718,0.916 0.652,0.928 0.607,0.353 0.184,0.671 0.367,0.132 0.005,0.008-0.074,-0.074-0.120,-0.124-0.144,-0.860-0.501,-0.136-0.098,0.864 0.337,-0.262-0.259,-0.235-0.239,-0.201-0.210,-0.161-0.171,-0.908-0.287,0.668 0.033,-0.014-0.086,-0.050-0.070,-0.069-0.055,-0.079-0.042,-1.274-0.033,1.480-0.168,0.118-0.132,0.172-0.116,-0.037-0.047,-0.084-0.014,-0.112 0.010,-0.119 0.024,0.520-0.115,0.926-0.243,0.025-0.012,0.101-0.030,-0.073 0.016,-0.185 0.045,-0.190 0.047,-0.183 0.046,-0.849 0.208,1.745-0.395,0.327 0.011,0.271 0.044,0.217 0.061,0.165 0.066,-1.169 0.217,0.310 0.008,-0.349 0.086,-0.385 0.083,-0.385 0.074,-0.358 0.063,-0.320 0.053,-1.148 0.070,0.872-0.014,-0.149 0.029,-0.132 0.020,-0.111 0.013,-0.093 0.010,-0.343-0.002,-0.056 0.001,0.310 0.042,0.084 0.054,0.121 0.060,0.140 0.064,0.141 0.057,0.133 0.053,0.034 0.015,0.177 0.034,0.408 0.086,-0.052-0.007,-0.137-0.022,-0.177-0.031,-0.533-0.172,1.929 0.202,0.311-0.038,-0.006-0.059,-0.197-0.066,-0.299-0.066,-1.310-0.118,0.402-0.005,0.041-0.022,1.114-0.042,-0.218-0.095,-0.314-0.096,-0.349-0.086,-2.062 0.190,1.601-0.291,-0.259-0.052,-0.272-0.020,-0.260 0.006,-0.234 0.019,-0.203 0.028,-0.135 0.022,-0.160 0.059,-0.122 0.058,-0.089 0.055,-0.063 0.046,-0.039 0.040,-0.023 0.030,-0.010 0.024,0.000 0.016,0.003 0.012,0.007 0.006,0.009 0.004,0.009 0.001,0.008 0.000,0.007-0.001,0.099 0.091,0.259 0.155,0.958 0.523,1.959 1.017,0.737 0.365,0.289 0.118,-0.008-0.044,-2.909-1.453,0.751 0.314,-0.103-0.091,0.937 0.320,-0.338-0.215,-0.356-0.201,-0.344-0.179,-0.318-0.152,-1.102-0.354,0.924 0.199,-0.323-0.146,-0.285-0.113,-0.238-0.083,-0.189-0.058,-0.143-0.038,-0.120-0.056,-0.063-0.068,-0.037-0.070,-0.022-0.067,-0.008-0.058,0.001-0.051,-0.063-0.020,0.005-0.074,0.020-0.053,0.086-0.290,-0.024-0.050,-0.039-0.018,-0.045 0.001,-0.058 0.088,-0.033 0.032,-0.028 0.061,-0.023 0.078,-0.019 0.081,-0.015 0.081,-0.012 0.061,-0.007 0.067,-0.006 0.056,-0.003 0.044,-0.001 0.034,-0.001 0.024,0.001 0.006,0.001 0.013,0.001 0.006,0.002 0.004,0.001 0.001,0.001-0.001,0.001 0.006,0.001 0.012,0.000 0.014,0.001 0.013,0.000 0.012,0.000 0.010,0.000 0.010,0.001 0.005,-0.001 0.006,0.000 0.003,0.001 0.002,-0.001 0.001,0.000 0.001,0.000 0.000,0.000 0.000,0.000 0.000,0.000-0.001,0.000-0.073,0.000-0.127,0.000-0.149,0.000-0.154,0.000 0.277,0.000-0.829,0.000-0.188,0.000-0.076,0.000-0.001,0.000 0.044,0.000 0.068,0.000 0.078,-0.118-0.325,-0.184-0.479,-0.214-0.485,-0.217-0.452,-0.202-0.398,0.273 1.248,-0.937-1.884,-0.318 0.016,-0.235 0.160,-0.165 0.234,-0.109 0.259,1.017 1.494,-1.202-1.076,-0.350 0.054,-0.335 0.068,-0.301 0.074,-0.259 0.071,-0.212 0.066,3.223 2.022,-3.788-2.095,0.184 0.259,0.359 0.302,0.439 0.301,0.450 0.277,0.421 0.238,0.301 0.264,-0.472-0.106,-1.503-0.444,-0.257-0.012,-0.028 0.049,0.127 0.089,0.223 0.108,3.426 1.014,-4.299-1.057,-0.116 0.083,0.099 0.102,0.232 0.104,0.299 0.101,0.320 0.090,0.176 0.057,0.068 0.036,-0.003 0.016,-0.049 0.005,-0.077-0.005,-0.087-0.009,-0.058 0.056,-0.786-0.032,0.173 0.100,-1.190-0.060,0.093 0.085,0.304 0.097,0.424 0.096,2.180 0.188,-0.328 0.010,0.200 0.042,-1.203 0.001,0.555 0.067,0.552 0.050,0.505 0.035,1.298 0.016,-1.021 0.003,0.189-0.010,0.232-0.017,0.242-0.022,0.233-0.023,0.207-0.021,0.440 0.024,-0.149 0.000,-0.962-0.031,-0.072 0.012,0.048 0.015,0.119 0.015,0.151 0.014,0.159 0.012,0.150 0.011,0.130 0.007,0.990 0.009,-1.123 0.012,-0.176 0.024,-0.158 0.026,-0.134 0.024,-0.109 0.023,-0.084 0.018,1.911-0.099,-1.847 0.110,-0.030 0.035,0.064 0.036,0.124 0.036,0.154 0.035,0.244 0.008,0.113 0.018,0.094 0.016,-0.068 0.087,0.062 0.078,0.044 0.085,0.030 0.085,0.834-0.305,-0.758 0.675,-0.056 0.279,-0.278 0.513,0.101 0.096,0.149-0.013,0.173-0.082,0.175-0.123,0.451-0.579,0.036 0.041,-0.256 0.658,0.107-0.049,0.109-0.104,0.105-0.137,0.094-0.148,0.394-1.073,-0.347 1.669,0.096 0.265,0.076 0.213,0.056 0.163,0.039 0.118,0.024 0.080,0.030 0.200,0.029 0.253,0.049-0.319,0.049-0.138,0.049-0.204,0.047-0.230,-0.017-1.427,0.253 0.932,0.159-0.050,0.252 0.203,0.079-0.229,0.024-0.260,-0.016-0.260,-0.038-0.244,-0.260-0.439,0.079-0.016,0.798 0.483,0.184-0.008,0.103-0.009,0.045-0.011,-1.418-0.846,0.831 0.479,0.277 0.138,1.997 1.062,0.504 0.232,0.245 0.099,0.066 0.008,-0.049-0.046,-1.824-0.975,1.376 0.612,-0.061-0.094,-0.138-0.117,-0.179-0.128,-0.197-0.124,-0.194-0.115,-1.699-0.727,1.607 0.526,-0.073-0.064,0.192 0.019,-0.151-0.091,-0.159-0.086,-0.153-0.078,-1.533-0.437,1.041 0.278,0.046-0.007,0.253 0.042,-0.162-0.064,-0.220-0.077,-0.245-0.080,-0.245-0.076,-0.162-0.057,-0.270-0.071,-0.238-0.057,-0.198-0.047,-0.159-0.033,-0.123-0.025,-0.133-0.183</inkml:trace>
</inkml:ink>
</file>

<file path=ppt/ink/ink4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886.000 929.000,'0.006'0.006,"0.009"0.009,0.011 0.011,0.010 0.010,0.009 0.009,0.008 0.008,0.007 0.007,0.005 0.005,0.003 0.003,0.002 0.002,0.003 0.003,0.000 0.000,0.000 0.000,0.001 0.001,0.049 0.049,0.076 0.076,0.087 0.087,0.084 0.084,0.077 0.077,0.067 0.067,-0.409-0.412,0.307 0.276,0.091 0.074,1.087 0.795,0.171 0.082,0.336 0.221,0.269 0.179,0.206 0.138,0.758 0.545,-0.225-0.184,0.036-0.004,0.384 0.247,-0.291-0.217,-0.364-0.256,-0.377-0.262,-1.548-1.107,0.518 0.262,0.077-0.037,1.437 0.559,0.157-0.082,0.066-0.079,0.005-0.069,-2.592-0.962,1.557 0.484,-0.044-0.074,0.765 0.111,-0.235-0.157,-0.270-0.144,-0.277-0.124,-0.258-0.103,-0.783-0.128,0.005-0.049,0.757-0.160,0.127-0.193,0.126-0.185,0.118-0.170,0.104-0.146,1.104-0.593,0.543-0.329,0.202-0.154,-0.028-0.035,-0.175 0.048,-0.255 0.094,-0.289 0.119,-2.708 1.324,3.194-1.595,0.237-0.140,0.045-0.040,-0.088 0.027,-0.166 0.071,-0.206 0.092,-2.951 1.532,2.790-1.423,-0.094 0.094,-0.146 0.131,-0.171 0.147,-0.176 0.146,-0.168 0.139,-1.618 0.682,1.135-0.392,-0.073 0.104,0.372-0.022,-0.259 0.168,-0.285 0.153,-0.278 0.132,-1.444 0.274,1.082-0.134,-0.119 0.071,-0.100 0.090,-0.125 0.104,-0.114 0.102,-0.098 0.095,-0.084 0.085,-0.196-0.028,0.028 0.066,-0.065-0.015,0.033 0.033,0.573 0.384,0.314 0.170,0.338 0.170,0.332 0.158,0.307 0.139,0.272 0.120,-1.511-0.865,2.057 1.023,0.268-0.026,0.173-0.094,0.100-0.135,-0.217-0.266,0.223-0.081,0.096-0.112,1.494 0.159,-0.221-0.211,-0.351-0.187,-0.399-0.159,-3.614-0.491,2.808 0.232,0.186-0.071,1.585-0.020,-0.142-0.095,-0.311-0.069,-0.383-0.049,-0.334-0.027,0.232-0.015,0.878-0.086,-0.204-0.038,-0.100-0.020,-0.201-0.001,-0.254 0.009,-0.185-0.003,-0.498 0.002,-0.507 0.000,-0.478 0.000,-0.421-0.003,-0.355-0.003,-0.157-0.009,-0.153-0.014,0.022-0.038,0.959-0.172,-0.289 0.004,-0.377 0.037,-0.397 0.054,-0.553 0.091,-0.200 0.040,-0.116 0.025,-0.194 0.038,-0.160 0.032,-0.127 0.026,-0.095 0.018,-0.083 0.014,-0.045 0.009,-0.030 0.006,-0.019 0.003,-0.009 0.002,-0.005 0.000,-0.015-0.021,0.024-0.031,0.148-0.101,0.067-0.055,0.056-0.038,0.042-0.026,-0.054 0.006,0.098-0.106,0.272-0.252,0.174-0.170,0.159-0.154,0.139-0.131,0.117-0.110,-0.280 0.234,0.113-0.120,0.584-0.587,0.045-0.109,-0.024-0.046,-0.069-0.003,-0.093 0.025,-0.659 0.697,-0.055 0.023,-0.066 0.008,-0.073-0.007,0.247-0.644,-0.196 0.014,-0.183 0.039,-0.163 0.052,-0.280 0.567,-0.144-0.399,-0.197-0.043,-0.377-0.513,-0.264 0.006,-0.201 0.043,-0.146 0.063,0.912 1.516,-1.318-1.671,-0.213-0.025,-0.096 0.066,-0.017 0.119,0.035 0.143,0.066 0.148,0.078 0.137,1.336 1.150,-2.593-1.719,-0.716-0.232,-0.455-0.081,-0.257 0.020,-0.112 0.080,-0.013 0.110,-1.015-0.035,-1.086-0.110,-0.871-0.067,-0.670-0.033,-0.491-0.009,1.556 0.488,-2.660-0.548,0.160 0.207,0.353 0.250,0.441 0.253,0.459 0.234,2.374 0.534,-0.774 0.014,0.201 0.144,0.179 0.113,0.151 0.087,0.124 0.065,0.098 0.043,3.296 0.290,-3.122-0.150,-0.206 0.051,-1.907-0.006,0.230 0.077,0.422 0.066,0.507 0.053,0.521 0.043,3.875 0.043,-3.613-0.003,0.703 0.022,0.831 0.011,0.837 0.008,0.770 0.003,1.810-0.014,0.507-0.003,-1.353 0.009,-0.038-0.001,-0.655 0.014,-0.002 0.019,0.033 0.021,0.055 0.023,0.067 0.022,1.885-0.084,-2.354 0.229,-0.075 0.082,-0.020 0.057,0.017 0.035,0.039 0.020,0.636-0.118,-0.154-0.001,-0.231 0.006,-0.724 0.078,-0.032 0.007,0.076 0.002,0.142 0.000,0.173-0.001,0.349 0.003,-0.480 0.143,0.044 0.057,0.124 0.035,0.170 0.020,0.190 0.008,1.472-0.373,-1.301 0.405,-0.125 0.076,-0.482 0.217,-0.008 0.076,0.048 0.058,0.084 0.043,0.103 0.028,0.509-0.061,-0.126 0.300,0.311 0.063,0.322 0.029,0.310 0.007,0.282-0.011,0.245-0.021,0.151 0.055,0.168-0.078,0.054 0.090,0.063-0.044,0.019-0.031,-0.007-0.021,0.440-1.223,-0.316 0.846,0.007-0.010,-0.047 0.158,0.035-0.047,0.037-0.055,0.041-0.058,0.036-0.057,0.035-0.050,0.213-0.788,-0.317 1.007,-0.017 0.031,0.002 0.020,0.014 0.009,0.245-0.792,-0.079 0.438,0.022 0.058,-0.040 0.420,0.021-0.018,0.016-0.065,0.008-0.092,0.006-0.102,0.138-0.892,-0.150 0.734,0.014-0.121,-0.003-0.012,-0.097 0.348,-0.003-0.118,0.001-0.140,0.002-0.141,0.042-0.169,0.029-0.087,0.034-0.072,0.033-0.055,0.032-0.039,0.027-0.029,0.039-0.116,0.001 0.124,0.013 0.068,0.009 0.137,0.009 0.055,0.008 0.035,0.004 0.022,0.003 0.012,0.053-0.109,0.058 0.056,0.115 0.238,0.051-0.011,0.028-0.047,0.013-0.068,-0.001-0.080,0.047-0.006,-0.032-0.138,-0.039-0.128,-0.039-0.112,-0.036-0.090,-0.030-0.070,-0.025-0.052,-0.018-0.037,0.030-0.000,0.071 0.017,0.083 0.030,0.086 0.033,-0.246-0.046,0.180 0.072,0.043 0.021,0.208 0.087,0.036 0.025,0.014 0.016,-0.002 0.010,2.052 0.973</inkml:trace>
</inkml:ink>
</file>

<file path=ppt/ink/ink4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1802.000 679.000,'0.000'0.022,"0.000"0.034,0.000 0.038,0.000 0.036,0.000 0.034,0.000 0.026,0.000 0.023,0.000 0.016,0.000 0.044,0.000 0.115,0.000 0.132,0.000 0.137,0.000 0.673,0.000-0.314,0.000 0.251,-0.120 2.278,-0.184 1.207,-0.206 1.069,-0.202 0.892,-0.184 0.707,-0.102 0.155,-0.047-0.194,-0.008-0.392,0.018-0.480,0.031-0.491,0.223-1.726,-0.083-0.037,-0.498 1.175,-0.420 0.495,-0.451 0.574,-0.444 0.586,-0.406 0.553,-0.338 0.444,0.059-0.396,0.227-0.703,0.317-0.846,0.351-0.875,0.348-0.830,1.696-3.551,-0.886 1.886,-0.427 1.008,0.087-0.070,-0.398 1.056,0.272-0.537,0.276-0.612,0.257-0.601,0.826-1.988,-0.424 1.132,0.211-0.456,0.182-0.407,0.150-0.348,0.116-0.280,0.089-0.217,0.062-0.161,0.096-0.126,0.114-0.082,0.120-0.059,0.114-0.040,0.104-0.024,0.089-0.013,-0.294 0.045,0.333 0.028,0.188 0.041,1.099 0.140,0.574 0.092,0.510 0.075,0.434 0.057,-0.128-0.059,-0.218-0.053,0.127-0.019,1.726 0.091,-0.169-0.064,-0.333-0.065,-0.406-0.062,-1.847-0.098,1.203 0.015,-0.288-0.035,-0.277-0.030,-0.253-0.020,-0.217-0.016,-0.179-0.010,-1.735 0.004,1.425-0.006,0.235-0.002,1.520-0.007,-0.070 0.000,-0.293 0.001,-0.402 0.002,-0.506 0.003,-0.492 0.002,-0.456 0.002,-0.392 0.002,-0.321 0.002,-0.248 0.000,-0.183 0.002,-0.128 0.000,-0.081 0.000,-0.048 0.000,-0.022 0.001,-0.009-0.022,-0.006-0.034,-0.002-0.041,-0.096-0.730</inkml:trace>
</inkml:ink>
</file>

<file path=ppt/ink/ink4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1902.000 723.000,'-0.032'0.075,"-0.051"0.119,-0.062 0.143,-0.062 0.147,-0.061 0.141,-0.055 0.130,0.247-0.577,-0.439 1.084,-0.076 0.248,-0.024 0.129,0.013 0.040,0.035-0.020,0.449-1.295,-0.545 2.365,0.010 0.273,-0.060 0.430,-0.119 0.568,-0.081 0.265,-0.076 0.174,-0.066 0.102,0.591-2.553,-0.663 2.964,-0.019 0.299,-0.060 0.794,0.133 0.039,0.163-0.071,0.172-0.141,0.603-4.697,-0.112 5.394,0.454-0.295,0.391-0.514,0.315-0.602,0.243-0.600,0.178-0.546,-0.557-1.975,0.072-0.120,0.687 0.921,-0.005-0.393,-0.087-0.389,-0.133-0.355,-0.151-0.309,-0.302-0.470,0.110-0.029,-0.160-0.262,-0.157-0.212,-0.143-0.166,-0.122-0.126,-0.100-0.087,-0.078-0.059,-0.058-0.034,-0.042-0.019,-0.026-0.005,-0.017 0.002,-0.019 0.060,0.065 0.034,0.530 0.213,0.210 0.101,0.095 0.041,0.017-0.002,-0.036-0.029,-0.066-0.043,-0.685-0.237,0.507 0.203,0.040 0.021,0.448 0.179,-0.062-0.032,-0.113-0.059,-0.136-0.069,1.188 0.284</inkml:trace>
</inkml:ink>
</file>

<file path=ppt/ink/ink4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1994.000 736.000,'0.000'-0.026,"-0.037"-0.074,-0.057-0.029,-0.133 0.134,-0.182 0.218,-0.201 0.265,-0.197 0.275,-0.184 0.263,0.034 0.137,-0.269 0.541,-0.071 0.289,-0.027 0.217,0.000 0.159,0.021 0.107,0.349-0.514,0.044 0.115,-0.296 1.287,0.186 0.160,0.199 0.075,0.189 0.016,0.169-0.024,0.191-0.536,0.083 1.160,0.147 0.238,0.247 0.251,0.280-0.139,0.278-0.236,0.252-0.273,-0.269-1.521,0.062-0.162,0.561 0.881,0.110-0.291,0.070-0.259,0.039-0.219,-1.281-2.021,1.172 1.350,0.296 0.002,1.079 0.505,0.398-0.148,0.288-0.185,0.196-0.197,-3.019-1.457,2.383 0.888,0.207-0.141,0.598-0.112,-0.063-0.318,-0.170-0.329,-0.230-0.314,-0.256-0.286,-0.215-0.339,-0.066-0.376,0.271-0.573,-0.254-0.297,-0.279-0.196,-0.275-0.119,-0.249-0.059,-1.712 1.797,1.056-1.282,0.028-0.165,0.741-1.178,0.064-0.269,0.039-0.184,0.019-0.117,-0.528 0.662,-0.527 0.756,-0.090 0.029,0.404-1.000,-0.263 0.283,-0.259 0.347,-0.241 0.366,-0.215 0.356,-0.394 1.069,0.160-1.294,-0.233-0.148,-0.235-0.143,-0.219-0.125,-0.193-0.106,-0.162-0.088,-0.130-0.067,-0.281-0.515,-0.147-0.040,-0.090 0.122,-0.048 0.210,-0.017 0.244,0.582 1.299,-0.451-0.544,0.033 0.267,0.065 0.263,0.084 0.246,0.090 0.219,0.090 0.184,0.501 0.468,-0.449-0.289,-0.010 0.108,0.001 0.083,0.038 0.076,0.050 0.060,0.054 0.045,0.053 0.032,0.055 0.036,0.032 0.032,-0.065 0.015,0.044 0.037,0.040 0.028,0.034 0.022,0.029 0.017,0.061 0.009,-0.019 0.006,-0.028 0.003,-0.033 0.003,-0.035 0.001,-0.033-0.001,-0.119-0.002,-1.118 0.016,-0.346 0.023,-0.110 0.025,0.050 0.026,0.149 0.024,1.618-0.087,-0.916 0.168,-0.539 0.223,-0.026 0.115,-0.419 0.258,0.150 0.058,0.201 0.011,0.218-0.019,1.080-0.521,-0.823 0.439,0.188-0.053,0.108-0.011,0.229-0.089,0.201-0.086,0.169-0.078,0.489-0.366,-1.704 1.862</inkml:trace>
</inkml:ink>
</file>

<file path=ppt/ink/ink4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2003.000 779.000,'0.000'0.003,"0.049"0.092,0.077 0.057,0.089 0.037,0.090 0.023,0.085 0.010,0.074 0.003,-0.241-0.125,0.666 0.192,0.116-0.018,0.124-0.014,0.075-0.025,0.037-0.032,0.011-0.034,-0.323-0.059,-0.032-0.018,0.282 0.004,-0.137-0.030,-0.150-0.023,-0.147-0.018,-0.133-0.014,-0.128-0.008,0.052-0.005,0.090-0.002,0.337-0.006,0.091-0.001,0.052 0.000,0.024 0.001,-0.377 0.005,0.303 0.000,0.185 0.000,0.764 0.000,0.337 0.001,0.291 0.001,0.242 0.001,0.196 0.001,-2.401 0.000,2.895 0.000,-0.139 0.001,-0.278 0.000,-0.343 0.000,-0.358 0.001,-0.338-0.001,-0.985-0.013,-0.083-0.023,3.961-0.913</inkml:trace>
</inkml:ink>
</file>

<file path=ppt/ink/ink4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2109.000 707.000,'0.035'0.012,"0.351"0.190,0.271 0.206,0.397 0.342,0.283 0.294,0.231 0.262,0.177 0.221,-1.417-1.235,1.448 1.410,1.053 1.159,0.401 0.523,0.240 0.351,0.120 0.215,0.032 0.112,0.344 0.655,0.160 0.379,-0.248-0.175,-0.384-0.391,-0.440-0.493,-0.438-0.519,-0.701-0.792,0.128 0.553,-0.109 0.305,-0.152 0.408,-0.339 0.088,-0.370 0.003,-0.363-0.054,-0.354-0.030,-0.351-0.353,-0.297-0.401,-0.244-0.400,-0.189-0.372,-0.142-0.324,-0.100-0.272,0.185-0.410,-0.087 0.190,-0.397 0.834,0.021 0.044,0.087-0.076,0.121-0.149,0.135-0.186,-1.474 4.772</inkml:trace>
</inkml:ink>
</file>

<file path=ppt/ink/ink4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1569.000 734.000,'0.047'0.000,"0.079"0.000,0.062 0.000,0.136 0.000,0.601 0.012,0.429 0.021,0.401 0.023,0.359 0.025,0.307 0.025,-0.403-0.021,0.204 0.002,1.319 0.032,0.195-0.012,0.072-0.015,-0.015-0.017,-0.067-0.016,-0.419-0.039,-0.217-0.044,-0.236-0.051,-0.234-0.049,-0.215-0.047,-0.190-0.041,-0.597 0.009,0.017-0.061,0.870-0.258,0.022-0.086,-0.012-0.053,-0.033-0.029,-0.043-0.011,-0.647 0.192,-0.515 0.151,-0.074 0.030,0.790-0.149,-0.070 0.098,-0.036 0.093,-0.014 0.080,-0.803 0.137,0.504 0.055,-0.087 0.060,0.038 0.073,-0.137 0.051,-0.135 0.039,-0.124 0.029,-0.692-0.131,0.635 0.313,-0.174 0.099,-0.186 0.072,-0.175 0.051,-0.154 0.033,-0.127 0.019,-0.176-0.437,0.030 0.689,-0.092 0.312,-0.075 0.323,-0.057 0.302,-0.043 0.264,-0.041-0.829,-0.399 1.040,-0.288 0.356,-0.522 1.005,-0.303 0.490,-0.231 0.407,-0.169 0.327,0.013-0.047,-0.049 0.128,0.081-0.100,0.014 0.098,0.027 0.091,0.033 0.077,0.033 0.067,0.294-0.859,-0.472 1.118,0.125-0.438,0.174-0.551,0.191-0.578,0.188-0.549,0.124-0.403,0.025-0.154,0.158-0.414,0.161-0.395,0.149-0.346,0.130-0.288,0.149-0.336,0.106-0.252,0.091-0.222,0.074-0.186,0.059-0.148,0.043-0.114,0.032-0.082,-0.182-0.503</inkml:trace>
</inkml:ink>
</file>

<file path=ppt/ink/ink4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1570.000 738.000,'0.000'0.030,"0.000"0.044,0.000 0.051,0.000 0.049,0.000 0.044,0.000 0.036,0.000 0.001,0.000 0.022,0.000 0.017,0.000 0.015,0.000 0.010,0.000 0.009,0.530 1.372,1.229 3.672,0.605 1.854,0.421 1.269,0.160 0.462,0.010 0.000,-0.090-0.309,-0.151-0.497,0.020 0.062,-0.388-1.119,-0.400-1.142,-0.379-1.069,-0.334-0.935,-0.282-0.782,-0.283-0.909,-0.119-0.414,-0.035-0.157,-0.117-0.434,-0.087-0.336,-0.063-0.251,-0.043-0.176,-0.038-0.164,-0.011-0.107,-0.005-0.083,0.001-0.064,0.004-0.046,0.485-0.326</inkml:trace>
</inkml:ink>
</file>

<file path=ppt/ink/ink4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1504.000 896.000,'0.389'0.116,"0.610"0.181,0.706 0.209,0.715 0.214,0.669 0.198,0.590 0.176,0.496 0.147,-3.225-0.969,6.181 1.440,2.250 0.288,4.791 0.646,1.642-0.026,0.851-0.159,0.301-0.226,-0.317-0.445,1.026-0.349,1.142-0.344,1.124-0.317,1.025-0.273,0.883-0.224,4.095-0.162,5.700-0.046,1.763 0.029,0.477 0.076,-0.352 0.100,-0.827 0.107,-8.649 0.011,6.579 0.253,-1.358 0.065,-1.700 0.015,-1.778-0.018,-1.687-0.034,-10.660-0.314,7.280 0.163,-2.297-0.092,-2.523-0.091,-2.478-0.083,-2.269-0.073,-1.967-0.060,-7.404-0.106,4.216 0.038,-0.112-0.020,2.243 0.041,0.093 0.064,0.113 0.086,0.117 0.097,0.114 0.093,-2.575-0.096,-0.387 0.001,19.967 1.659</inkml:trace>
</inkml:ink>
</file>

<file path=ppt/ink/ink4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1507.000 618.000,'-0.024'0.448,"-0.038"0.745,-0.100 1.467,-0.085 0.979,-0.081 0.785,-0.072 0.605,-0.060 0.443,-0.594 3.931,-0.450 3.081,-0.213 1.431,-0.078 0.519,0.015-0.092,0.072-0.467,0.208-1.297,0.178-0.888,0.186-0.901,0.178-0.844,0.160-0.744,0.136-0.626,0.221-1.575,-0.005 2.737,0.131 0.041,0.107-0.109,0.084-0.193,0.060-0.228,0.042-4.345,0.013 1.146,0.013-0.562,0.018 0.398,0.008-1.001,0.003-0.946,-0.000-0.839,-0.020-1.971,0.015 1.092,-0.003-0.475,0.007-0.427,0.019-0.284,0.021-0.214,0.023-0.156,0.022-0.105,-0.015-0.121,0.487 1.387</inkml:trace>
</inkml:ink>
</file>

<file path=ppt/ink/ink4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1490.000 600.000,'0.077'-0.008,"0.118"-0.011,0.132-0.014,0.132-0.013,0.118-0.011,0.101-0.011,0.081-0.008,0.063-0.006,0.046-0.005,0.031-0.003,0.021-0.002,-0.692 0.072,1.531-0.098,0.979-0.049,2.902-0.136,1.543-0.039,1.214-0.018,0.916 0.001,0.662 0.010,-7.834 0.278,12.298-0.250,1.975-0.038,1.887-0.106,1.322-0.131,0.865-0.141,0.505-0.137,-1.260-0.062,-0.127-0.112,3.093-0.213,-0.060 0.038,-0.121 0.089,-0.148 0.114,-0.154 0.120,-2.064 0.172,-1.743 0.140,-1.955 0.133,-1.948 0.120,-1.799 0.100,-1.572 0.082,-8.684 0.127,10.307 0.038,3.114 0.073,11.671 0.173,2.368 0.098,0.595 0.065,-0.584 0.041,-1.297 0.021,-1.685 0.052,-3.845-0.020,-2.220-0.001,-2.193-0.013,-2.036-0.018,-1.799-0.022,-1.526-0.024,-5.398-0.173,-0.578-0.022,4.119 0.126,-2.053-0.080,-1.899-0.073,-1.639-0.064,-1.559-0.042,-1.266-0.024,-1.036-0.012,-0.806-0.003,-0.596 0.003,-0.416 0.004,-0.271 0.007,-0.158 0.007,-0.077 0.006,-0.020 0.007,0.017 0.004,0.037 0.003,0.047 0.004,0.048 0.001,0.045 0.002,0.040 0.001,0.033 0.000,0.056-0.053,0.115 0.328,0.153 0.355,0.193 0.489,0.099 0.262,0.057 0.168,0.025 0.096,0.002 0.042,0.169 0.186,0.265 0.518,0.814 1.767,0.118 0.218,-0.042-0.105,-0.142-0.301,-0.195-0.405,-0.631-1.453,0.094 0.169,1.168 2.901,0.145 0.899,0.037 0.773,-0.033 0.630,-0.070 0.487,-1.502-5.030,1.110 5.689,-0.330 0.092,-0.339-0.224,-0.315-0.399,-0.275-0.473,-0.225-0.480,-0.336-2.828,-0.135 0.369,-0.439 4.627,-0.330 0.399,-0.243-0.023,-0.170-0.283,0.966-7.719,-0.660 4.667,-0.085 0.187,-0.481 2.700,-0.028-0.182,0.026-0.395,0.059-0.507,0.079-0.544,0.085-0.531,0.971-5.701,-1.514 7.188,-0.199 0.023,-0.090-0.323,-0.014-0.505,0.033-0.573,0.544-2.056,-0.514 1.519,-0.098 0.049,-0.106 0.084,-0.100 0.099,-0.091 0.102,-0.076 0.093,0.255-0.781,0.181-0.523,0.226-0.621,0.237-0.640,0.231-0.612,0.210-0.549,0.921-2.779,-0.685 2.235,0.216-0.545,0.189-0.499,0.159-0.434,0.126-0.361,0.099-0.286,0.059-0.232,0.032-0.208,0.010-0.159,-0.006-0.116,-0.013-0.081,-0.019-0.051,-0.011-0.028,0.001-0.001,0.008 0.012,0.011 0.020,0.010 0.023,0.011 0.023,0.009 0.021,0.007 0.016,0.006 0.014,0.005 0.011,0.003 0.007,0.003 0.006,0.013 0.235</inkml:trace>
</inkml:ink>
</file>

<file path=ppt/ink/ink4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1511.000 857.000,'0.032'0.045,"0.049"0.068,0.055 0.078,0.055 0.077,0.051 0.069,0.042 0.061,0.034 0.048,0.028 0.038,0.020 0.028,0.013 0.019,0.009 0.013,0.006 0.007,0.002 0.003,0.244 0.372,0.215 0.359,0.265 0.455,0.255 0.446,0.229 0.414,0.201 0.363,0.166 0.308,-0.551-0.931,1.357 2.159,0.244 0.311,0.178 0.191,-0.140-0.315,-0.235-0.454,-0.274-0.505,-0.885-1.415,0.212 0.150,1.487 1.606,0.327 0.119,0.200-0.007,0.104-0.091,0.032-0.142,-3.156-3.099,1.755 1.628,0.022-0.079,1.793 1.225,0.170-0.276,0.138-0.300,0.108-0.294,0.080-0.270,-1.307-0.856,0.072-0.197,2.271 0.178,0.220-0.599,0.133-0.565,0.070-0.497,0.023-0.413,-0.007-0.328,0.854-0.888,0.629-0.737,0.339-0.572,0.130-0.421,-0.013-0.294,-6.722 2.971,7.617-3.735,0.102-0.192,-0.330 0.108,-0.575 0.286,-0.682 0.377,-1.938 1.032,1.795-0.649,-0.357 0.446,-0.395 0.468,-0.385 0.440,-0.344 0.386,-0.862 0.435,-0.670 0.325,-0.679 0.284,-0.634 0.235,-0.556 0.186,-0.463 0.141,-0.367 0.101,-0.608 0.055,0.018 0.102,-0.128 0.124,-0.083 0.132,-0.051 0.128,-0.024 0.120,-0.789-0.444,0.655 0.574,0.152 0.240,1.256 1.401,0.177 0.284,0.016 0.048,-0.086-0.099,-0.138-0.182,-0.964-1.068,0.973 0.809,0.106-0.120,0.062-0.170,0.029-0.190,0.005-0.192,-0.011-0.178,-0.019-0.157,-0.072-0.234,-0.055-0.245,-0.057-0.249,-0.057-0.232,-0.050-0.206,-1.223-0.075,1.688-0.675,0.429-0.505,0.398-0.434,0.354-0.363,0.301-0.289,0.245-0.223,-2.451 1.451,3.015-1.749,-0.162 0.133,-0.356 0.251,-0.454 0.308,-0.482 0.319,-0.467 0.306,-1.776 0.971,2.118-0.695,-0.190 0.280,-0.338 0.255,-0.403 0.220,-0.407 0.179,-0.377 0.140,0.282 0.534,1.408 0.716,0.417 0.367,0.124 0.181,-0.070 0.050,-0.187-0.036,-0.739-0.318,0.826 0.350,0.230 0.053,0.212 0.035,0.188 0.017,0.157 0.007,0.128-0.001,-3.642-1.387,4.339 1.489,0.323-0.062,0.185-0.123,0.085-0.153,0.011-0.159,-0.033-0.152,-4.692-0.970,4.301 0.662,0.007-0.158,1.060-0.181,0.245-0.325,0.250-0.318,0.232-0.287,0.205-0.245,-6.025 0.486,7.209-1.178,0.288-0.415,-0.061-0.277,-0.268-0.170,-0.371-0.088,-2.039 0.475,1.588-0.528,-0.169 0.030,-0.286 0.100,-0.341 0.135,-0.351 0.151,-0.292 0.188,-0.574 0.292,-0.566 0.295,-0.517 0.275,-0.445 0.238,-0.366 0.198,-1.640 0.279,0.107 0.139,2.245 0.446,0.116 0.315,-0.043 0.213,-0.134 0.133,-0.182 0.071,-2.741-0.741,2.605 0.726,-0.163-0.036,-0.277-0.073,-0.328-0.088,-0.333-0.094,-0.310-0.088,-1.109-0.318,0.118 0.026,1.462 0.407,0.277 0.106,0.197 0.097,0.132 0.082,0.081 0.068,0.444 0.156,0.147 0.015,-0.255-0.139,-0.374-0.190,-0.422-0.206,-0.414-0.201,-0.921-0.266,0.057-0.091,-0.315-0.163,-0.300-0.150,-0.271-0.133,-0.234-0.114,-0.195-0.093,-0.175-0.079,2.388-3.516</inkml:trace>
</inkml:ink>
</file>

<file path=ppt/ink/ink4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949.000 632.000,'-0.700'-0.074,"-1.095"-0.115,-1.091-0.091,-0.516-0.019,-0.232 0.015,-0.038 0.035,2.236 0.164,-3.338 0.102,-1.377 0.332,-1.341 0.381,-1.226 0.386,-1.065 0.361,-0.886 0.322,-0.708 0.272,6.559-1.142,-8.641 2.005,0.541 0.105,1.205-0.119,1.516-0.250,1.577-0.306,1.485-0.318,0.580 0.038,-0.320 0.345,-0.723 0.471,-0.919 0.513,-0.967 0.501,-0.924 0.451,0.116 0.392,0.874-0.021,0.831-0.036,1.019-0.165,1.072-0.239,1.033-0.272,3.333-2.367,-2.401 2.555,1.050-0.438,0.650-0.178,0.588-0.218,0.508-0.232,0.423-0.226,1.043-2.290,-0.652 2.827,0.473 0.463,0.527 0.035,0.471-0.060,0.394-0.114,0.314-0.136,0.790 0.567,0.650 0.522,0.452 0.278,0.293 0.105,0.170-0.015,0.079-0.092,-1.398-1.972,1.975 2.199,0.179-0.237,0.078-0.373,0.006-0.427,-0.037-0.429,-0.063-0.394,-3.559-2.734,3.935 2.313,0.093-0.353,-0.141-0.390,-0.277-0.382,-0.347-0.350,-2.401-0.930,-0.816-0.286,3.214 0.533,0.917-0.125,4.598 0.008,1.177-0.338,0.599-0.307,0.194-0.263,-0.071-0.211,-0.231-0.165,0.186-0.373,1.193-0.477,1.033-0.470,0.856-0.436,0.685-0.382,-2.246 0.176,2.561-0.833,-0.733-0.144,-1.066-0.034,-1.206 0.040,-1.218 0.087,-1.139 0.110,-8.130 2.640,7.715-3.152,-0.514-0.400,-0.620-0.324,-0.646-0.251,-0.617-0.189,-0.558-0.132,-5.467 4.073,4.149-4.016,-0.802-0.020,-0.757 0.079,-0.824 0.330,-0.748 0.402,-0.649 0.424,-0.545 0.413,-0.606 1.335,-0.163 0.077,-0.105-0.894,-0.260 0.241,-0.191 0.254,-0.134 0.249,-0.085 0.228,0.234 1.510,-0.515-1.332,-0.308-0.402,-2.131-3.037,-1.275-0.780,-1.094-0.407,-0.890-0.144,-0.689 0.029,2.717 2.925,-3.735-2.068,-0.784 0.332,-0.514 0.437,-0.300 0.472,-0.143 0.464,-0.029 0.427,5.711 2.145,-6.701-1.772,0.305 0.492,0.621 0.479,0.772 0.436,0.806 0.372,0.764 0.305,0.508 0.220,0.777 0.190,0.612 0.134,0.646 0.111,0.624 0.089,0.567 0.067,-12.210-1.205</inkml:trace>
</inkml:ink>
</file>

<file path=ppt/ink/ink4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1197.000 708.000,'-0.209'-0.084,"-0.071"-0.044,0.024-0.017,0.076 0.002,0.105 0.012,0.113 0.020,0.695 0.108,0.977 0.157,1.063 0.169,1.017 0.164,0.901 0.144,0.750 0.120,-3.302-0.466,4.596 0.502,0.688-0.032,0.308-0.078,0.043-0.103,-0.125-0.110,-0.222-0.105,-5.984-0.298,3.886-0.015,0.288-0.177,1.909-0.301,-0.246-0.184,-0.495-0.122,-0.629-0.073,-0.679-0.035,0.052-0.140,-0.989 0.089,-0.884 0.119,-0.740 0.127,-0.588 0.118,-0.444 0.106,-0.323-0.068,2.502-1.051,0.453-0.303,-0.078-0.060,-0.394 0.092,-0.554 0.179,4.878-2.871</inkml:trace>
</inkml:ink>
</file>

<file path=ppt/ink/ink4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1278.000 629.000,'-0.003'0.029,"-0.099"0.949,-0.141 1.989,-0.045 1.432,-0.004 1.170,0.022 0.911,0.037 0.674,0.042 0.471,0.039-0.378,0.010 0.423,0.003 0.423,-0.003 0.392,-0.005 0.345,0.057-3.351,0.005-0.070,0.002 3.801,0.095-0.408,0.106-0.526,0.105-0.558,0.096-0.534,0.058-0.783,0.034-0.809,0.016-0.790,0.002-0.718,-0.007-0.613,-0.009-0.501,-0.236-1.809,0.358 1.754,0.030-0.177,-0.011-0.282,-0.039-0.330,-0.051-0.337,-0.057-0.316,-0.055-0.278,0.530 1.028</inkml:trace>
</inkml:ink>
</file>

<file path=ppt/ink/ink4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1496.000 683.000,'-0.207'0.589,"-0.320"0.912,-0.366 1.039,-0.364 1.038,-0.335 0.954,0.920-2.625,-1.332 3.487,-0.365 0.580,-0.293 0.300,-0.227 0.098,-0.168-0.045,-0.120-0.137,-0.975 0.876,-0.657 0.031,-0.686 0.052,-0.647 0.063,-0.568 0.062,-0.472 0.058,-0.529 0.345,-0.132 0.012,0.419-0.499,0.741-0.786,0.894-0.914,0.923-0.928,3.037-2.838,-2.072 1.987,0.631-0.581,0.560-0.530,0.472-0.456,0.380-0.376,0.295-0.298,0.331-0.343,0.272-0.295,0.243-0.269,0.209-0.233,0.170-0.196,0.135-0.155,0.101-0.121,0.063-0.161,0.032-0.165,0.009-0.157,-0.007-0.141,-0.016-0.118,-0.021-0.098,-0.305-3.680</inkml:trace>
</inkml:ink>
</file>

<file path=ppt/ink/ink4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1391.000 616.000,'0.149'0.626,"0.182"0.595,0.377 1.058,0.326 0.752,0.302 0.627,0.261 0.500,-0.427-1.200,0.126 0.232,0.963 2.059,0.403 0.631,0.371 0.545,0.324 0.450,0.269 0.356,0.201 0.433,-0.032 0.140,0.044 0.386,0.004 0.354,-0.021 0.308,-0.035 0.256,-0.042 0.207,-2.968-7.366,3.083 8.252,-0.095 0.229,-0.217-0.143,-0.283-0.378,-0.305-0.503,-0.301-0.551,-2.116-7.027,2.115 7.700,-0.222-0.398,-0.252-0.666,-0.253-0.784,-0.230-0.793,-0.201-0.739,-0.698-2.844,-0.062-0.244,0.304 1.359,-0.199-0.689,-0.188-0.641,-0.170-0.564,-0.144-0.474,-0.279-1.656,-0.049 4.072</inkml:trace>
</inkml:ink>
</file>

<file path=ppt/ink/ink4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673.000 794.000,'0.221'0.000,"0.106"0.000,0.164 0.000,0.509 0.016,0.356 0.024,0.321 0.029,0.274 0.028,0.224 0.025,-0.192 0.023,1.068 0.126,0.722 0.099,0.704 0.094,0.646 0.084,0.564 0.073,-1.861-0.178,0.389 0.084,4.775 0.783,1.434 0.382,1.167 0.344,0.906 0.291,0.671 0.236,-1.810-0.342,6.071 1.083,2.548 0.330,2.219 0.234,1.836 0.158,1.453 0.098,1.096 0.051,0.919-0.050,0.443-0.154,0.218-0.189,0.061-0.197,-0.045-0.185,-11.272-1.435,6.803 0.662,0.775-0.024,6.984 0.560,0.039-0.162,-0.490-0.196,-0.795-0.202,-17.992-1.578,16.415 1.239,0.308-0.073,1.885 0.036,-0.439-0.128,-0.668-0.132,-0.771-0.124,-0.787-0.112,-11.035-0.697,-0.346-0.038,11.010 0.603,-1.879-0.145,-2.207-0.154,-2.243-0.145,-2.088-0.131,-1.826-0.110,-0.394-0.059,-1.187-0.088,-1.687-0.107,-1.868-0.108,-1.842-0.101,-1.680-0.089,-1.449-0.075,-1.191-0.059,-1.110-0.034,1.796 0.095,1.543 0.094,9.336 0.505,1.983 0.167,0.753 0.104,-0.089 0.054,-0.623 0.019,-0.681-0.004,-1.197-0.021,-1.440-0.027,-1.487-0.032,-1.410-0.030,-1.256-0.029,-1.064-0.024,-0.940 0.060,-0.234 0.101,-0.249 0.074,-0.244 0.051,-0.224 0.033,-0.199 0.018,-7.236-1.102,8.921 1.224,0.069-0.123,-0.297-0.175,-0.501-0.192,-0.591-0.190,-0.602-0.171,-2.302-0.225,-0.131-0.050,2.128 0.108,0.255 0.032,0.292 0.057,0.292 0.068,0.268 0.069,-4.107-0.288,4.835 0.440,-0.041 0.046,-0.237 0.015,-0.337-0.002,-0.370-0.014,-4.373-0.440,3.142 0.268,-0.421-0.057,-0.470-0.051,-0.465-0.043,-0.429-0.036,-0.374-0.027,-1.929-0.174,0.036-0.003,1.416 0.127,-0.138 0.003,-0.223 0.004,-0.263 0.000,-0.274 0.002,-0.263 0.001,0.912 0.104,0.483 0.033,0.615 0.034,0.639 0.031,0.602 0.028,-0.462-0.095,-0.259-0.072,-0.478-0.088,-0.582-0.091,-0.607-0.087,-0.576-0.079,-3.841-0.179,2.823 0.084,0.534-0.026,-0.427-0.040,-0.510-0.031,-0.530-0.022,-0.508-0.014,-0.456-0.009,1.410-0.138</inkml:trace>
</inkml:ink>
</file>

<file path=ppt/ink/ink4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319.000 674.000,'-0.025'0.008,"-0.037"0.013,-0.041 0.013,-0.041 0.014,-0.036 0.012,-0.029 0.010,-0.025 0.008,-0.017 0.006,-0.013 0.004,-0.008 0.002,-0.005 0.003,-0.079 0.087,-0.231 0.177,-1.087 0.842,-0.438 0.459,-0.265 0.345,-0.135 0.248,-0.044 0.167,0.553-0.328,0.248-0.138,0.007 0.093,-0.917 1.382,0.197 0.045,0.249-0.058,0.260-0.117,1.279-2.099,-0.562 1.208,0.118-0.035,-0.174 0.668,0.154-0.130,0.128-0.155,0.102-0.157,0.347-0.913,0.034-0.005,-0.206 0.974,0.043 0.192,0.035 0.195,0.026 0.183,0.020 0.161,0.178-0.552,-0.037 0.874,0.082-0.050,0.080-0.184,0.075-0.254,0.065-0.282,0.129-1.238,0.086-0.016,0.347 1.161,0.277-0.178,0.232-0.227,0.184-0.241,0.141-0.230,-0.494-0.906,0.606 0.518,0.101-0.188,0.082-0.173,0.062-0.153,0.048-0.126,0.032-0.101,0.039-0.081,-0.052-0.102,-0.071-0.088,-0.077-0.075,-0.074-0.059,-0.067-0.045,-1.037-0.307,1.576 0.278,0.615 0.041,1.541 0.154,0.362-0.016,0.078-0.044,-0.114-0.059,-0.239-0.068,0.129-0.041,-0.432-0.079,-0.428-0.069,-0.394-0.058,-0.339-0.045,-0.280-0.035,-0.572-0.171,0.346-0.131,1.769-0.401,0.277-0.171,0.034-0.100,-0.130-0.046,-0.232-0.007,-1.088 0.251,-0.146 0.019,1.260-0.447,-0.137-0.090,-0.100-0.102,-0.067-0.100,-0.042-0.092,-2.293 0.950,1.776-1.170,-0.503 0.005,-0.526 0.104,-0.496 0.153,-0.434 0.173,-0.906 1.062,0.136-0.984,-0.248-0.739,-0.265-0.435,-0.478-1.359,-0.324-0.350,-0.243-0.163,-0.173-0.027,-0.115 0.063,0.141 0.875,-0.173-0.060,-0.675-0.995,-0.050 0.286,0.048 0.402,0.109 0.452,0.141 0.459,-0.048 0.238,0.094 0.418,0.066 0.342,0.047 0.269,0.028 0.204,0.016 0.144,1.364 0.966,-3.665-1.782,-1.353-0.432,-0.440-0.039,0.066 0.162,0.376 0.271,0.540 0.321,1.466 0.609,-0.153 0.037,0.591 0.247,0.567 0.208,0.513 0.172,0.443 0.132,0.367 0.101,0.120 0.162</inkml:trace>
</inkml:ink>
</file>

<file path=ppt/ink/ink5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306.000 863.000,'-0.660'-0.141,"-0.924"-0.183,-0.442-0.070,-0.209-0.015,-0.041 0.019,0.066 0.042,0.133 0.052,1.665 0.239,-1.670-0.164,0.139 0.082,0.178 0.077,0.189 0.069,0.180 0.060,0.532 0.114,-0.781 0.599,-0.041 0.373,0.028 0.284,0.072 0.208,0.090 0.141,0.308-0.161,-0.339 0.883,0.102 0.272,0.144 0.170,0.161 0.095,0.158 0.040,0.326-0.559,0.035 0.438,0.133-0.147,0.117-0.245,0.101-0.297,0.084-0.310,0.065-0.300,0.057-0.536,0.043 0.083,0.036 0.046,0.182 1.123,0.141-0.098,0.120-0.198,0.097-0.237,-0.342-1.194,0.198 0.318,0.092 0.005,0.761 0.666,0.503 0.078,0.508 0.069,0.475 0.060,0.420 0.049,-1.093-0.723,0.105-0.014,1.543 0.618,0.055-0.144,-0.060-0.180,-0.129-0.188,-0.167-0.183,-1.346-0.482,-0.019-0.075,1.164 0.103,-0.180-0.210,-0.231-0.193,-0.248-0.169,-0.242-0.142,-0.209-0.119,-0.212-0.094,-0.182-0.069,-0.150-0.050,-0.119-0.034,-0.090-0.020,-0.065-0.010,-0.737 0.275,0.706-0.238,0.355-0.119,1.348-0.516,0.146-0.141,-0.103-0.069,-0.248-0.020,-0.294-0.022,-0.359 0.013,-0.345 0.020,-0.306 0.024,-0.256 0.023,-0.204 0.021,-0.185-0.405,0.151-1.067,0.368-1.707,0.101-0.724,0.049-0.383,0.011-0.134,-0.013 0.037,-0.592 2.210,-0.035 0.120,0.409-1.602,-0.148 0.478,-0.161 0.516,-0.157 0.506,-0.145 0.467,-0.307 1.276,-0.052 0.174,0.038-0.431,-0.122 0.288,-0.106 0.233,-0.092 0.178,-0.076 0.131,-0.035 0.327,-0.049 0.062,-0.175-0.164,-0.144 0.031,-0.140 0.008,-0.131-0.006,-0.115-0.018,-0.099-0.022,0.486 0.481,-0.318-0.197,-0.066-0.007,-0.659-0.321,-0.084 0.076,-0.029 0.105,0.007 0.117,0.033 0.116,0.464 0.210,-0.107 0.016,-0.840-0.099,-0.079 0.031,0.006 0.030,0.061 0.025,0.094 0.021,1.525 0.190,-1.565-0.208,-0.178-0.043,-0.578-0.083,-0.146-0.008,-0.093 0.011,-0.050 0.020,-0.021 0.027,0.003 0.028,2.411 0.247,-2.459-0.177,0.072 0.078,0.146 0.084,0.187 0.082,0.201 0.075,0.200 0.067,1.821-0.110,-1.731 0.279,0.197 0.117,0.222 0.092,0.223 0.071,0.208 0.050,0.184 0.034,-1.883 2.405</inkml:trace>
</inkml:ink>
</file>

<file path=ppt/ink/ink5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336.000 994.000,'-0.035'-0.014,"-0.053"-0.021,-0.061-0.025,-0.060-0.023,-0.053-0.022,-0.047-0.019,-0.038-0.015,-0.028-0.011,-0.022-0.009,-0.015-0.005,-0.009-0.005,-0.006-0.001,-0.097-0.022,-0.124-0.022,-0.134-0.025,-0.132-0.022,-0.116-0.020,-0.098-0.018,0.910 0.243,-1.150-0.251,-0.593-0.090,-1.561-0.233,-0.385 0.004,-0.085 0.058,0.104 0.086,0.231 0.140,0.288 0.159,0.415 0.158,0.190 0.143,0.147 0.128,0.109 0.107,0.078 0.088,1.378-0.198,-2.740 1.006,-0.565 0.410,-0.280 0.262,-0.083 0.150,0.046 0.069,2.955-1.343,-2.839 1.414,0.305-0.051,0.415-0.112,0.445-0.142,0.426-0.148,1.452-0.815,0.117-0.014,-0.794 0.820,0.312-0.029,0.134 0.080,0.124 0.052,0.108 0.032,0.093 0.017,1.110-1.478,-0.680 0.994,-0.074 0.160,-1.048 1.802,-0.043 0.317,0.056 0.150,0.112 0.037,0.136-0.037,0.872-1.764,-0.440 1.076,0.182-0.246,0.188-0.276,0.181-0.278,0.165-0.261,0.561-1.668,-0.413 1.247,-0.113 0.414,0.070-0.105,0.079-0.120,0.077-0.115,0.069-0.105,0.062-0.092,0.067-0.205,0.056-0.186,0.050-0.194,0.041-0.181,0.034-0.163,0.027-0.137,0.030-0.389,-0.007 0.484,0.015 0.015,0.008-0.007,0.005-0.021,0.002-0.027,-0.005-0.432,0.237 0.619,0.146 0.174,0.213 0.186,0.224 0.144,0.221 0.118,0.208 0.096,0.185 0.072,-0.218-0.336,0.159 0.033,0.714 0.454,0.055-0.070,-0.042-0.114,-0.104-0.135,-0.136-0.139,0.286 0.010,0.075-0.092,0.115-0.054,0.084-0.051,0.061-0.048,0.039-0.040,0.024-0.033,0.284 0.027,0.284 0.014,0.321 0.026,0.320 0.031,0.294 0.032,0.259 0.030,-0.420-0.085,0.675 0.209,1.135 0.326,0.045 0.029,-0.229-0.050,-0.397-0.104,-0.487-0.129,-3.614-0.989,3.116 0.721,0.638 0.067,2.703 0.441,0.453-0.042,0.109-0.100,-0.121-0.130,-0.264-0.142,-2.679-0.445,0.111-0.048,3.235 0.263,-0.150-0.080,-0.354-0.063,-0.465-0.049,-0.504-0.037,-0.942-0.057,0.243 0.055,1.250 0.171,0.059 0.045,-0.055 0.031,-0.127 0.018,-0.166 0.008,-0.183 0.001,0.347 0.043,-0.131-0.039,-0.109-0.047,-0.088-0.048,-0.067-0.048,1.216 0.062,0.509-0.024,0.522-0.030,0.321-0.050,0.166-0.058,0.053-0.061,-0.021-0.058,-5.669-0.318,3.142 0.174,0.184 0.009,2.513 0.127,-0.030-0.021,-0.194-0.035,-0.293-0.039,-0.338-0.041,0.998-0.029,-0.110-0.066,-0.313-0.065,-0.418-0.059,-0.455-0.051,-0.447-0.042,-0.407-0.033,-6.203-0.042,7.226 0.013,0.734-0.015,0.301-0.011,-0.006-0.007,-0.209-0.004,-0.331-0.001,0.516-0.003,-1.077 0.001,-1.146 0.003,-1.093 0.002,-0.969 0.003,-0.812 0.002,-3.699 0.006,8.798-0.043,2.640-0.059,1.305-0.068,0.364-0.070,-0.254-0.063,-0.625-0.056,-0.724-0.087,-1.384-0.081,-1.412-0.074,-1.310-0.065,-1.137-0.055,-0.936-0.042,-0.804 0.024,2.543-0.413,0.267-0.075,-0.135 0.003,-0.374 0.053,-0.494 0.077,-3.313 0.508,1.749-0.255,-0.593 0.047,-0.610 0.029,-0.583 0.014,-0.529 0.005,-0.456-0.002,-1.794 0.413,1.771-0.708,-0.303-0.087,-0.274-0.042,-0.233-0.012,-0.189 0.008,-0.146 0.020,-0.046 0.038,0.017 0.007,-0.059 0.060,-0.104 0.087,-0.126 0.100,-0.131 0.103,-1.099 0.580,1.183-0.761,0.259-0.232,1.287-1.002,0.169-0.240,-0.008-0.101,-0.117-0.006,-0.176 0.054,-0.642 0.471,0.876-0.763,0.033 0.074,-0.006 0.155,-0.031 0.194,-0.041 0.202,-0.046 0.188,-0.044 0.163,-0.040 0.137,-2.397 1.335,2.360-1.078,0.509-0.078,2.003-0.749,0.278-0.144,-0.009-0.099,-0.182-0.064,-1.760 0.599,-0.332-0.020,-0.009-0.289,-0.567 0.041,-0.559 0.065,-0.517 0.076,-0.459 0.079,-0.492 0.132,-0.292-0.073,-0.304-0.465,-0.372-0.027,-0.315 0.010,-0.260 0.033,-0.203 0.047,-0.041 0.375,-0.630-0.552,-0.282 0.106,-0.221 0.144,-0.164 0.159,-0.116 0.154,0.234 0.404,-0.984-0.380,-0.506-0.037,-0.450-0.016,-0.381-0.001,-0.309 0.008,-0.242 0.013,-0.193 0.039,-0.148 0.053,-0.107 0.059,-0.075 0.059,-0.047 0.053,-0.027 0.047,1.598 0.542,-4.424-1.005,-0.471 0.024,0.091 0.132,0.429 0.187,0.603 0.207,0.658 0.201,2.776 0.583,-0.372-0.011,-5.173-0.620,-1.359 0.004,-1.070 0.036,-0.804 0.049,10.580 1.056,-8.346-0.696,-0.482 0.074,-2.742-0.067,-0.098 0.108,0.153 0.098,0.307 0.088,0.386 0.072,5.232 0.248,0.168 0.034,-6.124-0.132,0.474 0.078,0.583 0.059,0.597 0.044,0.556 0.029,7.467 0.137,-6.611-0.073,-0.075 0.029,0.095 0.028,0.200 0.023,0.254 0.021,0.272 0.016,0.264 0.012,0.842 0.009,0.972 0.007,1.071 0.003,1.060 0.004,0.982 0.000,3.947-0.005,-0.085-0.001,-5.267 0.029,-1.314 0.039,-4.572 0.120,-0.873 0.094,-0.205 0.085,0.222 0.071,0.463 0.059,8.019-0.292,-8.108 0.525,-0.154 0.143,0.095 0.098,0.242 0.065,0.315 0.038,3.100-0.262,0.166-0.024,-1.187 0.083,0.207-0.039,0.218-0.042,0.210-0.039,0.193-0.037,3.348-0.277,-0.025-0.035,-4.284 0.194,0.028-0.063,0.178-0.051,0.261-0.037,0.294-0.028,5.737-0.247,-6.244 0.303,0.053 0.031,0.335 0.019,0.491 0.011,0.555 0.005,0.554-0.001,0.841 0.015,0.582 0.020,0.733-0.002,0.785-0.018,0.771-0.025,0.711-0.029,2.122-0.272,0.797-0.109,-3.876 0.648,0.013 0.015,0.232-0.056,0.348-0.095,0.390-0.112,0.383-0.112,1.003-0.159,0.113-0.054,-0.380-0.025,0.182-0.058,0.177-0.047,0.158-0.034,0.137-0.025,-4.402-0.192</inkml:trace>
</inkml:ink>
</file>

<file path=ppt/ink/ink5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767.000 241.000,'0.000'0.036,"0.000"0.062,0.021 0.130,0.035 0.071,0.040 0.049,0.042 0.033,0.041 0.018,0.037 0.007,-0.099-0.224,0.387 0.312,0.238 0.055,0.227 0.046,0.206 0.034,0.180 0.025,0.150 0.018,-0.754-0.342,1.950 0.800,0.316 0.089,0.052-0.020,-0.112-0.085,-0.206-0.117,-0.245-0.128,-1.946-0.676,4.674 1.558,1.202 0.363,0.392 0.087,-0.145-0.091,-0.473-0.198,-0.642-0.248,-4.413-1.332,5.269 1.221,4.520 0.624,1.810-0.036,1.143-0.166,0.634-0.232,0.265-0.258,0.012-0.252,-0.003-0.295,-0.014-0.297,-0.018-0.277,-0.019-0.243,-0.020-0.199,-0.017-0.160,-2.088-0.054,-0.964-0.044,-1.097-0.016,-1.120-0.001,-1.060 0.012,-0.953 0.020,-5.710 0.241,10.012-0.576,2.075-0.192,1.067-0.123,0.338-0.071,-0.163-0.032,-0.475-0.004,0.536-0.067,-1.236 0.082,-1.296 0.097,-1.225 0.100,-1.076 0.091,-0.898 0.080,-2.297 0.140,2.799-0.264,0.913-0.104,0.958-0.097,0.908-0.087,0.806-0.071,0.679-0.058,-11.416 0.999,11.101-0.938,-1.216 0.098,-1.704 0.119,-1.876 0.124,-1.836 0.117,-1.667 0.104,1.804-0.844</inkml:trace>
</inkml:ink>
</file>

<file path=ppt/ink/ink5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1426.000 258.000,'0.657'0.037,"1.001"0.057,1.122 0.063,1.101 0.063,0.989 0.056,0.838 0.047,0.673 0.038,-2.581-0.137,3.539 0.230,0.437 0.044,0.160 0.021,-0.029 0.006,-0.143-0.002,-0.207-0.011,-0.228-0.011,-5.825-0.406,9.141 0.400,2.004 0.013,1.298 0.022,0.754 0.024,0.353 0.024,0.074 0.023,-0.825 0.003,0.151 0.054,0.185 0.058,0.196 0.058,0.189 0.054,0.169 0.046,0.148 0.039,1.614 0.089,-0.417-0.059,-0.578-0.083,-0.623-0.090,-0.599-0.087,-1.064-0.103,-1.670-0.122,-1.720-0.115,-1.601-0.099,-1.383-0.082,-1.129-0.064,-3.277-0.068,9.041-0.029,3.565-0.083,2.577-0.085,1.753-0.077,1.099-0.070,0.597-0.057,-1.244-0.009,-1.312 0.004,-1.665 0.019,-1.778 0.027,-1.731 0.031,-1.576 0.030,-1.369 0.030,-1.130 0.030,-0.279 0.018,0.021 0.013,0.220 0.009,0.337 0.007,0.394 0.004,-8.169 0.124,7.211-0.136,2.256-0.086,-0.874-0.024,-1.297-0.008,-1.476 0.000,-1.477 0.006,-1.063 0.000,-1.545 0.039,-1.289 0.042,-1.017 0.041,-0.764 0.035,-0.542 0.031,-0.360 0.024,-0.217 0.017,-0.112 0.012,-0.040 0.009,0.009 0.005,0.038 0.002,0.049 0.002,0.055-0.001,0.051-0.001,0.045-0.002,0.038 0.000,0.030-0.001,0.021-0.002,0.015-0.001,0.011 0.000,0.006-0.001,0.003 0.000,0.001 0.000,-0.001-0.000,-0.001-0.001,-0.001 0.001,-0.002-0.001,-0.001 0.001,-0.002-0.001,-0.001 0.001,-0.002-0.079</inkml:trace>
</inkml:ink>
</file>

<file path=ppt/ink/ink5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410.000 1083.000,'0.000'0.006,"0.000"0.009,0.000 0.011,0.000 0.010,0.000 0.009,0.000 0.009,0.000 0.005,0.000 0.006,0.000 0.003,0.000 0.002,0.000 0.003,0.000-0.000,0.000 0.000,0.000 0.001,0.000 0.210,0.000 0.339,0.000 0.390,0.000 0.397,0.000 0.372,0.000 0.326,0.000-1.661,0.030 2.949,0.044 0.514,0.051 0.215,0.049 0.015,0.044-0.108,0.036-0.172,-0.089-1.675,0.178 1.574,0.060 0.127,0.047 0.045,0.034-0.013,0.022-0.047,0.015-0.069,-0.286-2.233,0.446 2.189,0.061-0.175,0.024-0.259,-0.004-0.293,-0.019-0.296,-0.030-0.280,0.039-0.084,-0.072-0.439,-0.076-0.406,-0.068-0.352,-0.061-0.288,-0.049-0.223,-0.043-0.246,-0.023-0.224,-0.013-0.199,-0.006-0.168,-0.003-0.135,0.001-0.103,0.002-0.074,0.004-0.050,0.004-0.033,0.004-0.017,0.002-0.007,0.246-0.584,0.201-0.363,0.236-0.367,0.218-0.292,0.194-0.224,0.163-0.164,0.133-0.115,-0.943 1.457,1.516-2.350,0.247-0.363,0.146-0.194,0.069-0.070,0.013 0.016,-0.022 0.070,-1.601 2.423,2.067-2.812,-0.129 0.324,-0.272 0.467,-0.333 0.517,-0.347 0.505,-0.325 0.453,-0.310 0.463,-0.333 0.494,-0.290 0.438,-0.239 0.366,-0.187 0.288,-0.138 0.219,-0.099 0.156,-0.064 0.103,-0.038 0.064,-0.019 0.033,-0.006 0.013,-0.039-0.099,0.018 0.129,0.133 0.540,0.094 0.243,0.096 0.182,0.091 0.129,0.082 0.085,0.069 0.051,-0.324-0.854,0.861 1.773,0.225 0.288,0.133 0.103,0.062-0.018,0.014-0.096,-0.017-0.137,-0.036-0.151,-1.268-2.057,1.039 1.633,-0.050-0.138,-0.065-0.166,-0.074-0.177,0.086 0.018,-0.015-0.125,0.003-0.089,0.014-0.061,0.022-0.038,-0.999-1.073,1.452 1.134,0.274-0.106,0.177-0.195,0.099-0.234,0.046-0.244,0.079-0.571,-0.140-0.485,-0.004-0.454,-0.018-0.404,-0.027-0.347,-0.030-0.285,-0.032-0.227,-1.204 1.152,1.743-2.197,0.044-0.249,-0.048-0.047,-0.100 0.082,-0.124 0.154,-0.128 0.185,-0.324 0.494,-0.200 0.357,-0.200 0.368,-0.184 0.347,-0.160 0.307,-0.134 0.260,-0.116 0.221,-0.149 0.213,-0.135 0.173,-0.115 0.134,-0.094 0.100,-0.073 0.070,-0.123 0.102,-0.010 0.137,0.154 0.403,0.096 0.353,0.112 0.335,0.112 0.296,0.104 0.249,-0.533-1.116,0.629 1.344,-0.004 0.016,-0.048-0.077,-0.073-0.129,-0.081-0.153,0.059-0.058,0.156 0.034,0.199 0.076,0.211 0.098,0.202 0.104,0.181 0.099,0.153 0.088,-0.089-0.197,-0.060-0.178,-0.103-0.222,-0.122-0.239,-0.129-0.231,-0.122-0.211,-0.109-0.181,-0.095-0.152,-0.371-0.271,0.477-0.081,0.062-0.286,0.291-0.420,0.172-0.404,0.174-0.369,0.161-0.320,0.143-0.266,-0.753 0.542,1.178-1.214,0.119-0.201,0.003-0.047,-0.074 0.057,-0.119 0.120,-0.139 0.153,-1.915 1.931,2.399-2.122,0.084 0.083,-0.082 0.188,-0.183 0.241,-0.235 0.258,-0.249 0.249,-0.242 0.225,-0.157 0.177,-0.319 0.280,-0.292 0.249,-0.251 0.213,-0.203 0.168,-0.340 0.177,-0.043 0.077,0.167 0.220,0.018 0.248,0.045 0.233,0.056 0.205,0.061 0.171,-0.166-0.163,0.788 1.291,0.163 0.317,0.027 0.080,-0.059-0.073,-0.109-0.165,-0.309-0.587,0.075-0.002,0.492 0.424,0.302 0.077,0.315 0.079,0.301 0.077,0.273 0.069,0.234 0.059,0.147-0.111,0.081-0.216,0.032-0.267,-0.003-0.284,-0.024-0.276,-0.037-0.249,0.306-0.395,-0.228-0.633,-0.257-0.626,-0.254-0.569,-0.228-0.482,-0.192-0.386,-1.548 1.191,1.316-1.631,0.086-0.414,0.082-0.314,0.077-0.231,0.064-0.158,0.055-0.101,-1.999 2.868,3.327-3.990,0.403-0.062,0.101 0.228,-0.094 0.383,-0.199 0.444,-0.249 0.440,-0.463 0.617,-0.496 0.558,-0.534 0.524,-0.511 0.459,-0.454 0.382,-0.380 0.300,-0.303 0.226,-0.231 0.160,-0.165 0.106,-0.111 0.066,-0.071 0.034,0.364 0.563,0.411 0.652,0.407 0.646,0.366 0.587,0.311 0.497,0.249 0.400,-0.352-0.693,0.667 0.779,0.296 0.242,0.238 0.175,0.186 0.119,0.138 0.074,0.098 0.040,-2.744-3.290,3.491 3.741,0.085-0.315,-0.077-0.483,-0.175-0.555,-0.219-0.553,-0.233-0.511,-2.934-1.807,2.665 1.211,-0.025-0.371,-0.040-0.339,-0.045-0.295,-0.047-0.247,-0.045-0.198,-0.643-0.175,-0.117-0.149,0.686-0.354,-0.151-0.261,-0.139-0.215,-0.119-0.167,-0.096-0.124,-1.521 0.709,2.507-1.466,0.529-0.291,0.306-0.092,0.144 0.037,0.031 0.118,0.087 0.137,-0.316 0.337,-0.370 0.345,-0.369 0.323,-0.337 0.279,-0.286 0.228,-1.898 0.410,1.719-0.067,0.179 0.223,0.162 0.217,0.142 0.198,0.119 0.172,0.096 0.143,-2.778-0.540,2.806 0.753,-0.213 0.059,-0.339-0.020,-0.397-0.067,-0.408-0.095,-0.387-0.106,-0.346-0.107,-0.143-0.067,-0.130-0.093,-0.046-0.073,0.009-0.058,0.043-0.041,-0.927-0.192,1.745 0.141,0.390-0.044,0.179-0.040,0.036-0.033,-0.056-0.025,-0.107-0.020,-0.337-0.013,1.252-0.216,0.584-0.325,0.515-0.370,0.429-0.366,0.343-0.335,-0.093-0.162,-0.590 0.095,-0.433 0.083,-0.529 0.145,-0.561 0.178,-0.544 0.188,-0.497 0.185,-0.323 0.136,-0.440 0.219,-0.344 0.192,-0.258 0.161,-0.185 0.128,-0.121 0.098,-0.248-0.027,0.275 0.399,0.051 0.206,0.071 0.158,0.071 0.105,0.064 0.062,0.057 0.031,-0.353-0.555,0.542 0.504,0.531 0.317,0.164-0.014,0.064-0.060,-0.005-0.086,-0.048-0.096,-0.071-0.094,-0.080-0.086,-0.082-0.075,-0.074-0.062,-0.064-0.049,-0.055-0.036,0.382-0.002,0.232-0.100,0.107-0.160,0.020-0.188,-0.038-0.192,-0.072-0.180,-0.088-0.158,-1.322 0.303,1.368-0.711,0.026-0.295,-0.023-0.234,-0.052-0.173,-0.067-0.126,-0.072-0.084,-1.201 1.347,1.421-2.281,-0.086-0.472,-0.139-0.334,-0.159-0.221,-0.157-0.132,-0.142-0.068,-0.232 0.134,-0.192-0.103,-0.186-0.106,-0.166-0.105,-0.143-0.091,-0.112 3.353,-0.019-1.610,-0.043-0.034,-0.178-1.897,-0.101 0.337,-0.069 0.480,-0.044 0.527,-0.022 0.510,0.084 0.742,-0.201-0.374,-0.090 0.148,-0.084 0.137,-0.072 0.121,-0.059 0.100,0.356 0.716,-0.025 0.026,-0.348-0.408,-0.004 0.098,0.023 0.108,0.039 0.109,0.049 0.100,0.049 0.090,-0.936-0.426,-0.858-0.350,-0.762-0.295,-0.650-0.237,-0.530-0.184,-0.415-0.136,3.852 1.893,-5.479-2.411,-0.053 0.120,0.404 0.276,0.646 0.348,0.733 0.358,0.721 0.333,0.999 0.453,-3.858-1.127,-0.841-0.168,-0.154 0.022,0.294 0.141,0.561 0.206,0.690 0.235,0.722 0.234,2.260 0.633,-0.555-0.086,0.045 0.057,-2.046-0.308,-0.213 0.109,-0.211 0.102,-0.197 0.088,-0.169 0.072,-0.140 0.057,5.521 0.612,-6.050-0.559,-0.381 0.027,-0.058 0.040,0.159 0.047,0.288 0.049,0.353 0.046,0.208 0.021,0.475 0.026,0.458 0.020,0.413 0.011,0.352 0.008,0.290 0.002,0.225 0.002,2.643 0.224,-3.553-0.328,-0.651-0.035,-0.443 0.001,-0.274 0.025,-0.146 0.038,-0.051 0.047,-0.610 0.025,0.333 0.077,0.424 0.074,0.444 0.068,0.426 0.056,0.378 0.047,4.610 0.072,-4.714-0.031,-0.004 0.026,0.062 0.018,0.100 0.011,0.114 0.006,2.421-0.006,0.051 0.001,-2.580 0.009,0.059-0.001,0.103-0.004,0.119-0.002,0.121-0.002,0.108-0.004,0.446-0.001,0.175-0.002,0.166-0.001,0.147-0.001,0.125-0.001,0.456 0.000,0.383-0.001,0.221 0.018,0.466 0.026,0.418 0.029,0.353 0.029,0.284 0.027,0.111 0.013,-0.015 0.031,0.008 0.031,0.019 0.030,0.028 0.025,0.030 0.023,1.039-0.221,-1.254 0.316,-0.056 0.029,0.007 0.003,0.048-0.018,0.069-0.026,0.079-0.032,1.107-0.268,-1.319 0.265,-0.005-0.016,0.034-0.007,0.057-0.003,0.065 0.002,0.063 0.003,0.011 0.022,-0.065 0.039,-0.087 0.045,-0.094 0.042,-0.091 0.039,0.008 0.046,-0.146 0.110,-0.154 0.121,-0.149 0.119,-0.132 0.109,-0.114 0.094,0.523-0.208,0.094-0.011,-0.325 0.216,0.113-0.008,0.102-0.012,0.085-0.012,0.070-0.013,0.676-0.409,-0.065 0.030,-0.967 0.570,-0.004 0.017,0.086-0.026,0.133-0.051,0.153-0.062,1.070-0.669,-0.892 0.809,0.057 0.156,0.071 0.130,0.074 0.106,0.073 0.081,0.065 0.061,0.960-1.411,-0.812 1.751,0.140 0.199,0.143 0.118,0.135 0.058,0.121 0.015,0.102-0.015,0.164-0.587,0.047 0.061,0.007 0.680,0.061-0.094,0.051-0.162,0.039-0.197,0.027-0.209,0.021-0.202,0.087 0.130,0.115-0.054,0.123 0.001,0.116 0.035,0.103 0.051,0.087 0.059,0.069 0.059,0.051 0.051,0.038 0.045,0.025 0.036,0.015 0.027,-0.104-0.475,0.384 0.671,0.034-0.089,-0.026-0.170,-0.060-0.205,-0.076-0.207,-0.615-1.110,0.528 0.871,-0.061-0.124,-0.097-0.165,-0.114-0.181,-0.117-0.179,-0.111-0.165,0.156 0.595</inkml:trace>
</inkml:ink>
</file>

<file path=ppt/ink/ink5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843.000 1008.000,'-0.144'-0.052,"-0.224"-0.082,-0.255-0.093,-0.255-0.092,-0.237-0.086,-0.203-0.075,0.504 0.199,-0.056 0.004,-0.740-0.152,-0.088 0.052,-0.034 0.060,0.003 0.063,0.026 0.058,0.692 0.097,-0.003 0.018,-0.725-0.009,-0.135 0.032,-0.136 0.025,-0.130 0.019,-0.116 0.013,0.823 0.004,-0.985 0.043,-0.064 0.058,-0.032 0.065,-0.009 0.065,0.007 0.061,0.018 0.054,1.983-0.271,-2.148 0.591,-0.032 0.264,0.006 0.234,0.029 0.199,0.044 0.162,0.048 0.126,2.061-1.319,-1.977 1.556,0.219 0.046,0.259-0.032,0.262-0.079,0.247-0.104,0.215-0.110,0.180-0.106,0.161 0.115,0.150 0.219,0.125 0.278,0.100 0.291,0.075 0.278,0.200-0.735,0.040 0.200,0.090 1.442,0.275 0.202,0.288 0.062,0.278-0.030,0.245-0.083,0.318 0.019,0.287-0.068,0.257-0.060,0.219-0.047,0.176-0.037,0.135-0.026,0.177-0.104,0.064-0.315,0.033-0.348,0.012-0.337,-0.001-0.301,-0.011-0.251,-0.210-0.287,0.345-0.017,0.124-0.189,0.121-0.182,0.108-0.161,0.094-0.133,0.073-0.105,0.055-0.079,0.042-0.055,0.853-0.031,0.923-0.030,0.766-0.053,0.610-0.063,0.460-0.065,0.333-0.061,1.037-0.052,0.582-0.073,0.537-0.064,0.463-0.055,0.377-0.042,0.292-0.033,-1.094-0.023,-0.808-0.015,-0.966-0.008,-0.991-0.005,-0.926-0.003,-0.815 0.000,-3.920 0.011,3.071-0.005,6.089-0.103,1.181-0.146,0.188-0.164,-0.429-0.159,-0.762-0.142,-0.898-0.120,-0.898-0.096,-0.817-0.071,-0.699-0.053,-0.561-0.033,-3.212 0.480,-0.255-0.036,1.293-0.614,-0.760-0.169,-0.713-0.150,-0.631-0.126,-0.533-0.102,-0.430-0.080,-0.434-0.041,-0.368-0.106,-0.321-0.106,-0.270-0.099,-0.218-0.086,-0.167-0.074,-0.124-0.059,-0.103-0.006,-0.044 0.151,-0.017 0.194,0.004 0.207,0.016 0.199,0.304 0.726,-0.017 0.004,-0.565-0.661,-0.432-0.151,-0.490-0.165,-0.500-0.166,-0.473-0.156,-0.424-0.138,1.815 1.375,-2.684-1.423,-0.367 0.115,-0.171 0.193,-0.034 0.237,0.063 0.248,0.120 0.240,2.592 0.858,-3.533-0.657,-0.283 0.219,-0.129 0.206,-0.021 0.180,0.049 0.152,0.090 0.123,0.111 0.093,-0.604-0.004,-0.636-0.053,-0.750-0.088,-0.761-0.102,-0.707-0.103,-0.874-0.066,0.022 0.026,0.241 0.060,0.352 0.074,0.387 0.077,0.375 0.071,1.228 0.091,0.789 0.064,0.806 0.057,0.754 0.049,0.662 0.040,0.554 0.030,0.440 0.022,0.363 0.017,0.339 0.010,0.273 0.006,0.209 0.003,0.155 0.001,0.962-0.007,-5.338 0.044</inkml:trace>
</inkml:ink>
</file>

<file path=ppt/ink/ink5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430.000 1109.000,'0.000'-0.016,"0.000"-0.026,0.000-0.032,0.258-0.043,0.409-0.011,0.480 0.002,0.495 0.010,0.470 0.015,0.280-0.020,2.363-0.130,1.435-0.083,1.255-0.074,1.038-0.062,0.817-0.049,-3.695 0.235,6.178-0.276,1.089-0.069,0.626-0.074,0.287-0.070,0.058-0.062,-3.422 0.187,2.909-0.183,0.096 0.011,-0.044 0.031,-0.129 0.040,-0.176 0.045,-0.191 0.044,0.031 0.042,-1.201 0.106,-1.331 0.107,-1.299 0.101,-1.170 0.087,-0.993 0.072,-5.396 0.123,9.042 0.054,5.984 0.132,2.318 0.084,0.908 0.050,-0.091 0.026,-0.744 0.006,-1.133-0.006,-10.360-0.189,10.688 0.175,-1.596-0.047,-1.781-0.050,-1.753-0.049,-1.601-0.043,-1.378-0.037,-6.289-0.056,5.394 0.032,-0.949-0.001,-0.935 0.009,-0.849 0.013,-0.723 0.016,-0.587 0.015,-0.859-0.003,-0.733-0.009,-0.696-0.012,-0.620-0.016,-0.519-0.016,-0.420-0.013,-0.271-0.004,-0.210 0.001,-0.124 0.005,-0.060 0.007,-0.018 0.008,0.011 0.007,0.028 0.006,0.035 0.006,0.037 0.004,0.036 0.004,0.030 0.002,-0.434-0.045,0.701 0.115,0.242 0.023,0.209 0.003,0.174-0.012,0.139-0.020,0.106-0.022,0.078-0.025,0.789 0.027,1.089 0.056,1.237 0.070,1.240 0.076,1.152 0.071,1.010 0.067,0.232 0.013,0.230 0.009,0.027-0.006,-0.104-0.013,-0.185-0.020,-0.224-0.020,0.028-0.033,-0.358-0.047,-0.924-0.069,-0.991-0.066,-0.955-0.059,-0.856-0.049,-1.208-0.051,0.580 0.013,-0.385 0.015,-0.375 0.030,-0.342 0.034,-0.292 0.037,-0.240 0.034,3.911 0.884</inkml:trace>
</inkml:ink>
</file>

<file path=ppt/ink/ink5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209.000 730.000,'-0.019'0.000,"-0.031"0.000,-0.034 0.000,-0.034 0.000,-0.033 0.000,-0.027 0.000,-0.024 0.000,-0.017 0.000,-0.037 0.087,-0.084 0.141,-0.099 0.166,-0.100 0.175,-0.096 0.167,-0.061 0.134,-0.188 0.290,-0.606 0.880,-0.228 0.378,-0.160 0.278,-0.102 0.193,-0.059 0.125,-0.026 0.072,1.619-2.420,-2.026 3.066,0.074-0.033,0.185-0.186,0.238-0.262,0.250-0.288,0.239-0.283,0.211-0.254,0.065 0.336,0.028 0.433,0.071 0.336,0.094 0.252,0.102 0.179,0.100 0.119,0.092 0.071,0.345-1.600,0.090 0.002,0.104 0.000,0.115-0.001,0.237 1.840,0.184-0.195,0.102-0.280,0.045-0.312,0.003-0.308,-0.054-0.327,-0.068-0.446,-0.038-0.273,-0.037-0.274,-0.033-0.253,-0.029-0.227,-0.024-0.193,-0.131-0.761,0.108 1.161,-0.042 0.375,-0.039 0.429,-0.034 0.424,-0.028 0.386,-0.048-1.967,-0.313 3.430,-0.412 1.129,-0.439 0.939,-0.420 0.745,-0.376 0.565,-0.318 0.408,0.417-2.414,-0.259 0.184,-1.320 3.068,0.040-0.506,0.250-0.799,0.362-0.918,0.404-0.922,0.399-0.849,0.363-0.738,0.312-0.609,0.256-0.481,0.200-0.361,0.150-0.260,0.318-1.221,-0.171 1.204,0.068 0.095,0.065 0.059,0.060 0.031,0.053 0.012,0.044-0.002,0.209-2.474,-0.098 3.388,0.152 0.300,0.161 0.082,0.154-0.062,0.138-0.147,0.115-0.188,-0.452-3.260,0.591 2.516,0.449 0.908,0.148-0.123,0.058-0.246,-0.004-0.308,-0.045-0.324,-0.437-1.143,-0.046-0.172,0.188 0.368,-0.149-0.330,-0.156-0.305,-0.150-0.269,-0.137-0.228,-0.111-0.049,-0.109-0.123,-0.079-0.075,-0.060-0.064,-0.044-0.051,-0.029-0.041,-0.021-0.030,-0.029 0.115,-0.026 0.086,-0.023 0.103,-0.020 0.107,-0.016 0.097,-0.011 0.087,-0.060-0.030,-0.028-0.037,-0.001-0.087,0.017-0.116,0.027-0.124,0.033-0.120,0.131-0.620,-0.102 0.657,0.036-0.044,0.031-0.046,0.024-0.043,0.019-0.038,0.013-0.032,0.009-0.023,0.005-0.019,0.004-0.012,0.001-0.008,0.000-0.005,-0.002 0.347,0.014 0.318,0.021 0.100,0.022-0.005,0.023-0.071,0.021-0.104,0.018-0.116,1.454 3.745</inkml:trace>
</inkml:ink>
</file>

<file path=ppt/ink/ink5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341.000 621.000,'-0.010'0.020,"-0.016"0.031,-0.017 0.037,-0.020 0.038,-0.018 0.035,-0.015 0.032,-0.014 0.027,-0.226 0.377,-0.234 0.488,-0.228 0.527,-0.203 0.513,-0.174 0.466,-0.144 0.402,-0.068 0.333,-0.111 0.433,0.059-0.014,0.092-0.124,0.103-0.181,0.100-0.199,0.559-1.485,-0.327 1.207,0.114-0.247,0.096-0.284,0.075-0.279,0.058-0.256,0.040-0.218,0.055-0.223,0.088-0.297,0.088-0.275,0.080-0.238,0.067-0.193,0.055-0.148,0.041-0.109,0.030-0.075,0.020-0.047,0.013-0.028,0.006-0.012,-0.049-0.014,-0.053 0.030,-0.023 0.050,-0.007 0.059,0.003 0.062,0.009 0.060,0.015 0.054,0.072-0.263,-0.065 0.373,-0.003 0.053,-0.008 0.023,-0.010 0.002,-0.010-0.011,-0.011-0.021,0.100-0.388,-0.125 0.499,-0.026 0.085,-0.029 0.078,-0.028 0.067,-0.025 0.055,-0.021 0.044,0.087-0.263,0.010 0.024,-0.044 0.274,0.032-0.038,0.036-0.065,0.033-0.079,0.030-0.082,0.027-0.080,0.040 1.154</inkml:trace>
</inkml:ink>
</file>

<file path=ppt/ink/ink5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295.000 637.000,'0.000'0.022,"0.000"0.035,0.000 0.039,0.000 0.041,0.000 0.035,0.000 0.033,0.000 0.026,0.000 0.113,0.000 0.136,0.000 0.144,0.000 0.138,0.000 0.122,0.000 0.228,0.017 0.522,0.027 0.433,0.028 0.396,0.030 0.341,0.026 0.275,0.014-0.062,0.010-0.153,0.006-0.236,0.001-0.269,0.001-0.266,-0.001-0.243,-0.003-0.209,0.002-0.410,0.083 0.231,0.022-0.132,0.008-0.158,-0.003-0.164,-0.009-0.154,-0.014-0.136,0.037-0.171,0.027-0.116,0.008-0.105,-0.003-0.090,-0.012-0.076,-0.017-0.060,-0.222-0.081,0.332 0.027,0.072-0.037,0.061-0.023,0.050-0.014,0.037-0.007,0.029-0.002,-0.514 0.030,0.313-0.028,0.068-0.021,0.561-0.119,0.108-0.061,0.045-0.051,0.003-0.036,-0.023-0.027,-0.037-0.017,-0.045-0.011,-0.044-0.006,-0.042-0.002,-0.036 0.001,-0.029 0.002,0.174-0.033,0.190-0.012,0.218-0.015,0.217-0.013,0.196-0.013,0.165-0.010,0.054-0.108,-0.032-0.055,-0.161 0.004,-0.234 0.040,-0.257 0.058,-0.255 0.067,-0.181 0.043,-0.224 0.069,-0.180 0.058,-0.139 0.048,-0.100 0.036,-0.068 0.027,-0.089 0.023,0.069-0.067,-0.021 0.004,-0.029 0.021,-0.035 0.029,-0.034 0.033,-0.030 0.031,-0.028 0.030,-0.021 0.025,-0.018 0.020,-0.013 0.017,-0.010 0.013,0.191 0.064</inkml:trace>
</inkml:ink>
</file>

<file path=ppt/ink/ink5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1463.000 888.000,'0.059'0.082,"0.644"0.975,0.481 0.786,0.400 0.687,0.318 0.570,0.239 0.451,0.173 0.340,0.117 0.243,-1.962-3.338,1.419 2.353,0.257 0.392,1.327 2.040,0.176 0.107,0.017-0.165,-0.087-0.329,-0.149-0.409,-0.174-0.430,0.752 0.276,0.555 0.043,0.388-0.107,0.251-0.196,0.146-0.239,0.068-0.249,-4.328-3.115,4.661 2.827,0.095-0.399,-0.054-0.471,-0.145-0.480,-0.194-0.451,-0.209-0.401,-0.204-0.337,-1.930-0.582,2.672-0.231,-0.019-0.558,-0.187-0.485,-0.276-0.399,-0.305-0.314,-0.299-0.233,-0.250-0.143,0.721-0.483,0.927-0.531,1.006-0.531,0.992-0.496,0.921-0.439,2.241-0.793,0.721-0.025,0.108 0.267,-0.293 0.435,-0.528 0.511,-0.638 0.522,-8.507 2.785,8.808-2.105,-0.469 0.680,-0.724 0.632,-0.825 0.551,-0.826 0.456,-0.760 0.361,-0.818 0.358,-0.445 0.343,-0.326 0.308,-0.226 0.266,-0.144 0.218,-0.082 0.170,0.515 0.290,0.654 0.236,0.276 0.047,0.163-0.030,0.080-0.076,0.020-0.098,-2.766-0.840,4.477 0.789,0.905-0.165,0.707-0.199,0.526-0.200,0.370-0.186,-0.260-0.225,-0.234-0.201,-0.343-0.182,-0.385-0.157,-0.378-0.129,-0.341-0.098,-0.294-0.075,0.420-0.120,0.518-0.140,0.649-0.138,0.677-0.124,0.633-0.107,-0.009-0.052,-0.154-0.027,-0.321-0.005,-0.399 0.008,-0.411 0.017,-0.384 0.020,-1.154 0.165,-0.775 0.188,-0.884 0.211,-0.887 0.212,-0.824 0.195,-0.725 0.171,-0.606 0.144,-2.643-0.408,2.618 0.515,-0.064 0.032,-0.058 0.007,-0.051-0.008,-0.043-0.019,-0.033-0.022,-0.120-0.072,0.050-0.058,0.069-0.061,0.077-0.058,0.076-0.053,0.069-0.045,-3.399-0.351,4.824 0.395,0.450-0.037,0.108-0.062,-0.112-0.071,-0.236-0.069,-0.786-0.070,-0.672-0.051,-0.707-0.041,-0.672-0.032,-0.600-0.025,-0.506-0.017,0.640-0.070,0.807-0.043,0.765-0.032,0.217-0.008,-0.007 0.005,-0.154 0.013,-0.239 0.016,-1.508 0.049,2.000-0.026,-0.143 0.022,-0.219 0.019,-0.249 0.015,-0.244 0.013,-1.734 0.010,8.276 0.037</inkml:trace>
</inkml:ink>
</file>

<file path=ppt/ink/ink5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1458.000 214.000,'0.027'0.053,"0.043"0.088,0.053 0.106,0.058 0.113,0.059 0.122,0.134 0.265,0.850 1.628,0.957 1.665,0.831 1.343,0.733 1.132,0.092 0.037,0.126 0.117,-0.007-0.105,-0.094-0.237,-2.254-3.742,1.438 2.133,0.190 0.118,2.648 3.466,0.694 0.598,0.567 0.480,0.441 0.369,-2.437-3.229,0.217 0.180,2.559 3.024,-0.092-0.251,-0.313-0.490,-0.430-0.607,-0.473-0.637,-0.518-0.707,-0.838-1.081,-0.837-1.067,-0.766-0.976,-0.666-0.842,-0.548-0.691,-1.988-1.939,1.462 1.206,-0.451-0.560,-0.400-0.454,-0.336-0.355,-0.267-0.263,-0.205-0.184,-0.148-0.122,-0.101-0.071,-0.044 0.007,-0.027-0.077,-0.015-0.085,-0.008-0.083,0.015-0.001,0.003-0.149,-0.041-0.232,-0.089-0.519,-3.850-24.606</inkml:trace>
</inkml:ink>
</file>

<file path=ppt/ink/ink5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1591.000 196.000,'-0.684'1.061,"-0.630"0.872,-0.543 0.683,-0.444 0.508,-0.346 0.359,-0.257 0.236,-0.808 0.636,-1.163 1.083,-1.060 0.971,-0.924 0.835,-0.777 0.693,-1.305 1.464,2.642-2.719,0.035 0.034,-3.381 3.813,0.555-0.440,0.724-0.653,0.758-0.722,6.229-7.141,-4.274 4.702,-0.118-0.099,-1.194 0.934,0.134-0.464,0.239-0.537,0.292-0.548,0.306-0.520,1.910-1.710,0.326-0.360,-0.981 0.605,0.915-0.817,0.884-0.740,0.796-0.631,0.676-0.514,0.548-0.398,0.424-0.295,0.312-0.208,0.219-0.135,0.142-0.080,0.115-0.071,0.096-0.068,0.075-0.056,0.055-0.047,0.039-0.037,0.025-0.025,0.016-0.020,1.771-1.707</inkml:trace>
</inkml:ink>
</file>

<file path=ppt/ink/ink5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1671.000 199.000,'-0.111'0.067,"-0.173"0.103,-0.198 0.119,-0.198 0.119,-0.184 0.111,-0.159 0.094,-0.132 0.080,-0.199 0.070,-0.358 0.133,-0.391 0.142,-0.385 0.135,-0.355 0.122,-0.311 0.104,0.592-0.262,-0.485 0.219,-0.953 0.484,-0.223 0.197,-1.878 1.101,0.369-0.013,0.622-0.165,0.737-0.249,2.751-1.672,-1.873 1.488,0.896-0.364,0.773-0.354,0.628-0.315,0.487-0.265,0.358-0.209,0.792 0.597,0.868 1.286,0.515 0.610,0.310 0.337,0.152 0.136,0.040-0.005,-0.500-0.863,0.083 0.121,0.665 1.084,-0.041-0.113,-0.112-0.225,-0.151-0.288,-0.166-0.310,-1.651-2.658,1.717 2.894,-0.217-0.146,-0.283-0.216,-0.303-0.247,-0.294-0.248,-0.268-0.228,-0.661-2.032,-0.079 2.097,-0.796 0.281,-0.734 0.037,-0.633 0.011,-0.516-0.003,-0.399-0.014,1.853-1.836,-1.608 1.405,0.030 0.007,-0.031 0.079,0.181-0.111,0.209-0.136,0.212-0.145,0.832-0.871,-0.174 0.114,0.054-0.110,-6.132 4.251</inkml:trace>
</inkml:ink>
</file>

<file path=ppt/ink/ink5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1709.000 261.000,'-0.223'0.258,"-0.341"0.392,-0.383 0.443,-0.376 0.434,-0.340 0.391,0.897-0.938,-2.044 3.090,-0.513 0.987,-0.231 0.510,-0.033 0.166,0.095-0.064,-0.049 0.571,0.089 0.260,0.404-0.399,0.480-0.625,0.488-0.715,0.456-0.716,0.445-0.854,0.332-0.670,0.275-0.603,0.218-0.514,0.165-0.421,0.120-0.329,0.020-0.437,-0.003-0.313,0.010-0.248,0.009-0.163,0.008-0.093,0.007-0.042,0.006-0.007,0.018-2.046</inkml:trace>
</inkml:ink>
</file>

<file path=ppt/ink/ink5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1717.000 249.000,'0.141'0.471,"0.142"0.455,0.501 1.332,0.565 1.345,0.396 0.822,0.307 0.570,0.224 0.367,-1.852-4.372,1.242 2.756,0.168 0.218,1.350 2.651,0.054-0.023,-0.100-0.266,-0.183-0.392,-2.418-4.859,1.351 2.719,-0.024 0.016,0.964 2.111,-0.201-0.323,-0.243-0.449,-0.250-0.484,-1.751-3.832,0.900 1.979,-0.070-0.090,0.253 0.676,-0.173-0.307,-0.175-0.337,-0.168-0.338,-0.150-0.314,-0.130-0.279,0.823 3.007</inkml:trace>
</inkml:ink>
</file>

<file path=ppt/ink/ink5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1727.000 331.000,'0.000'-0.011,"0.000"-0.016,0.000-0.019,0.000-0.019,0.000-0.019,0.000-0.015,0.000-0.014,0.037 0.000,0.057 0.008,0.125-0.020,0.138-0.026,0.138-0.030,0.230-0.067,-0.050 0.030,0.060-0.003,0.221-0.049,0.151-0.027,0.154-0.031,0.148-0.030,0.361-0.058,0.185 0.000,0.158 0.014,0.129 0.018,-1.785 0.306,2.090-0.361,0.078-0.024,-0.045-0.006,-0.121 0.006,-0.159 0.014,-0.175 0.018,4.632-1.099</inkml:trace>
</inkml:ink>
</file>

<file path=ppt/ink/ink5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1842.000 254.000,'0.000'0.150,"0.000"0.239,0.000 0.284,0.000 0.294,0.000 0.285,0.000 0.256,0.000 0.264,0.000 1.545,0.000 0.895,0.000 0.763,0.000 0.619,-0.012-3.202,-0.098 3.432,-0.105 0.724,-0.106 1.247,-0.037-0.014,-0.001-0.307,0.018-0.491,0.045-0.860,0.037-0.660,0.041-0.664,0.019-0.150,0.049-0.837,0.042-0.743,0.035-0.628,0.059-1.973,-0.026 1.231,0.019-0.670,0.014-0.640,0.011-0.573,0.005-0.488,0.003-0.399,-0.012 0.824,-0.077-2.064,-0.041-0.583,-0.015-0.276,0.002-0.064,0.011 0.075,0.018 0.154,0.018 0.188,-0.075-5.966</inkml:trace>
</inkml:ink>
</file>

<file path=ppt/ink/ink5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1850.000 273.000,'0.298'0.298,"0.304"0.602,0.573 1.104,0.462 0.939,0.414 0.845,0.350 0.722,0.283 0.586,-1.095-2.063,1.272 2.470,-0.210-0.376,-0.322-0.603,-0.362-0.687,-0.357-0.681,-0.339-0.670,-0.337-0.676,-0.286-0.585,-0.230-0.476,-0.177-0.370,-0.128-0.272,-0.096-0.114,0.028-0.781,-0.008-0.621,0.016-0.492,0.030-0.373,0.037-0.270,0.038-0.185,-0.098 2.079,0.528-2.682,0.333-0.778,1.292-3.505,0.567-0.364,0.383 0.221,0.237 0.562,0.129 0.721,-2.218 4.190,1.717-2.341,-0.182 0.798,-0.272 0.806,-0.314 0.763,-0.321 0.683,-0.305 0.586,-0.631 0.674,0.711 0.847,0.123 0.977,0.164 0.852,0.178 0.712,0.175 0.567,-0.133-0.101,1.110 1.901,0.004 0.094,-0.198-0.264,-0.306-0.459,-0.343-0.540,-0.217-0.357,-0.098-0.115,0.098 0.253,0.895 1.690,-0.056-0.054,-0.145-0.248,-0.191-0.359,-0.627-1.177,-0.204-0.420,-0.206-0.431,0.078 0.076,-0.362-0.651,-0.339-0.580,-0.298-0.494,-0.204-0.411,-0.182-0.421,-0.121-0.336,-0.072-0.254,-0.036-0.184,-0.011-0.123,-0.099 0.091,0.181-0.799,0.074-0.542,0.200-0.984,0.164-0.677,0.166-0.589,0.156-0.490,0.139-0.397,-0.214 1.054,0.069-0.013,0.712-1.930,0.009 0.468,-0.061 0.607,-0.097 0.635,-0.769 1.973,-0.045 0.198,0.418-0.659,-0.175 0.567,-0.174 0.498,-0.160 0.417,-0.138 0.333,-0.195 0.429,-0.226 0.122,0.775 0.835,0.154 0.599,0.079 0.371,0.027 0.196,-0.009 0.072,-0.030-0.013,-0.189-0.344,0.223 0.397,1.103 1.954,0.155 0.220,-0.021-0.104,-0.135-0.312,-0.202-0.424,-1.639-2.737,1.103 1.770,0.221 0.260,-0.351-0.616,-0.334-0.555,-0.295-0.467,-0.247-0.375,-0.193-0.285,-0.147-0.206,-0.104-0.139,-0.069-0.088,-0.042-0.048,-0.022-0.019,-0.008-0.001,0.002 0.011,0.007 0.016,0.010 0.020,0.010 0.018,0.010 0.017,0.010 0.015,0.004 0.158</inkml:trace>
</inkml:ink>
</file>

<file path=ppt/ink/ink5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97.000 268.000,'0.371'0.252,"0.563"0.383,0.627 0.427,0.612 0.416,0.547 0.371,0.458 0.312,-0.809-0.771,3.508 1.580,0.689 0.082,0.062-0.160,-0.324-0.295,-0.535-0.351,-4.637-1.833,1.599 0.437,4.608 0.909,1.390-0.017,4.598 0.403,0.952-0.242,0.307-0.285,-0.120-0.287,-11.700-1.089,8.749 0.564,0.203-0.157,3.369-0.073,0.243-0.209,0.104-0.176,0.003-0.140,-0.058-0.109,0.155-0.065,0.161-0.040,-0.869-0.010,-1.056 0.009,-1.088 0.017,-1.022 0.024,-2.864 0.042,1.962 0.003,-0.341 0.018,-0.380 0.018,-0.380 0.014,-0.349 0.011,-5.330 0.000,7.665-0.154,0.855-0.144,0.843-0.131,-0.318-0.077,-0.627-0.046,-0.766-0.022,0.366-0.236,0.295-0.109,-0.731 0.038,-0.521 0.061,-0.669 0.097,-0.720 0.112,-0.707 0.118,-0.123 0.099,-1.189 0.149,-0.461 0.118,-0.420 0.114,-0.363 0.102,-0.306 0.089,-4.743-0.120,3.033 0.136,0.414 0.053,4.822 0.275,0.772 0.026,0.373-0.027,0.095-0.055,-0.089-0.072,-2.221-0.131,0.161-0.043,0.081-0.040,1.787-0.016,-0.892-0.047,-1.136-0.038,-1.209-0.028,-0.208-0.021,-2.913-0.010,0.010-0.005,2.653-0.009,-0.480-0.005,-0.648-0.002,-0.709 0.000,-2.905 0.011,2.112 0.014,0.520 0.032,2.926 0.117,0.444 0.109,0.125 0.105,-0.084 0.095,-4.914-0.275,5.712 0.374,-0.421 0.004,-0.644-0.019,-0.723-0.030,-0.705-0.035,-0.632-0.035,-4.736-0.369,7.356 0.266,1.377-0.060,0.288-0.058,-0.428-0.054,-0.857-0.049,-1.066-0.039,-6.197-0.070,3.767-0.006,2.558-0.049,0.369-0.036,1.737-0.061,-0.178-0.040,-0.405-0.029,-0.527-0.024,-3.443 0.058,1.666-0.086,-0.116-0.009,0.933-0.056,-0.580-0.001,-0.673 0.006,-0.686 0.006,-2.260 0.099,0.546-0.063,-0.105-0.029,1.081-0.152,-0.323-0.046,-0.362-0.036,-0.365-0.030,-0.346-0.021,-0.225-0.070,0.192-0.099,1.756-0.459,0.094-0.109,-0.048-0.059,-0.131-0.024,-4.505 1.154,2.154-0.525,0.191-0.016,2.957-0.608,0.129 0.050,-0.112 0.091,-0.255 0.110,-0.324 0.112,-0.390 0.035,-0.413 0.041,-0.541 0.068,-0.581 0.080,-0.565 0.082,-0.513 0.077,-0.292 0.008,-0.487 0.058,-0.394 0.044,-0.303 0.029,-0.222 0.021,-0.153 0.011,-0.564 0.294,0.500-0.526,0.275-0.485,0.797-1.175,0.174-0.403,0.031-0.174,-0.055-0.020,-0.429 0.562,-0.043 0.008,-0.083 0.028,-0.159 0.127,-0.177 0.152,-0.178 0.157,-0.167 0.151,-0.272 0.501,0.021-0.167,0.388-1.387,-0.048-0.217,-0.084-0.073,-0.102 0.025,-0.106 0.086,-0.099 0.116,-0.090-0.121,-0.102 0.158,-0.090 0.248,-0.073 0.284,-0.058 0.284,-0.080 1.642,-0.032-1.852,-0.120-0.262,-0.118-0.146,-0.097 0.044,-0.081 0.131,-0.065 0.181,-0.049 0.202,-0.070 0.290,-0.213-0.092,-0.745-0.807,-0.345 0.055,-0.261 0.139,-0.185 0.175,-0.541-0.057,-0.705-0.189,-0.743-0.255,-0.700-0.270,-0.610-0.257,-0.504-0.224,-2.328-0.624,-1.439-0.240,-1.142-0.100,-0.647 0.108,-0.279 0.238,-0.020 0.307,4.584 1.625,0.018 0.156,-5.432-1.076,0.410 0.515,0.625 0.490,0.712 0.433,0.709 0.366,4.291 0.682,-5.708-0.365,-1.295 0.095,-1.232 0.044,-1.093 0.008,-0.921-0.017,6.830 0.403,-0.149-0.015,-0.098-0.010,-0.058-0.006,-7.524-0.448,0.504 0.041,0.869 0.064,1.026 0.076,1.803 0.109,1.078 0.063,1.729 0.098,1.130 0.066,1.056 0.060,0.938 0.054,2.435 0.148,-2.460-0.099,-1.053-0.017,-4.859-0.174,-0.951-0.015,-0.387-0.005,-0.012 0.004,9.214 0.355,-2.754-0.137,-0.083-0.040,-6.688-0.432,0.493-0.056,0.860-0.011,1.013 0.018,1.019 0.033,7.337 0.538,-6.287-0.416,0.774 0.098,0.766 0.094,0.695 0.086,0.592 0.072,3.379 0.185,-0.631 0.000,0.113 0.031,-1.979-0.012,0.568 0.052,0.647 0.040,0.642 0.031,3.039 0.025,-1.323 0.018,-0.078 0.039,-2.210 0.114,-0.293 0.061,-0.205 0.039,-0.134 0.023,4.928-0.233,-4.696 0.266,-0.180 0.090,0.398 0.046,0.410 0.042,0.519 0.028,0.555 0.016,0.540 0.009,0.493 0.002,2.439-0.435,-2.283 0.637,0.422 0.118,0.385 0.101,0.328 0.082,0.268 0.061,1.225-0.901,-1.007 1.193,0.223 0.075,0.216-0.028,0.188-0.086,0.159-0.115,0.123-0.121,0.214-0.566,-0.334 1.897,-0.029 0.762,0.020 0.520,0.049 0.327,0.064 0.179,0.071 0.072,0.100 0.129,0.127-0.085,0.125-0.121,0.115-0.135,0.100-0.132,0.082-0.121,-0.143-2.185,0.814 3.863,0.397 0.589,0.295 0.168,0.209-0.109,0.138-0.275,-0.759-2.554,1.182 1.993,0.208-0.427,0.121-0.513,0.055-0.530,0.009-0.501,-0.019-0.448,-2.268-2.356,2.463 1.963,-0.044-0.343,-0.173-0.332,-0.247-0.301,-0.273-0.258,-0.270-0.212,-0.875-0.473,-0.027-0.007,0.712 0.407,-0.056-0.016,-0.066-0.024,-0.065-0.029,-0.060-0.030,0.728 0.798,0.501 0.546,0.319 0.345,0.179 0.190,0.076 0.079,0.006 0.001,-1.424-1.187,-0.075-0.034,0.815 0.772,-0.314-0.234,-0.342-0.273,-0.338-0.284,-0.312-0.271,-0.279-0.248,-0.898-0.888,0.750 0.679,-0.205-0.228,-0.178-0.186,-0.145-0.141,-0.114-0.104,-0.085-0.071,0.018-0.086</inkml:trace>
</inkml:ink>
</file>

<file path=ppt/ink/ink5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304.000 1085.000,'-0.144'-0.013,"-0.224"-0.021,-0.255-0.022,-0.255-0.024,-0.237-0.021,-0.203-0.019,-0.075 0.010,-0.227 0.005,-0.228 0.012,-0.214 0.012,-0.193 0.014,-0.164 0.014,-1.264-0.130,-0.567-0.109,-0.325-0.094,-0.149-0.075,-0.030-0.059,2.128 0.234,-1.625-0.163,0.297 0.051,0.382 0.061,0.409 0.064,0.398 0.061,0.358 0.056,1.884 0.126,-1.867-0.051,-0.419 0.020,-2.442 0.006,-0.349 0.030,-0.025 0.021,0.175 0.012,4.464-0.004,-3.778 0.158,0.199 0.148,0.296 0.144,0.342 0.132,0.345 0.115,0.326 0.095,0.288 0.076,1.659-0.433,-2.134 0.972,-0.201 0.242,-0.032 0.121,0.083 0.033,0.156-0.029,2.681-1.383,-2.013 1.108,-0.047 0.071,-1.381 0.900,0.168 0.031,0.266-0.037,0.307-0.075,0.308-0.096,0.894-0.579,0.132-0.021,0.100-0.002,-0.195 0.254,0.218-0.121,0.228-0.153,0.217-0.160,-0.361 0.273,-0.344 0.173,0.214-0.085,0.023 0.197,0.084 0.205,0.120 0.197,0.133 0.178,0.148 0.190,0.245 0.148,0.325-0.010,0.314-0.035,0.279-0.051,0.236-0.055,0.139-1.261,0.266 1.001,0.225-0.192,0.181-0.198,0.140-0.187,0.102-0.166,0.066-0.288,0.434 0.342,0.153-0.010,0.065-0.076,0.002-0.111,-0.039-0.130,-0.064-0.133,-0.818-0.816,1.527 0.989,0.339 0.022,0.233-0.008,0.152-0.026,0.088-0.035,0.039-0.040,0.386 0.010,0.401-0.042,0.445-0.037,0.438-0.033,0.398-0.027,0.342-0.021,-3.275-0.844,7.819 1.006,2.716 0.030,1.387-0.096,0.435-0.169,-0.206-0.204,-0.602-0.210,-0.297-0.183,-1.501-0.220,-1.550-0.190,-1.453-0.155,-1.270-0.121,-1.050-0.089,-0.722-0.108,-0.174-0.121,0.053-0.117,0.194-0.106,0.264-0.090,0.290-0.073,-1.963 0.214,5.182-0.542,0.672-0.086,-0.093-0.013,-0.565 0.034,-0.815 0.059,-4.073 0.447,3.198-0.517,-0.744-0.077,-0.691-0.083,-0.600-0.080,-0.494-0.072,-1.732 0.407,0.728-0.243,-0.823 0.175,-0.816 0.186,-0.740 0.177,-0.626 0.155,-0.504 0.127,-0.861 0.346,0.511-0.174,1.028-0.340,0.371-0.154,0.286-0.149,0.210-0.135,0.144-0.114,-1.716 0.701,1.436-0.729,-0.067-0.092,-0.145-0.054,-0.188-0.026,-0.204-0.006,-0.201 0.008,-0.985 0.749,1.053-1.213,-0.060-0.105,-0.025-0.038,-0.003 0.006,0.013 0.035,0.038 0.007,0.003 0.047,-0.002 0.045,-0.003 0.040,-0.005 0.034,-0.004 0.026,-0.035-0.185,-0.021-0.187,-0.108-0.078,-0.157-0.001,-0.177 0.048,-0.175 0.075,-0.814 1.633,0.762-1.781,-0.096 0.057,-0.090 0.102,-0.079 0.121,-0.064 0.122,-0.052 0.113,-0.278 0.731,-0.028-0.041,0.110-0.786,-0.083 0.017,-0.077 0.080,-0.065 0.114,-0.053 0.126,-0.042 0.124,-0.031 0.113,-0.035 0.950,-0.226-0.960,-0.211-0.177,-0.616-0.836,-0.414-0.265,-0.351-0.190,-0.281-0.127,-0.214-0.077,0.971 1.259,-1.357-1.382,-0.101 0.110,-0.013 0.191,0.044 0.222,2.265 2.031,-1.773-1.296,-0.308 0.038,-1.065-0.296,-0.518 0.057,-0.463 0.061,-0.395 0.058,-0.324 0.053,-0.944 0.021,-0.439 0.101,-0.227 0.097,-0.073 0.088,0.028 0.076,0.092 0.062,2.138 0.447,0.001 0.050,-0.925-0.030,-1.789-0.083,0.308 0.185,0.527 0.174,0.620 0.157,0.630 0.130,0.652 0.226,-2.179 0.204,-0.333 0.163,-0.044 0.109,0.141 0.068,0.245 0.037,-0.040-0.037,-0.333-0.030,0.148-0.067,0.264-0.071,0.315-0.070,0.323-0.062,2.663-0.093,-2.272 0.033,0.564-0.007,0.706 0.006,0.743 0.014,0.708 0.020,0.631 0.018,0.534 0.020,0.432 0.016,0.579-0.049,0.086 0.025,-0.249 0.120,0.208-0.008,0.190-0.030,0.165-0.040,0.133-0.043,0.105-0.042,-0.063 0.047</inkml:trace>
</inkml:ink>
</file>

<file path=ppt/ink/ink5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174.000 1294.000,'0.006'0.000,"0.009"0.000,0.011 0.000,0.011 0.000,0.010 0.000,0.008 0.000,0.007 0.000,0.006 0.000,0.004 0.000,0.003 0.000,0.003 0.000,0.000 0.000,0.001 0.000,0.028 0.089,0.042 0.138,0.049 0.159,0.048 0.158,0.045 0.147,0.039 0.127,0.032 0.106,-0.292-0.736,0.374 1.336,0.089 0.498,0.095 0.446,0.090 0.375,0.077 0.300,0.067 0.228,-0.361-1.439,0.026 0.054,0.470 1.622,0.037 0.005,0.003-0.092,-0.016-0.147,-0.027-0.170,-0.400-1.423,0.376 0.852,-0.046-0.312,-0.084-0.341,-0.099-0.335,-0.105-0.309,-0.101-0.270,-0.052-0.214,-0.093-0.298,-0.076-0.253,-0.056-0.204,-0.042-0.157,-0.029-0.114,-0.018-0.078,-0.009-0.050,-0.005-0.028,0.000-0.013,0.002-0.001,0.021-0.083,0.025-0.112,0.025-0.122,0.026-0.119,0.022-0.107,0.018-0.089,-0.064 0.237,0.024-0.034,0.200-0.519,0.162-0.397,0.170-0.431,0.164-0.419,0.146-0.377,0.124-0.323,0.240-0.570,0.023 0.016,-0.079 0.285,-0.134 0.423,-0.158 0.473,-0.715 1.714,0.515-0.927,-0.096 0.378,-0.096 0.323,-0.090 0.265,-0.080 0.209,-0.067 0.156,-0.036 0.090,-0.053 0.071,-0.042 0.035,-0.031 0.012,-0.023-0.004,-0.014-0.015,-0.010-0.018,-0.086 0.097,0.015-0.019,0.142-0.166,-0.001 0.005,-0.016 0.024,-0.025 0.035,-0.026 0.036,-0.025 0.035,-0.143 0.146,0.028-0.034,0.382-0.468,0.072-0.070,0.012 0.014,-0.028 0.065,-0.050 0.091,-0.058 0.100,-0.060 0.098,-0.055 0.088,-0.049 0.074,-0.040 0.061,-0.031 0.046,0.101 0.109,0.096 0.111,0.080 0.111,0.062 0.099,0.047 0.086,0.033 0.072,0.024 0.055,0.025 0.043,0.027 0.030,0.025 0.021,0.022 0.012,0.018 0.008,0.015 0.002,-0.327-0.282,-0.004-0.001,0.413 0.311,0.178 0.083,0.204 0.089,0.205 0.089,0.194 0.082,0.171 0.071,0.122 0.019,-0.035-0.087,-0.089-0.121,-0.120-0.136,-0.129-0.133,-0.127-0.125,0.068-0.207,-0.037-0.309,-0.006-0.309,0.012-0.281,0.022-0.239,0.027-0.193,-0.032-0.084,0.090-0.123,0.102-0.102,0.098-0.081,0.091-0.059,0.079-0.044,-0.839 0.623,0.806-0.600,-0.214 0.175,-0.261 0.217,-0.269 0.224,-0.251 0.209,-0.468 0.336,0.262-0.067,-0.105 0.133,-0.084 0.102,-0.065 0.072,-0.048 0.049,-0.190 0.012,0.025 0.007,0.351 0.157,0.166 0.209,0.158 0.233,0.144 0.230,0.122 0.207,0.098 0.181,0.094 0.135,0.068 0.082,0.054 0.049,0.038 0.021,0.026 0.005,-1.277-1.222,1.616 1.411,0.201 0.071,0.095-0.026,0.020-0.083,-0.031-0.116,-0.061-0.127,-0.144-0.177,-0.189-0.194,-0.203-0.193,-0.195-0.176,-0.179-0.153,-0.153-0.127,-0.127-0.101,-0.196-0.119,0.317-0.212,0.183-0.349,0.207-0.380,0.209-0.373,0.192-0.339,0.170-0.295,0.001-0.087,-0.105 0.050,-0.168 0.134,-0.193 0.179,-0.197 0.194,-0.557 0.514,0.597-0.545,0.033-0.009,0.025 0.007,0.016 0.015,0.010 0.020,0.007 0.022,-0.009 0.037,-0.179 0.177,-0.209 0.198,-0.208 0.193,-0.191 0.173,-0.164 0.148,-0.123 0.169,-0.046 0.147,-0.017 0.140,0.004 0.121,0.018 0.103,0.023 0.082,0.027 0.064,0.109 0.149,0.101 0.131,0.105 0.127,0.098 0.116,0.087 0.097,0.072 0.080,-0.039-0.046,0.007 0.008,-0.009-0.006,-0.014-0.014,-0.020-0.020,-0.021-0.019,0.193 0.151,0.091 0.037,0.000-0.064,-0.061-0.126,-0.095-0.156,-0.110-0.166,-0.748-0.616,0.746 0.425,-0.018-0.169,-0.016-0.149,-0.013-0.125,-0.012-0.101,-0.008-0.076,-0.007-0.058,0.069-0.114,0.160-0.156,0.189-0.166,0.196-0.163,0.187-0.151,0.168-0.131,0.281-0.165,-0.009 0.014,-0.070 0.063,-0.102 0.086,-0.113 0.094,-0.111 0.090,-1.386 0.654,1.358-0.472,-0.018 0.117,-0.072 0.111,-0.101 0.100,-0.114 0.085,-0.112 0.071,-0.103 0.064,-0.104 0.055,-0.121 0.047,-0.123 0.037,-0.118 0.031,-0.105 0.021,-0.088 0.017,-0.049 0.058,-0.015 0.081,0.006 0.091,0.019 0.093,0.027 0.085,0.029 0.075,-0.004 0.007,-0.028-0.039,-0.039-0.066,-0.045-0.079,-0.046-0.082,-0.043-0.078,-0.247-0.229,0.252 0.120,0.251-0.066,0.162-0.131,0.155-0.128,0.138-0.116,0.116-0.099,0.118-0.099,0.075-0.078,0.054-0.062,0.038-0.048,0.023-0.035,0.013-0.024,0.005-0.015,-0.090 0.061,-0.102 0.083,-0.119 0.099,-0.117 0.100,-0.110 0.094,0.071 0.147,0.056 0.177,0.058 0.177,0.054 0.161,0.048 0.136,0.039 0.113,-1.007-0.493,1.613 1.088,0.519 0.427,0.248 0.186,0.105 0.050,0.007-0.039,-0.054-0.091,-1.152-0.780,0.013-0.029,1.092 0.496,0.175-0.089,0.166-0.096,0.151-0.092,0.132-0.085,-0.262-0.269,0.851 0.003,-0.013-0.186,-0.157-0.185,-0.238-0.169,-0.275-0.150,-0.280-0.126,-0.263-0.099,-0.341-0.139,-0.348-0.152,-0.337-0.154,-0.306-0.141,-0.266-0.126,-0.222-0.106,0.367-3.824</inkml:trace>
</inkml:ink>
</file>

<file path=ppt/ink/ink5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542.000 1159.000,'0.012'0.037,"0.020"0.057,0.020 0.063,0.021 0.063,0.019 0.056,0.016 0.047,0.012 0.038,-0.014-0.098,0.067 0.110,0.409 0.655,0.305 0.381,0.289 0.337,0.258 0.283,0.219 0.228,0.178 0.176,0.127 0.017,0.178 0.035,0.167-0.002,0.147-0.024,0.123-0.038,0.100-0.043,0.079-0.046,0.320 0.086,-0.121-0.294,-0.173-0.326,-0.188-0.314,-0.183-0.282,-0.162-0.237,-0.136-0.188,-0.109-0.143,-0.080-0.102,-0.060-0.069,-0.038-0.042,-1.403-0.346,3.699 0.190,1.356-0.126,0.782-0.139,0.356-0.136,0.051-0.126,-0.149-0.108,0.893-0.431,0.540-0.367,-0.022-0.239,-0.217-0.159,-0.323-0.093,-0.364-0.047,-0.361-0.013,0.039 0.004,-0.372 0.191,-0.329 0.223,-0.272 0.220,-0.214 0.200,-0.160 0.169,-0.648 0.190,-0.388 0.132,-0.401 0.115,-0.375 0.093,-0.332 0.073,-0.276 0.054,-0.359 0.152,-0.105 0.205,-0.054 0.227,-0.018 0.227,0.006 0.210,0.023 0.186,-1.365-0.610,2.066 1.243,0.327 0.259,0.208 0.132,0.115 0.038,0.049-0.022,0.002-0.060,-0.029-0.079,-1.414-0.841,1.355 0.528,0.005-0.126,0.639 0.079,-0.237-0.278,-0.295-0.274,-0.305-0.248,-0.285-0.211,-2.646-0.563,3.034 0.324,0.645-0.112,0.587-0.085,0.509-0.063,0.423-0.044,0.338-0.028,0.259-0.016,1.090-0.011,0.452-0.020,0.409-0.017,0.346-0.015,0.280-0.012,0.216-0.009,-5.759-0.008,5.873-0.039,0.267-0.064,0.147-0.073,0.061-0.071,0.003-0.064,-0.035-0.056,-0.322-0.041,-0.579-0.023,-0.654-0.013,-0.647-0.004,-0.594 0.001,-3.042 0.199,2.931-0.183,0.204-0.029,0.236-0.037,0.236-0.041,0.220-0.039,0.191-0.037,0.158-0.030,-0.060-0.033,-0.855 0.023,-1.019 0.036,-1.032 0.040,-0.951 0.040,-1.365 0.083,0.348-0.215,-0.501-0.043,-0.460-0.020,-0.401 0.000,-0.330 0.008,-0.484 0.111,-0.006-0.161,-0.146-0.032,-0.117-0.013,-0.092 0.002,-0.069 0.010,-0.051 0.016,-0.289 0.427,0.388-1.041,-0.018-0.401,-0.035-0.366,-0.041-0.308,-0.039-0.248,-0.037-0.189,-0.110 0.428,-0.051 0.034,-0.050 0.062,-0.048 0.077,-0.044 0.082,-0.037 0.080,-0.060 1.147,0.009-1.933,-0.040-0.267,-0.036-0.101,-0.032 0.016,-0.025 0.090,-0.021 0.132,-0.015 0.150,-0.051-0.059,-0.042 0.318,-0.041 0.318,-0.037 0.293,-0.031 0.252,-0.043 0.323,-0.147 0.067,-0.161 0.051,-0.166 0.008,-0.157-0.020,-0.136-0.036,-0.116-0.044,-0.377-0.158,-0.361-0.061,-0.368-0.050,-0.338-0.042,-0.291-0.031,-0.236-0.023,0.154 0.252,-0.464-0.043,-0.519-0.053,-0.523-0.059,-0.493-0.056,-0.440-0.053,0.361 0.227,-2.460-0.513,-0.226 0.181,0.034 0.239,0.188 0.257,0.269 0.243,0.291 0.214,0.281 0.178,0.308 0.139,-0.845-0.018,-1.295-0.065,-0.495-0.002,-0.293 0.002,-0.142 0.007,-0.033 0.009,0.041 0.011,7.527 0.566,-8.207-0.567,-0.403 0.009,-0.057 0.030,0.176 0.042,0.318 0.047,0.395 0.048,-0.005 0.037,0.838 0.087,0.868 0.084,0.826 0.080,0.734 0.069,0.625 0.058,0.506 0.047,0.120 0.011,-0.412-0.011,-0.611-0.025,-0.700-0.032,-0.710-0.036,-0.668-0.033,-0.297-0.027,0.473-0.010,0.745 0.001,0.866 0.004,0.879 0.010,0.822 0.009,2.738 0.134,-1.561-0.033,-3.179-0.032,-0.296 0.046,0.128 0.049,0.396 0.046,0.544 0.043,0.603 0.037,3.311-0.028,-3.246 0.193,0.137 0.097,0.070 0.074,0.023 0.054,-0.008 0.036,-0.028 0.023,0.198 0.000,0.325-0.016,0.379-0.022,0.382-0.027,0.355-0.026,0.310-0.024,0.186 0.013,-0.229 0.076,-0.344 0.097,-0.394 0.102,-0.401 0.099,-0.379 0.090,-0.534 0.103,0.291-0.061,0.468-0.102,0.535-0.118,0.535-0.117,0.487-0.108,0.611-0.180,-0.829 0.029,-0.276 0.005,-0.239 0.030,-0.198 0.042,-0.159 0.050,-0.121 0.050,-0.089 0.047,0.892-0.087,0.201 0.001,0.253-0.006,-0.346 0.150,0.236 0.085,0.186 0.100,0.141 0.101,0.101 0.096,0.070 0.087,2.086-0.847,-2.435 1.312,0.008 0.259,0.150 0.169,0.231 0.097,0.266 0.045,0.268 0.008,0.177 0.143,0.149 0.137,0.232-0.036,0.217-0.082,0.191-0.108,0.159-0.112,0.152-0.193,0.127-0.208,0.107-0.209,0.084-0.193,0.063-0.168,0.046-0.140,0.118-0.375,-0.224 0.421,-0.039 0.033,-0.014 0.007,0.004-0.009,0.015-0.020,0.021-0.025,0.384-0.772,-0.349 1.248,0.072 0.196,0.074 0.085,0.070 0.008,0.062-0.042,0.052-0.067,0.102 3.936</inkml:trace>
</inkml:ink>
</file>

<file path=ppt/ink/ink5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260.000 1313.000,'0.016'0.000,"0.024"0.000,0.029 0.000,0.028 0.000,0.025 0.000,0.023 0.000,0.018 0.000,0.015 0.000,0.010 0.000,0.008 0.000,0.025 0.060,0.082 0.096,0.104 0.108,0.089 0.095,0.081 0.082,0.070 0.069,0.058 0.056,0.048 0.043,-0.584-0.475,1.001 0.674,0.106 0.021,0.008-0.025,-0.055-0.050,-0.087-0.061,-0.704-0.425,0.817 0.498,0.127 0.070,0.095 0.046,0.068 0.028,0.045 0.014,0.027 0.004,0.015-0.003,-0.056-0.059,0.084 0.012,0.099 0.014,0.102 0.018,0.099 0.016,0.088 0.016,0.126 0.035,-0.113-0.068,-0.162-0.086,-0.183-0.092,-0.181-0.087,-0.168-0.079,-1.090-0.452,0.628 0.214,0.887 0.211,-0.003-0.077,-0.103-0.087,-0.157-0.086,-0.176-0.077,-0.511-0.113,0.757 0.001,0.151-0.054,0.087-0.048,0.037-0.042,0.003-0.033,-0.019-0.027,-0.032-0.019,0.142-0.095,0.158-0.127,0.189-0.143,0.197-0.140,0.186-0.130,0.165-0.113,0.129-0.119,0.096-0.113,0.066-0.102,0.043-0.086,0.027-0.072,0.011-0.054,-0.242 0.076,-0.214 0.079,-0.251 0.102,-0.256 0.113,-0.244 0.111,-0.217 0.102,-0.155 0.073,-0.279 0.126,-0.256 0.118,-0.225 0.101,-0.184 0.084,-0.145 0.065,-0.111 0.048,-0.078 0.036,-0.053 0.023,-0.033 0.015,-0.016 0.006,-0.007 0.003,0.329-0.124,1.553-0.644,0.532-0.211,0.144-0.049,-0.106 0.052,-0.251 0.112,-0.320 0.139,-1.757 0.703,1.278-0.542,-0.240 0.092,-0.233 0.102,-0.211 0.101,-0.182 0.094,-0.152 0.083,-0.110 0.064,-0.126 0.063,-0.101 0.047,-0.078 0.034,-0.055 0.024,-0.039 0.013,-0.024 0.009,-0.010 0.010,0.015 0.018,0.023 0.018,0.028 0.018,0.028 0.018,0.027 0.016,-0.175-0.094,0.431 0.309,0.172 0.220,0.136 0.222,0.101 0.209,0.072 0.182,0.050 0.154,0.108 0.105,0.062 0.080,0.003 0.028,-0.032-0.007,-0.056-0.030,-0.067-0.042,-0.384-0.550,0.470 0.610,-0.053-0.122,-0.083-0.163,-0.095-0.176,-0.096-0.172,-0.089-0.154,-0.078-0.132,-0.077-0.127,-0.081-0.120,-0.071-0.104,-0.062-0.085,-0.048-0.066,0.012-0.049,0.028-0.063,0.064-0.072,0.071-0.075,0.070-0.069,0.066-0.066,0.059-0.055,0.083-0.111,0.092-0.140,0.094-0.150,0.087-0.149,0.080-0.136,0.067-0.121,0.113-0.142,-0.013 0.006,-0.037 0.045,-0.051 0.070,-0.057 0.078,-0.054 0.078,-0.051 0.073,0.397-0.288,0.284-0.203,0.194-0.136,0.118-0.080,0.065-0.040,0.023-0.011,-1.674 1.368,1.595-1.252,-0.133 0.132,-0.206 0.174,-0.237 0.191,-0.243 0.189,-0.229 0.173,-0.108 0.116,-0.195 0.198,-0.145 0.166,-0.101 0.130,-0.066 0.098,-0.037 0.070,-0.019 0.045,-0.005 0.027,0.004 0.015,0.009 0.005,0.010-0.002,0.025 0.271,0.225 0.447,0.244 0.393,0.253 0.348,0.237 0.291,0.206 0.231,0.168 0.174,-0.007-0.052,-0.060-0.112,-0.105-0.165,-0.125-0.184,-0.126-0.179,-1.017-1.302,1.053 1.340,0.009-0.034,-0.018-0.085,-0.035-0.109,-0.042-0.117,-0.042-0.108,-0.168-0.209,-0.121-0.145,-0.130-0.142,-0.125-0.129,-0.113-0.111,-0.096-0.093,0.056-0.010,0.122-0.065,0.106-0.121,0.103-0.135,0.092-0.133,0.080-0.121,0.064-0.101,0.048-0.084,0.284-0.441,0.157-0.296,0.068-0.182,0.004-0.098,-0.033-0.037,-0.054 0.005,-0.063 0.029,-1.148 1.143,1.748-1.867,0.296-0.364,0.120-0.163,0.002-0.022,-0.075 0.069,-0.116 0.119,-0.296 0.337,-0.274 0.325,-0.290 0.345,-0.275 0.332,-0.248 0.299,-0.210 0.257,-0.174 0.210,-0.138 0.166,-0.104 0.124,-0.074 0.089,-0.051 0.059,-0.031 0.037,-0.017 0.018,0.016 0.075,0.034 0.095,0.041 0.105,0.044 0.100,0.042 0.091,0.069 0.112,0.067 0.089,0.063 0.076,0.057 0.063,0.048 0.048,0.037 0.035,-0.366-0.588,0.406 0.693,0.021 0.077,-0.003 0.037,-0.019 0.012,-0.029-0.009,-0.030-0.018,-0.032-0.025,-0.051-0.120,-0.033-0.112,-0.031-0.125,-0.026-0.124,-0.023-0.116,-0.019-0.100,0.004-0.071,-0.048-0.105,-0.048-0.087,-0.045-0.070,-0.039-0.053,-0.032-0.036,-0.026-0.026,-0.019-0.016,-0.014-0.007,-0.008-0.004,-0.006 0.001,0.059-0.070,0.157-0.245,0.176-0.316,0.181-0.333,0.169-0.319,0.145-0.281,0.121-0.237,0.088 0.011,0.038 0.030,-0.042 0.115,-0.087 0.159,-0.112 0.176,-0.120 0.175,-0.108 0.191,-0.114 0.214,-0.101 0.201,-0.083 0.176,-0.067 0.148,-0.050 0.119,-0.037 0.089,-0.025 0.067,-0.016 0.044,-0.009 0.030,-0.003 0.016,0.057 0.076,0.075 0.096,0.087 0.106,0.086 0.102,0.078 0.092,0.068 0.076,0.055 0.063,-0.446-0.454,0.497 0.429,0.033 0.003,-0.012-0.022,-0.038-0.039,-0.054-0.047,-0.063-0.049,-0.372-0.312,0.655 0.565,0.161 0.117,0.147 0.092,0.123 0.067,0.101 0.049,0.078 0.030,-0.135-0.142,-0.090-0.120,-0.121-0.145,-0.128-0.149,-0.127-0.140,-0.114-0.126,-0.050-0.137,-0.121-0.169,-0.105-0.149,-0.084-0.127,-0.064-0.100,-0.047-0.076,-0.299 0.318,0.581-0.817,0.188-0.233,0.128-0.088,0.081 0.005,0.047 0.064,0.019 0.095,-0.895 0.868,1.141-0.595,0.155 0.129,0.038 0.128,-0.044 0.118,-0.093 0.105,-0.121 0.091,-0.056 0.066,-0.212 0.069,-0.210 0.049,-0.188 0.035,-0.162 0.020,-0.133 0.012,-0.103 0.005,-0.076 0.000,-0.055-0.003,-0.036-0.005,-0.021-0.005,-0.010-0.005,0.068-0.006,0.048-0.004,0.032-0.003,0.016-0.002,0.008-0.002,0.000-0.002,-0.006-0.001,0.075 0.000,0.034-0.001,0.012-0.001,-0.004 0.001,-0.014 0.000,-0.020 0.000,-0.008 0.000,-0.049 0.000,-0.049 0.001,-0.045-0.001,-0.038 0.001,-0.032 0.000,-0.022 0.000,-0.018 0.000,-0.012 0.000,-0.007 0.000,-0.005 0.000,0.000 0.000,-0.002 0.000,0.002 0.000,0.001 0.000,0.001 0.000,0.002 0.000,0.001 0.000,0.001 0.000,0.001 0.000,0.001 0.000,0.000 0.000,0.000 0.000,0.001 0.000,-0.000 0.000,0.000 0.000,-0.001 0.000,0.001 0.000,0.000 0.000,0.000 0.000,-0.001 0.000,0.001 0.000,-0.001 0.000,0.001 0.000,0.000 0.000,-0.001 0.000,0.001 0.000,-0.001 0.000,0.001 0.000,-0.001 0.000,0.001 0.000,-0.001 0.000,0.001 0.000,-0.001 0.000,0.001 0.000,-0.001 0.000,0.001 0.000,-0.001 0.000,0.001 0.000,-0.001 0.000,0.001 0.000,-0.001 0.000,0.001 0.000,-0.001 0.000,0.001 0.000,0.000 0.000,-0.001 0.000,0.001 0.000,-0.001 0.000,0.001 0.000,-0.001 0.000,0.001 0.000,-0.001 0.000,0.001 0.000,-0.001 0.000,0.001 0.000,-0.001 0.000,0.001 0.000,-0.001 0.000,0.001 0.000,-0.001 0.000,0.001 0.000,-0.001 0.000,0.001 0.000,-0.000 0.000,-0.001 0.000,0.001 0.000,-0.001 0.000,0.001 0.000,-0.001 0.000,0.001 0.000,-0.001 0.000,0.001 0.000,-0.001 0.000,0.001 0.000,-0.001 0.000,0.001 0.000,-0.001 0.000,0.001 0.000,-0.001 0.000,0.001 0.000,-0.001 0.000,0.001 0.000,-0.001 0.000,0.001 0.000,0.010 0.000,0.017 0.000,0.018 0.000,0.020 0.000,0.017 0.000,0.015 0.000,0.011 0.000,0.054-0.053,0.307-0.148,0.129-0.087,0.070-0.061,0.022-0.040,-0.007-0.022,-0.029-0.010,-0.380 0.244,0.434-0.219,0.015 0.048,0.005 0.054,-0.002 0.056,-0.006 0.053,-0.008 0.047,-0.242 0.068,0.475 0.056,0.096 0.135,0.070 0.139,0.048 0.134,0.029 0.117,0.016 0.100,-0.004 0.088,0.114 0.150,0.132 0.153,0.136 0.147,0.127 0.130,0.114 0.112,0.028 0.035,-0.029-0.018,-0.065-0.052,-0.083-0.069,-0.091-0.077,-0.089-0.076,1.059 0.492,0.385 0.062,0.341 0.025,0.176-0.072,0.054-0.131,-0.029-0.162,-0.083-0.174,-1.891-0.706,3.054 0.406,0.117-0.454,-0.100-0.451,-0.224-0.406,-0.280-0.348,-0.289-0.279,-0.270-0.214,-1.482 0.420,0.100-0.137,1.721-0.958,0.136-0.121,0.026 0.004,-0.047 0.079,-0.090 0.125,-0.111 0.144,0.274 0.133,-0.242 0.287,-0.385 0.285,-0.440 0.261,-0.438 0.224,-0.398 0.183,-0.472 0.146,-0.303 0.095,-0.166 0.089,-0.202 0.078,-0.143 0.059,-0.091 0.044,-0.055 0.031,0.382 0.133,0.418 0.146,0.376 0.131,0.323 0.114,0.264 0.093,0.208 0.073,-2.138-0.704,2.696 0.779,0.339-0.005,0.209-0.050,0.113-0.073,0.042-0.083,-0.007-0.085,-3.141-0.531,3.904 0.522,0.329-0.054,0.151-0.069,0.028-0.071,-0.051-0.068,-0.098-0.060,0.653-0.037,0.534-0.045,0.611-0.036,0.606-0.025,0.545-0.017,0.463-0.011,-6.912-0.138,6.664-0.078,0.089-0.123,-0.273-0.088,-0.488-0.059,-0.594-0.035,-0.621-0.017,-0.598-0.006,-2.311 0.156,0.965-0.052,-0.195 0.029,0.783-0.018,-0.553 0.055,-0.577 0.053,-0.548 0.044,-0.486 0.038,-0.409 0.030,-0.317 0.096,-0.276 0.058,-0.279 0.028,-0.261 0.009,-0.228-0.005,-0.194-0.013,-0.154-0.017,-0.153-0.023,-0.111-0.016,-0.091-0.017,-0.071-0.013,-0.055-0.012,-0.039-0.010,-0.032-0.007,-0.015-0.005,-0.008-0.004,-0.004-0.002,0.002-0.001,0.002-0.002,0.033-0.000,0.025 0.000,0.027 0.001,0.027 0.000,0.025 0.001,0.019 0.001,-0.004 0.000,0.007 0.001,0.005 0.001,0.003-0.001,0.001 0.001,0.000 0.000,0.000 0.000,0.226 0.000,0.135 0.000,0.083 0.000,0.046 0.000,0.017 0.001,0.000-0.001,-0.099 0.000,0.010 0.000,0.014 0.000,0.015 0.000,0.018 0.000,0.014 0.000,-0.607 0.000,0.756 0.000,3.433 0.000</inkml:trace>
</inkml:ink>
</file>

<file path=ppt/ink/ink5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448.000 634.000,'-0.001'0.000,"-0.002"0.000,-0.002 0.000,-0.001 0.000,-0.003 0.000,0.000 0.000,-0.002 0.000,-0.001 0.000,0.000 0.000,0.000 0.000,-0.001 0.000,0.000 0.000,0.000 0.000,0.000 0.000,0.000 0.000,0.000 0.000,0.000 0.000,-0.000 0.000,0.000 0.000,0.000 0.000,0.001 0.000,-0.001 0.000,0.000 0.000,0.001 0.000,-0.001 0.000,0.000 0.000,0.001 0.000,-0.001 0.000,-0.000 0.000,0.001 0.000,-0.001 0.000,-0.000 0.000,0.001 0.000,-0.001 0.000,0.000 0.000,0.001 0.000,-0.001 0.000,0.001 0.000,-0.001 0.000,-0.000 0.000,0.001 0.000,-0.001 0.000,0.000 0.000,0.001 0.000,-0.001 0.000,0.000 0.000,0.001 0.000,-0.001 0.000,0.000 0.000,0.001 0.000,-0.001 0.000,0.000 0.000,0.001 0.000,-0.001 0.000,0.000 0.000,0.001 0.000,-0.001 0.000,0.000 0.000,0.001 0.000,-0.001 0.000,0.000 0.000,0.001 0.000,-0.001 0.000,0.000 0.000,0.001 0.000,-0.001 0.000,-0.000 0.000,0.001 0.000,-0.001 0.000,-0.000 0.000,0.001 0.000,-0.001 0.000,0.000 0.000,0.001 0.000,-0.001 0.000,0.000 0.000,0.001 0.000,-0.001 0.000,0.001 0.000,-0.037 0.000,-0.055 0.000,-0.061 0.000,-0.061 0.000,-0.054 0.000,-0.046 0.000,-0.037 0.000,-0.069-0.028,-0.093-0.043,-0.099-0.048,-0.090-0.048,-0.082-0.043,-0.066-0.037,0.070 0.001,0.054-0.003,0.079 0.004,0.086 0.008,0.084 0.011,0.079 0.011,0.316 0.170,-0.803-0.267,-0.203-0.017,-0.080 0.011,0.000 0.028,0.051 0.034,0.074 0.035,0.083 0.034,0.080 0.028,0.071 0.024,0.060 0.018,0.047 0.013,0.327 0.021,-1.439-0.406,-0.492-0.160,-0.246-0.078,-0.071-0.016,0.046 0.021,0.113 0.045,0.044-0.025,0.153 0.014,0.209 0.037,0.230 0.048,0.222 0.052,0.202 0.048,1.148 0.409,-0.954-0.320,0.182 0.077,0.185 0.076,0.172 0.067,0.150 0.059,0.125 0.046,0.099 0.036,0.067 0.028,0.029 0.017,0.011 0.013,0.002 0.010,0.024 0.003,0.025 0.001,0.022-0.001,0.020-0.002,0.016-0.003,0.012-0.002,0.010-0.004,0.005-0.001,0.005-0.003,0.002 0.000,0.002-0.002,-0.001-0.001,0.001 0.000,-0.002-0.001,0.000 0.001,-0.152-0.003</inkml:trace>
</inkml:ink>
</file>

<file path=ppt/ink/ink5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444.000 645.000,'-0.016'-0.016,"-0.024"-0.024,-0.029-0.029,-0.028-0.028,-0.025-0.025,-0.025-0.011,-0.013 0.008,-0.010 0.014,-0.006 0.019,-0.002 0.019,-0.001 0.018,0.012 0.017,0.000 0.011,0.000 0.010,0.001 0.007,0.000 0.006,-0.001 0.003,-0.015 0.003,0.000 0.002,0.003 0.000,0.002 0.001,0.002-0.001,0.003-0.001,0.051-0.019,-0.022-0.031,-0.156-0.086,-0.129-0.062,-0.136-0.055,-0.132-0.046,-0.122-0.037,0.027 0.054,-0.406-0.100,-0.120-0.021,-0.076-0.022,-0.044-0.019,-0.019-0.017,-0.003-0.013,1.170 0.377,-1.290-0.402,-0.042-0.008,0.051 0.019,0.105 0.034,0.136 0.042,0.146 0.043,0.277 0.077,0.048-0.001,-0.173-0.079,-0.039-0.030,-0.061-0.033,-0.073-0.033,-0.075-0.031,-0.379-0.154,-0.018 0.012,-0.033 0.019,0.036 0.053,0.077 0.071,0.100 0.080,0.109 0.078,-0.002 0.049,0.225 0.084,0.220 0.069,0.202 0.053,0.172 0.040,0.141 0.029,-0.296-0.134,-0.192-0.088,-0.085-0.053,-0.009-0.027,0.041-0.006,0.070 0.006,0.712 0.248,-0.811-0.334,0.047-0.014,0.091 0.009,0.111 0.026,0.117 0.032,0.109 0.035,0.424 0.254,-0.441-0.265,0.022 0.017,0.025 0.023,0.039 0.037,0.046 0.039,0.046 0.040,0.044 0.039,0.256 0.101,-0.237-0.167,0.043-0.007,0.034 0.014,0.026 0.025,0.018 0.030,0.012 0.030,0.022 0.029,0.012 0.022,0.011 0.017,0.009 0.014,0.008 0.010,0.006 0.007,0.004 0.005,0.003 0.003,0.002 0.001,0.002 0.001,-0.001 0.000,-0.234 0.015</inkml:trace>
</inkml:ink>
</file>

<file path=ppt/ink/ink5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412.000 598.000,'-0.007'0.000,"-0.009"0.000,-0.012 0.000,-0.011 0.000,-0.010 0.000,-0.009 0.000,-0.006 0.000,-0.006 0.000,-0.003 0.000,-0.004 0.000,0.000 0.000,-0.002 0.000,0.000 0.000,-0.063 0.029,-0.106 0.047,-0.124 0.053,-0.126 0.054,-0.117 0.051,-0.144 0.061,-0.070 0.030,-0.044 0.021,-0.024 0.010,-0.008 0.006,-0.000 0.000,-0.015 0.052,-0.158 0.136,-0.185 0.158,-0.193 0.164,-0.182 0.155,-0.164 0.138,-0.140 0.119,-0.260 0.198,0.135-0.070,0.206-0.123,0.231-0.146,0.225-0.144,0.203-0.132,0.236-0.184,0.092-0.093,0.062-0.079,0.038-0.063,0.019-0.049,0.008-0.036,0.140-0.105,-0.180 0.027,0.075-0.064,0.096-0.057,0.099-0.049,0.096-0.040,0.083-0.031,0.069-0.022,0.055-0.016,0.176-0.003,-0.124 0.080,0.020 0.034,0.012 0.012,0.005-0.003,-0.002-0.012,-0.002-0.016,0.007-0.013,-0.005 0.002,-0.006 0.008,-0.007 0.008,-0.006 0.011,-0.005 0.009,0.076-0.070,-0.184 0.096,-0.015 0.007,0.014 0.004,0.031 0.004,0.038 0.003,0.039 0.001,0.026-0.008,0.022-0.022,0.015-0.027,0.008-0.026,0.005-0.023,0.001-0.020,-0.001-0.015,-0.002-0.012,-0.002-0.008,-0.002-0.006,-0.003-0.004,0.009 0.006,0.010 0.010,0.012 0.012,0.011 0.014,0.012 0.010,0.009 0.011,0.008 0.007,0.006 0.007,0.004 0.005,0.003 0.003,0.002 0.002,0.001 0.001,0.110 0.270,0.100 0.213,0.085 0.155,0.070 0.107,0.053 0.070,0.041 0.039,0.724 1.073,0.446 0.675,0.227 0.351,0.068 0.117,-0.040-0.044,-0.108-0.145,-0.143-0.202,-0.962-1.622,1.054 1.782,-0.104-0.208,-0.154-0.304,-0.172-0.342,-0.172-0.338,-0.156-0.309,-0.097-0.214,-0.128-0.217,-0.139-0.200,-0.136-0.176,-0.121-0.146,-0.104-0.114,-0.163 0.050</inkml:trace>
</inkml:ink>
</file>

<file path=ppt/ink/ink5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473.000 717.000,'0.000'-0.012,"0.000"-0.020,0.000-0.022,0.000-0.022,0.000-0.021,0.000-0.019,0.010-0.014,0.016 0.009,0.017 0.017,0.017 0.017,0.015 0.020,0.014 0.017,0.010 0.014,0.007 0.013,0.007 0.010,0.004 0.006,0.002 0.005,0.002 0.003,0.000 0.002,0.000 0.001,0.000 0.000,0.000-0.001,-0.001 0.001,0.010-0.002,0.098-0.000,0.030 0.000,0.010-0.001,-0.003 0.000,-0.009-0.001,-0.013 0.001,-0.036-0.001,-0.009 0.000,-0.010 0.000,-0.008 0.000,-0.005 0.000,-0.004-0.001,-0.037 0.001,0.021 0.000,0.099 0.000,0.015 0.000,0.001 0.000,-0.005 0.000,-0.012 0.000,-0.014 0.000,-0.002 0.000,-0.021 0.000,-0.021 0.000,-0.019 0.000,-0.016 0.000,-0.013 0.000,-0.009 0.000,-0.008 0.000,-0.007 0.000,-0.008 0.000,-0.009 0.000,-0.006 0.000,-0.006 0.000,-0.004 0.000,-0.003 0.000,-0.003 0.000,-0.001 0.000,-0.001 0.000,0.000 0.000,-0.001 0.000,-0.003 0.000,-0.008 0.000,-0.009 0.000,-0.007 0.000,-0.008 0.000,-0.007 0.000,-0.004 0.000,-0.004 0.000,-0.002 0.000,-0.003 0.000,0.000 0.000,-0.001 0.000,-0.001 0.000,0.001 0.000,0.000 0.000,0.000 0.000,-0.000 0.000,0.001 0.000,-0.001 0.000,0.001 0.000,0.000 0.000,0.000 0.000,0.001 0.000,-0.001 0.000,-0.000 0.000,0.001 0.000,-0.001 0.000,0.000 0.000,0.001 0.000,-0.001 0.000,0.001 0.000,-0.001 0.000,0.000 0.000,0.001 0.000,-0.001 0.000,0.000 0.000,0.000 0.000,0.001 0.000,0.024 0.000,0.044 0.000,0.050 0.000,0.051 0.000,0.047 0.000,0.059 0.000,0.029 0.000,0.017 0.000,0.010 0.000,0.004 0.000,0.000 0.000,-0.016 0.000,-0.025 0.000,-0.029 0.000,-0.028 0.000,-0.025 0.000,-0.022 0.000,-0.023 0.000,-0.012 0.000,-0.010 0.000,-0.006 0.000,-0.003 0.000,-0.003 0.000,0.138 0.069,0.100 0.040,0.060 0.018,0.030 0.004,0.010-0.006,-0.005-0.014,-0.390-0.086,0.242 0.069,0.045 0.012,0.443 0.122,0.061 0.021,0.012 0.009,-0.020-0.001,-0.035-0.004,-0.408-0.093,0.192 0.124,-0.084-0.001,-0.080-0.021,-0.075-0.032,-0.063-0.035,-0.053-0.038,-0.009-0.026,-0.018-0.037,-0.004-0.031,0.004-0.025,0.009-0.017,0.013-0.013,-0.019 0.001,0.007 0.012,0.006 0.016,0.005 0.017,0.004 0.017,0.003 0.018,0.002 0.013,-0.062 0.031,0.066 0.088,0.008 0.013,0.015-0.012,0.015-0.024,0.016-0.031,0.005-0.010,0.269 0.110,0.107 0.047,0.072 0.036,0.044 0.026,0.024 0.017,-0.539-0.250,0.532 0.210,-0.027-0.025,-0.056-0.029,-0.070-0.027,-0.073-0.026,-0.068-0.023,-0.453-0.178,0.486 0.267,0.029 0.064,0.020 0.050,0.016 0.038,0.010 0.027,0.006 0.016,-0.010-0.015,-0.019-0.036,-0.023-0.045,-0.025-0.048,-0.023-0.045,-0.021-0.040,-0.013-0.020,-0.019-0.011,-0.017-0.002,-0.015 0.004,-0.010 0.007,-0.008 0.009,-0.007 0.009,-0.004 0.008,-0.002 0.007,-0.002 0.006,0.000 0.005,0.000 0.004,0.001 0.002,-0.026-0.030,0.042 0.006,0.051 0.007,0.054 0.007,0.052 0.008,0.046 0.006,0.036 0.016,-0.061-0.019,-0.088-0.023,-0.097-0.025,-0.097-0.026,-0.089-0.022,-0.078-0.019,-0.061-0.016,-0.056-0.025,-0.041-0.022,-0.030-0.020,-0.020-0.017,-0.011-0.013,-0.007-0.009,-0.001-0.007,0.000-0.005,0.003-0.003,0.003-0.001,0.003-0.001,0.004 0.001,0.003 0.000,0.002 0.000,0.002 0.002,0.002 0.000,0.006 0.156</inkml:trace>
</inkml:ink>
</file>

<file path=ppt/ink/ink5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519.000 705.000,'0.012'0.023,"0.018"0.037,0.020 0.041,0.021 0.040,0.018 0.037,0.016 0.033,0.013 0.025,-0.090-0.186,0.400 0.511,0.251 0.267,0.217 0.228,0.174 0.187,0.137 0.145,-0.491-0.547,0.577 0.750,0.015 0.101,-0.036 0.039,-0.068-0.004,-0.083-0.033,-0.087-0.046,-0.829-1.318,0.791 1.407,-0.103-0.048,-0.122-0.099,-0.124-0.120,-0.115-0.126,-0.102-0.120,-0.351-0.990,0.225 0.781,-0.055-0.103,-0.041-0.117,-0.030-0.118,-0.021-0.111,-0.013-0.099,-0.114-0.366,0.173 0.507,0.013 0.020,0.015 0.042,0.005 0.028,0.000 0.016,-0.006 0.008,-0.006 0.002,-0.003 0.020,-0.012-0.018,-0.012-0.023,-0.013-0.023,-0.011-0.024,-0.008-0.020,-0.008-0.018,0.015 0.173,0.002-0.004,0.002-0.071,0.004-0.104,0.004-0.116,-0.024-0.122,-0.033-0.096,-0.036-0.084,-0.037-0.067,-0.034-0.053,-0.030-0.038,-0.025-0.027,-0.018-0.017,-0.015-0.010,-0.010-0.006,-0.007 0.000,-0.004 0.001,0.013 0.011,-0.043 0.000,-0.233-0.005,-0.087 0.004,-0.050 0.003,-0.023 0.003,-0.005 0.003,0.063 0.001,-0.344 0.016,-0.154 0.024,-0.126 0.025,-0.099 0.026,-0.074 0.021,-0.052 0.019,0.047 0.001,-0.046 0.005,-0.044 0.003,-0.040 0.002,-0.034-0.002,-0.028-0.001,-0.021-0.001,-0.016-0.002,0.044-0.007,0.183-0.018,0.215-0.020,0.214-0.020,0.198-0.019,0.168-0.014,0.139-0.013,0.107-0.009,0.080-0.007,0.055-0.005,0.035-0.003,0.022-0.001,0.010-0.001,0.003-0.001,-0.003 0.001,-0.005 0.001,-0.007 0.000,-0.114-0.003</inkml:trace>
</inkml:ink>
</file>

<file path=ppt/ink/ink5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271.000 565.000,'-0.024'-0.035,"-0.236"-0.279,-0.159-0.122,-0.125-0.051,-0.089-0.005,-0.063 0.028,-0.041 0.042,-0.022 0.049,-0.064 0.076,-0.153 0.056,-0.153 0.169,-0.077 0.233,-0.047 0.253,-0.022 0.243,-0.005 0.220,0.006 0.187,1.022-0.839,-1.353 1.776,-0.182 0.647,-0.115 0.499,-0.066 0.364,-0.028 0.252,-0.005 0.160,0.196-0.299,0.106-0.155,0.118-0.206,0.119-0.227,0.110-0.220,0.096-0.201,0.081-0.174,0.546-0.790,0.103 0.394,0.051 2.124,0.408 0.455,0.399 0.165,0.364-0.039,0.319-0.165,0.265-0.238,0.213-0.268,-0.838-2.418,1.381 2.523,0.211-0.265,0.113-0.343,0.043-0.366,-0.004-0.351,-0.035-0.314,-0.157-0.425,0.007-0.244,0.019-0.210,0.025-0.173,0.029-0.137,0.028-0.104,0.027-0.075,-0.183-0.202,-0.095-0.117,0.183 0.007,1.308 0.344,0.193-0.081,0.080-0.111,0.003-0.121,-0.047-0.119,-0.075-0.109,-2.974-0.539,2.683 0.382,-0.252-0.108,-0.315-0.099,-0.332-0.084,-0.320-0.071,-0.293-0.057,-1.019-0.108,1.559-0.296,1.336-0.453,0.347-0.269,0.076-0.182,-0.100-0.114,-0.208-0.059,-0.260-0.023,-2.916 1.125,2.617-1.378,-0.107-0.343,-0.149-0.333,-0.170-0.307,-0.169-0.270,-0.162-0.226,-2.037 2.449,1.775-3.081,-0.282-0.263,-0.308-0.065,-0.304 0.072,-0.283 0.155,-0.250 0.203,-0.438 1.280,-0.095-1.800,-0.405 0.071,-0.362 0.165,-0.307 0.212,-0.250 0.225,-0.193 0.216,-0.142 0.193,0.761 1.921,-1.115-1.703,-0.240 0.156,-0.179 0.190,-0.129 0.199,-0.084 0.191,-0.053 0.170,-0.027 0.144,-0.008 0.118,0.489 0.381,-0.703-0.378,-0.027 0.136,-0.016 0.150,-0.007 0.148,0.000 0.131,0.713 0.352,-0.499-0.132,0.129 0.129,0.154 0.127,0.154 0.120,0.143 0.103,0.377 0.118,-0.707-0.080,-0.124 0.066,-0.093 0.072,-0.066 0.069,-0.043 0.059,-0.027 0.051,0.076 0.040,0.057 0.029,0.069 0.021,0.069 0.013,0.066 0.009,1.783-0.006,-1.923-0.003,-0.071-0.021,-0.010-0.024,0.028-0.025,0.049-0.023,0.058-0.021,0.603 0.027,-0.332-0.018,0.129 0.011,0.147 0.014,0.149 0.015,0.137 0.015,0.120 0.012,0.102 0.011,0.038 0.011,-0.195 0.006,-0.492 0.004,-0.157 0.005,-0.094 0.003,-0.048 0.002,-0.016 0.000,0.007 0.001,-5.585 0.012</inkml:trace>
</inkml:ink>
</file>

<file path=ppt/ink/ink5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474.000 716.000,'0.000'0.002,"0.000"0.002,0.000 0.004,0.000 0.002,0.000 0.003,0.000 0.002,0.000 0.002,0.000 0.001,0.000 0.001,0.000 0.000,0.000 0.001,0.000 0.001,0.000-0.001,0.000 0.000,0.000 0.000,0.000 0.000,0.000 0.000,0.000 0.000,0.000 0.000,0.000-0.001,0.000 0.001,0.000 0.000,0.000-0.001,0.000 0.001,0.000 0.000,0.000-0.001,0.000 0.001,0.000-0.001,0.000 0.001,0.000-0.001,0.000 0.001,0.000-0.000,0.000-0.001,0.000 0.001,0.000-0.001,0.000 0.001,0.000 0.000,0.000-0.001,0.000 0.001,0.000-0.001,0.000 0.001,0.000 0.000,0.000-0.001,0.000 0.001,0.000-0.001,0.000 0.001,0.000 0.000,0.000-0.001,0.000 0.001,0.000 0.000,0.000-0.001,0.000 0.010,0.000 0.015,0.000 0.019,0.000 0.017,0.000 0.016,0.000 0.014,0.000 0.011,0.000 0.403</inkml:trace>
</inkml:ink>
</file>

<file path=ppt/ink/ink5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474.000 713.000,'0.000'0.008,"0.000"0.013,0.000 0.013,0.000 0.014,0.000 0.012,0.000 0.010,0.000 0.008,0.000 0.006,0.000 0.004,0.000 0.002,0.000 0.003,0.026 0.065,0.041 0.112,0.046 0.127,0.047 0.128,0.043 0.117,0.036 0.102,0.103 0.229,0.111 0.224,0.116 0.224,0.108 0.203,0.093 0.173,-0.622-1.453,0.722 1.665,0.029 0.124,-0.037 0.007,-0.076-0.069,-0.097-0.112,-0.102-0.133,-0.098-0.135,-0.108-0.264,-0.063-0.160,-0.053-0.156,-0.040-0.142,-0.031-0.125,-0.023-0.105,0.001-0.011,-0.013-0.063,-0.006-0.038,-0.004-0.022,-0.001-0.008,0.002 0.000,0.015 0.019,0.022 0.028,0.026 0.034,0.026 0.032,0.023 0.031,0.021 0.026,-0.122-0.230,0.099 0.569,-0.014 0.107,-0.017 0.032,-0.016-0.019,-0.016-0.050,-0.015-0.066,-0.012-0.071,-0.019-0.085,-0.025-0.089,-0.016-0.083,-0.003-0.032,0.002-0.015,0.004-0.004,0.008 0.005,0.007 0.010,0.018 0.040,0.007-0.030,0.006-0.039,0.003-0.042,0.004-0.040,0.002-0.035,-0.136-0.481,0.166 0.707,0.042 0.157,0.048 0.128,0.047 0.097,0.042 0.069,0.038 0.049,-0.049-0.168,-0.032-0.086,-0.044-0.107,-0.048-0.112,-0.048-0.110,-0.045-0.100,-0.006-0.138,0.078 0.152,0.002-0.037,-0.008-0.033,-0.016-0.027,-0.018-0.023,-0.019-0.016,-0.016-0.012,-0.014-0.008,-0.012-0.004,-0.008-0.004,0.055 0.054,0.054 0.131,0.111 0.279,0.023 0.012,0.001-0.053,-0.013-0.088,-0.021-0.105,-0.026-0.108,-0.020 0.001,-0.051 0.004,-0.050 0.035,-0.046 0.051,-0.039 0.056,-0.061-0.472,0.029 0.451,-0.001-0.001,0.008-0.030,0.011-0.044,0.014-0.052,0.015-0.054,-0.084-0.444,0.517 2.537</inkml:trace>
</inkml:ink>
</file>

<file path=ppt/ink/ink5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469.000 781.000,'0.009'0.000,"0.012"0.000,0.017 0.000,0.014 0.000,0.015 0.000,0.012 0.000,0.010 0.000,0.009 0.000,0.005 0.000,0.039 0.018,0.119 0.031,0.422 0.168,0.296 0.180,0.265 0.190,0.225 0.182,0.182 0.162,0.019 0.066,-0.004 0.051,-0.049 0.020,-0.075-0.002,-0.086-0.016,-0.088-0.023,-0.083-0.028,-0.768-0.579,0.784 0.790,-0.115 0.022,-0.128-0.020,-0.125-0.043,-0.115-0.055,-0.096-0.058,-0.327-0.474,0.208 0.332,-0.078-0.089,-0.090-0.102,-0.089-0.104,-0.082-0.098,-0.076-0.169,-0.001-0.062,0.073 0.022,0.007-0.054,0.005-0.028,0.004-0.014,0.004-0.002,0.003 0.005,0.002 0.009,-0.014-0.025,0.001-0.024,0.003-0.028,0.002-0.031,0.002-0.028,0.002-0.026,0.002-0.020,0.078-0.020,0.007-0.022,-0.028-0.017,-0.045-0.014,-0.054-0.012,-0.054-0.007,-0.048-0.005,-0.043-0.004,-0.033-0.002,-0.026 0.000,-0.020-0.001,-0.012 0.001,-0.009 0.001,-0.005 0.000,-0.002 0.001,0.000 0.000,0.001 0.001,0.000 0.001,0.003 0.000,0.046-0.130,0.068-0.194,0.008-0.079,0.007-0.136,-0.002-0.126,-0.009-0.113,-0.014-0.097,-0.015-0.080,0.006-0.253,0.003-0.088,0.008-0.067,0.010-0.048,0.012-0.033,0.011-0.021,0.012 0.398,0.095-0.309,0.008 0.141,-0.017 0.161,-0.030 0.162,-0.036 0.147,-0.039 0.168,-0.031 0.123,-0.026 0.104,-0.022 0.087,-0.018 0.066,-0.013 0.051,-0.063-0.195</inkml:trace>
</inkml:ink>
</file>

<file path=ppt/ink/ink5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301.000 630.000,'0.018'0.000,"0.026"0.000,0.032 0.000,0.030 0.000,0.028 0.000,0.023 0.000,0.020 0.000,0.015 0.000,0.012 0.000,0.007 0.000,0.005 0.000,0.003 0.000,0.002 0.000,0.000 0.000,-0.041 0.024,0.026 0.038,0.169 0.158,0.134 0.164,0.139 0.167,0.130 0.157,0.116 0.137,-0.325-0.298,0.557 0.529,0.099 0.066,0.052 0.010,0.019-0.025,-0.004-0.046,-0.017-0.058,-0.025-0.058,-0.029-0.055,-0.027-0.049,-0.026-0.041,-0.022-0.033,1.208 0.643,1.302 0.690,0.646 0.303,0.334 0.132,0.114 0.014,-0.026-0.056,-0.111-0.095,-0.667-0.359,-0.302-0.155,-0.314-0.154,-0.299-0.140,-0.267-0.124,-0.227-0.102,-0.180-0.073,-0.348-0.166,-0.333-0.162,-0.298-0.147,-0.251-0.123,-0.201-0.101,-0.154-0.077,-0.408-0.275,0.442 0.287,1.068 0.687,0.221 0.137,0.008 0.008,-0.127-0.077,-0.207-0.122,-0.241-0.146,-0.247-0.147,-0.632-0.487,1.848 0.899,0.411 0.103,0.120-0.005,-0.070-0.074,-0.185-0.111,-0.243-0.127,-1.579-0.677,1.548 0.668,-0.078-0.024,-0.074-0.020,-0.061-0.014,-0.051-0.011,-0.038-0.007,-0.028-0.004,0.022-0.007,0.258 0.091,0.017-0.019,-0.043-0.045,-0.076-0.057,-0.089-0.059,-0.091-0.056,-0.340-0.143,-0.159-0.067,-0.161-0.064,-0.150-0.058,-0.135-0.051,-0.115-0.041,-0.875-0.332,0.964 0.429,0.010 0.043,-0.009 0.015,-0.020-0.003,-0.026-0.014,-0.028-0.022,0.057 0.019,-0.089-0.050,-0.094-0.051,-0.090-0.047,-0.078-0.041,-0.065-0.032,-0.050-0.025,-0.037-0.019,-0.026-0.013,-0.017-0.007,-0.010-0.005,-0.172-0.103,0.502 0.147,0.171 0.051,0.105 0.041,0.055 0.035,0.018 0.027,-0.007 0.021,-0.734-0.268,0.993 0.421,-0.042 0.013,-0.097-0.019,-0.121-0.037,-0.128-0.043,-0.121-0.046,-0.080-0.030,-0.095-0.039,-0.076-0.034,-0.056-0.026,-0.042-0.019,-0.026-0.015,-0.302-0.166,0.283 0.118,-0.014 0.003,-0.026 0.010,-0.034 0.013,-0.036 0.015,0.025 0.020,0.063 0.026,0.084 0.024,0.086 0.024,0.085 0.021,0.074 0.015,-0.139-0.072,0.305 0.123,-0.020-0.037,-0.070-0.061,-0.093-0.071,-0.102-0.073,-0.083-0.056,0.245 0.050,0.010-0.005,-0.040-0.009,-0.070-0.012,-0.084-0.013,-0.090-0.013,-0.576-0.169,0.778 0.319,0.092 0.112,0.070 0.098,0.049 0.082,0.032 0.066,0.019 0.049,-0.077-0.005,-0.036-0.016,-0.053-0.054,-0.061-0.074,-0.060-0.080,-0.056-0.079,-0.050-0.074,0.104 0.053,-0.021-0.018,-0.047-0.033,-0.058-0.040,-0.060-0.041,-0.056-0.038,-0.178-0.087,-0.036-0.031,-0.030-0.029,0.016-0.009,-0.028-0.010,-0.022-0.005,-0.019 0.003,-0.014 0.006,-0.010 0.007,-0.268-0.095,0.329 0.110,0.025 0.020,0.006 0.023,-0.005 0.022,-0.014 0.020,-0.017 0.018,-0.020 0.015,0.962 0.905</inkml:trace>
</inkml:ink>
</file>

<file path=ppt/ink/ink5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1400.000 405.000,'0.040'0.000,"0.062"0.000,0.074 0.000,0.075 0.000,0.071 0.000,0.064 0.000,0.054 0.000,-0.033 0.027,0.979 0.127,0.715 0.103,0.678 0.092,0.601 0.077,0.505 0.063,0.873 0.036,1.080 0.023,1.111 0.010,1.043 0.002,0.916-0.003,0.768-0.007,3.181 0.012,2.296-0.023,1.359-0.054,0.662-0.071,0.164-0.075,-0.165-0.074,-0.364-0.065,-1.757-0.078,5.908-0.038,0.646-0.073,-0.137-0.069,-0.621-0.059,-0.883-0.049,-0.979-0.040,-0.966-0.030,-0.885-0.022,-0.765-0.015,-0.630-0.009,-0.498-0.006,-1.439-0.002,-0.719-0.027,-0.706-0.029,-0.645-0.030,-0.564-0.028,-0.470-0.025,-3.838 0.142,0.615-0.036,5.150-0.238,0.161-0.012,-0.403 0.017,-0.751 0.037,-0.937 0.046,-0.996 0.052,-5.614 0.251,7.100-0.209,-0.256 0.087,-0.356 0.078,-0.385 0.066,-0.367 0.053,-0.326 0.042,-1.394 0.040,-0.604 0.037,-0.608 0.034,-0.565 0.030,-0.496 0.024,-0.415 0.021,-0.259 0.002,-0.141-0.008,-0.055-0.014,0.006-0.018,0.043-0.018,0.063-0.018,-0.112-0.015,-0.261-0.012,-0.599-0.012,-0.658-0.009,-0.646-0.005,-0.585-0.006,-0.502-0.002,0.655-0.028</inkml:trace>
</inkml:ink>
</file>

<file path=ppt/ink/ink5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1254.000 552.000,'-0.013'-0.079,"-0.021"-0.042,-0.022-0.019,-0.024 0.001,-0.021 0.010,-0.019 0.018,-0.015 0.019,-0.013 0.019,-0.008 0.018,-0.007 0.016,-0.005 0.013,-0.002 0.009,0.042 0.010,-0.023 0.002,-0.162 0.052,-0.095 0.076,-0.091 0.087,-0.081 0.084,-0.067 0.078,-0.188 0.077,-0.293 0.277,-0.396 0.415,-0.412 0.465,-0.397 0.468,-0.359 0.436,-0.342 0.456,0.054 0.089,0.176-0.039,0.242-0.114,0.261-0.153,0.256-0.166,0.230-0.161,-0.151 0.435,-0.321 0.639,-0.302 0.586,-0.270 0.510,-0.231 0.431,-0.190 0.348,2.572-4.207,-2.926 4.930,0.176-0.198,0.334-0.486,0.414-0.637,0.432-0.685,0.413-0.666,0.370-0.605,0.870-1.526,0.303-0.590,-1.583 4.597,-0.051 1.095,0.080 0.621,0.158 0.274,0.193 0.036,0.201-0.119,0.191-0.207,0.170-0.247,0.203-0.852,0.142-0.626,0.126-0.664,0.106-0.642,0.085-0.586,0.067-0.505,0.050-0.419,0.019 2.937,0.019 1.630,0.009 0.855,-0.001 0.311,-0.005-0.050,0.065-3.419,-0.049 4.483,0.020-0.042,0.021-0.398,0.021-0.574,0.018-0.632,0.016-0.610,0.109-1.431,0.161-0.275,0.187-0.186,0.194-0.118,0.185-0.063,0.167-0.023,-0.273-1.576,0.117 0.301,0.679 2.489,0.142 0.260,0.070 0.028,0.014-0.126,-0.023-0.225,0.178 0.490,-0.145-0.594,-0.164-0.623,-0.162-0.588,-0.149-0.518,-0.127-0.431,0.147-0.227,0.240-0.009,0.240-0.018,0.219-0.023,0.192-0.023,0.160-0.024,0.126-0.021,-1.381-1.961,2.520 2.970,0.628 0.473,0.456 0.294,0.312 0.158,0.196 0.060,0.109-0.005,0.192-0.044,-0.056-0.344,-0.099-0.393,-0.116-0.390,-0.117-0.356,-0.108-0.305,0.456-0.019,0.514-0.007,0.596 0.068,0.593 0.106,0.538 0.122,0.456 0.118,-0.280-0.293,-0.140-0.252,-0.251-0.308,-0.298-0.318,-0.303-0.297,-0.282-0.259,-0.245-0.217,-0.202-0.170,-0.161-0.129,-0.118-0.093,-0.087-0.061,-1.333-0.480,6.291 1.187,1.840 0.159,0.914-0.018,0.261-0.127,-0.171-0.185,-0.428-0.208,-0.555-0.206,-0.593-0.188,-0.567-0.161,-0.510-0.134,-0.432-0.103,-0.348-0.079,-0.576-0.104,-1.175-0.159,-1.246-0.159,-1.185-0.146,-1.047-0.127,-0.876-0.104,-2.083-0.136,6.581 0.031,2.170-0.049,1.066-0.035,0.283-0.022,-0.240-0.015,-0.559-0.006,-0.347-0.005,-1.339 0.002,-1.375 0.003,-1.283 0.006,-1.118 0.005,-0.922 0.005,-3.888 0.013,8.141-0.008,2.228 0.004,1.135 0.003,0.376 0.002,-0.118 0.001,-0.405 0.001,-7.867 0.001,5.690-0.001,-0.126 0.001,0.694 0.011,-0.640 0.016,-0.732 0.019,-0.737 0.019,-0.685 0.018,-0.604 0.016,-0.505 0.013,-5.432-0.090,6.630 0.089,0.478-0.010,0.564-0.008,-0.264-0.018,-0.453-0.016,-0.533-0.016,-0.538-0.013,-0.498-0.011,-0.433-0.008,-0.818-0.006,1.432-0.003,0.504-0.003,0.902-0.013,0.122-0.019,-0.036-0.023,-0.134-0.021,-0.190-0.021,-0.214-0.018,-6.271 0.088,6.512-0.192,0.186-0.079,-0.017-0.067,-0.149-0.053,-0.229-0.039,-0.267-0.030,-6.050 0.380,7.566-0.603,0.233-0.093,0.156-0.061,0.092-0.037,0.047-0.018,0.015-0.006,-0.006 0.002,-2.717 0.264,-0.134 0.022,2.190-0.215,-0.183-0.013,-0.214-0.020,-0.218-0.022,-0.201-0.022,-0.173-0.018,-0.630 0.053,-0.860 0.095,-0.929 0.110,-0.893 0.112,-0.797 0.104,-0.670 0.089,-2.609 0.312,0.107-0.003,6.538-0.460,2.031-0.145,1.147-0.129,0.504-0.109,0.057-0.088,-0.225-0.068,-0.387-0.050,-0.455-0.035,-0.466-0.022,-0.433-0.013,-0.379-0.006,-0.317-0.001,0.420-0.021,0.257-0.022,-0.037 0.005,-0.227 0.019,-0.328 0.030,-0.370 0.032,0.683-0.176,-0.002-0.087,-0.288-0.044,-0.445-0.014,-0.509 0.006,-0.511 0.019,-0.470 0.025,-4.070 0.869,2.386-0.619,-0.212-0.058,0.915-0.402,-0.515 0.018,-0.535 0.061,-0.501 0.082,-0.444 0.088,-0.371 0.087,-0.299 0.077,0.420-0.393,0.233-0.278,0.043-0.161,-0.082-0.073,-0.154-0.014,-0.190 0.028,-0.104-0.174,-0.104-0.112,-0.158-0.025,-0.181 0.034,-0.186 0.068,-0.173 0.088,-0.154 0.093,0.076-0.188,0.010-0.136,0.052-0.181,0.074-0.193,0.085-0.186,0.081-0.167,-1.506 1.910,1.769-2.217,0.148-0.259,0.029-0.150,-0.046-0.069,-0.096-0.013,-0.118 0.027,0.031-0.905,-0.169-0.618,-0.224-0.482,-0.242-0.354,-0.239-0.250,-0.215-0.164,-0.187-0.095,-0.155-0.046,-0.186 0.007,-0.193 0.042,-0.184 0.061,-0.164 0.067,-0.138 0.068,-0.114 0.063,-0.087 0.054,-0.065 0.045,-0.071 0.254,-0.060 0.015,-0.054 0.003,-0.048-0.009,-0.038-0.013,-0.032-0.017,-0.065-0.225,-0.067 0.312,-0.067 0.376,-0.062 0.386,-0.055 0.363,-0.044 0.320,-0.036 0.267,0.403 3.542,-0.454-2.777,-0.165-0.406,-0.734-2.805,-0.560-1.098,-0.395-0.170,-0.319 0.132,-0.247 0.305,-0.181 0.389,-0.126 0.407,0.070 0.718,-0.029 0.443,-0.010 0.407,0.006 0.352,0.013 0.289,0.017 0.229,0.019 0.171,0.018 0.124,1.278 1.690,-1.389-1.742,-0.153-0.097,-0.108-0.032,-0.070 0.016,-0.043 0.046,-0.020 0.059,-0.004 0.068,-0.578-0.472,-0.173 0.019,-0.179 0.018,-0.166 0.014,-0.145 0.012,-0.116 0.009,-0.093 0.006,3.221 2.898,-1.034-0.848,-0.045-0.005,-2.130-1.670,0.044 0.162,0.151 0.243,0.208 0.279,0.228 0.278,0.226 0.259,0.207 0.228,-0.403-0.136,-0.120 0.059,-0.182 0.005,-0.205-0.026,-0.199-0.045,-0.178-0.051,0.292 0.231,0.192 0.184,0.249 0.219,0.266 0.221,0.254 0.203,0.226 0.177,0.189 0.145,0.152 0.115,0.116 0.085,0.083 0.061,0.059 0.040,2.616 1.013,-3.658-1.316,-0.396-0.095,0.020 0.041,0.286 0.129,0.434 0.173,0.497 0.190,0.500 0.186,0.467 0.171,1.126 0.396,-5.349-1.048,-2.028-0.240,-1.084-0.067,-0.403 0.046,0.066 0.119,0.359 0.153,0.521 0.165,0.585 0.162,0.586 0.147,3.365 0.408,-0.024 0.012,-3.410-0.308,-0.441 0.016,-0.413 0.017,-0.362 0.018,-0.305 0.014,-0.249 0.014,-0.192 0.011,3.684 0.305,-4.093-0.171,-0.172 0.085,0.051 0.090,0.196 0.087,0.280 0.080,0.318 0.070,5.613 0.121,-7.616-0.036,-0.583 0.070,-0.350 0.056,-0.178 0.046,-0.055 0.034,0.027 0.026,0.075 0.017,7.838-0.086,-5.659 0.051,-0.340-0.006,-2.776 0.007,-0.214-0.017,-0.040-0.017,0.078-0.017,0.147-0.014,0.184-0.012,8.032-0.008,-9.042 0.171,0.069 0.161,0.400 0.161,0.586 0.152,0.659 0.134,0.659 0.113,-0.369 0.065,0.288-0.078,0.161-0.124,0.070-0.142,0.006-0.141,-0.031-0.128,0.528-0.070,0.126-0.015,0.138 0.013,0.134 0.030,0.122 0.038,0.106 0.041,0.084 0.037,4.746-0.173,0.126 0.013,-1.868 0.147,0.226 0.065,-2.294 0.242,1.049-0.026,1.153-0.073,1.110-0.092,0.985-0.097,0.819-0.090,0.646-0.079,0.484-0.064,0.343-0.049,0.225-0.037,0.137-0.026,-5.052 0.278,-3.183 0.241,-1.556 0.195,-0.399 0.150,0.369 0.112,0.835 0.077,1.624-0.056,1.491-0.082,1.526-0.114,1.442-0.127,1.289-0.126,1.099-0.118,0.898-0.103,0.450-0.075,0.110-0.050,-0.110-0.030,-0.246-0.015,-0.316-0.005,-0.343 0.002,1.575-0.153,-5.220 0.213,-1.334 0.051,-0.596 0.057,-0.098 0.057,0.215 0.050,0.380 0.042,0.981 0.001,0.880 0.006,0.899-0.005,0.835-0.008,0.727-0.011,0.598-0.011,1.414-0.229,-0.830 0.105,-0.185-0.021,-1.291 0.086,0.081-0.081,0.226-0.086,0.297-0.080,0.312-0.069,0.292-0.058,0.049 0.030,-0.104 0.080,-0.188 0.102,-0.220 0.108,-0.220 0.100,-0.203 0.088,0.389-0.014,0.321-0.006,0.402-0.025,0.423-0.034,0.403-0.039,0.356-0.037,-1.489 0.195,-0.832 0.094,-0.349 0.024,-0.017-0.025,0.193-0.050,0.311-0.066,0.360-0.068,0.740-0.108,0.062 0.014,-0.576 0.171,0.305 0.022,0.342 0.014,0.340 0.007,0.314 0.003,0.269 0.000,1.058-0.421,-0.735 0.398,0.115-0.031,0.093-0.054,0.069-0.066,0.050-0.069,0.034-0.066,0.021-0.060,0.768-0.256,-4.300 1.611</inkml:trace>
</inkml:ink>
</file>

<file path=ppt/ink/ink5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1258.000 664.000,'0.019'0.000,"0.030"0.000,0.033 0.000,0.033 0.000,0.028 0.000,0.025 0.000,0.020 0.000,0.014 0.000,0.012 0.000,0.007 0.000,0.004 0.000,0.003 0.000,0.001 0.000,0.000 0.000,-0.001 0.000,0.000 0.000,-0.002 0.000,0.000 0.000,0.031 0.014,0.057 0.021,0.065 0.025,0.063 0.023,0.059 0.022,0.049 0.019,0.075 0.091,0.146 0.146,0.160 0.164,0.157 0.166,0.142 0.153,0.124 0.133,0.234 0.179,0.124 0.071,0.099 0.039,0.078 0.014,0.057 0.001,0.040-0.010,-0.157-0.157,0.026-0.056,0.027-0.060,0.026-0.059,0.023-0.055,0.019-0.046,0.017-0.039,-0.561-0.266,-0.005-0.050,0.591 0.106,-0.132-0.121,-0.170-0.113,-0.180-0.097,-0.173-0.082,-0.153-0.066,-0.131-0.050,-0.106-0.035,0.312-0.023,0.247-0.014,0.131-0.008,0.047-0.005,-0.013-0.000,-0.052 0.000,0.123 0.000,-0.052 0.004,-0.047 0.003,-0.041 0.005,-0.034 0.003,-0.026 0.003,-0.105-0.019,-0.068-0.031,-0.071-0.036,-0.067-0.039,-0.059-0.034,-0.052-0.033,-0.041-0.026,0.013-0.045,-0.121-0.012,-0.127-0.004,-0.117 0.000,-0.104 0.003,-0.083 0.006,-0.066 0.005,-0.048 0.006,-0.342 0.215,0.479-0.234,0.120-0.024,0.079-0.009,0.047 0.006,0.021 0.012,0.004 0.017,-0.475 0.156,0.542-0.217,-0.006-0.007,-0.025 0.009,-0.039 0.020,-0.041 0.026,-0.044 0.027,-0.039 0.026,-0.035 0.029,-0.060 0.040,-0.059 0.036,-0.054 0.035,-0.047 0.030,-0.039 0.024,-0.173 0.021,0.699-0.077,0.246-0.019,0.142-0.005,0.062 0.005,0.005 0.012,-0.032 0.015,-0.452 0.041,0.926-0.009,0.191 0.042,0.157 0.040,0.124 0.039,0.091 0.032,0.065 0.026,-0.153 0.037,-0.022 0.052,-0.035 0.057,-0.042 0.053,-0.042 0.048,-0.039 0.040,-0.036 0.035,-0.028 0.025,-1.233-0.267,1.245 0.318,-0.042 0.002,-0.099-0.025,-0.129-0.040,-0.140-0.047,-0.139-0.049,-0.125-0.047,0.088-0.025,-0.058-0.064,-0.029-0.059,-0.009-0.050,0.003-0.039,0.012-0.030,-0.117-0.021,0.023-0.013,0.028-0.009,0.029-0.005,0.028-0.002,0.025-0.002,0.213-0.015,0.075-0.021,0.070-0.023,0.061-0.023,0.052-0.019,0.039-0.018,0.056 0.002,0.065-0.010,-0.050-0.008,-0.119-0.007,-0.152-0.005,-0.166-0.003,-0.655 0.068,0.007 0.006,0.719-0.059,0.007 0.002,-0.020 0.000,-0.037-0.001,-0.042-0.003,-0.045-0.003,0.009 0.018,0.049 0.015,0.012 0.019,-0.012 0.018,-0.027 0.019,-0.036 0.015,-0.038 0.015,-0.580 0.017,0.574-0.001,-0.077 0.009,-0.087 0.006,-0.088 0.004,-0.080 0.003,-0.071 0.000,-0.058 0.002,-0.046-0.001,0.035 0.026,0.069 0.039,0.094 0.047,0.098 0.045,0.095 0.043,0.086 0.036,-0.089-0.004,-0.114-0.015,-0.150-0.026,-0.163-0.031,-0.160-0.032,-0.144-0.030,-0.465-0.081,0.243 0.030,1.329 0.124,0.352 0.008,0.124-0.012,-0.027-0.021,-0.116-0.026,-0.959-0.064,0.622 0.019,-0.106-0.021,-0.099-0.017,-0.089-0.015,-0.075-0.010,-0.061-0.009,-0.060-0.006,-0.054-0.003,-0.047-0.003,-0.039-0.002,-0.030 0.001,-0.024-0.001,0.081-0.023,-0.009-0.036,-0.005-0.040,-0.005-0.038,-0.001-0.035,-0.001-0.030,-0.001-0.024,0.001-0.017,0.001-0.013,0.001-0.010,0.000-0.004,-0.375 0.107,0.040 0.013,0.463-0.062,0.135-0.003,0.122-0.013,0.104-0.013,0.087-0.016,0.066-0.016,-1.378 0.224,1.733-0.244,0.004 0.008,-0.109 0.013,-0.168 0.014,-0.189 0.015,-1.009 0.160,1.062-0.098,0.175 0.030,0.153 0.032,0.129 0.027,0.105 0.027,0.081 0.021,0.061 0.017,0.205 0.027,0.027 0.031,0.008 0.031,-0.003 0.029,-0.013 0.023,-0.015 0.020,-1.548-0.078,1.576 0.065,0.032-0.008,-0.074-0.013,-0.138-0.014,-0.175-0.015,-0.186-0.014,-1.221-0.031,1.261-0.017,-0.195-0.066,-0.181-0.068,-0.158-0.066,-0.128-0.057,-0.144-0.043,-0.095-0.040,-0.078-0.033,-0.058-0.025,-0.043-0.018,-0.029-0.012,-0.020-0.009,-0.092 0.005,-0.000-0.047,0.009-0.057,0.012-0.058,0.013-0.053,0.014-0.049,0.087-0.118,-0.088 0.013,-0.106 0.034,-0.111 0.045,-0.101 0.047,-0.086 0.042,-0.356 0.401,0.201-0.371,-0.074 0.008,-0.062 0.023,-0.053 0.030,-0.040 0.033,-0.031 0.031,-0.021 0.028,-0.016 0.025,-0.008 0.020,-0.005 0.015,-0.001 0.012,-0.303-0.605,-0.650-1.325,-0.446-0.458,-0.338-0.126,-0.241 0.090,-0.161 0.206,-0.100 0.262,-0.053 0.269,-0.020 0.249,0.002 0.216,0.014 0.175,0.021 0.135,-2.143-0.462,-1.731-0.347,-1.171-0.150,-0.726-0.009,-0.384 0.081,-0.137 0.135,0.033 0.161,0.141 0.166,-0.535 0.194,0.288 0.266,0.658 0.261,0.846 0.240,0.904 0.210,0.873 0.174,0.791 0.137,0.680 0.106,2.027 0.087,-4.643 0.086,-1.468 0.160,-1.045 0.162,-0.697 0.149,-0.424 0.131,-0.218 0.110,-0.641 0.130,0.263 0.021,0.653-0.038,0.848-0.073,0.905-0.087,0.871-0.093,0.784-0.086,0.665-0.076,-1.890 0.129,-0.748 0.058,-0.326 0.033,0.120 0.004,0.400-0.015,0.554-0.027,0.616-0.031,0.615-0.034,2.769-0.243,-1.693 0.143,0.724-0.062,0.704-0.061,0.643-0.053,0.558-0.046,0.466-0.038,0.371-0.028,0.125-0.030,0.188-0.033,0.107-0.016,0.319-0.019,0.301-0.012,0.265-0.005,0.219-0.002,0.170 0.000,0.128 0.003,0.089 0.002,0.057 0.004,0.035 0.002,0.017 0.003,-0.005 0.005,-0.024 0.023,-0.031 0.027,-0.034 0.028,-0.032 0.026,-0.031 0.024,-0.025 0.020,-0.012 0.002,-0.101 0.090,-0.054 0.033,-0.044 0.020,-0.033 0.010,-0.025 0.002,-0.018-0.001,0.389-0.308,-0.661 0.431,-0.183 0.069,-0.153 0.055,-0.121 0.039,-0.092 0.029,-0.066 0.018,-0.046 0.010,0.083-0.005,0.093 0.018,0.116 0.019,0.127 0.019,0.122 0.017,0.113 0.015,0.097 0.012,0.074 0.039,0.130-0.057,0.120-0.072,0.104-0.074,0.085-0.070,0.068-0.062,0.049-0.051,0.036-0.041,0.018-0.347,0.089 0.624,0.063 0.152,0.043 0.068,0.026 0.005,0.015-0.036,0.005-0.060,0.014-0.317,0.557 0.375,0.370 0.032,0.335 0.036,0.286 0.038,0.235 0.035,0.184 0.031,0.126 0.012,-0.031-0.051,-0.090-0.070,-0.119-0.075,-0.127-0.073,-0.123-0.064,-0.112-0.057,-1.405-0.565,0.887 0.329,0.018-0.023,0.679 0.193,-0.048-0.034,-0.089-0.029,-0.107-0.026,-0.109-0.018,-0.101-0.014,3.057 1.225</inkml:trace>
</inkml:ink>
</file>

<file path=ppt/ink/ink5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1628.000 988.000,'0.018'0.018,"0.026"0.026,0.030 0.030,0.030 0.030,0.025 0.025,0.023 0.023,0.017 0.017,0.014 0.014,0.010 0.010,0.006 0.006,0.004 0.004,0.002 0.002,0.001 0.001,0.000 0.000,-0.001-0.001,-0.045-0.045,0.052 0.052,0.241 0.261,0.171 0.202,0.167 0.204,0.153 0.191,0.134 0.168,0.110 0.144,0.089 0.115,-0.151-0.095,0.582 0.807,0.110 0.151,0.066 0.059,0.037-0.001,0.014-0.039,-0.001-0.056,-0.300-0.430,0.009-0.077,0.017-0.070,0.023-0.064,0.025-0.053,0.025-0.045,0.340 0.311,-0.091-0.124,-0.157-0.203,-0.184-0.232,-0.183-0.229,-0.166-0.208,-0.419-0.354,0.152 0.000,-0.163-0.159,-0.161-0.132,-0.143-0.101,-0.123-0.076,-0.099-0.053,-0.075-0.034,-0.056-0.021,-0.037-0.009,-0.024-0.003,-0.014 0.002,-0.006 0.004,-0.001 0.007,0.003 0.006,0.004 0.006,0.005 0.005,0.005 0.004,0.004 0.004,0.005 0.002,0.003 0.002,0.102 0.001,0.053 0.000,0.040 0.001,0.029 0.000,0.021 0.001,-0.059-0.081,0.537-0.367,0.253-0.316,0.197-0.293,0.145-0.258,0.103-0.214,0.102-0.174,-0.143 0.109,-0.193 0.193,-0.210 0.227,-0.201 0.226,-0.179 0.209,-0.148 0.178,0.238-0.244,0.202-0.216,0.112-0.131,0.041-0.067,-0.005-0.020,-0.038 0.013,-0.009 0.002,-0.123 0.136,-0.131 0.157,-0.130 0.158,-0.117 0.148,-0.101 0.130,-0.083 0.109,-0.065 0.091,-0.068 0.089,-0.055 0.072,-0.043 0.055,-0.031 0.041,-0.022 0.029,-0.014 0.018,-0.009 0.011,-0.004 0.005,0.000 0.001,-0.000-0.002,0.003-0.003,0.354 0.279,0.339 0.290,0.304 0.278,0.255 0.249,0.209 0.212,0.162 0.172,0.635 0.399,0.402 0.199,0.258 0.083,0.145 0.005,0.064-0.045,0.008-0.073,-0.028-0.085,-0.176-0.239,-0.109-0.235,-0.116-0.249,-0.115-0.240,-0.101-0.217,-0.088-0.185,-1.500-0.388,1.830 0.269,-0.058-0.103,-0.194-0.097,-0.262-0.083,-0.286-0.071,-0.276-0.055,0.233-0.114,0.039-0.142,-0.025-0.144,-0.057-0.131,-0.076-0.115,-0.078-0.091,-0.073-0.071,-0.065-0.053,-0.052-0.036,-0.042-0.023,-0.030-0.014,1.002-0.351,0.771-0.226,0.543-0.118,0.358-0.041,0.214 0.008,0.105 0.038,-0.571 0.243,-0.307 0.143,-0.372 0.156,-0.386 0.153,-0.368 0.140,-0.331 0.123,-0.284 0.102,-0.235 0.081,-1.035 0.244,0.599-0.094,-0.098 0.050,0.273 0.047,-0.126 0.117,-0.106 0.108,-0.083 0.093,-0.063 0.076,-0.494-0.103,0.378 0.140,-0.018 0.044,-0.019 0.039,-0.019 0.035,-0.018 0.030,-0.015 0.023,-0.501-0.266,0.783 0.405,0.186 0.115,0.145 0.105,0.110 0.091,0.078 0.077,0.055 0.059,0.032 0.045,-1.051-0.650,1.195 0.720,0.047-0.025,-0.009-0.080,-0.044-0.106,-0.062-0.118,-0.070-0.116,-0.071-0.104,-0.063-0.093,-0.080-0.085,-0.166-0.099,-0.175-0.088,-0.165-0.075,-0.147-0.061,-0.124-0.046,-0.426-0.079,0.978-0.360,0.404-0.306,0.342-0.266,0.278-0.220,0.217-0.174,0.160-0.133,0.114-0.096,0.076-0.065,-1.163 0.655,0.026 0.002,1.627-0.757,0.021 0.162,-0.055 0.207,-0.098 0.217,-0.112 0.205,-0.114 0.177,-0.327 0.241,-0.147 0.203,-0.137 0.191,-0.122 0.171,-0.100 0.143,-0.082 0.115,-0.377 0.057,0.635 0.272,0.157 0.147,0.121 0.110,0.090 0.079,0.062 0.053,0.041 0.033,0.306 0.088,0.065-0.027,0.055-0.043,0.043-0.049,0.031-0.049,-2.121-0.625,2.294 0.529,-0.007-0.061,-0.081-0.050,-0.120-0.039,-0.132-0.028,-0.126-0.019,-0.213-0.097,0.188-0.040,0.252-0.041,0.273-0.038,0.269-0.034,0.244-0.028,0.429-0.069,0.041-0.129,-0.037-0.138,-0.080-0.131,-0.100-0.117,-0.103-0.099,-0.216-0.149,0.152-0.211,0.209-0.221,0.227-0.213,0.224-0.192,0.204-0.164,-4.021 1.149,4.078-1.035,0.166 0.098,0.028 0.144,-0.063 0.163,-0.120 0.169,-0.151 0.159,-0.874 0.189,0.334 0.063,-0.440 0.105,-0.471 0.087,-0.463 0.065,-0.427 0.050,-0.377 0.034,-1.765-0.002,1.757 0.093,-0.235 0.104,-0.239 0.109,-0.222 0.104,-0.195 0.090,-0.161 0.078,-0.128 0.061,-0.098 0.048,-0.071 0.034,-0.047 0.024,-0.029 0.015,-0.017 0.009,1.652 0.636,0.910 0.259,0.392 0.019,0.040-0.128,-0.181-0.211,-0.301-0.241,-0.415-0.282,-0.150-0.196,-0.101-0.173,-0.061-0.143,-0.033-0.114,-0.011-0.089,0.182-0.082,-0.081-0.074,-0.098-0.057,-0.097-0.042,-0.089-0.027,-0.076-0.019,-0.062-0.009,-0.047-0.004,-0.035-0.001,-0.024 0.002,-0.015 0.004,0.345 0.028,0.114 0.025,-0.116 0.027,-0.250 0.026,-0.316 0.024,-0.333 0.021,-0.318 0.016,-0.278 0.014,-0.239 0.010,-0.190 0.007,-0.147 0.005,-0.107 0.002,-0.074 0.002,-0.108 0.027</inkml:trace>
</inkml:ink>
</file>

<file path=ppt/ink/ink5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1780.000 941.000,'-0.012'0.012,"-0.020"0.020,-0.020 0.020,-0.021 0.021,-0.019 0.019,-0.016 0.016,-0.012 0.012,0.076-0.064,-0.064 0.116,-0.033 0.057,-0.098 0.240,-0.025 0.160,-0.010 0.147,-0.000 0.126,0.006 0.102,0.172-0.611,-0.114 0.677,0.011 0.121,0.010 0.088,0.007 0.063,0.006 0.041,0.005 0.023,0.000 0.132,0.024-0.050,0.026-0.069,0.027-0.076,0.023-0.075,0.021-0.068,0.017-0.059,0.056-0.027,0.078 0.163,0.086 0.207,0.090 0.224,0.083 0.222,0.076 0.204,0.141 0.275,0.139 0.144,0.140 0.103,0.131 0.073,0.116 0.045,0.098 0.026,0.079 0.011,-0.031-0.210,-0.014-0.157,-0.035-0.187,-0.047-0.194,-0.051-0.187,-0.052-0.168,0.180 0.161,0.263 0.165,0.152-0.038,0.137-0.060,0.114-0.067,0.091-0.068,0.069-0.061,0.050-0.051,-0.776-0.657,-0.032-0.060,0.655 0.370,-0.137-0.216,-0.156-0.216,-0.152-0.197,-0.138-0.168,-0.115-0.134,-0.192-0.123,-0.053-0.063,-0.035-0.046,-0.021-0.029,-0.010-0.018,-0.002-0.008,-0.349-0.056,0.596 0.043,0.173-0.001,0.157 0.001,0.138 0.004,0.113 0.004,0.088 0.005,0.068 0.004,-0.706-0.082,0.068-0.038,0.048-0.042,1.112-0.171,-0.091-0.114,-0.182-0.085,-0.225-0.061,-0.233-0.040,-0.217-0.025,-0.172 0.006,-0.065-0.007,-0.023 0.000,0.007 0.002,0.023 0.003,0.034 0.004,0.058-0.003,0.034 0.004,0.031 0.005,0.023 0.004,0.021 0.004,0.013 0.002,0.011 0.003,0.006 0.002,-1.213 0.404,0.745-0.291,0.000-0.059,0.357-0.338,-0.084-0.169,-0.112-0.161,-0.119-0.141,-0.118-0.121,-0.109-0.100,-0.675 1.165,0.669-1.556,-0.028-0.217,-0.029-0.145,-0.027-0.088,-0.024-0.045,-0.021-0.014,-0.437 1.429,0.349-1.462,-0.041-0.092,-0.037-0.073,-0.033-0.059,-0.027-0.042,-0.022-0.031,-0.016-0.021,-0.109 0.554,-0.035 0.107,-0.041 0.126,-0.070-0.551,-0.186-0.084,-0.196-0.138,-0.188-0.161,-0.166-0.164,-0.141-0.153,-0.112-0.088,-0.002 0.303,0.042 0.389,0.062 0.406,0.070 0.380,0.068 0.332,0.061 0.341,0.004 0.208,-0.013 0.164,-0.019 0.123,-0.024 0.088,-0.025 0.059,-0.023 0.036,-0.020 0.018,-0.016 0.007,-0.014-0.002,-0.011-0.007,-0.006-0.009,-1.601-0.457,-1.045-0.267,-0.586-0.108,-0.249 0.000,-0.010 0.073,0.143 0.113,0.234 0.134,0.276 0.134,0.536 0.199,-0.845-0.072,0.207 0.122,0.309 0.124,0.347 0.111,0.344 0.098,0.318 0.079,0.139 0.064,0.005 0.046,-0.077 0.033,-0.119 0.023,-0.138 0.014,-0.140 0.007,-0.129 0.002,1.648-0.017,-1.716 0.027,0.145 0.017,0.277 0.019,0.342 0.018,0.355 0.018,0.342 0.016,1.085-0.101,-0.919 0.116,0.190 0.010,0.184 0.007,0.167 0.005,0.142 0.004,0.115 0.001,-0.130 0.480</inkml:trace>
</inkml:ink>
</file>

<file path=ppt/ink/ink5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1722.000 1008.000,'0.005'0.000,"0.007"0.000,0.007 0.000,0.009 0.000,0.007 0.000,0.005 0.000,0.005 0.000,0.003 0.000,0.003 0.000,0.002 0.000,-0.000 0.000,0.001 0.000,0.000 0.000,0.001 0.000,-0.001 0.000,-0.001 0.000,0.001 0.000,-0.001 0.000,0.000 0.000,0.017 0.000,0.044 0.000,0.250 0.000,0.337 0.000,0.373 0.000,0.372 0.000,0.340 0.000,0.298 0.000,0.246 0.000,0.755 0.084,0.390 0.044,0.229 0.017,0.108-0.002,0.029-0.012,-0.027-0.020,-1.734-0.056,-0.069-0.005,0.228-0.002,-0.125-0.008,0.581 0.001,-0.380-0.012,-0.389-0.012,-0.368-0.007,-0.324-0.006,-0.274-0.004,0.389-0.036</inkml:trace>
</inkml:ink>
</file>

<file path=ppt/ink/ink5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1547.000 1100.000,'-0.231'-0.158,"-0.142"-0.100,-0.074-0.055,-0.025-0.023,0.009 0.000,0.029 0.013,0.040 0.023,0.297 0.229,-0.813-0.511,-0.268-0.141,-0.141-0.065,-0.046-0.011,0.017 0.025,0.058 0.046,1.020 0.581,-1.399-0.542,-0.250 0.072,-0.215 0.067,-0.178 0.061,-0.139 0.049,-0.104 0.039,-0.234 0.005,-0.217 0.014,-0.090 0.037,-0.003 0.047,0.055 0.052,0.088 0.050,0.104 0.047,0.149 0.039,0.299 0.035,0.319 0.028,0.308 0.022,0.280 0.016,0.240 0.010,0.965 0.000,-2.267 0.022,-0.538 0.023,-0.174 0.025,0.071 0.022,0.216 0.021,0.292 0.016,2.142-0.096,-3.116 0.466,-0.589 0.299,-0.338 0.260,-0.150 0.214,-0.021 0.170,0.064 0.128,0.113 0.093,0.364-0.034,0.257-0.018,0.268-0.043,0.258-0.055,0.231-0.059,0.201-0.060,0.025 0.052,0.067 0.042,0.027 0.066,-0.005 0.074,-0.023 0.076,-0.033 0.068,-0.007 0.191,0.172 0.151,0.210 0.151,0.215 0.139,0.203 0.121,0.180 0.101,0.265-0.035,0.206 0.024,0.195 0.008,0.170-0.004,0.146-0.012,0.116-0.015,0.066 0.209,0.150-0.086,0.136-0.102,0.114-0.101,0.090-0.092,0.069-0.078,0.347-0.047,0.330 0.138,0.314 0.068,0.282 0.020,0.241-0.013,0.199-0.034,0.157-0.046,-0.357-0.766,0.551 0.464,0.299 0.134,1.369 0.984,0.385-0.088,0.249-0.206,0.146-0.270,0.065-0.292,0.011-0.286,-0.025-0.264,-0.141-0.305,0.072-0.210,0.097-0.182,0.107-0.151,0.106-0.122,0.100-0.093,0.885-0.014,0.196-0.120,0.163-0.107,0.132-0.090,0.099-0.071,0.071-0.055,0.049-0.039,0.031-0.027,0.016-0.016,0.007-0.010,0.000-0.003,-0.004-0.001,2.909-0.378,1.686-0.339,0.662-0.292,-0.035-0.240,-0.469-0.187,-0.704-0.141,-8.336 1.076,7.781-1.477,-0.527-0.202,-0.890-0.053,-1.065 0.045,-1.104 0.107,-1.056 0.142,-0.650-0.185,-0.767-0.210,-0.573-0.279,-0.407-0.302,-0.270-0.292,-0.163-0.262,-0.082-0.225,-0.307 0.229,-0.232 0.169,-0.249 0.245,-0.243 0.275,-0.221 0.277,-0.193 0.260,-0.161 0.229,-0.383 0.720,0.048-2.525,-0.274-1.059,-0.313-0.722,-0.643-2.304,-0.488-0.162,-0.403 0.215,-0.320 0.432,-0.241 0.535,-0.173 0.559,1.571 3.839,-1.588-2.816,0.057 0.847,0.111 0.852,0.133 0.789,0.141 0.686,0.131 0.570,0.118 0.451,0.632 0.444,-0.004 0.139,-0.741 0.109,-0.004 0.183,0.022 0.113,0.037 0.058,0.043 0.022,0.042-0.004,0.039-0.017,1.488-0.137,-6.446 0.397</inkml:trace>
</inkml:ink>
</file>

<file path=ppt/ink/ink5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1614.000 1016.000,'0.017'-0.070,"0.029"-0.041,0.031-0.018,0.033-0.003,0.032 0.007,0.028 0.014,0.023 0.016,0.019 0.018,0.048 0.059,0.052 0.086,0.053 0.092,0.053 0.094,0.047 0.083,0.140 0.141,0.404 0.356,0.256 0.237,0.206 0.197,0.160 0.155,0.118 0.119,0.086 0.087,-1.025-0.904,1.619 1.460,0.078 0.054,-0.021-0.049,-0.080-0.109,-0.109-0.135,-0.116-0.140,-0.113-0.130,-0.314-0.292,0.130 0.062,0.496 0.277,0.073-0.069,0.021-0.112,-0.013-0.127,-0.032-0.129,-0.043-0.116,-1.062-0.565,0.704 0.217,-0.187-0.154,-0.223-0.147,-0.236-0.132,-0.225-0.112,-0.204-0.093,-0.761-0.149,0.751 0.039,0.001-0.099,0.031-0.086,0.047-0.071,0.055-0.058,0.055-0.042,0.504-0.331,0.293-0.274,0.171-0.228,0.084-0.178,0.022-0.132,-0.017-0.094,-0.038-0.061,-0.398 0.187,0.132-0.191,0.894-0.875,0.044-0.112,-0.047-0.004,-0.097 0.065,-0.120 0.100,-0.122 0.110,-1.061 1.021,0.976-0.863,-0.072 0.103,-0.154 0.167,-0.193 0.195,-0.205 0.199,-0.197 0.188,-0.104 0.105,-0.109 0.117,-0.107 0.116,-0.096 0.109,-0.082 0.094,-0.067 0.079,-0.774 0.540,0.897-0.405,0.075 0.184,0.075 0.184,0.068 0.170,0.058 0.147,0.047 0.118,-0.063 0.093,-0.051 0.087,-0.070 0.071,-0.074 0.058,-0.073 0.042,-0.064 0.030,-0.011 0.036,-0.078-0.035,-0.069-0.050,-0.060-0.053,-0.047-0.052,-0.036-0.045,-0.562-0.356,1.275 0.710,0.441 0.202,0.267 0.104,0.136 0.035,0.042-0.014,-0.020-0.042,0.015-0.037,-0.208-0.140,-0.235-0.149,-0.231-0.142,-0.209-0.126,-0.180-0.105,-0.082-0.097,0.096-0.056,0.151-0.042,0.179-0.027,0.179-0.020,0.171-0.009,0.298-0.010,0.128-0.023,0.088-0.023,0.059-0.021,0.036-0.018,0.016-0.014,-0.180-0.062,-0.029-0.085,-0.032-0.094,-0.033-0.094,-0.030-0.088,-0.026-0.075,-0.907 0.156,0.765-0.269,-0.106-0.044,-0.138-0.021,-0.148-0.003,-0.145 0.008,-0.132 0.015,-1.135 0.498,1.128-0.480,-0.169 0.094,-0.181 0.101,-0.173 0.097,-0.153 0.086,-0.130 0.072,-0.118 0.063,-0.029 0.037,-0.004 0.029,0.012 0.020,0.019 0.014,0.027 0.009,-0.410-0.011,0.592 0.044,0.122 0.042,0.103 0.046,0.085 0.044,0.064 0.039,0.049 0.035,0.043 0.038,-0.022 0.021,-0.041 0.016,-0.048 0.009,-0.047 0.006,-0.045 0.003,-0.403-0.134,0.651 0.306,0.262 0.164,0.264 0.162,0.244 0.150,0.211 0.128,0.174 0.104,0.137 0.082,-0.846-0.467,-0.005-0.049,0.937 0.305,-0.087-0.170,-0.128-0.172,-0.139-0.155,-0.136-0.134,-0.120-0.106,-0.205-0.126,-0.237-0.128,-0.235-0.115,-0.215-0.099,-0.181-0.079,-0.146-0.062,-0.493 0.109,0.398-0.556,0.011-0.265,0.021-0.194,0.025-0.134,0.026-0.085,0.024-0.049,0.023-0.019,0.028 0.018,0.032 0.044,0.197-0.056,0.136 0.104,0.141 0.107,0.129 0.099,0.112 0.087,0.091 0.070,4.676-1.892</inkml:trace>
</inkml:ink>
</file>

<file path=ppt/ink/ink5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1956.000 998.000,'0.000'0.008,"0.000"0.013,0.000 0.013,0.000 0.014,0.000 0.012,0.000 0.010,0.000 0.008,0.000 0.006,0.000 0.004,0.000 0.002,0.000 0.003,-0.015 0.140,-0.022 0.213,-0.026 0.237,-0.024 0.232,-0.021 0.206,-0.020 0.173,0.021-0.139,0.006 0.027,0.011 0.007,0.014-0.007,0.013-0.018,0.013-0.021,0.268 0.932,0.163 0.384,0.082 0.106,0.024-0.076,-0.014-0.180,-0.034-0.232,-0.048-0.243,0.390 1.342,0.282 0.761,0.198 0.348,0.128 0.065,0.073-0.115,0.035-0.217,-0.080-0.450,-0.123-0.503,-0.147-0.517,-0.151-0.483,-0.139-0.422,-0.123-0.350,-0.100-0.276,-0.106-0.259,-0.092-0.217,-0.081-0.179,-0.066-0.140,-0.053-0.106,-0.038-0.074,-0.029-0.051,-0.018-0.031,-0.011-0.015,-0.007-0.006,-0.001 0.002,0.000 0.005,0.002 0.009,0.010-0.079,0.157-0.220,0.142-0.193,0.144-0.182,0.135-0.162,0.119-0.138,0.100-0.110,0.092-0.110,0.083-0.103,0.068-0.089,0.054-0.075,0.042-0.059,0.032-0.046,-0.777 0.946,1.112-1.450,0.107-0.191,0.056-0.118,0.022-0.063,-0.002-0.025,-0.016 0.002,-0.207 0.302,-0.049 0.101,-0.047 0.108,-0.043 0.107,-0.037 0.096,-0.032 0.085,-0.190 0.259,-0.130 0.180,-0.146 0.189,-0.146 0.186,-0.136 0.169,-0.122 0.148,-0.041 0.163,-0.053 0.226,-0.023 0.214,-0.002 0.188,0.011 0.158,0.020 0.126,0.021 0.097,0.159 0.344,0.148 0.276,0.113 0.187,0.081 0.118,0.055 0.064,0.036 0.025,-0.603-0.911,0.950 1.520,0.077 0.148,0.019 0.042,-0.019-0.025,-0.039-0.064,-0.047-0.081,-0.036-0.092,0.016-0.026,0.028-0.009,0.035 0.003,0.035 0.010,-0.120-0.215,-0.153-0.262,-0.183-0.297,-0.184-0.295,-0.172-0.269,-0.147-0.231,-0.123-0.189,0.000-0.283,0.064-0.322,0.103-0.313,0.119-0.281,0.117-0.238,-0.450 0.610,0.835-1.128,0.287-0.370,0.223-0.277,0.168-0.200,0.119-0.134,0.080-0.082,-1.620 2.102,1.941-2.274,0.143-0.007,0.045 0.084,-0.018 0.137,-0.060 0.161,-0.083 0.165,-0.091 0.158,-0.124 0.173,-0.309 0.324,-0.331 0.329,-0.322 0.308,-0.289 0.272,-0.249 0.227,-0.203 0.181,-0.157 0.139,-0.119 0.102,-0.084 0.070,-0.055 0.045,-0.042-0.006,0.270 0.490,0.195 0.372,0.466 0.842,0.215 0.356,0.142 0.210,0.085 0.097,0.042 0.017,0.009-0.035,-0.820-1.360,1.133 1.745,0.023-0.061,-0.027-0.130,-0.056-0.164,-0.069-0.171,-0.072-0.161,-0.066-0.142,-0.686-0.905,-0.041-0.067,0.500 0.561,-0.169-0.269,-0.172-0.262,-0.155-0.230,-0.134-0.194,-0.108-0.153,-0.079-0.171,0.007-0.126,0.033-0.116,0.046-0.099,0.051-0.081,0.051-0.064,0.285-0.320,0.309-0.408,0.328-0.437,0.313-0.418,0.276-0.370,0.229-0.307,0.181-0.243,-0.641 0.721,0.460-0.428,-0.206 0.257,-0.269 0.312,-0.288 0.324,-0.278 0.303,-0.250 0.271,-0.213 0.226,-0.173 0.181,-0.174 0.175,-0.112 0.119,-0.091 0.097,-0.070 0.076,-0.052 0.057,-0.036 0.039,-0.132 0.009,0.332 0.181,0.216 0.251,0.224 0.273,0.210 0.263,0.183 0.233,0.153 0.198,-0.009-0.014,-0.031-0.063,-0.072-0.118,-0.090-0.143,-0.094-0.146,-0.090-0.138,-0.074-0.113,-0.160-0.163,-0.154-0.142,-0.137-0.119,-0.114-0.093,-0.090-0.068,-0.068-0.050,-0.047-0.031,-0.032-0.019,-0.019-0.010,-0.011-0.002,0.025-0.026,0.050-0.042,0.060-0.048,0.061-0.047,0.057-0.045,0.050-0.037,0.043-0.032,0.034-0.025,0.565-0.644,0.390-0.448,0.312-0.359,0.225-0.258,0.150-0.174,0.091-0.109,0.049-0.058,0.014-0.020,0.170-0.226,-0.232 0.187,-0.275 0.227,-0.276 0.230,-0.252 0.212,-0.215 0.183,-0.946 1.290,0.910-1.806,-0.043-0.465,-0.091-0.369,-0.110-0.283,-0.117-0.205,-0.110-0.139,-0.097-0.089,-0.150 0.484,-0.078 0.058,-0.091-0.326,-0.134 0.009,-0.131 0.001,-0.117-0.006,-0.103-0.006,-0.083-0.010,0.262 2.761,-0.446-2.871,-0.140 0.085,-0.115 0.202,-0.091 0.260,-0.068 0.278,-0.048 0.268,0.782 1.982,-1.069-2.184,-0.162 0.069,-0.132 0.095,-0.106 0.104,-0.077 0.098,-0.056 0.086,1.467 1.820,-1.166-1.245,-0.169-0.044,-0.831-0.559,-0.296-0.007,-0.240 0.027,-0.189 0.050,-0.139 0.057,-0.099 0.059,0.266 0.243,0.293 0.236,0.358 0.258,0.375 0.251,0.358 0.230,0.319 0.198,0.274 0.165,0.943 0.374,-0.053-0.020,-2.933-1.060,-1.002-0.297,-0.566-0.126,-0.248-0.009,-0.027 0.063,0.113 0.107,0.194 0.124,3.830 1.066,-3.531-0.820,-0.400-0.001,-1.656-0.214,-0.141 0.110,0.055 0.138,0.178 0.143,0.242 0.138,0.266 0.124,0.261 0.104,3.451 0.340,-1.689-0.096,-0.045 0.049,-2.416-0.026,0.067 0.092,0.188 0.072,0.245 0.053,0.257 0.037,0.241 0.024,0.742 0.028,0.235 0.036,0.210 0.035,0.177 0.033,0.143 0.030,0.111 0.025,0.082 0.020,0.057 0.015,1.459-0.068,-1.132 0.174,-0.010 0.102,-0.705 0.235,0.126 0.098,0.171 0.065,0.183 0.039,0.174 0.020,0.153 0.007,1.496-0.432,-0.517 0.125,0.075-0.025,-0.665 0.157,0.190-0.069,0.204-0.070,0.190-0.065,0.166-0.056,0.138-0.046,0.226-0.030,0.084 0.018,0.064 0.032,0.045 0.038,0.030 0.039,0.018 0.036,0.004 0.054,0.101 0.016,0.110 0.009,0.107 0.003,0.095-0.002,0.142-0.047,0.083-0.023,0.074-0.025,0.060-0.024,0.048-0.021,0.037-0.020,0.026-0.015,0.472-0.365,-0.489 0.780,0.028 0.480,0.052 0.500,0.064 0.470,0.066 0.418,0.063 0.350,0.055 0.283,0.047 0.217,0.146-2.176,-0.057 2.102,0.065-0.106,0.066-0.211,0.061-0.265,0.053-0.281,0.045-0.272,0.036-0.247,0.028-0.214,0.440 0.578,0.446 0.394,0.424 0.366,0.375 0.320,0.313 0.264,0.248 0.208,0.188 0.153,0.134 0.110,-2.264-3.513,2.251 3.421,-0.150-0.261,-0.251-0.393,-0.290-0.444,-0.292-0.437,-0.270-0.399,-0.233-0.340,-0.205-0.361,-0.122-0.264,-0.083-0.220,-0.052-0.177,-0.028-0.134,-0.012-0.098,0.000-0.067,0.007-0.043,-0.004-0.005,0.066 0.070,0.075 0.092,0.078 0.102,0.072 0.100,0.067 0.091,0.347 0.500,0.043 0.182,-0.052 0.062,-0.103-0.017,-0.126-0.064,-0.129-0.086,-0.172-0.190,-0.137-0.164,-0.125-0.166,-0.107-0.150,-0.086-0.130,-0.067-0.106,1.616 1.040</inkml:trace>
</inkml:ink>
</file>

<file path=ppt/ink/ink5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1930.000 1015.000,'0.000'0.013,"0.000"0.021,0.000 0.022,0.000 0.024,0.000 0.021,0.000 0.019,0.025 0.035,0.038 0.050,0.044 0.055,0.046 0.051,0.041 0.048,0.039 0.040,0.112 0.087,0.101 0.067,0.081 0.039,0.063 0.019,0.045 0.005,0.033-0.004,-0.522-0.484,1.010 0.664,0.259 0.060,0.179 0.034,0.115 0.015,0.065 0.004,0.029-0.005,0.094 0.005,0.287 0.088,0.324 0.105,0.321 0.104,0.295 0.098,0.348 0.072,0.208-0.007,0.155-0.035,0.111-0.050,0.071-0.053,0.043-0.052,-0.087-0.115,0.195-0.063,-0.026-0.126,-0.079-0.136,-0.109-0.130,-0.115-0.115,-0.113-0.099,0.998-0.079,0.912-0.061,0.785-0.045,0.642-0.032,0.504-0.019,0.376-0.013,0.087-0.029,0.004-0.036,-0.085-0.038,-0.139-0.037,-0.158-0.033,-0.161-0.029,-0.148-0.022,-0.131-0.018,-1.075-0.020,-0.200-0.045,0.498-0.051,-0.485 0.000,-0.510 0.017,-0.486 0.027,-0.432 0.030,-0.365 0.029,-3.371 0.093,2.609-0.056,-0.465 0.020,-0.471 0.019,-0.441 0.013,-0.392 0.011,-0.334 0.007,-0.231 0.007,-0.308 0.004,-0.245 0.002,-0.187 0.001,-0.135 0.000,-0.092-0.002,-0.057 0.000,-0.032-0.001,-0.012-0.002,-0.001 0.000,0.008-0.001,0.011-0.001,0.115-0.002</inkml:trace>
</inkml:ink>
</file>

<file path=ppt/ink/ink5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1793.000 890.000,'-0.764'-0.228,"-0.584"-0.153,-0.423-0.092,-0.293-0.048,-0.185-0.014,-0.103 0.009,-0.043 0.021,0.328 0.122,-0.760-0.043,-0.053 0.078,0.004 0.077,0.041 0.069,0.060 0.059,1.675 0.096,-2.102-0.031,-0.236 0.034,-0.142 0.025,-0.068 0.018,-0.019 0.010,0.015 0.007,0.199 0.001,0.110 0.001,0.120-0.002,0.117-0.001,0.109-0.003,0.092-0.002,-0.015 0.147,-0.220 0.233,-0.281 0.273,-0.302 0.281,-0.297 0.266,-0.269 0.238,-0.236 0.203,1.686-0.598,-0.508 0.208,0.004 0.016,-1.327 0.551,0.264-0.060,0.346-0.093,0.373-0.110,0.363-0.113,0.331-0.104,0.283-0.093,1.652-0.754,-1.332 0.683,0.238-0.086,0.270-0.122,0.271-0.135,0.253-0.133,0.223-0.125,0.681-0.340,-0.673 0.476,-0.065 0.160,-0.089 0.174,-0.098 0.167,-0.097 0.154,-0.089 0.134,-0.078 0.111,0.598-0.582,-0.184 0.212,0.018 0.021,-0.684 0.760,-0.053 0.057,-0.051 0.027,-0.045 0.008,-0.038-0.006,-0.031-0.013,0.162-0.186,0.161-0.174,0.190-0.194,0.192-0.192,0.180-0.173,0.156-0.151,0.104-0.028,0.111 0.004,0.085 0.043,0.060 0.065,0.041 0.071,0.026 0.071,0.059-0.007,0.045 0.015,0.044 0.001,0.041-0.008,0.035-0.011,0.030-0.014,0.314-0.991,-0.355 1.248,-0.001 0.160,0.020 0.102,0.033 0.056,0.036 0.025,0.038 0.002,0.068 0.088,0.097 0.039,0.098 0.040,0.093 0.038,0.081 0.035,0.066 0.028,0.063-0.176,0.080-0.077,0.079-0.089,0.073-0.094,0.063-0.087,0.052-0.079,0.041-0.065,-0.511-1.145,0.431 0.826,0.043 0.065,0.583 0.913,0.243 0.178,0.227 0.128,0.196 0.087,0.161 0.052,0.125 0.028,-0.217-0.334,-0.132-0.206,-0.191-0.256,-0.218-0.270,-0.215-0.260,-0.201-0.232,-0.175-0.199,-0.099-0.173,0.006-0.041,0.103-0.012,0.072-0.037,0.140 0.018,0.159 0.043,0.161 0.054,0.150 0.058,0.133 0.058,-0.849-0.426,1.691 0.678,0.515 0.144,0.386 0.095,0.276 0.056,0.185 0.027,0.112 0.005,-3.081-1.066,4.232 1.358,0.161-0.030,-0.075-0.098,-0.216-0.133,-0.282-0.142,-0.300-0.137,-0.371-0.134,-0.382-0.124,-0.358-0.106,-0.312-0.086,-0.258-0.066,-0.204-0.049,-0.106-0.016,0.200 0.060,0.282 0.080,0.312 0.088,0.309 0.086,0.285 0.079,-0.079-0.024,-0.119-0.039,-0.207-0.068,-0.249-0.077,-0.260-0.082,-0.248-0.076,-0.225-0.069,-1.888-0.392,2.665 0.326,0.394-0.095,0.294-0.086,0.206-0.073,0.138-0.059,0.081-0.046,-0.161-0.033,-0.077-0.023,-0.106-0.014,-0.113-0.009,-0.108-0.004,-0.099-0.001,-0.015 0.014,-0.144 0.024,-0.142 0.026,-0.127 0.028,-0.107 0.024,-0.088 0.021,-2.431-0.095,2.274 0.089,-0.061-0.007,-0.121-0.013,-0.149-0.014,-0.158-0.016,-0.150-0.014,-1.760-0.041,1.698-0.082,0.014-0.094,0.010-0.078,0.005-0.064,0.003-0.050,-0.001-0.036,-0.001-0.026,-0.128 0.006,-0.063-0.000,-0.072 0.004,-0.074 0.009,-0.069 0.009,-0.063 0.012,0.141-0.056,-0.024-0.025,-0.015-0.034,-0.005-0.032,-0.001-0.032,0.004-0.029,0.021-0.057,-0.062-0.040,-0.074-0.036,-0.074-0.032,-0.069-0.026,-0.058-0.019,-0.922 0.473,0.866-0.705,-0.092-0.086,-0.137-0.019,-0.152 0.024,-0.153 0.052,-0.139 0.063,-0.468 0.596,0.329-0.671,-0.047-0.093,-0.046-0.062,-0.041-0.036,-0.038-0.019,-0.030-0.004,0.048-0.160,-0.021 0.051,-0.045 0.123,-0.057 0.161,-0.062 0.172,-0.059 0.168,0.096-0.782</inkml:trace>
</inkml:ink>
</file>

<file path=ppt/ink/ink5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1944.000 1049.000,'0.000'0.050,"0.000"0.078,0.000 0.092,0.000 0.093,0.000 0.090,0.000 0.080,0.000 0.067,0.035-0.276,0.484 0.985,0.421 0.448,0.382 0.369,0.326 0.286,0.265 0.214,-0.825-1.121,0.750 0.980,-0.070-0.113,-0.127-0.181,-0.152-0.213,-0.158-0.216,-0.150-0.204,-0.004-0.112,-0.038-0.184,-0.035-0.188,-0.029-0.176,-0.025-0.154,-0.019-0.130,-0.015-0.103,-0.128-0.116,-0.093-0.082,-0.103-0.072,-0.105-0.059,-0.096-0.049,-0.086-0.036,-0.133-0.021,1.184 0.100,0.456 0.036,0.246 0.024,0.096 0.013,-0.004 0.005,-0.065 0.000,0.365-0.084,0.211-0.131,0.116-0.149,0.045-0.145,0.002-0.132,-0.179-0.088,0.074-0.124,0.092-0.114,0.098-0.101,0.093-0.087,0.083-0.068,0.073-0.053,0.302-0.147,0.063-0.069,0.041-0.060,0.027-0.051,0.013-0.039,0.007-0.029,-3.015 1.193,2.975-1.160,-0.182 0.061,-0.313 0.101,-0.368 0.116,-0.376 0.117,-0.309 0.112,-0.389 0.164,-0.337 0.154,-0.278 0.134,-0.216 0.110,-0.161 0.087,-0.113 0.065,-0.051 0.149,0.085 0.166,0.126 0.183,0.142 0.180,0.142 0.164,0.135 0.145,0.220 0.166,0.103 0.063,0.077 0.025,0.052 0.001,0.034-0.015,0.018-0.023,0.105 0.003,-0.031-0.081,-0.045-0.085,-0.048-0.080,-0.046-0.072,-0.042-0.058,-0.248-0.119,-0.127-0.064,-0.137-0.062,-0.130-0.053,-0.118-0.047,-0.101-0.036,-0.547-0.186,2.152 0.314,0.826 0.034,0.439-0.009,0.161-0.036,-0.024-0.050,-0.142-0.056,-0.203-0.054,-2.729-0.159,3.254 0.044,0.318-0.127,0.148-0.132,0.029-0.126,-0.049-0.114,-0.098-0.097,-0.118-0.079,-0.125-0.063,-0.076-0.075,-0.461 0.000,-0.493 0.020,-0.472 0.029,-0.419 0.034,-0.352 0.034,1.970-1.347</inkml:trace>
</inkml:ink>
</file>

<file path=ppt/ink/ink5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1678.000 1084.000,'0.012'0.000,"0.020"0.000,0.020 0.000,0.021 0.000,0.019 0.000,0.016 0.000,0.012 0.000,0.123 0.011,0.209 0.019,0.243 0.021,0.248 0.022,0.234 0.020,0.210 0.019,-1.077-0.086,1.791 0.180,0.525 0.063,0.406 0.046,0.299 0.032,0.210 0.021,0.136 0.010,-2.872-0.295,4.006 0.403,0.603 0.032,0.442 0.007,0.305-0.008,0.196-0.021,0.112-0.023,-5.159-0.378,6.722 0.462,0.275-0.015,-0.084-0.043,-0.294-0.056,-0.393-0.057,-0.420-0.055,-0.454-0.075,0.222-0.055,0.358-0.050,0.416-0.044,0.418-0.035,0.389-0.028,-0.134-0.021,-0.450-0.016,-0.615-0.009,-0.669-0.006,-0.650-0.004,-0.588-0.001,-0.552 0.000,-0.831 0.002,-0.779 0.001,-0.683 0.002,-0.565 0.002,0.910-0.002</inkml:trace>
</inkml:ink>
</file>

<file path=ppt/ink/ink5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1663.000 1080.000,'0.000'-0.029,"0.000"-0.045,0.000-0.052,0.000-0.052,0.000-0.047,0.000-0.043,0.000-0.034,0.000-0.028,0.100 0.029,0.156 0.066,0.178 0.080,0.178 0.087,0.165 0.081,0.144 0.072,0.118 0.062,0.017 0.062,0.124 0.090,0.125 0.095,0.116 0.090,0.105 0.083,0.088 0.073,-0.895-0.354,1.232 0.542,0.016 0.070,-0.074 0.040,-0.124 0.019,-0.149 0.002,-0.153-0.007,-0.748-0.465,1.372 1.014,1.083 0.761,0.519 0.292,0.344 0.125,0.204 0.007,0.098-0.070,0.023-0.119,-3.425-1.967,3.985 1.930,0.319-0.188,0.249-0.234,0.185-0.247,0.132-0.238,0.088-0.217,-4.661-1.070,6.019 0.787,0.198-0.401,-0.113-0.384,-0.292-0.342,-0.380-0.290,-0.401-0.231,-0.737-0.108,-0.592-0.063,-0.575-0.019,-0.521 0.011,-0.446 0.028,-0.363 0.037,-2.367 0.548,1.034-0.282,5.508-1.547,1.604-0.444,0.808-0.182,0.251-0.004,-0.113 0.105,-0.330 0.164,-0.641 0.225,-0.962 0.285,-1.001 0.283,-0.941 0.253,-0.822 0.217,-0.353 0.231,-0.009 0.151,-0.112 0.155,-0.174 0.150,-0.201 0.135,-0.205 0.117,-0.193 0.095,0.434 0.197,0.010 0.229,0.058 0.224,0.081 0.201,0.088 0.169,0.084 0.135,-2.824-0.691,3.004 0.600,0.261-0.056,0.068-0.103,-0.066-0.125,-0.145-0.132,-0.189-0.127,0.137-0.091,-0.422-0.118,-0.431-0.093,-0.402-0.073,-0.351-0.052,-0.289-0.034,-2.371-0.006,2.954-0.110,0.869-0.153,0.922-0.167,0.886-0.163,0.789-0.147,0.670-0.127,0.160-0.076,-0.171-0.039,-0.367-0.013,-0.460 0.004,-0.483 0.015,-0.460 0.021,-0.193 0.023,-0.650 0.133,-0.604 0.143,-0.525 0.138,-0.427 0.120,-0.332 0.102,-0.243 0.078,-0.169 0.060,-0.108 0.041,-0.061 0.027,-0.030 0.017,-0.775 0.038,2.523-0.040,0.741-0.030,0.414-0.037,0.178-0.039,0.018-0.037,-0.082-0.033,-0.358-0.021,-0.768 0.001,-0.841 0.010,-0.811 0.015,-0.719 0.015,-0.602 0.016,-0.576-0.424</inkml:trace>
</inkml:ink>
</file>

<file path=ppt/ink/ink5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1739.000 1174.000,'0.035'0.024,"0.055"0.035,0.061 0.042,0.061 0.040,0.055 0.037,0.048 0.033,0.039 0.024,0.292 0.233,0.438 0.349,0.489 0.393,0.485 0.387,0.441 0.355,-0.992-0.791,0.051 0.011,1.484 0.982,0.123-0.037,0.044-0.084,-0.007-0.106,-0.040-0.110,-0.794-0.546,0.554 0.144,0.031-0.129,0.014-0.128,-0.001-0.116,-0.009-0.102,-0.015-0.086,-2.325-0.682,2.861 0.601,0.032-0.113,-0.131-0.104,-0.223-0.089,-0.264-0.072,-0.269-0.059,-0.250-0.041,-0.220-0.031,-0.183-0.021,-0.144-0.011,-0.111-0.007,-0.079-0.001,1.437-0.038,0.837-0.044,0.358-0.053,0.027-0.051,-0.190-0.048,-0.314-0.043,-3.004 0.021,1.970-0.376,2.345-0.963,0.449-0.572,0.176-0.426,-0.015-0.302,-0.140-0.200,-0.217-0.120,-3.067 1.682,3.543-2.049,-0.044 0.148,-0.138 0.291,-0.189 0.357,-0.208 0.377,-0.203 0.359,-0.187 0.322,-0.995 0.504,-0.510 0.290,-0.013 0.167,1.656 0.176,-0.268 0.440,-0.352 0.392,-0.375 0.326,-0.356 0.262,-0.317 0.199,-0.415 0.009,-0.140 0.039,-0.084 0.001,-0.045-0.020,-0.014-0.035,0.005-0.039,0.330 0.011,0.073-0.144,0.069-0.153,0.062-0.145,0.052-0.127,0.041-0.105,-1.405-0.281,1.183 0.056,0.023-0.091,-0.066-0.086,-0.117-0.077,-0.146-0.066,-0.154-0.055,-1.420 0.003,2.745-0.306,0.729-0.146,0.618-0.089,0.499-0.047,0.383-0.018,0.282 0.003,-0.355 0.116,-0.047 0.111,-0.106 0.128,-0.135 0.129,-0.144 0.119,-0.138 0.105,-0.061 0.108,-0.503 0.089,-0.541 0.069,-0.520 0.051,-0.464 0.038,-0.392 0.024,-0.314 0.016,-1.143-0.163,0.031 0.031,0.350 0.126,0.100 0.095,1.147 0.418,0.029 0.081,-0.063 0.021,-0.117-0.017,-0.142-0.041,-0.146-0.050,-0.180-0.155,0.186-0.026,0.124-0.042,0.749 0.055,0.140-0.103,0.093-0.103,0.056-0.098,0.029-0.085,0.010-0.071,1.157-0.193,0.357-0.184,-0.005-0.151,-0.221-0.117,-0.334-0.086,-0.372-0.061,-0.671 0.034,-0.397 0.038,-0.364 0.055,-0.316 0.061,-0.259 0.062,-0.205 0.056,-0.082 0.043,-0.190 0.044,-0.158 0.034,-0.128 0.023,-0.096 0.017,-0.070 0.011,-0.047 0.006,-0.029 0.002,-0.015 0.000,-0.006-0.001,-0.001-0.001,1.122 0.145,0.792 0.095,0.417 0.054,0.144 0.024,-0.043 0.003,-0.163-0.012,-0.229-0.020,-2.794-0.241,3.265 0.197,0.028-0.040,-0.212-0.042,-0.357-0.039,-0.425-0.035,-0.441-0.029,-2.083-0.055,1.382 0.077,-0.126 0.015,0.247 0.052,-0.201 0.017,-0.191 0.014,-0.168 0.008,-0.141 0.006,-0.039-0.005,-0.036-0.024,-0.002-0.028,0.018-0.030,0.030-0.028,0.036-0.025,-1.059-0.054,1.478 0.051,0.300 0.023,0.193 0.030,0.109 0.037,0.047 0.034,0.003 0.034,-1.342-0.105,2.382 0.372,0.770 0.163,0.696 0.130,0.602 0.101,0.493 0.072,0.390 0.049,-5.091-0.804,6.168 0.753,0.142-0.144,-0.248-0.172,-0.473-0.178,-0.576-0.169,-0.596-0.146,-0.563-0.125,-0.495-0.098,-0.417-0.075,-0.333-0.055,-0.254-0.038,-0.186-0.023,-0.376 0.006,-0.466 0.024,-0.487 0.036,-0.461 0.037,-0.408 0.037,-0.344 0.034,-0.263 0.025,-0.257 0.027,-0.191 0.020,-0.133 0.014,-0.085 0.009,-0.051 0.007,-0.024 0.002,-0.006 0.002,0.004 0.000,0.012-0.001,0.014-0.002,0.015 0.000,0.013-0.002,0.012-0.001,0.009-0.001,0.007-0.001,0.006-0.001,0.003 0.001,0.003-0.001,0.001 0.000,0.001-0.001,-0.001 0.001,0.001 0.000,-0.001 0.000,0.000-0.001,-0.001 0.001,-0.000 0.000,0.000 0.000,-0.001 0.000,0.000 0.000,0.000 0.000,0.000 0.000,-0.000 0.000,0.000 0.000,0.000 0.000,0.000 0.000,-0.001 0.000,0.001 0.000,0.000 0.000,0.000 0.000,0.000 0.000,-0.000 0.000,0.000 0.000,0.000 0.000,-0.001 0.000,0.001 0.000,0.000 0.000,0.000 0.000,0.000 0.000,0.000 0.000,0.000 0.000,-0.001 0.000,0.001 0.000,0.000 0.000,0.000 0.000,0.000 0.000,0.000 0.000,0.000 0.000,0.000 0.000,-0.001 0.000,0.001 0.000,-0.000 0.000,0.000 0.000,0.028 0.000,0.043 0.000,0.048 0.000,0.046 0.000,0.042 0.000,0.035 0.000,0.868 0.000</inkml:trace>
</inkml:ink>
</file>

<file path=ppt/ink/ink5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1804.000 1320.000,'1.305'0.000,"1.018"0.000,0.757 0.000,0.534 0.000,0.349 0.000,0.208 0.000,0.104 0.000,0.736-0.069,0.221-0.104,-0.056-0.119,-0.222-0.115,-0.303-0.104,-2.973 0.307,2.263-0.442,-0.342-0.114,-0.373-0.090,-0.366-0.068,-0.334-0.051,-0.290-0.034,-0.305-0.120,-0.201-0.219,-0.162-0.246,-0.125-0.249,-0.092-0.233,-0.065-0.206,-0.042-0.174,-0.023-0.328,-0.134-0.125,-0.143-0.086,-0.139-0.055,-0.123-0.031,-0.106-0.014,-0.143 0.116,-0.158 0.190,-0.154 0.219,-0.137 0.221,-0.119 0.206,-0.097 0.179,-0.075 0.148,-0.055 0.118,-0.040 0.089,-0.026 0.064,-0.015 0.043,-0.008 0.027,-0.070 0.211,-0.086 0.161,-0.072 0.182,-0.057 0.181,-0.045 0.168,-0.032 0.150,0.459 0.265,-0.609-0.067,-0.041 0.142,0.003 0.128,0.034 0.108,0.047 0.090,0.056 0.071,0.057 0.052,-0.023 0.157,-0.038 0.187,-0.057 0.203,-0.068 0.198,-0.067 0.178,-0.064 0.154,-0.076 0.209,0.079 0.018,0.108-0.030,0.121-0.057,0.114-0.068,0.256-0.332,-0.417 1.009,-0.434 1.204,-0.029 0.304,0.087 0.056,0.152-0.107,0.182-0.202,0.189-0.248,0.638-2.566,-0.540 2.900,0.115 0.116,0.111 0.056,0.096 0.012,0.083-0.014,0.064-0.030,0.050-0.039,0.037-0.038,0.024-0.038,0.049-0.289,0.052-0.024,0.053-0.015,0.053-0.005,0.047 0.000,0.041 0.003,0.034 0.006,-0.033-0.391,-0.006 0.087,-0.050-0.658,-0.009 0.120,0.051 1.791,-0.031-0.074,-0.028-0.241,-0.027-0.328,-0.023-0.361,-0.020-0.356,-0.027-0.345,-0.033-0.444,-0.032-0.414,-0.028-0.362,-0.026-0.300,-0.019-0.238,-0.592 0.911,-0.420 0.496,-0.288 0.227,-0.179 0.046,-0.100-0.068,-0.041-0.131,0.207-0.370,0.173-0.286,0.201-0.297,0.207-0.276,0.190-0.246,0.168-0.204,0.139-0.164,0.111-0.125,0.083-0.091,0.061-0.062,0.042-0.039,0.024-0.022,-1.174 0.895</inkml:trace>
</inkml:ink>
</file>

<file path=ppt/ink/ink5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114.000 240.000,'0.000'-0.015,"0.000"-0.023,0.000-0.026,0.000-0.028,0.000-0.024,0.000 0.065,0.000 0.074,0.000 0.079,0.030 0.166,0.048 0.120,0.058 0.105,0.060 0.084,-0.025-0.142,0.052 0.067,0.396 0.667,0.439 0.440,0.451 0.350,0.443 0.303,0.401 0.249,-1.389-1.527,1.919 1.666,0.275 0.036,0.339 0.063,0.072-0.145,-0.001-0.181,-0.047-0.186,-2.844-1.813,2.304 1.270,0.266-0.034,1.798 0.518,0.413-0.169,0.277-0.191,0.167-0.189,-2.649-0.818,0.097-0.081,2.291 0.254,-0.291-0.221,-0.492-0.198,-0.584-0.168,-0.600-0.137,2.070-0.254,-1.011-0.117,0.632-0.120,3.760-0.377,0.374-0.195,-0.091-0.137,-0.374-0.091,-5.556 0.619,2.886-0.400,0.283-0.092,3.991-0.647,-0.233-0.031,-0.591 0.048,-0.756 0.093,-0.794 0.112,-0.969 0.170,-0.549 0.121,-0.434 0.110,-0.330 0.095,-0.235 0.078,-4.588 0.605,5.693-0.606,1.383-0.011,1.385 0.001,0.107 0.100,-0.335 0.124,-0.602 0.129,-0.732 0.123,-0.770 0.113,1.388 0.454,-0.320 0.246,0.029 0.185,-0.206 0.117,-0.346 0.065,-0.422 0.023,-0.468-0.078,0.239 0.013,2.503 0.232,-0.078-0.088,-0.279-0.115,-0.384-0.122,-5.465-0.487,6.547 0.307,0.007-0.139,-0.378-0.123,-0.579-0.102,-0.651-0.080,-3.614-0.077,3.663-0.009,0.195-0.031,0.012-0.022,-0.106-0.013,-0.173-0.006,-0.203-0.004,-0.209 0.002,-6.368 0.023,6.653-0.032,-0.161-0.019,-0.574-0.021,-0.807-0.023,-0.903-0.021,-2.545 0.017,-0.355-0.020,-0.343-0.012,-0.324-0.006,-0.301-0.001,0.422-0.092,-0.632-0.007,-0.534-0.005,-0.432-0.003,-0.491 0.148,0.182-0.090,-0.081 0.020,0.117-0.026,0.047 0.043,0.090 0.040,0.107 0.034,-0.607 0.068,0.732 0.019,0.278 0.091,0.798 0.172,0.131 0.080,-0.016 0.040,-0.105 0.012,-1.214-0.258,1.654 0.255,0.666 0.047,0.319-0.012,0.195-0.026,0.103-0.035,0.038-0.036,-0.612-0.067,-0.145-0.033,0.237-0.007,2.433 0.102,0.748-0.014,0.636-0.013,0.516-0.014,-6.080-0.232,4.115 0.161,0.381 0.006,2.641 0.076,-0.004-0.025,-0.288-0.034,-0.453-0.040,-0.531-0.040,-5.819-0.128,5.468 0.088,15.400 0.009</inkml:trace>
</inkml:ink>
</file>

<file path=ppt/ink/ink5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356.000 371.000,'-0.059'0.000,"-0.352"0.094,-0.284 0.157,-0.467 0.308,-0.132 0.203,-0.018 0.163,0.054 0.124,0.099 0.090,0.933-0.903,-0.748 1.327,0.160 0.364,0.207 0.194,0.193 0.112,0.169 0.051,0.143 0.010,0.174-0.446,0.247 0.572,0.162-0.118,0.112-0.193,0.070-0.225,0.038-0.228,0.171-0.421,1.111 0.838,0.704 0.301,1.297 0.687,0.524 0.057,0.310-0.071,0.150-0.149,-0.336-0.475,2.441 0.702,0.529-0.271,0.306-0.325,0.144-0.329,0.031-0.306,-4.923-1.217,3.416 0.439,1.264-0.076,5.482 0.271,1.141-0.195,0.432-0.191,-0.054-0.177,-0.363-0.152,-4.546-0.249,-0.078-0.064,2.596-0.013,-0.900-0.084,-1.109-0.067,-1.182-0.054,-1.155-0.039,-0.781-0.030,-1.064-0.020,-0.906-0.011,-0.741-0.005,-0.583 0.000,-0.439 0.002,-2.815 0.030,7.056-0.173,3.012-0.372,2.191-0.493,1.501-0.532,0.952-0.519,0.529-0.472,-0.620-0.261,-0.992-0.164,-2.105 0.112,-2.248 0.203,-2.160 0.245,-1.932 0.253,-2.371 0.368,-0.633-0.328,-0.878-0.030,-0.629-0.398,-0.726 0.005,-0.508 0.029,-0.335 0.039,-0.174 0.216,-0.093 0.119,-0.074-0.051,-0.016 0.011,0.007-0.017,0.024-0.033,-0.007 0.347,-0.198-0.327,-0.591-0.903,-0.514-0.356,-0.516-0.269,-0.483-0.191,-0.427-0.130,-0.971-0.389,-0.787 0.000,-0.760 0.050,-0.685 0.079,-0.583 0.088,-0.473 0.089,-0.362 0.105,0.558 0.529,0.776 0.574,0.837 0.551,0.799 0.488,0.706 0.405,2.226 0.905,-3.188-0.704,-1.295-0.158,-6.007-1.001,-0.854 0.122,0.129 0.283,0.713 0.355,10.155 1.411,-7.881-0.801,0.328 0.233,-1.083 0.199,0.677 0.329,0.703 0.293,0.661 0.247,7.144-0.149,-3.599 0.231,-0.134 0.105,-4.366 0.631,0.050 0.262,0.313 0.190,0.454 0.127,0.505 0.082,2.024-0.250,-1.194 0.482,0.699 0.011,0.825-0.061,0.848-0.102,0.797-0.122,-5.999 3.680</inkml:trace>
</inkml:ink>
</file>

<file path=ppt/ink/ink5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456.000 505.000,'-0.006'0.000,"-0.008"0.000,-0.011 0.000,-0.010 0.000,-0.008 0.000,-0.009 0.000,-0.007 0.000,-0.004 0.000,-0.005 0.000,-0.002 0.000,-0.002 0.000,0.000 0.000,-0.002 0.000,0.000 0.000,0.021-0.024,0.005-0.038,-0.164-0.110,-0.236-0.090,-0.272-0.084,-0.271-0.072,-0.250-0.059,-0.031 0.015,-0.757-0.246,-0.169-0.043,-0.026 0.001,0.065 0.028,0.117 0.044,0.360 0.182,-1.930-0.436,-0.819-0.100,-0.767-0.097,-0.197 0.016,0.030 0.050,0.176 0.071,2.957 0.594,-3.773-0.460,-0.159 0.150,-0.286 0.128,0.171 0.149,0.253 0.128,0.279 0.103,1.732 0.103,-0.137 0.030,-1.274 0.023,0.310 0.032,0.475 0.021,0.558 0.015,0.578 0.008,0.773-0.002,0.213 0.000,-0.475 0.021,0.057 0.020,-0.014 0.021,-0.056 0.022,-0.080 0.020,-0.780 0.151,1.283-0.060,-0.323 0.062,-2.337 0.321,-0.273 0.111,-0.012 0.075,0.160 0.046,0.008 0.090,2.261-0.360,0.080 0.021,-2.145 0.586,0.572 0.039,0.643 0.004,0.630-0.016,2.733-0.989,-1.998 0.828,0.342-0.024,0.375-0.065,0.215-0.008,0.167 0.000,0.127 0.002,0.793-0.548,-0.607 0.480,-0.071 0.108,-0.493 0.518,0.094 0.045,0.158-0.023,0.184-0.061,1.068-1.200,-0.419 0.544,0.052-0.002,-0.200 0.405,0.119-0.069,0.108-0.093,0.097-0.103,0.081-0.102,0.309-0.663,-0.217 0.492,-0.013 0.035,-0.143 0.453,0.013 0.156,0.026 0.150,0.034 0.136,0.034 0.115,0.102-0.284,0.057-0.144,0.026 0.034,-0.012 0.531,0.044 0.015,0.036-0.015,0.031-0.034,0.025 0.043,0.021-0.169,0.015-0.186,0.011-0.184,0.006-0.167,0.004-0.144,0.014-0.602,0.169 0.745,0.065 0.029,0.059-0.032,0.051-0.068,0.043-0.088,0.033-0.093,-0.353-0.726,0.349 0.514,0.123 0.072,0.671 0.604,0.387 0.213,0.353 0.180,0.301 0.148,0.246 0.116,-1.031-0.848,0.043 0.015,1.523 1.069,0.142-0.027,0.067-0.081,0.017-0.108,-1.219-0.791,-0.003-0.026,0.677 0.365,-0.189-0.142,-0.244-0.164,-0.262-0.168,-0.255-0.160,-1.404-0.758,2.285 1.056,-0.863-0.444,0.219 0.065,1.810 0.669,0.490 0.080,0.367 0.028,0.263-0.009,-0.722-0.295,0.017-0.042,-0.016-0.044,1.725 0.392,0.086-0.109,0.047-0.115,0.020-0.109,-1.313-0.412,0.663-0.032,2.854 0.232,0.146-0.137,-0.265-0.147,-0.489-0.142,-4.825-0.458,1.684 0.072,0.226-0.042,4.679 0.083,0.081-0.111,-0.291-0.089,-0.489-0.066,-7.169-0.067,3.493 0.026,0.309 0.013,4.274 0.056,0.106 0.006,-0.260-0.004,-0.476-0.010,-0.577-0.014,-0.602-0.016,0.740 0.066,-0.051 0.028,-0.377 0.006,-0.552-0.010,-0.621-0.020,-0.612-0.021,-0.046-0.042,1.027-0.013,3.805 0.000,-0.059-0.021,-0.715-0.015,-1.048-0.012,-5.965-0.011,4.546 0.000,-0.245-0.004,-0.399-0.002,-0.478-0.002,-0.498 0.000,-0.480-0.002,-2.973-0.007,7.316-0.084,2.037-0.077,0.552-0.072,-0.214-0.065,-0.675-0.056,-0.915-0.045,-0.990-0.036,-8.055 0.359,8.767-0.555,-0.052-0.075,-0.122-0.037,-0.391 0.006,-0.538 0.031,-0.599 0.048,-0.596 0.054,-6.649 0.490,8.062-0.573,-0.204 0.004,-0.610 0.018,-0.807 0.027,-0.864 0.029,-0.823 0.028,-0.595 0.041,0.180-0.012,0.404-0.022,0.516-0.025,-4.116 0.348,2.385-0.256,0.062-0.043,2.494-0.363,-0.463-0.047,-0.654-0.014,-0.721 0.005,-0.706 0.019,-2.445 0.409,1.607-0.421,-0.688 0.061,-0.640 0.082,-0.557 0.087,-0.458 0.083,-0.705 0.183,0.234-0.179,-0.229-0.020,-0.193-0.022,-0.153-0.023,-0.116-0.020,-0.605 0.463,0.512-0.547,0.010-0.143,0.018-0.144,0.019-0.131,0.020-0.117,0.019-0.096,-0.748 1.160,0.822-1.323,0.010-0.049,-0.040 0.036,-0.072 0.090,-0.086 0.119,-0.089 0.131,-0.583 1.025,0.661-1.125,0.049-0.044,0.030-0.010,0.016 0.013,0.004 0.026,-0.002 0.035,-0.722 1.085,0.485-0.771,0.003-0.018,0.335-0.621,-0.123 0.083,-0.153 0.126,-0.158 0.142,-0.388 0.874,0.177-0.665,-0.108 0.104,-0.088 0.107,-0.070 0.102,-0.050 0.090,-0.037 0.073,-0.020 0.527,-0.496-0.805,-0.675-0.651,-0.323-0.193,-0.156-0.037,-0.036 0.068,0.041 0.127,0.873 0.926,-0.859-0.535,-1.361-0.704,-0.675-0.212,-1.476-0.595,-0.433-0.018,-0.205 0.083,-0.038 0.139,0.070 0.170,-1.827-0.245,-1.423-0.088,-0.708 0.109,-0.363 0.168,-0.117 0.191,0.047 0.191,0.146 0.176,0.327 0.247,-0.124 0.144,0.055 0.154,0.168 0.150,0.231 0.137,0.236 0.133,0.332 0.130,0.326 0.116,0.300 0.097,0.265 0.080,0.221 0.062,6.056 0.334,-3.561-0.171,-0.347 0.008,-6.282-0.207,-1.590-0.017,-1.281-0.021,-0.984-0.022,-0.717-0.021,10.239 0.332,-8.796-0.326,0.761 0.004,1.274 0.027,1.524 0.041,1.581 0.046,1.508 0.048,-1.384-0.136,-0.545-0.080,0.347 0.016,0.193 0.034,0.349 0.058,0.426 0.070,0.447 0.074,6.694 0.264,-5.474-0.148,-1.165 0.038,0.144 0.072,0.286 0.067,0.364 0.058,0.392 0.052,1.219 0.036,0.221 0.051,-0.779 0.087,0.444 0.033,0.460 0.016,0.441 0.004,0.395-0.004,0.128 0.036,0.248 0.041,0.178 0.047,0.119 0.048,0.074 0.046,0.039 0.041,-0.195-0.015,0.358-0.069,0.211-0.041,0.290-0.043,0.321-0.044,0.323-0.041,0.302-0.034,1.358-0.149,-0.829 0.114,-0.002 0.028,-0.892 0.154,0.107-0.017,0.152-0.042,0.166-0.055,0.165-0.058,0.193 0.012,0.250-0.014,0.204-0.019,0.210-0.028,0.201-0.031,0.179-0.031,0.412-0.062,0.047-0.010,-1.623 0.044</inkml:trace>
</inkml:ink>
</file>

<file path=ppt/ink/ink5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459.000 580.000,'0.053'0.000,"0.082"0.000,0.095 0.000,0.097 0.000,0.090 0.000,0.081 0.000,0.066 0.000,0.006 0.000,0.175 0.000,0.774 0.041,0.598 0.062,0.586 0.071,0.531 0.071,-1.839-0.148,1.693 0.078,0.644-0.002,3.724 0.079,1.031-0.033,0.603-0.041,0.288-0.039,-7.650-0.115,4.979 0.045,0.721-0.014,3.744-0.014,0.362-0.041,-0.071-0.040,-0.349-0.036,-0.508-0.033,2.688-0.020,2.886-0.010,1.013 0.012,0.431 0.018,0.037 0.020,-0.204 0.021,-7.757 0.035,6.383-0.006,-0.612 0.011,-0.905 0.011,-1.026 0.007,-1.027 0.006,-0.954 0.004,-9.237 0.003,10.904 0.093,0.210 0.041,-0.201 0.014,-0.436-0.004,-0.546-0.014,-0.567-0.021,-5.333-0.096,-0.144-0.076,3.833-0.253,-1.138-0.136,-1.311-0.083,-1.313-0.040,-1.209-0.012,-1.445 0.092,-0.836 0.052,-0.722 0.063,-0.603 0.066,-0.483 0.064,-0.373 0.058,-0.388 0.118,-0.722-0.055</inkml:trace>
</inkml:ink>
</file>

<file path=ppt/ink/ink5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375.000 500.000,'-0.021'-0.003,"-0.555"-0.099,-0.542-0.089,-0.311-0.040,-0.387-0.060,-0.085-0.019,0.011-0.008,0.073 0.000,1.455 0.256,-1.280-0.229,0.029-0.017,-0.151-0.044,0.175 0.034,0.198 0.046,0.195 0.052,0.971 0.180,-0.684-0.115,-0.009-0.013,-0.475-0.065,-0.154 0.019,-0.157 0.031,-0.143 0.035,1.499 0.123,-1.545-0.068,-0.227 0.021,-0.335 0.016,-0.123 0.018,-0.068 0.013,-0.029 0.012,0.001 0.008,0.202 0.005,0.203 0.003,0.235 0.003,0.246 0.001,0.234 0.000,0.212-0.001,-0.030 0.001,0.092-0.001,0.105-0.002,-0.011 0.000,-0.087-0.002,-0.127 0.000,-0.144 0.000,0.229 0.022,-0.090 0.039,-0.557 0.103,-0.035 0.079,0.018 0.070,0.050 0.059,1.566-0.300,-1.040 0.266,0.078 0.016,-0.106 0.089,0.185 0.009,0.194 0.002,0.183-0.003,0.167-0.004,0.103 0.128,0.092 0.103,0.059 0.088,0.035 0.075,0.016 0.058,0.001 0.045,0.157-0.367,-0.009 0.021,-0.216 0.514,0.011-0.039,0.029-0.084,0.038-0.100,0.037-0.105,0.284-0.624,-0.002 0.020,-0.243 1.099,0.010 0.326,-0.021 0.459,0.013 0.158,0.013 0.065,0.011 0.002,0.229-1.833,-0.201 1.648,-0.017-0.004,-0.056 0.341,0.034-0.225,0.045-0.268,0.051-0.268,0.080-0.506,0.023-0.018,0.024 0.175,0.042-0.022,0.040-0.024,0.037-0.023,0.032-0.022,0.027-0.020,-0.079-0.955,0.195 1.107,0.085 0.052,0.068-0.004,0.054-0.039,0.039-0.063,0.029-0.072,-0.029-0.134,-0.037-0.097,0.045 0.059,-0.015-0.096,-0.007-0.078,0.001-0.060,0.054-0.064,0.123 0.003,0.235 0.098,0.160 0.024,0.139 0.022,0.113 0.021,-1.024-0.770,0.933 0.490,0.231 0.032,0.963 0.328,0.154-0.028,0.015-0.063,-0.076-0.079,-0.127-0.084,-0.538-0.178,0.331 0.078,-0.146-0.094,-0.154-0.103,-0.143-0.102,-0.131-0.091,-1.255-0.226,1.375 0.241,-0.105-0.033,-0.147-0.045,-0.156-0.045,-0.149-0.044,-0.131-0.037,-0.588-0.052,0.656 0.068,0.456 0.042,1.291 0.117,0.476 0.036,0.278 0.017,0.129 0.002,0.023-0.007,-1.447-0.128,-0.062-0.014,1.385 0.027,-0.113-0.121,-0.120-0.133,-0.116-0.130,-0.105-0.119,-0.089-0.103,-0.150-0.095,-0.177-0.083,-0.182-0.069,-0.171-0.055,-0.151-0.042,-0.943 0.310,-0.036 0.019,0.863-0.318,-0.193 0.005,-0.212-0.003,-0.208-0.007,-0.187-0.009,-0.829 0.458,0.727-0.605,0.009-0.142,0.004-0.118,0.002-0.092,-0.001-0.071,-0.413 0.468,0.062-0.078,0.732-0.824,-0.052 0.019,-0.140 0.119,-0.184 0.172,-0.196 0.189,-0.627 0.760,-0.200 0.240,0.510-0.772,-0.001-0.114,0.216-0.525,-0.024-0.092,-0.037-0.041,-0.039-0.002,-0.042 0.025,-0.616 1.391,0.370-1.004,-0.055-0.034,0.051-0.427,-0.100 0.105,-0.094 0.154,-0.085 0.177,-0.071 0.182,-0.146 0.969,0.049-0.519,-0.021 0.001,-0.078-0.760,-0.146-0.155,-0.144-0.156,-0.132-0.142,-0.111-0.121,0.223 0.947,-0.020 0.011,-0.291-0.667,-0.081 0.077,-0.072 0.100,-0.062 0.110,-0.050 0.109,0.494 0.839,-0.721-0.765,-0.111 0.058,-0.060 0.079,-0.019 0.088,0.007 0.089,0.024 0.082,1.008 0.757,-1.067-0.685,-0.075 0.043,-0.400-0.094,-0.023 0.120,0.018 0.122,0.039 0.113,1.461 0.482,-1.362-0.318,0.086 0.100,0.142 0.088,0.163 0.073,0.166 0.059,0.154 0.045,0.427 0.021,0.016-0.015,-0.265-0.054,0.076-0.009,0.085 0.001,0.085 0.009,0.080 0.012,0.196 0.039,0.010 0.006,-0.135-0.011,0.014 0.013,0.012 0.010,0.010 0.011,0.010 0.007,0.007 0.006,-1.048 0.035</inkml:trace>
</inkml:ink>
</file>

<file path=ppt/ink/ink5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969.000 442.000,'0.009'0.000,"0.275"0.000,0.245 0.000,0.233 0.000,0.303 0.025,0.230 0.040,0.198 0.048,0.163 0.049,0.132 0.049,-0.944-0.105,0.712 0.082,1.318 0.136,0.198 0.006,-0.009-0.017,-0.148-0.032,-0.230-0.038,-1.484-0.145,1.829 0.089,0.108-0.040,0.020-0.037,-0.041-0.030,-0.076-0.026,-0.097-0.021,-1.446-0.056,3.709-0.351,0.857-0.282,0.410-0.244,0.093-0.200,-0.118-0.158,-0.244-0.118,-2.089 0.389,-0.247-0.018,1.226-0.550,-0.749-0.026,-0.752-0.001,-0.693 0.012,-0.600 0.023,-1.487 0.925,0.856-1.163,-0.447 0.059,-0.379 0.167,-0.303 0.219,-0.233 0.233,-0.169 0.222,-0.115 0.419,-0.157-1.589,-0.145-0.458,-0.099-0.182,-0.064 0.005,-0.038 0.122,0.382 2.079,-0.611-2.031,-0.112 0.197,-0.057 0.246,-0.017 0.255,0.008 0.241,0.024 0.210,0.099 0.363,-0.164-0.009,-0.359-0.171,-0.095 0.074,-0.036 0.098,0.006 0.106,0.030 0.103,0.536 0.351,-0.591-0.222,0.139 0.129,0.164 0.109,0.162 0.087,0.148 0.066,0.126 0.077,0.019 0.052,-0.046 0.000,-0.031-0.022,-0.038-0.041,-0.042-0.047,0.500 0.165,-0.303-0.095,-0.034-0.024,-0.306-0.114,-0.024-0.012,-0.002 0.003,0.012 0.010,0.021 0.018,0.179 0.066,-0.089-0.040,-0.476-0.182,0.007-0.015,0.074 0.011,0.113 0.027,0.127 0.036,0.214 0.117,-0.347-0.071,-0.146-0.009,-0.162-0.022,-0.158-0.030,-0.144-0.033,0.742 0.201,-0.005 0.011,-0.798-0.083,0.200 0.176,0.262 0.194,0.276 0.186,0.259 0.164,0.225 0.138,0.187 0.109,0.145 0.081,0.107 0.058,0.076 0.039,0.049 0.023,0.029 0.012,0.014 0.004,0.004-0.001,-0.003-0.003,-0.006-0.006,0.010-0.475,-0.004 0.396,0.001 0.252,0.029 1.605,0.059 0.473,0.066 0.242,0.064 0.083,0.059-0.024,0.050-0.086,0.039-0.115,-0.057-0.756,0.077 0.466,0.340 2.110,0.150 0.553,0.120 0.312,0.092 0.136,0.069 0.011,0.033 0.154,-0.369-1.938,-0.022-0.126,0.233 1.271,-0.067-0.239,-0.075-0.250,-0.075-0.240,-0.070 0.021,-0.128-0.193,-0.140-0.449,-0.107-0.300,-0.096-0.300,-0.080-0.282,-0.065-0.247,-0.055-0.382,-0.028 0.027,-0.026 0.823,-0.025-0.053,-0.013-0.101,-0.007-0.121,-0.016-0.762,-0.039 0.037,-0.077 0.474,-0.057-0.072,-0.048-0.113,-0.040-0.133,-0.032-0.135,0.256-1.872,-0.318 1.316,-0.130 0.242,-0.534 1.526,-0.108 0.055,-0.018-0.154,0.043-0.285,0.082-0.354,0.100-0.375,0.579-1.489,-0.422 1.061,0.133-0.356,0.121-0.327,0.107-0.286,0.088-0.238,0.071-0.192,-0.215 0.223</inkml:trace>
</inkml:ink>
</file>

<file path=ppt/ink/ink5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1040.000 545.000,'-0.010'0.000,"-0.016"0.000,-0.017 0.000,-0.020 0.000,-0.018 0.000,-0.015 0.000,-0.014 0.000,0.018 0.047,-0.016 0.135,0.006 0.052,-0.009 0.044,-0.009 0.023,-0.013 0.011,-0.013-0.002,0.020 0.016,0.007 0.048,-0.014 0.156,0.019 0.038,0.022 0.019,0.020 0.007,0.046-0.352,-0.037 0.474,-0.005 0.037,-0.011 0.017,-0.014 0.000,-0.016-0.007,-0.013-0.012,0.027-0.272,-0.045 0.085,-0.258 0.665,-0.131 0.154,-0.103 0.083,-0.078 0.030,-0.056-0.004,0.307-0.619,-0.351 0.591,0.038-0.140,0.073-0.192,0.087-0.210,0.090-0.204,0.084-0.184,0.163-0.137,0.009 0.049,-0.111 0.291,-0.001 0.069,-0.001 0.043,-0.002 0.024,-0.003 0.011,0.149-0.362,-0.009-0.006,-0.247 0.400,-0.068 0.021,-0.060 0.019,-0.053 0.014,-0.044 0.012,0.287-0.413,-0.327 0.344,-0.008-0.089,0.015-0.119,0.027-0.128,0.035-0.123,0.035-0.114,0.013-0.086,0.078-0.091,0.078-0.070,0.073-0.050,0.062-0.035,0.149 0.016,-0.159 0.068,0.028 0.022,0.044 0.003,0.049-0.008,0.048-0.014,0.043-0.017,0.037-0.018,0.029-0.015,0.023-0.013,0.016-0.011,0.010-0.009,0.008-0.006,0.004-0.005,0.001-0.002,0.000-0.001,0.000-0.002,-0.002 0.001,-0.001-0.001,-0.002 0.001,-0.001 0.001,-0.001 0.000,-0.001 0.001,-0.001 0.000,0.000 0.000,-0.001 0.001,0.000-0.001,0.000 0.001,-0.000 0.000,0.000 0.000,0.000 0.000,0.000 0.001,0.000-0.001,0.000 0.000,0.000 0.000,0.000 0.000,0.001 0.000,-0.020 0.012,-0.038 0.021,-0.044 0.023,-0.047 0.026,-0.045 0.023,-0.054 0.041,-0.071 0.031,-0.131 0.059,-0.019-0.003,0.012-0.018,0.028-0.026,0.040-0.031,0.042-0.030,0.041-0.015,0.035-0.005,0.030 0.005,0.023 0.008,0.019 0.010,-0.004 0.014,-0.022 0.017,-0.031 0.017,-0.035 0.016,0.172-0.114,-0.154 0.058,-0.041-0.009,-0.236 0.056,-0.031-0.004,-0.003-0.001,0.016 0.002,0.024 0.001,0.028-0.007,0.058-0.025,0.062-0.027,0.055-0.028,0.050-0.025,0.059-0.023,0.042-0.016,0.038-0.013,0.030-0.010,0.026-0.006,0.017-0.005,0.014-0.003,0.010-0.002,0.005 0.001,0.003-0.001,0.001 0.001,0.000 0.000,0.056 0.005,-0.090 0.044,-1.042 0.902</inkml:trace>
</inkml:ink>
</file>

<file path=ppt/ink/ink5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102.000 631.000,'0.000'0.021,"0.000"0.033,0.000 0.038,0.000 0.039,0.000 0.036,0.000 0.032,0.000 0.027,0.000 0.119,0.000 0.267,0.062 0.841,0.101 0.946,0.118 1.019,0.125 1.005,0.121 0.932,0.064 2.857,-0.067 1.724,-0.119 1.170,-0.143 0.728,-0.147 0.392,-0.140 0.149,-0.099-1.153,-0.089 0.133,-0.106 0.312,-0.098-0.014,-0.088-0.062,-0.078-0.092,-0.065-0.105,0.015-1.020,0.003-0.490,0.017-0.552,-0.114 1.470,0.075-1.191,0.080-1.174,0.077-1.061,0.217-1.404,0.038 1.247,-0.089 4.527,-0.044 0.996,-0.073 0.369,-0.083-0.063,-0.089-0.344,0.147-4.884,-0.134 0.004,-0.688 4.831,-0.123-0.993,-0.012-1.311,0.061-1.416,0.102-1.381,0.123-1.256,0.195-0.742,0.163-0.425,0.158-0.356,0.147-0.284,0.129-0.221,0.173-1.731,0.038-0.129,0.000 1.266,0.069-0.372,0.050-0.362,0.032-0.332,0.022-0.286,0.015-0.189,0.003-0.437,-0.002-0.408,-0.006-0.354,-0.008-0.290,-0.007-0.225,-0.008-0.166,-0.006-0.116,-0.005-0.074,-0.004-0.044,-0.003-0.021,-0.002-0.005,-0.001 0.015,-0.001 0.023,-0.017 0.115,-0.027 0.076,-0.029 0.062,-0.029 0.048,-0.027 0.034,0.057-0.114,-0.047 0.304,0.011 0.089,0.013 0.053,0.018 0.027,0.015 0.008,0.027-0.209,0.007 0.027,0.028 0.338,0.058 0.103,0.060 0.096,0.061 0.084,0.054 0.071,-0.136-0.731,0.127 0.771,-0.010 0.099,0.011 0.293,-0.034-0.018,-0.036-0.065,-0.036-0.087,-0.046-0.391,-0.017-0.053,-0.019 3.590</inkml:trace>
</inkml:ink>
</file>

<file path=ppt/ink/ink5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101.000 646.000,'0.009'0.000,"0.013"0.000,0.016 0.000,0.014 0.000,0.013 0.000,0.012 0.000,0.008 0.000,0.006 0.000,0.006 0.000,0.002 0.000,0.004 0.000,0.021 0.000,0.026 0.000,0.027 0.000,0.023 0.000,0.023 0.000,0.018 0.000,0.011 0.000,1.125 0.000,0.533 0.000,0.328 0.000,0.169 0.000,0.055 0.000,-0.025 0.000,1.221 0.047,1.322 0.032,2.367 0.035,1.311 0.011,1.023-0.003,0.766-0.008,0.548-0.013,-2.563-0.032,0.000-0.010,3.337-0.006,0.664-0.032,0.713-0.033,0.698-0.032,0.646-0.028,0.567-0.027,-11.748 0.075,17.916-0.216,1.656-0.062,0.473-0.030,-0.291-0.006,-0.734 0.007,-5.814 0.057,5.685-0.178,-0.608-0.081,-0.868-0.072,-0.955-0.060,-0.923-0.050,-11.871 0.443,7.265-0.308,0.172-0.023,4.682-0.226,-0.304-0.019,-0.577-0.002,-0.701 0.006,-14.164 0.679,14.640-0.763,-0.323 0.008,-0.938 0.065,-1.249 0.095,-1.346 0.106,-1.300 0.105,-10.276 0.444,12.909-0.386,2.750 0.033,0.595 0.079,-0.149 0.081,-0.594 0.074,-0.818 0.065,-0.888 0.053,-3.116 0.045,-0.843 0.025,-0.776 0.019,-0.683 0.013,-0.577 0.010,-3.807 0.000,-0.092 0.002,3.846 0.007,-0.251 0.002,-0.328-0.001,-0.357-0.001,-0.350-0.002,-0.321-0.003,0.761 0.000,-0.499-0.003,-0.492-0.003,-0.444-0.001,-0.374-0.001,-0.300-0.001,-0.698 0.072,0.404 0.124,-0.223 0.123,-0.259 0.117,-0.260 0.102,-0.239 0.085,-2.141-0.251,3.315 0.232,0.591-0.022,0.199-0.052,-0.074-0.068,-0.250-0.075,-0.352-0.076,-4.283-0.191,2.182 0.054,-0.129-0.036,2.732 0.004,-0.335-0.059,-0.384-0.044,-0.380-0.029,-0.343-0.018,-0.289-0.012,-1.312 0.000,-0.305 0.000,-0.288-0.001,-0.256 0.002,-0.221 0.003,-0.167 0.003,0.736 0.001,-0.133 0.002,-0.304 0.002,-0.398 0.002,-0.435 0.002,-0.433 0.001,-1.571 0.001,1.338 0.000,-0.396 0.001,-0.328 0.001,-0.258 0.000,-0.193-0.001,-0.208 0.001,-0.097 0.008,-0.184 0.011,-0.173 0.013,-0.155 0.013,-0.128 0.012,-0.102 0.010,-0.077 0.008,-0.055 0.007,-0.037 0.003,-0.024 0.004,-0.012 0.002,-0.004 0.001,0.000 0.001,0.003 0.000,0.005-0.001,0.007-0.000,0.004 0.000,0.006 0.000,0.003-0.001,0.004-0.001,0.003 0.001,0.001-0.001,0.002 0.098,0.000 0.162,-0.040 0.575,-0.064 0.837,-0.076 0.944,-0.078 0.951,-0.075 0.889,-0.009-0.050,-0.120 1.575,-0.033 0.586,-0.012 0.391,0.003 0.233,0.013 0.117,0.020 0.030,0.276-4.141,-0.210 5.914,0.106 0.612,0.115 0.333,0.111 0.127,0.101-0.011,0.088-0.101,0.007-1.680,0.015 0.251,0.002 3.023,-0.084 0.112,-0.104-0.078,-0.110-0.192,-0.104-0.246,-0.019-1.625,-0.005-1.113,0.015-1.228,0.030-1.216,0.035-1.127,0.038-0.989,-0.030 3.093,0.037 1.912,0.065 1.287,0.075 0.790,0.076 0.420,0.071 0.156,-0.063-7.150,0.168 7.011,0.051 0.301,0.027-0.134,0.008-0.415,-0.004-0.573,-0.012-0.644,-0.177-5.832,0.173 7.229,-0.053-0.689,-0.059-1.120,-0.046-0.548,-0.039-0.455,-0.033-0.359,-0.024-3.773,0.016-0.186,0.076 2.900,0.009-0.294,-0.004-0.262,-0.015-0.222,-0.019-0.178,-0.037-1.539,-0.002 0.778,-0.017-0.330,-0.013-0.380,-0.011-0.386,-0.010-0.364,-0.007-0.324,-0.007-2.246,0.000 2.279,-0.003-0.219,-0.003-0.248,-0.001-0.248,-0.000-0.230,0.000-0.197,0.001-0.059,0.000-0.222,0.001-0.198,0.001-0.167,0.000-0.132,0.001-0.098,-0.011-1.168,-0.104 0.813,-0.052-0.263,-0.032-0.261,-0.013-0.237,-0.003-0.202,0.004-0.164,0.009-0.127,0.011-0.093,0.010-0.065,0.010-0.041,0.008-0.024,0.007-0.011,0.006-0.002,0.004 0.003,0.082 0.034,-0.281-0.023,-0.212 0.007,-0.215 0.008,-0.201 0.007,-0.175 0.006,-0.103-0.073,-3.168-0.349,-1.817-0.237,-1.436-0.186,-1.079-0.141,-0.769-0.101,-0.515-0.067,3.297 0.389,-0.250-0.016,-2.807-0.273,-0.521 0.003,-0.429 0.017,-0.339 0.028,-0.260 0.032,3.259 0.299,-0.736-0.043,-7.923-0.659,-1.164-0.141,-0.515-0.109,-0.064-0.082,0.231-0.059,-0.423-0.052,-0.809 0.004,0.254 0.162,0.433 0.202,0.510 0.212,0.517 0.201,0.451 0.233,-2.062 0.097,-0.165 0.128,-0.050 0.085,0.023 0.052,0.066 0.029,0.085 0.010,3.271-0.145,-6.516-0.507,-1.331-0.272,-0.497-0.193,0.070-0.129,0.432-0.078,0.138-0.026,2.484 0.204,2.733 0.255,2.660 0.269,2.391 0.252,2.025 0.221,9.423 0.471,-8.514-0.148,-0.562 0.176,-0.651 0.132,-0.666 0.097,-0.630 0.065,10.365-0.182,-8.002-0.004,-0.791-0.138,-5.052-0.262,0.222-0.165,0.838-0.113,1.187-0.070,1.331-0.040,0.702-0.004,0.539 0.025,1.487 0.114,1.332 0.124,1.124 0.116,0.902 0.104,4.389 0.182,-4.315-0.129,-0.672-0.057,-0.663-0.088,-0.614-0.100,-0.538-0.104,-0.451-0.096,-0.364-0.088,1.275 0.130,-1.443-0.057,0.417 0.066,0.738 0.082,0.906 0.089,0.962 0.086,5.806 0.280,-3.278-0.136,0.602 0.040,-0.683 0.005,0.979 0.060,0.815 0.047,0.646 0.034,0.493 0.024,0.190 0.017,0.124 0.008,0.001 0.005,-0.073-0.001,-0.116-0.003,-0.129-0.003,-0.131-0.005,-0.007-0.003,0.101-0.004,0.146-0.004,0.164-0.002,0.160-0.002,0.144-0.002,0.858-0.012,-1.167-0.110,-0.393-0.080,-0.392-0.065,-0.361-0.053,-0.316-0.038,-0.483-0.073,-0.053-0.011,0.002 0.003,0.121 0.020,0.186 0.030,0.219 0.036,0.223 0.035,1.735 0.194,-1.678-0.128,0.201 0.048,0.281 0.045,0.317 0.040,0.316 0.035,0.295 0.028,0.146 0.006,0.302-0.001,0.247-0.013,0.189-0.016,0.140-0.017,0.096-0.018,0.182 0.052,0.003 0.002,-0.148-0.068,-0.012-0.035,-0.012-0.043,-0.010-0.041,-0.010-0.038,0.024-0.017,0.044-0.003,0.052 0.008,0.053 0.011,0.049 0.014,0.046 0.008,0.034-0.015,0.027-0.019,0.022-0.024,0.014-0.021,0.012-0.021,0.006-0.018,-0.069-0.056,-0.058-0.025,-0.053-0.027,-0.047-0.019,-0.037-0.011,-0.030-0.006,-0.022-0.003,-0.027-0.140,0.010-0.078,0.019-0.057,0.023-0.037,0.025-0.023,0.021-0.012,0.195 0.703,-0.160-0.862,0.014-0.129,0.013-0.096,0.007-0.067,0.007-0.043,0.002-0.024,0.071 0.508,-0.049-0.834,0.023-0.124,0.025-0.074,0.021-0.036,0.020-0.010,0.024 0.691,0.007 0.066,0.019-0.522,0.036 0.144,0.036 0.139,0.033 0.123,0.028 0.102,-0.104 0.992,0.219-1.081,0.087-0.120,0.068-0.082,0.052-0.052,0.035-0.027,0.025-0.012,-0.413 1.278,0.195-0.718,-0.017-0.065,0.160-0.888,-0.018-0.037,-0.015 0.037,-0.008 0.084,-0.007 0.104,-0.155 0.770,0.009 0.036,0.248-0.737,0.027 0.124,0.015 0.130,0.006 0.123,0.000 0.104,-0.004 0.088,-0.006 0.067,-0.006 0.051,-0.005 0.034,-0.006 0.023,-0.119 0.184,0.166-0.362,0.003 0.019,-0.011 0.077,-0.022 0.104,-0.023 0.113,-0.243 0.400,0.117-0.225,-0.043 0.072,-0.039 0.078,-0.036 0.077,-0.029 0.068,-0.025 0.062,0.417-0.429</inkml:trace>
</inkml:ink>
</file>

<file path=ppt/ink/ink5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186.000 727.000,'0.000'0.012,"0.000"0.300,0.000 0.380,0.056 0.403,0.085 0.269,0.097 0.190,0.096 0.127,0.086 0.077,0.075 0.040,0.197 0.144,0.228 0.104,0.232 0.103,0.217 0.093,0.069-0.084,-0.029-0.184,-0.082-0.227,-0.109-0.234,-0.115-0.216,-0.108-0.187,-0.571-0.663,1.084 0.937,0.330 0.122,0.122-0.071,0.016-0.158,-0.055-0.199,-0.094-0.210,-0.110-0.200,-1.390-0.546,1.562 0.332,0.184-0.184,0.211-0.153,0.207-0.119,0.187-0.092,-2.171 0.072,2.192-0.203,0.200-0.099,0.095-0.078,0.021-0.057,-0.029-0.041,-0.062-0.027,0.398-0.087,-0.178 0.044,-0.194 0.062,-0.188 0.069,-0.166 0.065,-0.139 0.059,-1.462 0.196,2.035-0.260,-0.061 0.004,-0.066 0.008,-0.198 0.031,-0.272 0.040,-0.305 0.047,-0.307 0.047,-1.439 0.161,1.381-0.136,-0.246 0.023,-0.243 0.009,-0.222 0.003,-0.191-0.004,-0.215 0.039,0.125-0.026,0.036-0.020,0.048-0.023,0.051-0.027,0.051-0.025,0.047-0.024,0.085-0.020,0.032 0.003,0.023 0.010,0.014 0.016,0.008 0.016,0.004 0.016,0.001 0.017,0.507 0.013,0.349 0.032,0.270 0.031,0.199 0.028,0.137 0.026,0.090 0.021,-0.088 0.090,-0.010 0.060,-0.186 0.028,-0.214 0.006,-0.216-0.007,-0.199-0.015,-0.483-0.038,0.284 0.006,-0.232-0.021,-0.243-0.018,-0.229-0.015,-0.201-0.012,-0.165-0.010,-0.153-0.006,-0.118-0.005,-0.087-0.003,-0.060-0.001,-0.040 0.000,-0.023-0.001,-0.011 0.001,-0.003 0.001,0.003 0.000,0.005 0.001,0.078 0.001,0.201 0.000,0.131-0.040,0.130-0.065,0.114-0.075,0.094-0.078,0.074-0.075,0.095-0.081,-0.021-0.029,-0.047-0.009,-0.062 0.003,-0.066 0.012,-0.062 0.015,-0.066 0.018,-0.093 0.039,-0.092 0.042,-0.079 0.038,-0.069 0.034,-0.054 0.027,-0.095 0.030,0.206-1.208</inkml:trace>
</inkml:ink>
</file>

<file path=ppt/ink/ink5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461.000 739.000,'0.000'0.007,"0.000"0.011,0.000 0.013,0.000 0.012,0.000 0.010,0.000 0.010,0.000 0.007,0.000 0.006,0.000 0.003,0.000 0.004,0.000 0.002,0.000 0.000,0.084 0.076,0.128 0.118,0.145 0.134,0.144 0.130,0.129 0.119,0.112 0.102,-0.381-0.407,0.495 0.476,0.155 0.161,0.770 0.747,0.262 0.225,0.195 0.146,0.135 0.085,0.089 0.040,-0.431-0.442,0.091 0.013,0.344 0.221,-0.060-0.109,-0.117-0.145,-0.144-0.156,-0.157-0.156,-0.243-0.244,0.226 0.083,-0.137-0.151,-0.177-0.165,-0.191-0.161,-0.190-0.150,-0.175-0.132,-0.099-0.064,-0.151-0.066,-0.144-0.071,-0.130-0.071,-0.111-0.066,-0.091-0.057,-0.070-0.048,0.153-0.037,0.152-0.073,0.142-0.090,0.123-0.095,0.102-0.090,0.083-0.081,0.196-0.172,0.150-0.159,0.110-0.139,0.078-0.115,0.049-0.093,0.029-0.070,0.116-0.037,0.129-0.091,0.024-0.054,-0.006-0.048,-0.025-0.045,-0.035-0.035,-0.038-0.028,0.065-0.036,0.001 0.033,-0.078 0.104,-0.124 0.141,-0.141 0.155,-0.146 0.152,-1.139 0.726,1.072-0.698,-0.074 0.073,-0.041 0.071,-0.016 0.062,-0.001 0.054,0.010 0.041,-0.541 0.275,0.413-0.126,-0.095 0.077,-0.119 0.076,-0.127 0.069,-0.123 0.058,-0.284 0.076,-0.021 0.015,0.164 0.013,-0.001 0.043,0.012 0.038,0.017 0.034,0.021 0.028,0.022 0.024,-0.437-0.096,0.682 0.242,0.179 0.120,0.151 0.110,0.125 0.094,0.096 0.078,0.074 0.061,-0.236-0.086,0.000 0.044,0.334 0.234,0.135 0.093,0.151 0.087,0.152 0.077,0.142 0.065,-0.625-0.432,0.143 0.007,1.058 0.414,-0.017-0.083,-0.152-0.114,-0.234-0.129,-0.274-0.130,-0.200-0.116,-0.309-0.160,-0.278-0.147,-0.241-0.131,-0.198-0.109,-0.158-0.088,-0.119-0.068,-0.087-0.050,-0.044-0.074,0.013-0.095,0.037-0.100,0.051-0.097,0.056-0.089,0.057-0.077,0.176-0.193,0.166-0.171,0.172-0.171,0.163-0.160,0.147-0.140,0.124-0.119,-0.121 0.131,-0.003 0.008,0.010-0.006,-0.139 0.144,-0.163 0.167,-0.171 0.174,-0.162 0.164,-0.080 0.096,-0.166 0.190,-0.134 0.160,-0.102 0.127,-0.074 0.096,-0.052 0.069,0.069 0.203,0.167 0.278,0.207 0.313,0.218 0.313,0.211 0.293,0.190 0.258,-0.093-0.143,-0.244-0.311,0.039 0.053,0.751 0.925,-0.048-0.127,-0.115-0.223,-0.146-0.265,-0.154-0.271,-0.261-0.279,-0.132-0.162,-0.118-0.160,-0.105-0.148,-0.087-0.128,-0.071-0.110,-0.034-0.095,-0.052-0.094,-0.041-0.076,-0.029-0.058,-0.020-0.043,-0.012-0.031,-0.008-0.018,-0.149 0.083,0.284-0.309,0.152-0.255,0.156-0.274,0.149-0.265,0.135-0.244,0.285-0.349,0.226-0.222,-0.001 0.105,-0.079 0.209,-0.118 0.255,-0.133 0.261,-0.550 0.597,0.358-0.178,-0.109 0.204,-0.110 0.170,-0.102 0.136,-0.090 0.104,-0.074 0.076,-0.021 0.077,0.016 0.074,0.037 0.065,0.047 0.054,0.051 0.044,0.048 0.033,0.043-0.012,0.001-0.022,-0.039-0.033,-0.063-0.037,-0.073-0.039,-0.075-0.034,0.020-0.030,-0.021-0.028,-0.039-0.021,-0.043-0.017,-0.044-0.012,-0.042-0.007,0.479-0.067</inkml:trace>
</inkml:ink>
</file>

<file path=ppt/ink/ink5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720.000 743.000,'0.009'0.000,"0.012"0.000,0.016 0.000,0.014 0.000,0.013 0.000,0.011 0.000,0.009 0.000,0.006 0.000,0.006 0.000,0.003 0.000,0.089 0.064,0.148 0.102,0.172 0.116,0.173 0.119,0.163 0.110,0.143 0.098,0.120 0.082,0.096 0.066,0.342 0.208,0.184 0.117,0.172 0.114,0.119 0.085,0.077 0.058,0.042 0.039,0.019 0.020,0.611 0.235,0.266 0.013,0.133-0.058,0.037-0.100,-0.025-0.117,0.145-0.074,0.546-0.051,0.445-0.146,0.428-0.165,0.383-0.160,0.326-0.147,0.105-0.249,0.016-0.288,-0.059-0.293,-0.106-0.273,-0.123-0.239,-0.128-0.199,-2.220 0.285,1.591-0.595,-0.330-0.112,-0.390-0.038,-0.402 0.012,-0.381 0.045,-0.342 0.061,-2.105 0.983,1.769-0.827,0.228-0.088,1.348-0.526,0.232 0.019,0.116 0.088,0.029 0.126,-0.027 0.141,-1.684 0.574,-0.093 0.076,1.517-0.153,-0.155 0.347,-0.148 0.345,-0.133 0.322,-0.112 0.281,-0.667 0.050,0.750 0.389,0.198 0.295,0.203 0.284,0.194 0.255,0.173 0.220,0.149 0.182,-3.522-1.677,4.683 2.183,0.340 0.063,0.060-0.093,-0.122-0.186,-0.226-0.227,-0.274-0.237,1.237-0.066,0.595-0.190,0.147-0.253,-0.149-0.273,-0.322-0.263,-0.403-0.236,-5.215-0.562,6.469-0.118,0.335-0.455,-0.152-0.341,-0.443-0.243,-0.595-0.162,-0.641-0.099,-1.528 0.179,0.973-0.337,0.090-0.042,0.126 0.009,0.141 0.037,0.143 0.058,-0.587 0.203,-0.382 0.151,-0.203 0.170,-0.610 0.272,-0.604 0.274,-0.561 0.255,-0.493 0.227,-1.186-0.002,0.787 0.240,-0.329 0.067,-0.273 0.022,-0.216-0.008,-0.164-0.027,-0.104-0.065,-0.089-0.057,-0.109-0.062,-0.114-0.057,-0.107-0.053,-0.096-0.043,-0.082-0.036,-0.539-0.052,1.131 0.102,0.583 0.071,0.374 0.064,0.266 0.060,0.177 0.052,0.107 0.045,0.057 0.034,0.634-0.027,0.272-0.075,0.051-0.090,-0.090-0.096,-0.167-0.087,-2.901-0.062,2.304-0.098,-0.371-0.087,-0.403-0.057,-0.393-0.030,-0.358-0.012,-0.311 0.000,-0.900 0.223,2.213-0.966</inkml:trace>
</inkml:ink>
</file>

<file path=ppt/ink/ink5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1426.000 915.000,'0.012'0.000,"0.020"0.000,0.022 0.000,0.022 0.000,0.021 0.000,0.019 0.000,0.026 0.000,0.012 0.000,0.010 0.000,0.005 0.000,0.004 0.000,0.002 0.000,-0.055 0.000,0.041 0.000,0.176 0.000,0.064 0.000,0.042 0.000,0.027 0.000,0.013 0.000,0.005 0.000,-0.097 0.000,-0.118 0.000,-0.123 0.000,-0.115 0.000,-0.100 0.000,-0.063 0.000,-0.044 0.000,-0.024 0.000,-0.013 0.000,-0.002 0.000,0.002 0.000,0.008 0.000,-0.019 0.000,-0.031 0.000,-0.039 0.000,-0.040 0.000,-0.038 0.000,-0.035 0.000,0.086-0.024,0.018-0.038,-0.034-0.048,0.020-0.016,0.017-0.002,0.015 0.008,0.004 0.006,0.058 0.032,0.061 0.033,0.059 0.032,0.051 0.028,0.043 0.024,0.033 0.018,0.026 0.013,0.017 0.011,0.013 0.007,0.007 0.003,0.004 0.003,-0.008 0.020,-0.010 0.031,-0.014 0.037,-0.012 0.035,-0.014 0.031,-0.010 0.028,-0.009-0.018,-0.007-0.034,-0.005-0.048,-0.004-0.049,-0.002-0.048,-0.002-0.042,0.000-0.036,-0.001-0.029,0.000-0.022,0.000-0.016,0.001-0.012,0.000-0.006,0.001-0.015,0.000-0.043,0.009-0.058,0.013 0.000,0.015 0.017,0.015 0.028,0.013 0.029,0.011 0.030,0.009 0.026,0.007 0.023,0.005 0.018,0.003 0.014,-0.033 0.012,0.021 0.002,0.130 0.004,0.037 0.004,0.017 0.003,0.004 0.000,-0.003 0.001,0.660 0.017</inkml:trace>
</inkml:ink>
</file>

<file path=ppt/ink/ink5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1507.000 626.000,'-0.236'0.000,"-0.203"0.000,-0.172 0.000,-0.590 0.017,-0.333 0.027,-0.278 0.028,-0.220 0.030,-0.166 0.026,-0.326 0.056,-0.394 0.071,-0.402 0.072,-0.374 0.068,-0.322 0.059,0.415 0.117,-1.590 0.495,-0.316 0.283,-0.055 0.217,0.118 0.158,0.217 0.109,0.266 0.070,1.625-0.545,0.096 0.042,-1.694 0.926,-0.272 0.283,-0.325 0.273,-0.331 0.246,-0.312 0.210,-0.274 0.172,0.639-0.328,0.404-0.198,0.522-0.265,0.565-0.290,0.554-0.287,-1.149 1.244,-0.586 0.724,-0.206 0.356,0.053 0.088,0.219-0.089,0.312-0.200,0.349-0.258,-0.051 0.066,0.158-0.126,0.086-0.074,0.033-0.036,0.000-0.011,-0.024 0.007,3.669-3.070,-4.587 4.187,0.018 0.236,0.351-0.097,0.518-0.289,0.576-0.380,0.557-0.400,0.958-0.987,0.417-0.393,0.378-0.377,0.330-0.341,0.275-0.297,0.222-0.247,0.666-1.003,-2.127 4.425,-0.436 1.101,-0.343 0.825,-0.135 0.333,0.014-0.020,0.112-0.250,0.744-1.516,-0.080 0.343,-1.428 3.982,0.129 0.553,0.247 0.275,0.299 0.079,0.307-0.046,0.949-2.937,-0.120 1.066,0.287-0.664,0.266-0.726,0.232-0.717,0.197-0.660,0.157-0.580,-0.134 0.750,0.014 0.140,0.069-0.027,0.094-0.131,0.106-0.184,0.102-0.205,0.150-0.684,0.106-0.376,0.099-0.386,0.090-0.363,0.074-0.325,0.063-0.277,0.095-2.513,0.039 3.166,0.159 0.340,0.166 0.266,0.156 0.199,0.137 0.141,0.115 0.093,-0.283-2.030,0.038 0.052,0.482 1.939,0.185 0.106,0.179 0.035,0.159-0.017,0.139-0.049,-0.403-1.430,0.041-0.112,0.855 1.349,0.509 0.237,0.561 0.308,0.556 0.333,0.515 0.327,-0.303-0.832,1.873 1.630,0.210-0.435,-0.015-0.626,-0.152-0.691,-0.226-0.674,-0.251-0.607,0.296-0.387,0.091-0.378,-0.150-0.414,-0.290-0.403,-0.355-0.367,-0.368-0.313,-2.081-0.685,-0.107-0.077,1.606 0.262,0.328-0.081,0.433-0.042,0.471-0.012,0.465 0.006,0.448-0.011,0.281-0.038,0.198-0.046,0.133-0.048,0.077-0.046,0.039-0.042,0.010-0.037,-5.449-0.414,8.856 0.265,1.381-0.258,0.648-0.280,0.146-0.270,-0.179-0.241,-0.362-0.204,-5.406 0.291,-0.077-0.140,3.221-0.712,-0.474-0.238,-0.592-0.166,-0.638-0.109,-0.626-0.063,0.634-0.549,-0.154-0.303,-0.237-0.235,-0.273-0.174,-0.273-0.122,-0.257-0.080,-0.224-0.047,-3.995 2.072,3.314-2.299,-0.353-0.229,-0.454-0.132,-0.490-0.059,-0.484-0.006,-0.448 0.028,0.066-0.908,-0.546-0.215,-0.468-0.223,-0.379-0.210,-0.292-0.181,-0.212-0.149,-1.532 4.892,1.314-6.183,-0.054-0.994,-0.065-0.538,-0.070-0.207,-0.065 0.019,-0.059 0.165,-0.087 0.444,-0.039 0.184,-0.031 0.168,-0.022 0.145,-0.015 0.120,-0.010 0.096,-0.005 0.074,-0.654 4.413,0.740-5.476,-0.059-0.117,-0.110 0.206,-0.135 0.400,-0.141 0.494,-0.134 0.517,-0.146 0.772,-0.115 0.515,-0.099 0.467,-0.085 0.408,-0.068 0.336,-0.052 0.271,-0.083 2.549,-0.539-3.614,-0.585-0.672,-0.586-0.563,-0.542-0.453,-0.474-0.349,-0.398-0.256,-0.836-0.764,-0.462-0.036,-0.255 0.261,-0.107 0.426,-0.003 0.499,0.060 0.503,0.267 0.795,0.133 0.585,0.136 0.547,0.124 0.487,0.112 0.408,0.093 0.331,-0.268 0.131,-0.300 0.155,-0.366 0.091,-0.378 0.043,-0.358 0.010,-0.315-0.013,-0.266-0.025,0.023 0.169,0.058 0.152,0.315 0.264,0.463 0.318,0.527 0.331,0.531 0.318,3.351 1.456,-1.642-0.640,0.072 0.084,-1.507-0.422,0.142 0.164,0.150 0.132,0.142 0.104,0.128 0.076,0.037 0.040,-0.113-0.015,-0.017-0.003,-0.028-0.016,-0.030-0.019,-0.030-0.022,-0.028-0.021,0.199 0.065,-0.052 0.017,-0.062 0.023,-0.063 0.026,-0.059 0.026,-0.054 0.023,2.908 0.593,-3.229-0.540,0.089 0.080,0.246 0.085,0.330 0.080,0.356 0.071,0.351 0.062,2.106 0.253,-2.510-0.178,-0.207 0.057,-0.043 0.050,0.067 0.042,0.133 0.033,0.163 0.025,0.375 0.019,0.356 0.012,0.374 0.008,0.358 0.004,0.324 0.003,0.279 0.000,0.231-0.001,0.284 0.036</inkml:trace>
</inkml:ink>
</file>

<file path=ppt/ink/ink5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1667.000 806.000,'-0.089'0.000,"-0.146"0.000,-0.159 0.000,-0.111 0.000,-0.085 0.000,-0.059 0.000,-0.041 0.000,-0.025 0.000,0.197 0.000,0.000 0.000,-0.288 0.009,0.013 0.012,0.026 0.016,0.029 0.014,0.030 0.013,0.027 0.011,0.024 0.009,0.020 0.006,0.015 0.006,0.010 0.003,0.225-0.046,-0.094-0.003,-0.521 0.030,-0.212 0.007,-0.168 0.009,-0.131 0.011,-0.096 0.012,-0.069 0.009,-0.268 0.009,-0.106 0.009,0.067 0.006,0.119 0.009,0.145 0.008,0.147 0.007,1.279-0.139,-0.909 0.184,0.180 0.019,0.175-0.003,0.159-0.017,0.140-0.025,0.117-0.029,0.231-0.101,-0.411 0.044,-0.144-0.021,-0.339 0.007,-0.058-0.002,0.003 0.007,0.043 0.012,0.064 0.013,0.024 0.013,0.154-0.013,0.155-0.018,0.142-0.021,0.121-0.021,0.100-0.017,0.087-0.004,0.049 0.010,0.035 0.014,0.023 0.018,0.013 0.017,0.006 0.015,0.106-0.095,-0.191 0.103,-0.014-0.013,0.017-0.017,0.034-0.019,0.039-0.019,0.042-0.016,0.038-0.014,0.032-0.011,0.026-0.008,0.020-0.005,0.014-0.004,0.010-0.002,0.007-0.002,0.003 0.001,0.002-0.001,-0.001 0.001,0.001 0.000,-0.002 0.001,-0.001-0.000,-0.002 0.001,0.000 0.000,-0.001 0.001,-0.001-0.001,-0.001 0.001,0.067 0.000,0.110 0.000,0.123-0.013,0.145-0.022,0.142-0.026,0.133-0.025,0.116-0.025,0.128-0.088,-0.016-0.030,0.034-0.026,0.021-0.011,0.012-0.002,0.003 0.007,-0.001 0.009,-0.571 0.125,0.918-0.285,0.053-0.031,-0.039 0.014,-0.091 0.041,-0.119 0.053,-0.130 0.060,-0.838 0.210,1.755-0.537,0.309-0.122,0.039-0.029,-0.131 0.031,-0.223 0.066,-0.263 0.082,-0.773 0.256,0.504-0.176,-0.128 0.037,-0.153 0.042,-0.157 0.046,-0.151 0.042,-0.134 0.041,-0.094 0.031,-0.129 0.053,-0.108 0.048,-0.087 0.044,-0.066 0.035,-0.048 0.028,-0.048 0.022,-0.049 0.015,-0.044 0.011,-0.037 0.007,-0.029 0.003,-0.021 0.002,-0.016-0.001,-0.010-0.001,-0.007-0.002,-0.003-0.002,-0.001-0.001,-0.001-0.002,0.002-0.001,0.001-0.001,0.002-0.001,0.002 0.000,0.000-0.001,0.003 0.000,0.000-0.001,0.001 0.001,-0.049 0.000,-0.091-0.001,-0.139 0.014,-0.127 0.022,-0.120 0.025,-0.108 0.027,-0.092 0.024,-0.113 0.087,-0.015 0.086,-0.077 0.110,-0.073 0.112,-0.066 0.107,-0.058 0.095,-0.049 0.083,-0.126 0.128,0.057-0.006,0.085-0.035,0.097-0.052,0.095-0.059,0.089-0.058,0.749-0.575,-0.419 0.262,-0.082 0.011,-0.699 0.326,0.044-0.067,0.153-0.100,0.206-0.109,0.221-0.108,0.210-0.094,0.185-0.081,0.154-0.063,0.122-0.050,0.091-0.034,0.065-0.023,0.043-0.016,0.026-0.007,0.013-0.003,0.006-0.001,-0.002 0.003,-0.005 0.003,-0.005 0.003,0.031-0.012,0.147-0.029,0.432-0.091,0.266-0.063,0.222-0.058,0.177-0.048,0.135-0.039,0.100-0.031,0.068-0.023,-0.041-0.004,0.007-0.018,-0.009-0.018,-0.016-0.014,-0.023-0.012,-0.022-0.010,-0.166-0.027,0.181-0.147,1.010-0.542,-0.027-0.075,-0.179 0.023,-0.257 0.082,-0.287 0.113,-0.325 0.159,-0.307 0.167,-0.279 0.162,-0.240 0.146,-0.195 0.125,-0.153 0.103,-0.127 0.073,-0.100 0.048,-0.078 0.030,-0.054 0.016,-0.038 0.006,-0.023-0.002,-0.013-0.006,-0.005-0.007,-0.000-0.008,0.004-0.009,0.005-0.008,0.006-0.005,-0.013 0.015,-0.037 0.003,-0.114-0.003,-0.120 0.008,-0.125 0.007,-0.121 0.009,-0.108 0.006,-0.423 0.006,-0.161 0.031,-0.185 0.043,-0.136 0.051,-0.092 0.052,-0.058 0.050,1.326-0.155,-1.536 0.332,-0.232 0.124,-0.835 0.294,0.043 0.054,0.182-0.001,0.256-0.039,0.280-0.056,1.406-0.473,-1.070 0.414,0.111-0.012,0.103-0.022,0.092-0.026,0.078-0.027,0.063-0.026,0.000 0.002,0.241-0.096,0.257-0.102,0.242-0.096,0.213-0.086,0.177-0.069,0.139-0.056,0.105-0.041,0.074-0.030,0.049-0.019,0.029-0.012,0.015-0.006,0.006-0.002,-0.002 0.001,-0.005 0.002,-0.008 0.002,-0.007 0.004,-0.008 0.003,-0.006 0.002,-0.005 0.003,-0.005 0.001,-0.004 0.001,-0.001 0.002,-0.002 0.000,-0.001 0.000,0.041 0.001,0.062-0.001,0.081-0.029,0.117-0.046,0.125-0.053,0.117-0.055,0.108-0.050,-0.217 0.087,0.627-0.137,0.162 0.000,0.103 0.011,0.060 0.016,0.029 0.017,0.005 0.017,-0.176 0.024,-0.147 0.006,-0.166 0.003,-0.166 0.002,-0.151 0.000,0.571-0.508</inkml:trace>
</inkml:ink>
</file>

<file path=ppt/ink/ink5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1614.000 812.000,'0.000'0.000</inkml:trace>
</inkml:ink>
</file>

<file path=ppt/ink/ink5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1424.000 912.000,'-0.005'0.000,"-0.006"0.000,-0.009 0.000,-0.008 0.000,-0.007 0.000,-0.006 0.000,-0.006 0.000,-0.003 0.000,-0.002 0.000,-0.003 0.000,-0.002 0.000,0.001 0.000,-0.002 0.000,0.001 0.000,-0.000 0.000,0.000 0.000,0.000 0.000,0.001 0.000,-0.031 0.000,-0.075 0.000,-0.282 0.025,-0.296 0.038,-0.305 0.044,-0.291 0.046,-0.259 0.041,-0.220 0.038,-0.298 0.065,-0.099 0.048,-0.042 0.042,-0.007 0.035,0.020 0.029,0.031 0.021,-0.728 0.461,-0.314 0.248,-0.049 0.103,0.116 0.003,0.207-0.056,1.856-0.771,-2.158 0.756,-0.349-0.039,-0.302-0.077,-0.246-0.096,-0.194-0.100,-0.145-0.095,1.983-0.367,0.137-0.021,-1.055 0.197,0.431-0.065,0.433-0.068,0.404-0.062,0.358-0.056,0.317-0.049,0.283-0.044,0.236-0.036,0.186-0.028,0.143-0.021,0.104-0.016,0.101-0.023,-0.059 0.013,-0.271 0.071,-0.068 0.008,-0.045-0.000,-0.025-0.006,-0.012-0.006,0.000-0.010,0.726-0.171,-1.100 0.263,-0.218 0.063,-0.151 0.048,-0.099 0.037,-0.056 0.027,-0.026 0.018,0.015 0.010,0.053-0.001,0.071-0.008,0.075-0.009,0.075-0.012,0.067-0.011,0.060-0.010,0.111-0.030,0.123-0.036,0.131-0.039,0.124-0.039,0.112-0.037,0.097-0.030,0.314-0.111,0.022-0.016,-1.855 0.331</inkml:trace>
</inkml:ink>
</file>

<file path=ppt/ink/ink5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1669.000 810.000,'0.021'0.000,"0.033"0.000,0.038 0.000,0.039 0.000,0.036 0.000,0.032 0.000,0.027 0.000,-0.091 0.026,0.065 0.137,-0.018 0.146,-0.023 0.153,-0.026 0.149,-0.025 0.136,-0.058-0.099,-0.043 0.091,-0.182 0.592,-0.211 0.184,-0.215 0.137,-0.197 0.099,-0.171 0.064,0.346-0.775,-0.655 0.807,-0.039-0.088,0.038-0.118,0.082-0.127,0.101-0.123,0.509-0.678,-0.396 0.361,0.078-0.196,0.082-0.180,0.077-0.156,0.069-0.127,0.057-0.099,0.501-0.260,-0.489-0.068,-0.265-0.328,-0.078-0.270,-0.030-0.214,0.001-0.162,0.023-0.119,0.035-0.082,0.732 0.937,-0.798-1.310,0.034-0.214,0.058-0.166,0.067-0.122,0.069-0.086,0.062-0.053,0.159 0.234,0.134 0.145,0.144 0.177,0.137 0.187,0.127 0.181,0.186 0.069,0.182 0.189,0.165 0.161,0.140 0.128,0.114 0.098,0.087 0.073,-0.098 0.193,1.182-0.327,0.378-0.002,0.167 0.049,0.021 0.080,-0.074 0.092,-0.131 0.094,-1.421 0.243,1.140-0.122,-0.271 0.074,-0.292 0.060,-0.283 0.049,-0.257 0.037,-0.222 0.025,-0.276 0.079,-0.005 0.068,0.275 0.328,-0.084 0.188,-0.103 0.144,-0.106 0.107,-0.100 0.076,-0.171-0.197,-0.196 0.307,-0.251-0.044,-0.228-0.075,-0.195-0.087,-0.157-0.086,-0.120-0.078,-0.335 0.055,-0.348 0.138,-0.249 0.124,-0.168 0.106,-0.102 0.087,0.038-0.012,0.172-0.102,0.231-0.144,0.253-0.160,0.249-0.161,0.230-0.149,0.201-0.132,0.664-0.295,-0.635 0.135,0.095-0.174,0.075-0.152,0.057-0.126,0.041-0.098,0.028-0.074,0.106 0.024,0.060-0.010,0.061 0.003,0.059 0.010,0.055 0.013,0.046 0.015,0.038 0.016,0.305-0.069,0.253-0.050,0.201-0.036,0.152-0.023,0.111-0.014,0.076-0.005,-0.803 0.432,1.033-0.444,0.012 0.028,-0.065 0.034,-0.109 0.033,-0.128 0.032,-0.129 0.027,2.232-0.883</inkml:trace>
</inkml:ink>
</file>

<file path=ppt/ink/ink5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1656.000 808.000,'-0.003'0.000,"-0.085"0.000,-0.053 0.000,-0.033 0.000,-0.021 0.000,-0.009 0.000,-0.001 0.000,0.002 0.000,-0.073 0.011,-0.068 0.016,-0.056 0.021,-0.043 0.022,-0.032 0.019,-0.023 0.019,0.276-0.061,-0.334 0.075,-0.000 0.011,0.026 0.010,0.040 0.007,0.047 0.007,0.049 0.005,-0.019 0.033,0.037 0.000,0.027-0.002,0.018-0.003,0.009-0.005,0.006-0.004,0.254-0.140,-0.431 0.573,-0.125 0.275,-0.077 0.170,-0.044 0.089,-0.017 0.032,0.001-0.008,-0.019 0.056,-0.025 0.052,0.073-0.121,0.091-0.157,0.092-0.164,0.085-0.156,0.097-0.143,0.084-0.116,0.076-0.092,0.064-0.070,0.051-0.052,0.038-0.035,0.034-0.036,0.030-0.034,0.024-0.030,0.018-0.024,0.014-0.019,0.009-0.015,0.005-0.010,0.004-0.007,0.002-0.004,0.000-0.002,-0.001-0.001,-0.001 0.001,0.008 0.000,0.027 0.002,0.031 0.000,0.034 0.002,0.031 0.000,0.028 0.001,-0.081 0.001,0.020 0.000,0.150 0.001,0.032-0.001,0.017 0.001,0.008 0.000,0.002 0.000,-0.002 0.000,-0.005 0.001,-0.026-0.001,-0.032 0.000,-0.032 0.000,-0.029 0.001,-0.027-0.001,-0.125 0.000,0.220 0.000,0.105 0.000,0.167 0.000,0.044 0.000,0.009 0.000,-0.015 0.000,-0.031 0.000,-0.038 0.000,1.479 0.000</inkml:trace>
</inkml:ink>
</file>

<file path=ppt/ink/ink5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1421.000 897.000,'0.030'0.000,"0.048"0.000,0.065 0.043,0.064 0.068,0.062 0.081,0.055 0.085,0.048 0.080,0.041 0.074,0.026 0.073,-0.012 0.037,-0.024 0.021,-0.033 0.009,-0.035 0.002,-0.035-0.004,-0.171-0.329,0.068 0.136,0.000 0.015,0.143 0.326,0.012 0.047,0.011 0.033,0.011 0.021,0.007 0.012,-0.022-0.016,-0.041-0.034,-0.050-0.042,-0.051-0.044,-0.049-0.043,-0.044-0.039,-0.037-0.199,0.014-0.010,0.069 0.164,-0.004-0.063,-0.015-0.075,-0.023-0.073,-0.023-0.067,-0.025-0.058,-0.020-0.048,-0.019-0.036,-0.014-0.028,-0.011-0.020,-0.009-0.012,0.007 0.019,0.016 0.044,0.020 0.053,0.021 0.057,0.022 0.054,0.018 0.048,-0.032-0.017,0.000 0.075,0.031 0.341,-0.020-0.008,-0.024-0.071,-0.022-0.104,-0.022-0.115,-0.016-0.109,-0.015-0.099,-0.011-0.082,-0.007-0.064,-0.005-0.050,-0.004-0.035,-0.001-0.022,-0.001-0.015,0.000-0.007,0.001-0.003,0.000 0.000,0.000 0.003,0.002 0.003,0.000 0.004,0.001 0.002,0.000 0.004,0.000 0.002,-0.000 0.002,0.001 0.001,-0.000 0.001,-0.001 0.001,0.001 0.001,0.000-0.001,0.000 0.001,0.000 0.000,-0.042-0.060,-0.063-0.090,-0.070-0.100,-0.069-0.099,-0.061-0.087,-0.051-0.073,0.178 0.218,0.006-0.016,-0.137-0.290,-0.004-0.084,-0.007-0.078,-0.008-0.067,-0.008-0.056,0.088 0.148,-0.941-3.448</inkml:trace>
</inkml:ink>
</file>

<file path=ppt/ink/ink5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1422.000 910.000,'-0.014'0.000,"-0.021"0.000,-0.025 0.000,-0.023 0.000,-0.022 0.000,-0.019 0.000,-0.079 0.015,-0.101 0.022,-0.110 0.026,-0.102 0.024,-0.090 0.021,-0.076 0.019,-0.024-0.019,-0.178-0.007,-0.201-0.012,-0.203-0.012,-0.192-0.014,-0.169-0.014,1.280-0.035,-0.999 0.084,-0.315 0.085,-1.991 0.350,-0.474 0.150,-0.219 0.091,-0.042 0.047,0.074 0.017,0.142-0.006,0.174-0.019,0.181-0.024,0.172-0.028,0.153-0.027,0.129-0.025,-0.422 0.142,0.069 0.027,-0.044 0.054,0.054 0.029,0.114 0.010,0.147 0.000,0.159-0.011,-0.409 0.138,-0.188 0.053,-0.257 0.061,-0.280 0.061,-0.272 0.056,-0.246 0.049,2.957-0.833,-3.543 0.903,-0.182 0.009,0.060-0.040,0.209-0.069,0.291-0.081,0.322-0.085,0.316-0.055,0.512-0.106,0.598-0.130,0.611-0.138,0.573-0.130,0.507-0.118,1.394-0.409,-0.582 0.167,0.063-0.015,-3.362 1.090</inkml:trace>
</inkml:ink>
</file>

<file path=ppt/ink/ink5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1290.000 901.000,'-0.007'0.007,"-0.011"0.011,-0.013 0.013,-0.012 0.012,-0.010 0.010,-0.010 0.010,-0.007 0.007,-0.006 0.006,-0.003 0.003,-0.004 0.004,-0.002 0.002,0.000 0.000,0.013-0.013,-0.043 0.043,-0.238 0.253,-0.150 0.173,-0.133 0.160,-0.112 0.138,-0.090 0.116,0.662-0.755,-0.791 0.818,-0.599 0.523,-0.168 0.084,-0.062-0.020,0.013-0.082,0.057-0.113,0.082-0.127,0.091-0.123,-0.009-0.082,-0.140 0.001,-0.221 0.052,-0.133 0.012,-0.110 0.012,-0.089 0.010,-0.065 0.011,0.619-0.277,-0.299 0.216,0.325-0.134,0.345-0.159,0.328-0.161,0.290-0.150,0.243-0.129,0.194-0.108,0.149-0.083,0.105-0.064,0.074-0.044,0.045-0.029,0.024-0.019,0.011-0.008,0.000-0.004,-0.006 0.002,-0.009 0.003,-0.011 0.004,0.127 0.073,0.216 0.113,0.252 0.130,0.257 0.131,0.241 0.123,0.213 0.107,0.180 0.090,-0.479-0.214,1.212 0.664,0.174 0.079,0.021-0.025,-0.076-0.088,-0.131-0.119,-0.388-0.232,-0.158-0.124,-0.156-0.120,-0.142-0.108,-0.124-0.094,-0.105-0.079,0.150 0.036,0.034 0.045,0.069 0.075,0.085 0.090,0.088 0.089,0.082 0.083,-0.690-0.229,0.923 0.590,0.010 0.056,-0.086-0.043,-0.138-0.104,-0.160-0.132,-0.162-0.141,-0.162-0.134,-0.151-0.121,-0.132-0.100,-0.108-0.083,-0.086-0.063,-0.065-0.047,1.505 0.193</inkml:trace>
</inkml:ink>
</file>

<file path=ppt/ink/ink5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1667.000 815.000,'-0.021'-0.010,"-0.033"-0.017,-0.038-0.020,-0.039-0.018,-0.036-0.018,-0.032-0.017,-0.027-0.013,-0.057-0.020,-0.055-0.016,-0.056-0.014,-0.051-0.011,-0.045-0.010,0.073 0.048,-0.220-0.039,-0.089-0.002,-0.077-0.003,-0.064-0.002,-0.050-0.004,0.348 0.082,-0.311-0.022,-0.140 0.013,-0.379-0.005,-0.021 0.023,0.046 0.023,0.088 0.020,0.106 0.015,0.082 0.014,0.049 0.052,0.136 0.072,0.133 0.078,0.118 0.075,0.101 0.067,0.081 0.056,0.109 0.050,0.026 0.079,0.014 0.058,0.005 0.042,-0.001 0.028,0.096-0.217,-0.035 0.006,-0.207 0.240,-0.020-0.019,0.008-0.031,0.026-0.040,0.035-0.040,0.041-0.042,0.300-0.379,-0.352 0.622,0.028 0.053,0.051-0.015,0.060-0.056,0.060-0.079,0.057-0.087,0.154 0.151,0.126 0.054,0.096-0.014,0.072-0.053,0.050-0.074,0.033-0.082,0.023-0.085,0.003-0.098,-0.006-0.089,-0.010-0.076,-0.014-0.063,-0.013-0.048,-0.012-0.037,0.383 0.078,0.411 0.054,0.394 0.036,0.353 0.021,0.296 0.012,-1.337-0.152,1.663 0.116,0.062-0.053,-0.041-0.061,-0.100-0.059,-0.126-0.053,-0.131-0.044,-0.489-0.016,-0.182-0.022,-0.184-0.019,-0.173-0.014,-0.155-0.013,-0.133-0.008,-0.656 0.124,0.715-0.232,0.069-0.089,0.070-0.080,0.065-0.066,0.059-0.055,0.051-0.044,-0.947 0.475,0.667-0.331,-0.001-0.007,0.490-0.329,-0.106-0.055,-0.136-0.047,-0.142-0.038,-0.193-0.095,-0.151-0.021,-0.140 0.051,-0.119 0.089,-0.097 0.107,-0.076 0.110,-0.057 0.101,0.026-0.654,0.000-0.386,-0.017-0.179,-0.026-0.037,-0.032 0.058,-0.032 0.111,-0.041 0.022,-0.047 0.129,-0.047 0.153,-0.041 0.152,-0.034 0.142,-0.027 0.121,-0.018 0.218,-0.032 0.134,-0.033 0.130,-0.029 0.117,-0.027 0.102,-0.023 0.084,-0.115 0.050,-0.102 0.042,-0.105 0.021,-0.099 0.006,-0.087-0.004,-0.070-0.010,-0.055-0.011,-0.020 0.010,-0.092 0.006,-0.048 0.006,-0.017 0.009,0.005 0.009,0.020 0.009,0.826 0.029,-1.265 0.092,-0.249 0.098,-0.169 0.085,-0.103 0.071,-0.054 0.058,-0.018 0.044,1.661-0.349,-1.998 0.498,-0.049 0.057,0.033 0.024,0.082 0.002,0.108-0.013,0.113-0.021,1.738-0.517,-1.537 0.524,0.247-0.048,0.274-0.078,0.272-0.090,0.249-0.090,0.214-0.085,0.127-0.054,-0.189 0.081,0.015 0.021,0.036 0.021,0.046 0.019,0.051 0.016,0.255-0.159,-0.324 0.181,-0.084 0.054,-0.088 0.062,-0.084 0.063,-0.073 0.059,0.204-0.105,-0.195 0.197,0.051 0.052,0.077 0.037,0.090 0.028,0.089 0.016,0.084 0.011,0.377-0.489,-0.250 0.790,0.078 0.189,0.069 0.143,0.054 0.106,0.044 0.072,0.033 0.047,0.035-0.024,0.049-0.051,0.055-0.065,0.054-0.069,0.050-0.067,0.043-0.061,0.058 0.002,0.047-0.101,0.042-0.100,0.034-0.090,0.025-0.077,0.020-0.064,-0.089-0.399,0.297 0.417,0.082-0.038,0.045-0.071,0.015-0.085,-0.003-0.089,-0.015-0.082,-0.523-0.486,0.519 0.470,-0.007-0.067,-0.001-0.086,0.002-0.088,0.003-0.084,0.006-0.073,0.092-0.082,0.493-0.020,0.280-0.034,0.215-0.026,0.160-0.018,0.112-0.012,-0.733-0.016,0.018-0.024,0.998-0.201,-0.180-0.182,-0.256-0.179,-0.279-0.158,-0.272-0.136,-0.440 0.089,0.059-0.365,-0.143-0.078,-0.122-0.020,-0.101 0.021,-0.082 0.043,-0.061 0.056,-0.325 0.925,0.254-0.928,-0.048 0.002,-0.041 0.014,-0.031 0.019,-0.023 0.021,-0.017 0.021,-0.015-0.008,-0.029 0.088,-0.029 0.097,-0.026 0.093,-0.023 0.084,-0.017 0.069,-0.047 0.116,-0.059 0.013,-0.067 0.000,-0.068-0.009,-0.063-0.014,-0.058-0.017,0.098 0.200,-0.023-0.006,-0.230-0.248,-0.032 0.031,-0.014 0.049,0.003 0.056,0.010 0.058,0.024 0.067,0.030 0.071,0.033 0.066,0.031 0.059,0.028 0.050,0.025 0.040,0.021 0.031,0.017 0.025,-0.042 0.010,-2.085 0.141</inkml:trace>
</inkml:ink>
</file>

<file path=ppt/ink/ink5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1654.000 813.000,'0.003'0.000,"0.037"0.000,0.253 0.032,0.112 0.049,0.052 0.057,0.010 0.058,-0.017 0.055,-0.034 0.047,-0.041 0.040,-0.170-0.108,0.064 0.175,-0.051 0.015,-0.047-0.006,-0.043-0.019,-0.036-0.028,-0.030-0.031,-0.025-0.032,-0.017-0.030,-0.014-0.026,-0.010-0.023,-0.005-0.020,-0.004-0.014,0.005-0.051,-0.044 0.157,-0.057 0.057,-0.051 0.073,-0.020 0.026,-0.005 0.012,0.004-0.000,0.008-0.004,0.013-0.009,0.012-0.009,0.012-0.009,0.011-0.009,0.007-0.008,-0.048-0.145,-0.377 0.316,-0.102 0.025,-0.006-0.020,0.051-0.045,0.083-0.059,-0.714 0.827</inkml:trace>
</inkml:ink>
</file>

<file path=ppt/ink/ink5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620.000 970.000,'0.000'-0.024,"0.000"-0.038,0.000-0.056,0.000-0.035,0.000-0.027,0.000-0.019,0.000-0.013,-0.047 0.031,-0.179-0.087,-0.207-0.065,-0.220-0.077,-0.209-0.078,-0.190-0.072,0.380 0.208,-0.043-0.015,-0.494-0.222,-0.051 0.017,-0.017 0.035,0.006 0.049,0.021 0.052,0.031 0.052,0.947 0.305,-1.585-0.258,-0.362 0.072,-0.276 0.067,-0.200 0.057,-0.136 0.048,-0.086 0.036,2.348 0.050,-3.136 0.170,-0.489 0.196,-0.397 0.176,-0.307 0.147,-0.223 0.118,-0.154 0.089,0.356-0.007,0.478-0.035,0.571-0.061,0.579-0.069,0.532-0.070,2.209-0.510,-1.524 0.467,-0.381 0.189,-2.437 1.014,-0.298 0.310,0.045 0.175,0.259 0.075,0.378 0.007,0.243 0.105,0.578-0.103,0.555-0.121,0.491-0.125,0.414-0.115,0.328-0.101,1.179-1.121,-1.143 1.707,0.115 0.196,0.187 0.014,0.217-0.102,0.219-0.168,0.204-0.195,0.176-0.198,0.219 0.133,0.249 0.244,0.236 0.328,0.209 0.353,0.173 0.339,0.140 0.303,0.104 0.255,-0.221-1.680,0.316 1.481,0.060-0.137,0.038-0.246,0.021-0.296,0.006-0.312,0.000-0.299,-0.009-0.269,-0.274-0.958,0.843 0.910,0.558 0.027,0.588 0.094,0.557 0.130,0.492 0.141,0.408 0.134,0.826 0.144,0.407-0.094,0.145-0.210,-0.027-0.262,-0.130-0.272,-3.233-1.311,2.169 0.562,0.146-0.169,1.866 0.039,0.250-0.347,0.153-0.315,0.083-0.269,0.031-0.217,-5.423-0.008,5.585-0.321,-0.174-0.234,-0.366-0.181,-0.454-0.132,-0.469-0.092,-1.090 0.124,1.695-0.369,0.185-0.009,0.024 0.060,-0.077 0.098,-0.136 0.114,-0.527 0.212,1.880-0.179,0.225-0.022,-0.129-0.020,-0.354-0.015,-0.475-0.011,-0.520-0.009,-0.198-0.167,-0.983 0.003,-1.000 0.042,-0.927 0.064,-0.803 0.071,-0.662 0.071,-0.558 0.014,-0.382 0.073,-0.246 0.039,-0.183 0.055,-0.129 0.062,-0.084 0.062,-0.049 0.060,-0.099-0.446,-0.100-0.677,-0.099-0.803,-0.091-0.821,-0.082-0.776,-0.066-0.687,-0.033-0.127,-0.044-0.012,-0.034 0.155,-0.028 0.251,-0.018 0.296,-0.015 0.305,-0.008 0.291,0.682 2.846,-0.667-2.421,-0.063-0.070,-0.357-0.895,-0.030 0.282,0.006 0.387,0.026 0.424,0.039 0.412,0.042 0.458,-0.033 0.316,-0.050 0.265,-0.055 0.213,-0.056 0.164,0.484 0.529,-0.123 0.026,-1.231-0.440,-0.248 0.114,-0.126 0.119,-0.040 0.114,0.015 0.099,1.252 0.300,-0.809-0.225,0.361 0.083,0.369 0.092,0.346 0.090,0.299 0.083,0.247 0.070,0.194 0.056,0.144 0.044,0.103 0.032,0.067 0.021,0.040 0.015,0.193 0.120</inkml:trace>
</inkml:ink>
</file>

<file path=ppt/ink/ink5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834.000 983.000,'-0.115'-0.069,"-0.181"-0.109,-0.213-0.127,-0.218-0.131,-0.207-0.125,-0.186-0.111,-0.409-0.145,-0.262-0.006,-0.229 0.033,-0.190 0.054,-0.151 0.062,0.899 0.302,-1.385-0.258,-0.074 0.030,0.091 0.039,0.189 0.043,0.233 0.041,0.245 0.038,1.657 0.347,-2.412-0.301,-0.913-0.041,-2.321-0.148,-0.536 0.041,-0.118 0.073,0.172 0.091,0.353 0.096,0.440 0.174,0.254 0.210,0.068 0.319,0.136 0.358,0.089 0.368,0.053 0.347,0.027 0.314,-0.639 0.862,0.418 0.228,0.451 0.088,0.569-0.068,0.605-0.165,0.587-0.216,0.538-0.236,2.122-1.792,-2.738 3.375,0.094 0.486,0.268 0.081,0.349-0.169,0.368-0.306,0.346-0.360,0.408-0.408,0.298-0.269,0.236-0.171,0.217-0.177,0.193-0.169,0.159-0.154,0.201-0.034,0.332-0.038,0.386 0.022,0.390 0.060,0.364 0.079,0.320 0.085,0.271 0.083,0.956 0.569,0.491 0.121,0.281-0.004,0.128-0.082,0.026-0.120,-0.040-0.132,-0.488-0.454,-0.187-0.216,-0.198-0.215,-0.191-0.198,-0.171-0.173,-0.148-0.144,-0.334-0.252,-0.067-0.083,0.165-0.038,0.193-0.071,0.247-0.059,0.266-0.050,0.264-0.038,0.243-0.029,-0.099-0.125,0.101-0.085,0.070-0.093,0.528-0.043,-0.095-0.118,-0.153-0.106,-0.178-0.088,-0.180-0.071,-0.756-0.109,0.760-0.169,0.101-0.177,0.138-0.163,0.150-0.142,0.143-0.120,0.131-0.093,0.112-0.072,0.091-0.051,0.306-0.084,-0.083 0.013,0.137-0.034,0.078-0.019,0.031-0.006,0.000 0.001,-0.021 0.008,-3.645 0.853,4.140-1.020,-0.231 0.007,-0.449 0.059,-0.555 0.089,-0.581 0.100,-0.555 0.103,-0.267-0.244,-0.417-0.303,-0.305-0.366,-0.210-0.372,-0.131-0.341,-0.076-0.295,-0.317 0.308,-0.194 0.058,-0.208 0.115,-0.204 0.143,-0.185 0.154,-0.162 0.149,-0.087 1.088,-0.191-0.975,-0.286-0.533,-0.183-0.082,-0.132-0.014,-0.086 0.033,-0.052 0.060,-0.101 0.085,-0.107 0.137,-0.109 0.147,-0.105 0.140,-0.093 0.128,-0.081 0.110,-0.065 0.091,0.872 0.837,-11.579-8.820</inkml:trace>
</inkml:ink>
</file>

<file path=ppt/ink/ink5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1090.000 962.000,'-0.893'-0.156,"-0.662"-0.099,-0.466-0.052,-0.305-0.021,-0.181 0.002,-0.088 0.016,-0.022 0.023,0.023 0.028,0.741 0.117,-1.809-0.044,-0.157 0.059,0.119 0.059,0.287 0.055,0.373 0.049,0.402 0.041,2.040-0.041,-1.965 0.319,-0.736 0.248,-4.548 1.268,-0.819 0.525,-0.083 0.321,0.375 0.170,0.621 0.062,4.966-1.816,-4.224 2.496,0.877 0.334,0.934 0.196,0.884 0.095,0.776 0.026,0.642-0.018,0.503-0.043,0.375-0.055,0.264-0.056,0.173-0.053,0.324-0.274,0.301-0.136,0.301-0.138,0.276-0.127,0.236-0.109,0.195-0.091,0.152-0.071,0.003-1.751,1.263 3.403,0.598 0.458,0.348-0.002,0.167-0.284,0.039-0.435,-0.041-0.492,-1.610-2.557,1.946 1.931,0.658-0.245,0.717-0.229,0.699-0.203,0.639-0.172,0.551-0.138,0.455-0.106,-2.406-1.001,3.383 0.477,0.473-0.397,0.266-0.415,0.114-0.398,0.005-0.356,-0.063-0.308,-0.106-0.253,-0.124-0.200,-0.231-0.207,-0.622-0.165,-0.692-0.135,-0.686-0.106,-0.631-0.078,-0.550-0.058,-3.824 1.045,3.374-1.309,-0.352-0.215,-0.396-0.164,-0.395-0.120,-0.369-0.083,-0.325-0.052,-0.274-0.030,-1.761 1.768,1.492-2.380,-0.308-0.346,-0.304-0.232,-0.281-0.141,-0.243-0.072,-0.203-0.025,-0.060-0.587,-0.061-0.129,-0.045 0.113,-0.033 0.257,-0.023 0.327,-0.013 0.347,-0.009 0.333,-0.002 0.296,-0.094 0.509,-0.060-0.656,-0.176-0.024,-0.199 0.029,-0.198 0.060,-0.183 0.076,-0.160 0.080,-0.134 0.078,-0.406-0.068,-0.492-0.017,-0.525-0.039,-0.504-0.050,-0.452-0.052,-0.384-0.049,-0.338 0.030,0.009 0.286,0.121 0.340,0.180 0.342,0.199 0.317,-3.363-0.591,-2.013-0.276,-0.904-0.010,-0.133 0.158,0.361 0.253,0.645 0.290,0.773 0.293,1.043 0.318,0.808 0.256,0.739 0.227,0.643 0.189,0.532 0.151,-0.035 0.127,-2.217 0.072,-0.301 0.089,0.128 0.067,0.387 0.047,0.521 0.032,0.562 0.019,0.567 0.007,0.861-0.020,0.822-0.026,0.728-0.029,0.606-0.029,0.063 0.034</inkml:trace>
</inkml:ink>
</file>

<file path=ppt/ink/ink5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447.000 647.000,'0.000'0.074,"0.000"0.115,0.000 0.133,0.000 0.109,0.000 0.061,0.000 0.034,0.000 0.015,0.000-0.001,0.000-0.008,0.000-0.014,0.000 0.032,0.000 1.711,0.000 1.401,0.000 1.350,0.000 1.210,0.000 1.025,-0.027-2.885,-0.068 2.957,-0.028-0.154,-0.010-0.408,0.004-0.547,0.010-0.599,0.016-0.590,0.018-0.544,0.012-0.304,0.019-0.575,0.015-0.504,0.014-0.418,0.009-0.332,0.008-0.250,0.005-0.180,0.004-0.123,0.002-0.074,0.001-0.042,-0.011-0.151,-0.019-0.093,-0.021-0.125,-0.023-0.136,-0.020-0.135,-0.020-0.126,-0.036-0.072,-0.019-0.182,-0.014-0.168,-0.011-0.143,-0.007-0.118,-0.552-0.267</inkml:trace>
</inkml:ink>
</file>

<file path=ppt/ink/ink5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445.000 653.000,'0.016'0.000,"0.024"0.000,0.027 0.000,0.027 0.000,0.024 0.000,0.019 0.000,0.017 0.000,0.012 0.000,0.009 0.000,0.006 0.000,0.003 0.000,0.191 0.017,0.292 0.027,0.327 0.028,0.320 0.030,0.290 0.026,-0.569-0.055,1.483 0.067,0.610 0.011,0.519 0.006,0.420 0.005,0.321 0.004,0.237 0.003,0.001-0.057,0.564-0.062,0.622-0.076,0.615-0.076,0.569-0.073,0.500-0.065,0.419-0.054,-4.550 0.158,6.937-0.326,0.699-0.036,0.324 0.004,0.068 0.028,-0.096 0.039,-6.971 0.277,7.566-0.181,0.451 0.040,0.020 0.035,-0.261 0.029,-0.420 0.022,-0.490 0.018,-8.957 0.150,9.576-0.136,-0.209 0.009,-0.494 0.006,-0.633 0.002,-0.670 0.002,-0.642 0.000,-1.191 0.015,-1.000 0.018,-0.998 0.020,-0.919 0.020,-0.804 0.019,-0.669 0.017,-0.534 0.014,-2.220 0.025,10.490-0.013,3.965 0.010,1.897 0.007,0.476 0.003,-0.430 0.003,-0.943 0.001,-1.170 0.001,-1.207-0.001,-1.123-0.001,-0.973 0.000,-0.798-0.001,-0.528-0.001,-0.786-0.001,-1.033 0.000,-1.096 0.000,-1.044-0.001,-0.925 0.000,-0.193 0.039,0.520 0.062,0.817 0.068,0.940 0.071,0.942 0.064,0.871 0.055,-0.212 0.008,-0.341-0.004,-0.594-0.015,-0.713-0.025,-0.737-0.026,-0.697-0.027,-0.534-0.036,-0.313-0.064,-0.808-0.100,-0.764-0.100,-0.671-0.094,-0.559-0.080,-1.254 0.054,0.653-0.153,-0.010-0.020,0.064 0.008,0.110 0.027,0.132 0.038,-0.327 0.069,0.038 0.030,0.365 0.012,0.007 0.035,-0.019 0.028,-0.032 0.025,-0.039 0.019,-0.041 0.015,-1.728 0.014,2.014 0.000,-0.091 0.007,-0.177 0.006,-0.218 0.002,-0.227-0.000,-0.213 0.000,-0.190-0.002,-1.110-0.008,0.652-0.013,0.038-0.033,-0.074-0.010,0.092-0.011,0.836-0.057,0.180-0.004,0.118 0.006,0.070 0.013,0.035 0.014,-1.286 0.057,1.836-0.040,0.187 0.019,0.148 0.017,0.110 0.014,0.078 0.011,0.053 0.007,-2.110 0.006,1.779 0.001,-0.109 0.002,-0.202 0.002,-0.246 0.001,-0.262-0.001,-0.252 0.001,-0.167 0.013,-0.369 0.019,-0.343 0.021,-0.299 0.021,-0.247 0.020,-0.196 0.017,-0.145 0.013,-0.105 0.011,-0.069 0.007,-0.043 0.006,-0.021 0.003,-0.008 0.003,0.002 0.000,-0.045 0.231,-0.067 0.345,-0.077 0.390,-0.075 0.381,-0.069 0.345,0.101-0.567,-0.458 1.682,-0.205 0.680,-0.156 0.535,-0.115 0.402,-0.081 0.289,-0.052 0.194,-0.100 0.562,0.111-0.111,0.142-0.203,0.152-0.239,0.142-0.240,0.125-0.220,0.177-0.536,0.132-0.260,0.120-0.239,0.107-0.211,0.086-0.172,0.070-0.139,0.041-0.269,0.016-0.179,0.002-0.173,-0.006-0.155,-0.012-0.131,-0.015-0.108,-0.380 4.963</inkml:trace>
</inkml:ink>
</file>

<file path=ppt/ink/ink5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1558.000 306.000,'-0.055'0.000,"-0.091"0.000,-0.109 0.000,-0.103-0.024,-0.141-0.038,-0.571-0.087,-0.374-0.038,-0.335-0.023,-0.280-0.008,-0.225-0.002,-0.169 0.005,0.088 0.007,0.161 0.003,0.218 0.002,0.237 0.002,0.225 0.001,1.218 0.161,-1.123-0.124,-0.328-0.013,-1.168-0.072,-0.316 0.014,-0.163 0.023,-0.053 0.031,0.024 0.032,0.651 0.046,0.092 0.020,-0.517 0.023,-0.029 0.044,-0.055 0.043,-0.072 0.040,-0.076 0.035,-0.338 0.066,-0.039 0.062,-0.013 0.060,0.004 0.055,0.017 0.046,0.020 0.037,1.481-0.130,-1.629 0.297,-0.034 0.069,0.091 0.032,0.166 0.009,0.203-0.009,0.214-0.020,1.337-0.253,-0.720 0.221,-0.710 0.261,0.062 0.056,0.122 0.024,0.153 0.001,0.160-0.012,0.169 0.004,0.160 0.015,0.145 0.020,0.123 0.023,0.100 0.022,0.080 0.020,0.058 0.018,1.638-0.871,-2.037 1.187,-0.001 0.082,0.134-0.006,0.208-0.058,0.235-0.085,0.233-0.097,0.347-0.206,0.101-0.026,0.071-0.008,0.043 0.006,0.023 0.013,0.010 0.018,-0.065 0.072,-0.047 0.042,-0.031 0.016,-0.019 0.000,-0.010-0.011,-0.002-0.018,0.958-0.897,-1.376 1.348,-0.001 0.094,0.103 0.010,0.153-0.042,0.173-0.069,0.168-0.079,0.183 0.006,0.062 0.166,0.093 0.060,0.084 0.025,0.069 0.004,0.057-0.013,0.037-0.041,0.043-0.126,0.033-0.142,0.026-0.139,0.017-0.126,0.011-0.107,0.131-0.416,-0.169 0.599,0.018 0.002,0.037-0.068,0.051-0.105,0.051-0.122,0.107-0.382,-0.004 0.492,0.066 0.116,0.068 0.103,0.061 0.085,0.054 0.069,0.046 0.053,0.036 0.039,-0.054-0.516,0.247 1.022,0.072-0.023,0.046-0.136,0.025-0.191,0.009-0.207,0.001-0.200,-0.028-0.216,0.006-0.114,0.009-0.085,0.010-0.058,0.007-0.039,-0.016-0.063,-0.025-0.068,-0.032-0.067,-0.033-0.062,-0.031-0.053,-0.026-0.045,-0.328-0.340,0.499 0.419,0.201 0.073,0.211 0.067,0.199 0.057,0.174 0.046,0.147 0.035,0.012-0.029,0.009-0.027,-0.022-0.039,-0.041-0.043,-0.050-0.045,-0.053-0.039,-0.050-0.036,-0.054-0.047,-0.056-0.049,-0.049-0.049,-0.044-0.044,-0.035-0.038,-0.284-0.093,0.092 0.007,0.466 0.075,0.166 0.001,0.141-0.005,0.115-0.009,0.092-0.009,-0.387-0.058,0.080 0.014,0.785 0.135,0.146 0.054,0.109 0.054,0.075 0.050,0.048 0.042,0.028 0.035,-2.175-0.463,2.328 0.527,-0.066-0.003,-0.180-0.038,-0.243-0.056,-0.265-0.065,-0.262-0.067,-0.242-0.063,-0.978-0.223,1.084 0.150,0.117-0.041,0.129-0.031,0.127-0.019,0.116-0.014,0.057-0.021,0.140 0.011,0.026 0.020,0.013 0.030,0.001 0.033,-0.005 0.031,-0.029 0.027,1.413 0.203,0.385 0.056,0.158 0.016,0.002-0.010,-0.096-0.026,-0.149-0.032,-0.036-0.061,-0.221-0.075,-0.310-0.078,-0.340-0.073,-0.335-0.063,-0.303-0.055,-0.260-0.042,-0.213-0.032,-0.164-0.024,-0.124-0.017,-0.087-0.009,-0.435 0.001,0.661 0.016,0.422 0.030,1.604 0.065,0.423 0.039,0.224 0.026,0.077 0.017,-0.024 0.010,-0.087 0.005,-3.668-0.159,3.669 0.148,-0.014-0.002,-0.123-0.002,-0.189-0.004,-0.219-0.003,-0.225-0.002,-2.195-0.103,2.805 0.108,0.006-0.004,-0.100-0.004,-0.156-0.003,-0.182-0.003,-0.181-0.001,-3.108-0.134,3.398 0.129,0.137-0.001,0.039 0.000,-0.027 0.001,-0.067 0.000,-0.085 0.001,0.021-0.008,-0.123-0.020,-0.122-0.025,-0.110-0.024,-0.094-0.021,-0.075-0.019,0.459-0.016,0.672-0.012,0.775-0.008,0.771-0.007,0.701-0.004,-3.053 0.014,0.065 0.022,3.715 0.083,0.304 0.023,0.166 0.003,0.064-0.011,0.000-0.018,-5.228-0.075,3.962 0.037,-0.360-0.015,-0.505-0.014,-0.569-0.013,-0.576-0.010,-0.543-0.009,-2.572-0.010,3.228 0.002,0.015-0.006,-0.031-0.003,-0.054-0.002,-0.066-0.001,-0.066 0.000,-0.384-0.085,0.056-0.072,-0.066-0.059,-0.140-0.046,-0.181-0.035,-0.199-0.026,-3.148 0.255,3.374-0.399,-0.159-0.083,-0.230-0.062,-0.257-0.043,-0.256-0.027,-0.237-0.017,-1.058 0.213,-0.117 0.002,0.548-0.234,-0.186-0.057,-0.172-0.063,-0.146-0.061,-0.124-0.057,-0.097-0.049,-0.075-0.042,-0.671 0.394,-0.027-0.017,-0.035-0.007,-0.037-0.002,0.529-0.470,-0.058 0.015,-0.052 0.032,-0.043 0.040,-0.035 0.044,-0.028 0.041,-0.129 0.098,-0.058 0.025,-0.063 0.019,-0.058 0.012,-0.055 0.008,-0.046 0.004,-0.433 0.430,0.692-0.881,0.140-0.295,0.109-0.251,0.078-0.207,0.056-0.162,0.035-0.123,0.020-0.089,-0.880 1.415,0.955-1.593,-0.091 0.044,-0.126 0.087,-0.138 0.104,-0.135 0.109,-0.126 0.017,-0.134 0.003,-0.114-0.079,-0.109-0.078,-0.101-0.070,-0.089-0.063,-0.073-0.052,-0.205 1.483,0.055-1.892,-0.168-0.088,-0.170-0.019,-0.157 0.024,-0.137 0.051,-0.138 0.193,-0.168 0.084,-0.161 0.082,-0.145 0.074,-0.127 0.064,-0.102 0.053,0.663 1.381,-1.480-1.773,-0.579-0.284,-0.796-0.377,-0.520-0.036,-0.421 0.053,-0.328 0.107,-0.245 0.137,-0.055 0.264,-0.168 0.188,-0.141 0.185,-0.112 0.174,-0.087 0.151,-0.064 0.130,0.496 0.328,-0.520-0.040,-1.741-0.340,-0.360 0.115,-0.170 0.161,-0.035 0.182,0.054 0.182,-0.959 0.032,-1.621-0.022,-0.860 0.090,-0.753 0.078,-0.624 0.061,-0.492 0.048,5.679 0.579,-6.405-0.452,0.134 0.134,0.541 0.151,0.746 0.152,0.809 0.138,0.783 0.118,-0.337 0.090,0.587 0.072,1.019 0.052,1.193 0.033,1.200 0.022,5.894 0.145,-8.070-0.114,-0.504 0.031,0.389 0.028,0.892 0.026,1.118 0.021,1.154 0.016,0.068 0.115,-0.337 0.101,-0.071 0.088,0.108 0.072,0.217 0.057,0.271 0.043,2.425-0.159,0.043 0.015,-2.715 0.293,0.475 0.011,0.591-0.012,0.613-0.024,0.571-0.030,2.674-0.353,-1.724 0.229,0.492-0.072,0.477-0.071,0.431-0.065,0.370-0.059,0.304-0.048,0.213-0.040,0.169-0.029,0.152-0.021,0.128-0.014,0.104-0.011,0.081-0.006,0.062-0.002,-0.029-0.078</inkml:trace>
</inkml:ink>
</file>

<file path=ppt/ink/ink5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2184.000 58.000,'0.000'0.138,"0.000"0.216,0.000 0.251,0.000 0.254,0.000 0.236,0.000 0.210,0.000 0.176,0.000 0.142,0.000-0.625,0.000 4.079,0.000 1.313,0.000 0.545,0.000 0.030,0.000-0.288,0.000-4.177,0.037 4.027,0.057 0.017,0.067-0.152,0.068-0.249,0.064-0.292,0.055-0.300,-0.275-4.441,0.394 4.762,0.033-0.140,-0.005-0.302,-0.029-0.381,-0.043-0.400,-0.045-0.381,-0.068-0.664,-0.058-0.590,-0.056-0.587,-0.050-0.542,-0.043-0.474,-0.035-0.395,-0.045-0.614,-0.004 0.002,0.018 0.648,0.003-0.050,0.013-0.086,0.015-0.098,0.019-0.100,0.017-0.093,0.000-0.097,-0.007-0.063,-0.010-0.050,-0.014-0.038,-0.013-0.028,-0.014-0.018,0.017 0.790</inkml:trace>
</inkml:ink>
</file>

<file path=ppt/ink/ink5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2211.000 113.000,'0.000'0.006,"0.000"0.008,0.000 0.011,0.000 0.010,0.000 0.008,0.000 0.009,0.000 0.007,0.000 0.004,0.000 0.005,0.000 0.002,0.000 0.002,0.000 0.000,0.000 0.002,0.000-0.000,-0.047 0.002,-0.079 0.035,-0.171 0.092,-0.172 0.088,-0.173 0.089,-0.162 0.088,-0.146 0.078,0.300-0.182,-0.018-0.004,-0.398 0.182,0.020-0.037,0.048-0.046,0.063-0.050,0.071-0.048,0.069-0.044,0.449-0.190,-0.716 0.195,-0.076 0.000,-0.047 0.016,-0.029 0.024,-0.011 0.027,-0.003 0.026,0.201 0.018,0.100 0.070,0.228 0.003,0.234-0.015,0.214-0.025,0.185-0.028,0.152-0.028,0.116-0.026,0.087-0.022,0.060-0.018,0.039-0.013,0.022-0.010,0.011-0.006,0.002-0.005,-0.002-0.002,-0.006-0.001,-0.007-0.001,-0.216-0.150,0.871 0.735,0.510 0.391,0.452 0.317,0.373 0.240,0.294 0.175,0.220 0.119,-0.425-0.343,-0.042-0.065,-0.079-0.090,-0.095-0.099,-0.104-0.102,-0.100-0.094,0.104 0.081,-0.228-0.104,-0.235-0.090,-0.218-0.075,-0.188-0.059,-0.157-0.043,-0.163-0.102,-0.104-0.078,-0.084-0.079,-0.061-0.072,-0.044-0.062,-0.030-0.051,-0.143-0.139,0.128 0.113,-0.050-0.048,-0.067-0.060,-0.069-0.060,-0.066-0.057,-0.060-0.052,1.431 0.422</inkml:trace>
</inkml:ink>
</file>

<file path=ppt/ink/ink5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2214.000 108.000,'0.000'0.016,"0.000"0.026,0.000 0.032,0.000 0.043,0.000 0.049,0.021 0.112,0.031 0.005,0.035-0.021,0.035-0.036,0.031-0.042,0.026-0.041,0.020-0.038,0.016-0.032,0.011-0.027,0.009-0.019,0.003-0.014,0.004-0.010,0.000-0.006,0.001-0.004,-0.002-0.002,0.000 0.001,-0.001 0.000,0.000-0.015,0.020-0.022,0.024-0.028,0.025-0.027,0.022-0.025,-0.100 0.041,1.211-0.452,0.428-0.159,0.150-0.056,-0.035 0.016,-0.146 0.056,-0.203 0.079,0.036-0.097,0.078-0.097,-0.086-0.013,-0.138 0.025,-0.159 0.047,-0.162 0.055,-0.348 0.162,0.087-0.085,-0.139 0.072,-0.136 0.087,-0.125 0.087,-0.106 0.082,-0.089 0.073,-0.070 0.061,-0.054 0.051,-0.038 0.037,-0.025 0.030,-0.017 0.019,-0.009 0.013,-0.006-0.002,-0.024-0.015,-0.022-0.021,-0.021-0.023,-0.019-0.021,-0.015-0.020,-0.011-0.016,-0.039-0.384</inkml:trace>
</inkml:ink>
</file>

<file path=ppt/ink/ink5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2155.000 191.000,'0.024'0.000,"0.037"0.000,0.044 0.000,0.042 0.000,0.039 0.000,0.035 0.000,0.028 0.000,0.023 0.000,0.016 0.000,0.013 0.000,0.008 0.000,0.005 0.000,0.002 0.000,-0.033 0.000,0.516 0.025,0.286 0.038,0.238 0.044,0.190 0.046,0.146 0.041,0.105 0.038,0.061 0.019,0.027 0.006,0.004-0.002,-0.012-0.010,-0.021-0.010,-0.024-0.012,-1.044-0.138,1.717 0.028,0.512-0.156,0.469-0.172,0.402-0.170,0.330-0.155,0.257-0.134,0.251-0.166,-0.019-0.131,-0.097-0.110,-0.135-0.090,-0.150-0.068,-0.143-0.050,-2.572 0.780,2.472-0.943,0.117-0.186,0.031-0.144,-0.028-0.111,-0.064-0.078,-0.084-0.053,-0.040-0.229,-0.106-0.257,-0.233-0.212,-0.302-0.169,-0.330-0.131,-0.327-0.096,-1.118 1.064,0.499-1.409,-0.478-0.029,-0.451 0.047,-0.402 0.090,-0.342 0.113,-0.279 0.121,-0.219 0.116,-0.196 0.156,-0.188-0.016,-0.168-0.052,-0.144-0.072,-0.119-0.080,-0.094-0.081,-0.311-0.522,-0.158-0.001,-0.139 0.041,-0.119 0.064,-0.094 0.073,-0.072 0.074,0.846 1.521,-0.842-1.314,-0.101 0.094,-0.103 0.127,-0.094 0.137,-0.084 0.134,-0.068 0.120,-0.054 0.104,-0.042 0.084,1.032 1.071,0.011 0.075,-0.856-0.611,0.043 0.155,0.066 0.139,0.077 0.119,0.079 0.100,0.074 0.077,-0.018 0.019,0.133 0.114,0.135 0.111,0.123 0.099,0.109 0.084,0.090 0.068,1.085 0.641,-1.316-0.617,-0.096 0.046,-0.019 0.063,0.031 0.070,0.060 0.067,0.076 0.061,0.076 0.052,0.903 0.261,-0.251-0.052,0.028 0.024,-0.439-0.061,0.156 0.061,0.169 0.053,0.165 0.043,0.149 0.032,0.128 0.026,0.104 0.017,0.107 0.100,-0.353 0.270,-0.207 0.203,-0.168 0.172,-0.132 0.142,-0.934 0.937,-0.100 0.308,0.012 0.226,0.085 0.157,0.127 0.104,0.144 0.058,0.205 0.049,0.229 0.041,0.229 0.032,0.214 0.022,0.189 0.018,0.159 0.010,0.340-1.663,-0.165 1.919,0.102 0.089,0.074 0.044,0.050 0.010,0.032-0.011,0.017-0.023,0.008-0.031,0.014-0.294,0.011-0.100,0.009-0.106,0.011-0.102,0.008-0.096,0.008-0.082,0.006 0.962,0.052 0.234,0.075 0.081,0.089-0.096,0.089-0.206,0.084-0.264,0.074-0.281,-0.353-2.251,0.516 2.181,0.022-0.364,-0.026-0.387,-0.054-0.370,-0.068-0.328,-0.070-0.276,-0.067-0.220,-0.056-0.196,-0.033-0.137,-0.021-0.104,-0.013-0.075,-0.006-0.051,-0.002-0.032,0.001-0.018,0.004-0.007,-0.021 0.051,0.040 0.091,0.045 0.067,0.054 0.058,0.055 0.048,0.052 0.037,-0.176-0.222,0.181 0.204,-0.010-0.005,-0.036-0.026,-0.049-0.039,-0.056-0.044,-0.056-0.044,-0.027-0.027,-0.037-0.068,-0.024-0.063,-0.015-0.058,-0.007-0.046,-0.003-0.039,0.005 0.000,0.004 0.019,0.003 0.035,0.005 0.038,0.003 0.038,0.004 0.035,0.057 0.219,0.058 0.190,0.044 0.137,0.029 0.095,0.019 0.061,0.010 0.034,-0.217-0.536,0.232 0.806,-0.028 0.047,-0.034-0.006,-0.033-0.039,-0.031-0.056,-0.028-0.063,-0.015-0.044,-0.020-0.083,-0.015-0.080,-0.011-0.068,-0.007-0.058,-0.005-0.046,-0.028-0.097,-0.019-0.017,-0.019-0.009,-0.020-0.001,-0.018 0.002,-0.016 0.004,0.031-0.040,0.044 0.157,0.014 0.024,0.000-0.001,-0.007-0.018,-0.014-0.027,-0.016-0.032,0.143 1.889</inkml:trace>
</inkml:ink>
</file>

<file path=ppt/ink/ink5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2178.000 86.000,'-0.008'0.000,"-0.012"0.000,-0.015 0.000,-0.013 0.000,-0.013 0.000,-0.012 0.000,-0.008 0.000,-0.008 0.000,-0.005 0.000,-0.004 0.000,-0.043 0.000,-0.062 0.000,-0.072 0.000,-0.070 0.000,-0.064 0.000,-0.107 0.089,-0.078 0.135,-0.068 0.151,-0.057 0.146,-0.045 0.132,-0.033 0.110,0.654-0.618,-0.565 0.786,0.015 0.151,0.018 0.099,0.020 0.062,0.018 0.031,0.017 0.011,0.014-0.003,-0.037 0.041,0.011-0.100,0.008-0.114,0.009-0.114,0.005-0.103,0.321-0.498,-0.073 0.084,-0.839 1.089,-0.190 0.284,-0.069 0.156,0.015 0.060,0.072-0.008,0.102-0.051,0.731-1.118,-0.934 1.788,0.032 0.111,0.058-0.001,0.067-0.067,0.070-0.104,0.573-1.172,-0.474 1.147,0.070-0.035,0.078-0.069,0.076-0.083,0.068-0.085,0.058-0.079,0.078-0.094,0.099-0.139,0.095-0.137,0.088-0.125,0.073-0.105,0.241-1.038,-0.117 0.859,0.057-0.029,0.049-0.050,0.042-0.057,0.033-0.060,0.026-0.059,0.024-0.704,0.002 0.864,0.012 0.028,0.009-0.001,0.003-0.018,0.002-0.028,-0.001-0.032,0.054-0.006,0.084-0.054,0.094-0.057,0.093-0.050,0.084-0.044,0.072-0.036,-0.190-0.450,0.392 0.573,0.132 0.031,0.113 0.000,0.090-0.019,0.070-0.030,-0.221-0.275,0.272 0.190,0.058-0.039,0.034-0.063,0.017-0.074,0.004-0.078,-0.005-0.073,-0.720-0.440,0.921 0.513,0.176 0.077,0.150 0.067,0.125 0.058,0.098 0.045,0.075 0.036,0.757 0.279,0.376 0.062,0.242-0.009,0.138-0.051,0.063-0.074,0.011-0.084,-0.026-0.082,-2.942-0.939,2.979 0.771,-0.161-0.174,-0.254-0.174,-0.292-0.160,-0.293-0.139,-0.807-0.147,0.089-0.054,-0.309-0.083,-0.293-0.070,-0.262-0.057,-0.224-0.043,-0.184-0.033,-0.557 0.113,0.494-0.134,-0.080 0.006,-0.068 0.017,-0.055 0.022,-0.041 0.022,-0.031 0.023,0.735-0.028</inkml:trace>
</inkml:ink>
</file>

<file path=ppt/ink/ink5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1443.000 915.000,'0.000'-0.009,"0.000"-0.014,0.000-0.016,0.000-0.015,0.000-0.013,0.000-0.012,0.000-0.010,0.000-0.007,0.000-0.005,0.000-0.003,0.000-0.003,0.000-0.001,0.000 0.000,0.000-0.001,0.000 0.001,0.000 0.000,0.000 0.001,0.000 0.000,0.000 0.001,-0.015-0.111,-0.022-0.166,-0.026-0.184,-0.024-0.180,-0.021-0.160,-0.020-0.136,-0.036-0.055,-0.069-0.175,-0.075-0.177,-0.075-0.167,-0.069-0.147,-0.060-0.124,0.000-0.002,0.037 0.078,0.059 0.121,0.068 0.140,0.069 0.143,0.066 0.135,0.056 0.104,0.045-0.119,0.043-0.112,0.033-0.155,0.023-0.166,0.016-0.161,0.008 0.114,0.004 0.132,0.001 0.187,0.001 0.204,-0.002 0.200,-0.003 0.182,0.005 0.473,0.083-0.871,0.032-0.113,0.010 0.009,-0.004 0.084,-0.013 0.128,-0.017 0.146,-0.019 0.145,-0.033 0.472,0.148-0.598,0.078-0.173,0.283-0.662,0.180-0.169,0.160-0.092,0.135-0.036,0.108 0.003,0.081 0.025,-0.008 0.136,-0.098 0.250,-0.134 0.275,-0.142 0.268,-0.136 0.239,-0.118 0.201,-0.101 0.160,-0.004 0.060,-0.012 0.058,-0.023 0.060,-0.027 0.057,-0.030 0.051,-0.027 0.043,-0.023 0.033,-0.174 0.084,0.558-0.469,0.187-0.183,0.112-0.107,0.055-0.051,0.013-0.011,-0.010 0.014,0.024-0.041,-0.030 0.010,-0.026 0.005,-0.043 0.024,-0.051 0.033,-0.054 0.037,-0.053 0.037,0.177-0.030,0.058 0.018,0.016 0.011,-0.011 0.006,-0.027 0.002,-0.036 0.000,-0.038 0.024,-0.037 0.038,-0.031 0.044,-0.029 0.043,-0.022 0.040,-0.017 0.035,-0.359 0.243,0.312-0.207,-0.022 0.035,-0.034 0.050,-0.040 0.056,-0.041 0.057,-0.038 0.053,-0.035 0.047,-0.029 0.039,-0.150 0.058,0.058-0.028,0.567-0.241,0.067-0.046,0.001-0.014,-0.039 0.005,-0.060 0.016,-0.067 0.021,-0.091 0.063,-0.054 0.063,-0.045 0.064,-0.035 0.062,-0.026 0.054,-0.019 0.044,-0.089 0.038,-0.035 0.023,-0.036 0.018,-0.032 0.012,-0.030 0.008,-0.024 0.005,-0.020 0.002,-0.015 0.002,-0.315-0.012,0.289 0.009,0.034-0.002,0.237 0.037,0.090 0.050,0.077 0.057,0.064 0.055,0.050 0.052,-0.079 0.008,-0.037 0.020,-0.051 0.013,-0.058 0.006,-0.056 0.003,-0.052 0.000,-0.045-0.002,-0.436-0.244,0.606 0.455,0.124 0.175,0.119 0.162,0.106 0.140,0.087 0.116,0.069 0.089,-0.762-0.759,0.953 0.827,0.104 0.025,0.054-0.011,0.019-0.030,-0.005-0.041,-0.993-0.768,1.069 0.711,-0.019-0.088,-0.065-0.113,-0.090-0.116,-0.097-0.108,-0.205-0.141,-0.157-0.102,-0.158-0.090,-0.144-0.077,-0.124-0.063,-0.104-0.047,-0.081-0.036,0.004-0.146,0.094-0.192,0.128-0.218,0.144-0.220,0.143-0.204,0.131-0.181,0.168-0.269,0.041-0.173,0.005-0.139,-0.019-0.109,-0.032-0.080,-0.036-0.057,-0.124-0.001,-0.108-0.063,-0.114-0.063,-0.111-0.056,-0.100-0.048,-0.086-0.041,-0.106 0.121,-0.089 0.099,-0.081 0.125,-0.071 0.132,-0.060 0.128,-0.048 0.116,-0.072 1.052,0.020-0.904,-0.013-0.212,-0.043-1.608,-0.069-0.283,-0.068-0.088,-0.062 0.041,-0.053 0.118,0.000 0.212,-0.003 0.361,-0.027 0.190,-0.032 0.201,-0.032 0.194,-0.029 0.178,-0.026 0.155,-0.096 0.063,-0.106 0.105,-0.113 0.081,-0.113 0.058,-0.103 0.038,-0.091 0.025,-0.076 0.013,-0.125-0.029,-0.090 0.014,-0.083 0.011,-0.070 0.012,-0.060 0.010,-0.046 0.008,0.113 0.119,0.116 0.111,0.148 0.126,0.157 0.127,0.152 0.120,0.139 0.107,0.380 0.359,-0.078-0.011,-1.080-0.467,-0.223-0.005,-0.082 0.024,0.017 0.046,0.080 0.053,0.115 0.056,1.293 0.460,-1.723-0.647,-0.158-0.102,-0.070-0.073,-0.006-0.052,0.033-0.031,0.054-0.018,1.783 0.841,-1.805-0.880,-0.012-0.010,0.068 0.039,0.117 0.070,0.141 0.083,0.144 0.089,0.140 0.083,-0.030-0.006,0.188 0.076,0.172 0.060,0.145 0.046,0.118 0.032,0.090 0.022,0.101 0.013,0.072-0.006,0.061-0.014,0.047-0.016,0.036-0.016,0.037-0.017,0.055 0.002,0.052 0.005,0.045 0.008,0.039 0.009,0.029 0.008,0.063 0.040,0.073 0.047,0.072 0.053,0.069 0.048,0.057 0.044,0.049 0.037,0.037 0.028,0.027 0.021,0.018 0.016,0.013 0.010,0.007 0.007,-0.080 0.140,0.141-0.191,0.027-0.034,0.004-0.016,-0.009-0.003,-0.020 0.006,-0.024 0.011,-0.101 0.203,0.415-0.339,0.167-0.054,0.097-0.015,0.041 0.014,0.005 0.031,-0.020 0.038,-0.036 0.043,-0.557 0.270,0.010-0.004,0.942-0.367,0.218-0.032,0.138 0.003,0.078 0.024,0.033 0.037,0.003 0.043,-0.020 0.043,0.085 0.113,0.248 0.133,0.300 0.148,0.316 0.146,0.306 0.138,0.279 0.121,0.427 0.153,0.094 0.091,0.016 0.068,-0.037 0.045,-0.066 0.031,-0.080 0.016,-0.243-0.033,-0.328-0.062,-0.357-0.077,-0.351-0.080,-0.321-0.076,-0.278-0.068,-0.230-0.059,-1.071-0.336,1.097 0.513,-0.055 0.086,-0.061 0.052,-0.056 0.026,-0.052 0.008,-0.043-0.005,-0.142-0.093,-0.034-0.024,-0.027-0.028,-0.023-0.026,-0.017-0.024,-0.011-0.020,0.062 0.023,-0.034-0.042,-0.038-0.043,-0.037-0.039,-0.033-0.034,-0.029-0.028,-0.317-0.174,0.016 0.006,0.384 0.206,0.043 0.041,0.022 0.036,0.007 0.029,-0.002 0.025,-0.712-0.450,0.680 0.475,-0.005 0.019,-0.026-0.006,-0.041-0.023,-0.045-0.030,-0.045-0.035,-0.547-0.406,0.587 0.371,-0.005-0.037,-0.021-0.030,-0.027-0.025,-0.030-0.020,-0.031-0.014,-0.492-0.280,0.530 0.235,0.012-0.047,-0.005-0.048,-0.015-0.046,-0.019-0.042,-0.023-0.035,-0.011-0.027,-0.089-0.026,-0.094-0.019,-0.091-0.012,-0.079-0.008,-0.065-0.004,-0.053-0.001,-0.038 0.000,-0.027 0.001,-0.018 0.002,-0.012 0.001,-0.005 0.003,-0.002 0.000,0.001 0.003,0.002 0.000,0.002 0.001,0.003 0.000,0.003 0.001,0.003 0.001,0.001-0.001,0.002 0.000,0.001 0.001,0.001-0.001,0.001 0.000,-0.001 0.001,0.001-0.001,-0.003 0.001,-0.005 0.001,-0.006 0.003,-0.006 0.000,-0.005 0.003,-0.005 0.000,-0.003 0.001,-0.003 0.001,-0.001 0.001,-0.002 0.000,-0.001-0.000,0.000 0.000,0.000 0.000,0.000 0.000,0.000 0.000,0.000 0.000,0.000 0.000,0.001-0.000,-0.001 0.000,0.001 0.000,0.000 0.000,0.000 0.000,0.000 0.000,0.000 0.000,0.000-0.000,0.000 0.000,0.000-0.001,0.000 0.001,0.000 0.000,0.000 0.000,0.000 0.000,0.000 0.000,0.000-0.000,0.000 0.000,0.000-0.001,0.000 0.001,0.000 0.000,0.000 0.000,0.000 0.000,0.000 0.000,0.000-0.000,0.000-0.001,0.000 0.001,0.000 0.000,0.000 0.000,0.000 0.000,0.000 0.000,0.000-0.000,0.000-0.001,0.000 0.001,0.000 0.000,0.000 0.000,0.000 0.000,0.000 0.000,0.000 0.000,0.000-0.000,0.000-0.001,0.000 0.001,0.000 0.000,0.000 0.000,0.000 0.000,0.000 0.000,0.000 0.000,0.000-0.000,0.000-0.001,0.000 0.001,0.000 0.000,0.000 0.000,0.000 0.000,0.000 0.000,0.000-0.000,0.000-0.001,0.000 0.001,0.000 0.000,0.000 0.000,0.000 0.000,0.000 0.000,0.000 0.000,0.000-0.000,0.000 0.000,0.000-0.001,0.000 0.001,0.000 0.000,0.000 0.000,0.000 0.000,0.000 0.000,0.000-0.000,0.000-0.001,0.000 0.001,0.000 0.000,0.000 0.000,0.000 0.000,0.010 0.008,0.016 0.014,0.018 0.017,0.018 0.018,0.019 0.017,0.015 0.014,0.014 0.013,0.461 0.459</inkml:trace>
</inkml:ink>
</file>

<file path=ppt/ink/ink5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1434.000 915.000,'0.000'-0.005,"0.000"-0.006,0.000-0.008,0.000-0.008,0.000-0.007,0.000-0.006,0.000-0.004,0.000-0.004,0.000-0.002,0.000-0.003,0.000 0.000,0.000-0.001,0.000 0.000,0.000 0.000,0.000-0.001,0.000 0.002,0.000-0.001,0.000 0.001,0.000-0.001,0.000 0.002,0.000-0.023,0.000-0.028,0.000-0.049,0.000-0.022,0.000-0.014,0.000-0.008,0.000-0.003,0.000 0.000,0.000-0.442,0.000-0.218,0.000-0.183,0.000-0.119,0.000-0.067,0.000-0.032,0.000-0.003,0.000-0.007,0.000 0.079,0.000 0.093,0.000 0.098,0.000 0.093,0.000 0.084,0.000 0.073,0.000 0.596,0.000-0.621,0.000 0.045,0.000 0.060,0.000 0.063,0.000 0.062,0.000 0.056,0.000 0.048,0.000 0.062,0.000 0.057,0.000 0.047,0.000 0.039,0.000 0.029,0.007 0.033,0.012 0.037,0.012 0.035,0.012 0.031,0.011 0.024,0.009 0.019,0.007 0.014,0.006 0.010,0.004 0.006,0.003 0.004,0.002 0.002,-0.000-0.001,0.001 0.001,0.000-0.002,0.000-0.001,-0.001 0.000,0.000-0.002,-0.001-0.001,0.001-0.001,-0.001 0.000,-0.001-0.001,0.001 0.001,-0.001-0.001,0.001-0.001,0.039 0.001,0.090 0.000,0.131 0.012,0.093 0.019,0.076 0.023,0.060 0.022,0.046 0.021,0.032 0.019,0.027 0.026,-0.053 0.012,-0.072 0.010,-0.076 0.005,-0.072 0.004,-0.066 0.002,-0.061-0.006,-0.042 0.000,-0.030 0.000,-0.023 0.000,-0.015-0.001,-0.010 0.000,-0.088-0.093,0.169 0.267,0.010 0.143,-0.014 0.131,-0.031 0.113,-0.035 0.093,-0.043 0.074,-0.034 0.000,-0.023 0.027,-0.020 0.000,-0.015-0.016,-0.014-0.027,-0.009-0.030,-0.008 0.121,-0.007 0.016,-0.002 0.025,-0.003 0.028,0.001 0.029,0.000 0.025,-0.013-0.063,-0.020-0.109,-0.024-0.132,-0.021-0.134,-0.022-0.122,-0.017-0.107,-0.003-0.108,-0.001-0.086,0.003-0.071,0.005-0.057,0.006-0.045,0.007-0.033,0.006-0.022,0.005-0.015,0.005-0.009,0.003-0.003,0.002-0.001,0.003 0.002,-0.037 0.002,-0.059 0.003,-0.066 0.004,-0.068 0.002,-0.063 0.003,-0.054 0.002,-0.046 0.002,0.013-0.053,-0.009-0.085,-0.001-0.101,0.005-0.103,0.008-0.099,0.366 0.347,-0.279-0.399,-0.002-0.102,-0.104-0.374,0.059-0.103,0.072-0.058,0.073-0.022,0.070-0.002,0.138 0.730,-0.058-0.734,0.045 0.013,0.034 0.035,0.025 0.044,0.018 0.047,0.010 0.046,0.016 0.205,0.018 0.105,0.022 0.113,0.021 0.110,0.019 0.102,0.016 0.089,0.041 0.059,0.036 0.055,0.037 0.036,0.033 0.021,0.031 0.010,0.024 0.003,0.020-0.002,0.015-0.006,0.205 0.002,0.154 0.002,0.025 0.012,-0.033 0.011,-0.064 0.011,-0.080 0.010,-0.082 0.009,-0.042 0.064,0.094 0.059,0.463 0.238,0.073 0.168,0.004 0.145,-0.039 0.118,-0.060 0.091,-0.469-0.336,0.210 0.426,-0.107 0.030,-0.105-0.013,-0.094-0.043,-0.081-0.057,-0.066-0.063,-0.053-0.063,-0.040-0.057,-0.079-0.244,-0.014 0.057,0.006 0.546,-0.055 0.064,-0.049 0.003,-0.042-0.036,-0.035-0.057,-0.027-0.065,-0.004-0.184,-0.010-0.119,-0.007-0.122,-0.004-0.116,-0.002-0.105,-0.001-0.090,0.001-0.073,-0.024-0.055,-0.016-0.051,-0.017-0.035,-0.016-0.021,-0.016-0.012,-0.013-0.006,-0.010 0.000,0.094 0.015,-0.040 0.001,-0.298-0.038,-0.096-0.037,-0.064-0.044,-0.039-0.043,-0.021-0.040,-0.008-0.034,0.599 0.199,-0.600-0.471,-0.004-0.254,0.019-0.230,0.036-0.200,0.040-0.165,0.044-0.131,0.039-0.099,0.086 0.133,0.052 0.091,0.051 0.127,0.047 0.143,0.043 0.146,0.034 0.136,0.197 0.637,-0.265-1.222,-0.012-0.246,0.007-0.117,0.016-0.024,0.021 0.033,0.024 0.069,0.167 1.055,-0.116-0.961,0.040 0.082,0.039 0.093,0.036 0.092,0.029 0.085,0.024 0.072,0.018 0.067,0.015 0.118,0.010 0.112,0.007 0.102,0.002 0.087,0.003 0.069,-0.004 0.237,0.000 0.014,0.034-0.178,0.048-0.002,0.055-0.005,0.055-0.005,0.050-0.008,-0.151 0.347,0.180-0.384,0.033-0.016,0.029 0.005,0.026 0.017,0.021 0.023,0.016 0.027,0.014 0.026,-0.149 0.204,0.073-0.067,0.027-0.014,0.232-0.227,0.066-0.048,0.053-0.042,0.044-0.036,0.033-0.029,0.024-0.021,0.007 0.003,-0.003 0.020,-0.010 0.028,-0.014 0.031,-0.015 0.032,-0.015 0.029,-0.014 0.025,-0.020 0.013,0.058-0.066,0.073-0.085,0.079-0.091,0.076-0.091,0.072-0.085,-0.078 0.063,0.244-0.260,-0.042 0.013,-0.087 0.060,-0.113 0.084,-0.120 0.096,-0.117 0.096,-0.119 0.123,-0.111 0.134,-0.099 0.131,-0.084 0.120,-0.069 0.104,-0.053 0.088,-0.012 0.054,-0.026 0.048,-0.011 0.028,-0.002 0.010,0.004-0.001,0.006-0.005,0.008-0.011,0.009-0.010,-0.078 0.035,0.206-0.045,0.119-0.027,0.116-0.028,0.104-0.029,0.090-0.027,0.074-0.024,0.058-0.019,-0.322 0.072,0.597-0.218,0.044-0.051,-0.011-0.028,-0.042-0.011,-0.058 0.000,-0.457 0.199,0.658-0.252,0.156-0.028,0.126-0.013,0.096-0.003,0.073 0.004,0.049 0.009,0.033 0.023,0.019 0.032,0.009 0.032,0.002 0.032,-0.003 0.029,-0.005 0.025,-0.229 0.065,-0.162 0.049,-0.185 0.050,-0.185 0.049,-0.176 0.044,-0.156 0.038,-0.118 0.030,-0.120 0.026,-0.097 0.019,-0.073 0.015,-0.054 0.009,-0.036 0.005,-0.024 0.004,-0.148-0.008,0.285 0.009,0.095-0.000,0.085-0.002,0.071-0.003,0.057-0.001,-0.268-0.004,0.373-0.023,0.061-0.037,0.026-0.044,0.000-0.044,-0.016-0.042,-0.024-0.038,-0.676 0.178,0.863-0.238,-0.009-0.024,-0.063-0.018,-0.092-0.012,-0.104-0.006,-0.099-0.004,-0.123 0.046,-0.066 0.038,-0.055 0.043,-0.042 0.044,-0.030 0.041,-0.023 0.037,-0.256 0.068,0.694-0.437,0.194-0.205,0.074-0.122,-0.003-0.061,-0.054-0.018,-0.375 0.257,0.528-0.686,0.071-0.250,-0.050-0.112,-0.091-0.048,-0.110-0.005,-0.114 0.021,-0.377 0.715,-0.001-0.030,0.273-0.736,-0.035-0.081,-0.049-0.055,-0.054-0.031,-0.053-0.015,-0.051-0.003,-0.024-0.184,-0.092 0.088,-0.089 0.108,-0.079 0.111,-0.067 0.103,-0.100 1.080,0.027-0.929,-0.032 0.062,-0.024 0.087,-0.017 0.099,-0.010 0.098,-0.007 0.090,0.009 0.896,-0.113-1.002,-0.060-0.025,-0.036 0.004,-0.018 0.022,-0.007 0.031,0.001 0.036,0.104 0.608,-0.590-1.572,-0.308-0.446,-0.242-0.248,-0.184-0.104,-0.132-0.007,-0.088 0.056,0.598 1.159,-1.267-1.491,-0.268 0.048,-0.161 0.144,-0.083 0.192,-0.029 0.206,1.302 1.269,-1.224-0.736,0.131 0.333,0.174 0.303,0.184 0.257,0.174 0.208,0.261 0.179,0.083 0.091,0.178 0.117,0.178 0.104,0.163 0.088,0.140 0.072,0.932 0.264,-0.721-0.280,0.192 0.016,0.180 0.028,0.158 0.036,0.130 0.037,0.104 0.035,0.078 0.030,0.057 0.025,0.038 0.020,0.023 0.015,0.013 0.012,0.004 0.007,-0.002-0.060,0.071-0.103,0.110-0.122,0.128-0.125,0.130-0.117,0.121-0.103,0.255-0.161,0.323-0.288,0.191-0.204,0.136-0.179,0.093-0.149,0.056-0.118,-1.346 1.474,1.408-1.498,0.033 0.050,-0.025 0.133,-0.059 0.174,-0.076 0.186,-0.082 0.179,-1.219 0.906,1.134-0.678,-0.115 0.176,-0.136 0.152,-0.137 0.127,-0.130 0.100,-0.112 0.076,-0.074 0.064,-0.080 0.061,-0.060 0.048,-0.044 0.036,-0.031 0.027,-0.018 0.017,0.015 0.050,0.058 0.067,0.070 0.073,0.075 0.069,0.069 0.063,0.063 0.054,-0.660-0.293,1.098 0.594,0.157 0.134,0.017 0.053,-0.074-0.005,-0.123-0.039,-0.182-0.001,0.149 0.188,0.941 0.930,0.108 0.206,-0.010 0.081,-0.079-0.005,-0.115-0.056,-1.297-1.344,1.248 1.419,-0.158-0.133,-0.225-0.236,-0.247-0.281,-0.240-0.285,-0.215-0.264,-0.184-0.229,-0.146-0.187,-0.113-0.146,-0.082-0.109,-0.057-0.078,-0.035-0.050,-0.178-0.144,0.327 0.176,0.041-0.010,-0.004-0.028,-0.029-0.036,-0.044-0.040,-0.048-0.037,-0.058-0.027,-0.066-0.020,-0.062-0.014,-0.054-0.008,-0.045-0.004,-0.035-0.002,-0.027 0.000,-0.018 0.002,-0.012 0.002,-0.008 0.003,-0.003 0.001,-0.002 0.002,0.001 0.001,0.001 0.002,0.002 0.001,0.002 0.000,0.002 0.001,-0.002 0.151</inkml:trace>
</inkml:ink>
</file>

<file path=ppt/ink/ink5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1584.000 700.000,'0.000'0.006,"0.000"0.010,0.000 0.011,0.000 0.010,0.000 0.011,0.000 0.008,0.000 0.007,0.000 0.005,0.000 0.005,0.000 0.002,0.000 0.003,0.000 0.000,0.000 0.002,-0.023 0.068,-0.036 0.119,-0.043 0.140,-0.043 0.143,-0.042 0.136,-0.037 0.122,0.177-0.631,-0.228 1.150,-0.009 0.233,0.003 0.130,0.009 0.053,0.011 0.004,0.156-1.085,-0.211 1.109,-0.032 0.028,-0.018-0.031,-0.003-0.065,0.002-0.083,0.008-0.088,0.011-0.086,0.018-0.131,0.020-0.152,0.022-0.153,0.020-0.143,0.018-0.126,0.202-0.595,-0.182 0.563,0.043-0.124,0.043-0.134,0.039-0.130,0.032-0.114,0.026-0.095,0.020-0.075,0.015-0.057,0.010-0.040,0.006-0.027,0.003-0.016,0.001-0.008,0.001-0.003,-0.001 0.000,-0.001 0.004,-0.001 0.003,-0.002 0.004,-0.001 0.003,-0.001 0.005,0.000 0.002,-0.002 0.002,0.001 0.002,-0.001 0.002,0.044-0.082,0.068-0.122,0.075-0.138,0.074-0.134,0.065-0.119,0.055-0.101,-0.057 0.171,0.111-0.135,0.041-0.008,0.030 0.013,0.019 0.023,0.011 0.030,0.005 0.031,-0.427 0.517,0.446-0.590,-0.051 0.043,-0.059 0.067,-0.059 0.078,-0.054 0.079,-0.049 0.073,-0.043 0.073,-0.057 0.092,-0.050 0.084,-0.044 0.072,-0.034 0.058,-0.026 0.045,-0.019 0.032,-0.012 0.023,-0.009 0.014,-0.004 0.009,-0.002 0.003,0.000 0.000,0.001 0.000,0.002-0.003,0.001-0.003,0.002-0.003,0.002-0.002,0.001-0.003,0.001-0.001,0.001-0.002,0.001-0.001,-0.013 0.022,-0.018 0.047,-0.023 0.054,-0.022 0.056,-0.021 0.052,-0.018 0.046,-0.074 0.159,-0.094 0.195,-0.102 0.208,-0.100 0.202,-0.089 0.182,-0.078 0.154,-0.049 0.086,-0.028 0.036,-0.013 0.003,-0.002-0.020,0.004-0.031,0.009-0.037,0.589-1.214,-0.475 0.973,-0.138 0.277,0.047-0.086,0.079-0.145,0.094-0.174,0.099-0.181,0.094-0.171,-0.151 0.778</inkml:trace>
</inkml:ink>
</file>

<file path=ppt/ink/ink5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1570.000 1077.000,'0.007'0.043,"0.011"0.066,0.013 0.074,0.012 0.073,0.010 0.064,0.010 0.057,0.007 0.043,0.006 0.035,0.003 0.024,0.004 0.017,0.002 0.011,0.000 0.006,0.209 0.588,0.210 0.617,0.123 0.331,0.073 0.180,0.035 0.073,0.010 0.002,-0.322-1.031,0.318 0.835,0.019-0.065,0.004-0.093,-0.003-0.106,-0.011-0.105,-0.012-0.098,-0.592-1.311,0.578 1.526,-0.063-0.013,-0.067-0.079,-0.063-0.111,-0.055-0.125,-0.046-0.120,-0.052-0.176,-0.076-0.277,-0.074-0.276,-0.064-0.253,-0.054-0.215,-0.041-0.174,-0.033-0.131,-0.021-0.095,-0.016-0.066,-0.008-0.040,-0.004-0.022,0.002-0.046,-0.031-0.359,-0.046-0.266,-0.052-0.245,-0.052-0.214,-0.049-0.177,-0.055-0.095,-0.252-1.053,-0.160-0.477,-0.136-0.348,-0.111-0.241,-0.087-0.153,-0.064-0.087,-0.042-0.253,0.084 0.297,0.116 0.469,0.127 0.536,0.122 0.535,0.110 0.490,0.093 0.421,0.110 0.462,0.086 0.384,0.080 0.340,0.065 0.289,0.054 0.231,0.042 0.180,0.031 0.132,0.022 0.092,0.014 0.060,0.009 0.035,0.003 0.016,-0.005-0.146,-0.001 0.095,0.038 0.523,0.047 0.187,0.052 0.141,0.054 0.102,0.049 0.068,-0.078-0.629,0.210 0.853,0.047 0.053,0.022-0.010,0.004-0.049,-0.007-0.069,-0.014-0.078,-0.004-0.074,0.003-0.070,0.006-0.059,0.010-0.048,0.008-0.038,0.009-0.028,1.355 3.495</inkml:trace>
</inkml:ink>
</file>

<file path=ppt/ink/ink5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1417.000 422.000,'0.007'0.000,"0.011"0.000,0.012 0.000,0.013 0.000,0.011 0.000,0.010 0.000,0.009 0.000,0.007 0.000,0.004 0.000,0.005 0.000,0.002 0.000,0.199 0.029,0.314 0.047,0.362 0.053,0.368 0.054,0.342 0.051,0.464 0.015,0.832 0.010,0.647-0.029,0.583-0.037,0.493-0.038,0.396-0.039,-1.925-0.061,3.029 0.009,0.861-0.020,0.664-0.017,0.492-0.012,0.345-0.010,0.224-0.006,0.132-0.003,1.110 0.030,-0.019 0.051,-0.097 0.060,-0.138 0.058,-0.150 0.054,1.779 0.091,3.006 0.115,3.438 0.115,3.416 0.107,3.116 0.093,2.669 0.077,-5.931-0.225,7.246 0.142,-1.593-0.107,-2.469-0.122,-2.796-0.120,-2.759-0.109,-2.505-0.093,-2.135-0.075,-1.727-0.057,-1.330-0.043,-0.975-0.029,-0.674-0.018,-7.450 0.003,12.048-0.090,2.558-0.040,1.056-0.017,0.005 0.000,-0.681 0.010,-1.082 0.016,-12.603 0.099,13.952-0.199,-1.380-0.038,-1.694-0.014,-1.731 0.001,-1.601 0.011,-1.379 0.016,0.192 0.049,0.117 0.036,0.086 0.031,-0.150 0.029,-0.290 0.026,-0.365 0.023,-0.387 0.019,-6.849 0.031,6.308-0.013,-0.374 0.009,-0.488 0.008,-0.528 0.005,-0.524 0.004,-0.486 0.001,-4.449-0.006,5.883-0.005,0.176-0.023,-0.083-0.025,-0.236-0.024,-0.310-0.024,-0.329-0.019,-5.152 0.096,4.728-0.119,-0.375-0.032,-0.473-0.033,-0.497-0.029,-0.475-0.028,-0.423-0.021,-1.016 0.069,0.204-0.017,-0.222 0.027,-0.198 0.032,-0.170 0.031,-0.140 0.032,-0.110 0.026,-1.138 0.053,1.325-0.021,0.013 0.019,-0.040 0.015,-0.072 0.011,-0.089 0.007,-0.092 0.006,-1.518-0.004,1.676 0.008,-0.108 0.001,-0.184 0.000,-0.216-0.001,-0.219-0.001,-0.205-0.001,0.075-0.002,0.150-0.002,0.164 0.000,0.160-0.001,0.147-0.001,0.126 0.000,0.106-0.001,-1.632 0.000,2.179-0.021,0.355-0.035,0.184-0.040,0.059-0.043,-0.028-0.040,-0.084-0.037,-1.796 0.122,1.751-0.170,-0.346-0.023,-0.409-0.018,-0.419-0.014,-0.394-0.010,-0.350-0.006,-0.199-0.082,-0.210-0.023,-0.176 0.005,-0.140 0.026,-0.109 0.034,-0.078 0.039,-0.095-0.323,-0.090-0.324,-0.086-0.295,-0.075-0.253,-0.065-0.211,-0.053-0.164,-0.141-0.197,-0.190-0.203,-0.205-0.191,-0.202-0.170,-0.182-0.144,-0.159-0.117,-0.130-0.089,0.824 1.777,-1.120-1.854,-0.210-0.062,-0.142 0.031,-0.089 0.095,-0.047 0.127,-0.016 0.144,1.249 1.567,-1.877-1.907,-0.301-0.008,-0.231 0.065,-0.165 0.105,-0.114 0.124,-0.071 0.127,2.981 2.146,-4.250-2.532,-0.480 0.001,-0.184 0.120,0.015 0.180,0.135 0.204,0.199 0.200,0.314 0.407,-0.429 0.175,-0.558 0.156,-0.603 0.134,-0.593 0.110,-0.544 0.087,-1.609-0.065,-0.265 0.116,-0.074 0.108,0.048 0.091,0.116 0.075,0.148 0.058,5.873 0.586,-7.075-0.541,-1.319-0.009,-1.100-0.002,-0.871 0.003,-0.663 0.004,-0.477 0.007,12.090 0.699,-11.811-0.632,-0.554 0.020,-0.178 0.041,0.083 0.054,0.252 0.059,0.346 0.057,-2.108 0.016,-0.117 0.106,-0.183 0.103,-0.208 0.093,-0.204 0.077,-0.187 0.063,3.194 0.052,0.584 0.026,0.035 0.009,0.495-0.002,0.425-0.010,0.351-0.015,0.278-0.018,0.213-0.018,-2.253-0.123,-0.344-0.098,0.343-0.075,0.758-0.058,0.968-0.040,1.030-0.029,0.135-0.034,0.946 0.033,0.788 0.048,0.624 0.050,0.470 0.050,-0.674 0.043,-1.056 0.042,-1.293 0.037,-1.319 0.028,-1.219 0.022,-1.050 0.014,9.491 0.116,-10.591-0.063,0.091 0.038,1.053 0.039,1.580 0.037,1.791 0.033,1.787 0.027,1.646 0.023,1.432 0.016,1.186 0.012,1.350 0.007,0.940 0.011,0.815 0.011,0.679 0.009,0.542 0.009,0.416 0.006,0.707-0.091,-0.221 0.027,-0.498 0.046,-0.052-0.020,-0.055-0.021,-0.050-0.020,-0.045-0.019,-0.038-0.016,-0.490 0.088,-0.279 0.066,-0.151 0.049,-0.057 0.034,0.006 0.023,0.044 0.012,0.066 0.007,1.821-0.255,-1.388 0.200,-0.246 0.039,-1.705 0.249,-0.620 0.088,-0.513 0.070,-0.408 0.054,-0.307 0.039,-0.222 0.027,-1.828 0.199,-1.092 0.076,-0.663 0.009,-0.343-0.031,-0.117-0.054,0.032-0.064,0.972-0.117,0.986-0.094,1.111-0.093,1.101-0.084,1.010-0.072,0.871-0.059,0.718-0.045,0.563-0.034,0.423-0.024,0.301-0.016,0.201-0.010,0.123-0.004,-0.220 0.038,-0.053 0.004,0.088-0.023,0.171-0.039,0.213-0.046,0.224-0.049,0.214-0.045,0.191-0.040,0.164-0.035,-0.030-0.068</inkml:trace>
</inkml:ink>
</file>

<file path=ppt/ink/ink5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1498.000 568.000,'0.005'0.000,"0.009"0.000,0.009 0.000,0.009 0.000,0.008 0.000,0.007 0.000,0.005 0.000,0.005 0.000,0.003 0.000,0.002 0.000,0.001 0.000,0.001 0.000,0.000 0.000,0.001 0.000,-0.001 0.000,0.000 0.000,-0.000 0.000,-0.001 0.000,0.001 0.000,-0.001 0.000,0.000 0.000,-0.001 0.000,0.001 0.000,-0.001 0.000,0.001 0.000,-0.001 0.000,0.001 0.000,-0.001 0.000,0.001 0.000,-0.001 0.000,0.001 0.000,-0.001 0.000,0.098 0.034,0.149 0.053,0.168 0.059,0.164 0.057,0.149 0.053,-0.459-0.148,0.982 0.348,0.378 0.164,0.315 0.147,0.249 0.123,0.188 0.099,0.135 0.077,-0.260-0.101,-0.078-0.032,-0.115-0.050,-0.129-0.061,-0.129-0.060,-0.121-0.058,-1.391-0.562,1.265 0.466,-0.132-0.082,-0.141-0.077,-0.139-0.070,-0.128-0.061,-0.112-0.049,-0.771-0.216,0.800 0.170,0.026-0.034,0.038-0.025,0.040-0.018,0.040-0.012,0.035-0.006,0.031-0.003,0.051-0.004,-0.102-0.018,-0.128-0.020,-0.131-0.020,-0.123-0.016,0.381-0.021,1.060-0.066,0.539-0.104,0.351-0.118,0.204-0.117,0.096-0.109,0.020-0.094,0.415-0.228,0.004-0.131,-0.110-0.086,-0.172-0.051,-0.194-0.025,-0.193-0.006,-0.148-0.023,-0.106-0.032,-0.073-0.032,-0.047-0.032,-0.026-0.029,-0.010-0.024,-0.170 0.051,-0.250 0.092,-0.283 0.110,-0.275 0.113,-0.251 0.104,-0.213 0.089,-0.216 0.106,-0.144 0.074,-0.114 0.063,-0.086 0.051,-0.062 0.039,-0.041 0.030,-0.081 0.054,-0.070 0.051,-0.070 0.051,-0.064 0.048,-0.056 0.041,-0.048 0.036,-0.012 0.026,-0.024 0.025,-0.013 0.018,-0.005 0.011,-0.001 0.007,0.003 0.003,0.004 0.002,0.006-0.002,-0.137-0.007,0.295 0.022,0.137 0.025,0.124 0.027,0.106 0.027,0.086 0.026,-0.484-0.060,0.931 0.319,0.198 0.143,0.096 0.100,0.024 0.065,-0.022 0.036,-0.048 0.017,0.206 0.072,0.267 0.060,0.309 0.060,0.308 0.058,0.277 0.048,0.237 0.040,-0.063-0.042,-0.238-0.091,-0.322-0.110,-0.344-0.111,-0.328-0.105,-0.288-0.088,-0.307-0.134,-0.181-0.084,-0.174-0.078,-0.161-0.068,-0.137-0.057,-0.114-0.045,-0.089-0.035,-0.069-0.025,0.007-0.017,0.078-0.013,0.070-0.008,0.076-0.002,0.071 0.001,0.064 0.002,0.054 0.003,0.042 0.004,-0.189-0.013,0.083-0.029,0.398-0.094,0.086-0.071,0.044-0.067,0.015-0.057,-0.006-0.048,-0.018-0.040,-0.950 0.343,1.133-0.373,0.015 0.023,-0.036 0.035,-0.064 0.041,-0.076 0.041,-0.078 0.038,-0.158 0.052,-0.138 0.045,-0.140 0.043,-0.132 0.037,-0.116 0.033,-0.098 0.025,-0.078 0.021,-0.059 0.014,-0.042 0.012,-0.027 0.006,-0.018 0.004,-0.008 0.003,-0.003 0.000,-0.099-0.009,0.254 0.045,0.155 0.057,0.154 0.065,0.141 0.066,0.122 0.062,0.102 0.055,-0.753-0.273,0.523 0.261,0.100 0.097,0.991 0.626,0.263 0.188,0.179 0.109,0.115 0.048,0.063 0.009,0.027-0.017,0.002-0.032,-1.997-1.114,1.262 0.590,0.096-0.046,0.935 0.243,-0.122-0.169,-0.233-0.174,-0.283-0.165,-0.292-0.145,-0.275-0.121,-1.257-0.219,1.319 0.104,0.155-0.068,0.167-0.050,0.158-0.033,0.145-0.023,0.123-0.012,-1.876 0.027,2.419-0.032,0.185-0.001,-0.005 0.003,-0.124 0.005,-0.194 0.005,-0.222 0.006,-0.226 0.004,4.760-0.003</inkml:trace>
</inkml:ink>
</file>

<file path=ppt/ink/ink5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1491.000 479.000,'0.000'0.015,"0.000"0.022,0.000 0.026,0.000 0.024,0.000 0.021,0.000 0.020,0.000 0.024,0.000 0.122,0.000 0.415,0.000 0.353,0.000 0.350,0.000 0.324,0.000 0.287,0.000 0.244,0.000-0.610,0.048 1.892,0.073 0.516,0.085 0.369,0.085 0.244,0.076 0.149,-0.149-1.998,0.169 2.063,-0.011-0.192,-0.023-0.318,-0.029-0.373,-0.031-0.377,-0.029-0.350,-0.211-2.637,0.261 2.427,0.014-0.309,-0.006-0.374,-0.018-0.386,-0.023-0.366,-0.025-0.321,-0.026-0.271,-0.024-0.184,-0.041-0.184,-0.039-0.131,-0.035-0.088,-0.029-0.055,-0.022-0.029,-0.019-0.011,-0.012-0.011,-0.007 0.017,-0.006 0.022,-0.003 0.025,0.000 0.023,-0.002 0.022,-0.022 5.370</inkml:trace>
</inkml:ink>
</file>

<file path=ppt/ink/ink5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1499.000 495.000,'0.024'0.000,"0.035"0.000,0.042 0.000,0.040 0.000,0.037 0.000,0.033 0.000,0.024 0.000,0.150-0.023,0.256-0.036,0.295-0.043,0.299-0.043,0.283-0.042,0.252-0.037,-1.381 0.174,2.389-0.296,0.674-0.062,0.521-0.034,0.384-0.013,0.268-0.001,0.176 0.010,0.715-0.028,0.452-0.001,0.449-0.003,0.408-0.003,0.351-0.003,0.285-0.005,0.095-0.008,-0.204 0.021,0.197 0.002,0.118 0.009,0.055 0.016,0.014 0.017,-0.018 0.018,-6.038 0.324,7.700-0.392,0.413 0.001,0.022 0.026,-0.230 0.036,-0.374 0.042,-0.440 0.043,-7.013 0.266,7.009-0.285,-0.132-0.004,-0.381 0.010,-0.518 0.020,-0.572 0.023,-0.568 0.025,-3.914 0.170,3.859-0.124,-0.306 0.043,-0.373 0.042,-0.387 0.037,-0.369 0.032,-0.330 0.027,-3.814 0.045,4.551 0.119,0.352 0.136,0.206 0.117,0.098 0.099,0.021 0.077,-0.028 0.058,0.023-0.010,0.052-0.053,0.066-0.075,0.071-0.083,0.066-0.083,0.061-0.075,-3.891-0.144,4.150 0.053,-0.012-0.043,-0.310-0.035,-0.485-0.025,-0.565-0.019,-0.579-0.013,0.096-0.010,-0.198-0.005,-0.055-0.001,0.037 0.002,0.091 0.002,0.116 0.003,-3.943 0.012,4.611-0.007,0.448 0.001,0.102 0.003,-0.130 0.002,-0.272 0.001,-0.346 0.002,-0.369 0.000,0.160 0.001,-0.362 0.000,-0.306 0.001,-0.245 0.000,-0.190-0.001,-0.623 0.001,-0.220 0.000,-0.208-0.001,-0.185 0.000,-0.156 0.001,-0.129-0.001,-0.101 0.000,0.045 0.000,0.020 0.000,0.051 0.000,0.065 0.000,0.071 0.000,0.068 0.000,-2.179 0.000,3.594 0.000,0.751 0.000,0.501 0.000,0.307 0.000,0.161 0.000,0.058 0.000,-0.009 0.000,-1.068 0.000,0.288 0.000,1.716 0.000,-0.132 0.000,-0.338 0.000,-0.441 0.000,-0.470 0.000,-0.451 0.000,-0.274-0.013,-0.140-0.021,-0.046-0.022,0.017-0.024,0.056-0.021,0.076-0.019,-0.026-0.020,-0.337-0.013,-0.404-0.008,-0.415-0.006,-0.384-0.004,-0.335-0.001,-1.218 0.079,1.619-0.058,0.251 0.026,0.213 0.025,0.171 0.026,0.130 0.021,0.094 0.018,-0.552 0.014,-1.510 0.012,-0.089 0.003,0.858 0.001,-0.249 0.005,-0.253 0.002,-0.242 0.002,-0.216 0.001,-0.188 0.000,-0.959-0.003,0.965 0.003,-0.080 0.000,-0.082-0.002,-0.080 0.000,-0.069 0.000,-0.060-0.001,-0.048-0.001,0.001-0.013,0.032-0.019,0.050-0.022,0.058-0.024,0.059-0.020,0.054-0.019,-0.595 0.045,0.501-0.037,-0.020 0.008,-0.039 0.013,-0.046 0.012,-0.050 0.015,-0.048 0.013,0.180 0.007,-0.022 0.014,-0.015 0.010,-0.009 0.008,-0.005 0.005,-0.002 0.004,0.618-0.068,0.605-0.040,0.455-0.018,0.326-0.003,0.220 0.006,0.134 0.014,0.071 0.015,-0.131 0.020,-0.008 0.014,-0.022 0.015,-0.032 0.011,-0.035 0.010,-0.035 0.009,0.137-0.008,-0.369-0.014,-0.421-0.020,-0.421-0.021,-0.390-0.020,-0.336-0.018,-0.423 0.009,-0.232 0.006,-0.199 0.009,-0.163 0.013,-0.130 0.014,-0.100 0.012,-0.046 0.009,-0.086 0.013,-0.065 0.010,-0.045 0.009,-0.031 0.006,-0.019 0.004,-0.023 0.007,-0.026 0.008,-0.022 0.008,-0.021 0.008,-0.017 0.007,-0.014 0.005,-0.010 0.004,-0.007 0.003,-0.005 0.003,-0.003 0.001,-0.001 0.001,-0.002 0.000,0.001 0.000,0.001 0.001,0.000-0.001,0.000 0.000,0.002 0.000,0.000-0.001,0.000 0.000,0.002 0.122,-0.001 0.191,0.001 0.217,0.000 0.217,0.000 0.200,0.011 0.071,0.019 0.123,0.021 0.100,0.022 0.080,0.021 0.061,0.018 0.044,0.008 0.194,0.002 0.229,-0.014 0.066,-0.018 0.030,-0.019 0.005,-0.017-0.012,-0.015-0.020,-0.033-1.593,-0.015 1.693,-0.060 0.233,-0.067 0.165,-0.067 0.114,-0.064 0.068,-0.058 0.038,0.252-2.103,-0.518 3.132,-0.150 0.203,-0.113 0.010,-0.082-0.106,-0.055-0.168,-0.034-0.189,0.140-0.640,0.082-0.393,0.100-0.405,0.103-0.385,0.098-0.342,0.087-0.291,0.327-0.779,-0.119 0.369,-0.456 1.635,-0.084 0.507,-0.024 0.290,0.012 0.129,0.039 0.016,0.051-0.059,0.405-1.849,-0.320 1.661,0.039-0.249,0.030-0.299,0.019-0.314,0.013-0.302,0.007-0.271,0.285-0.903,-0.268 0.796,0.043-0.178,0.044-0.175,0.042-0.161,0.036-0.138,0.025-0.113,0.034-0.131,0.029-0.111,0.022-0.087,0.018-0.067,0.013-0.049,0.009-0.032,-0.011-0.033,-0.025-0.030,-0.029-0.026,-0.030-0.019,-0.028-0.017,-0.026-0.011,-0.019-0.009,-0.017-0.004,-0.011-0.004,-0.008-0.002,-0.006 0.000,-0.003 0.001,-0.002 0.000,-0.001 0.001,0.001 0.001,0.001 0.001,0.000 0.001,0.182 0.002,-0.563-0.001,-0.173 0.000,-0.088 0.001,-0.030-0.001,0.010 0.001,0.034 0.001,0.219-0.001,-0.486-0.012,-6.284-0.155,-2.853-0.125,-1.851-0.110,-1.082-0.090,-0.522-0.069,-0.135-0.052,1.050 0.017,1.270 0.037,1.452 0.054,1.438 0.059,1.305 0.057,-0.962-0.027,-2.400-0.081,-3.030-0.107,-3.163-0.113,-2.979-0.107,-2.618-0.094,-0.723-0.080,0.505-0.063,1.219-0.047,1.556-0.035,1.634-0.023,1.544-0.014,4.092 0.252,-3.300-0.263,1.117 0.085,1.460 0.128,1.559 0.144,1.500 0.143,1.345 0.130,1.351 0.125,0.841 0.088,0.645 0.069,0.468 0.053,0.322 0.037,0.206 0.027,4.179 0.128,-5.774-0.185,-0.492-0.008,-0.006 0.011,0.301 0.025,0.469 0.030,0.539 0.032,0.616 0.028,0.901 0.028,0.879 0.024,0.794 0.018,0.672 0.015,0.543 0.009,0.490 0.007,0.359 0.004,0.282 0.002,0.213 0.001,0.152 0.000,0.100-0.001,0.061 0.000,0.033-0.002,0.010 0.000,-0.003-0.001,-0.013-0.001,-0.015-0.001,-0.039 0.000,-0.050-0.001,-0.050 0.001,-0.050-0.001,-0.043-0.001,-0.037 0.001,-0.028 0.000,-0.023 0.000,-0.015 0.000,-0.012-0.001,-0.006 0.001,-0.004 0.000,-0.206 0.000,-0.325 0.000,-0.371 0.000,-0.372 0.000,-0.342 0.000,-0.296 0.000,-0.080 0.007,0.129 0.010,0.226 0.012,0.267 0.012,0.271 0.010,0.252 0.010,0.220 0.008,0.182 0.005,0.142 0.005,0.108 0.003,0.077 0.002,0.051 0.001,-6.695 0.236</inkml:trace>
</inkml:ink>
</file>

<file path=ppt/ink/ink5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1729.000 581.000,'0.011'0.011,"0.017"0.017,0.018 0.018,0.020 0.020,0.017 0.017,0.014 0.014,0.013 0.013,0.010 0.010,0.006 0.006,0.005 0.005,0.004 0.004,0.001 0.001,0.001 0.001,0.001 0.001,-0.001-0.001,-0.096-0.102,1.079 0.772,0.573 0.401,0.418 0.298,0.266 0.195,0.146 0.113,0.061 0.051,-0.001 0.010,-1.498-1.085,2.043 1.507,-0.057-0.024,-0.176-0.113,-0.229-0.158,-0.243-0.169,-0.229-0.161,-0.391-0.368,0.027-0.094,0.083-0.076,0.113-0.060,0.128-0.044,0.128-0.031,-1.233-0.575,2.374 0.621,0.377-0.169,0.193-0.205,0.064-0.211,-0.021-0.196,-0.072-0.171,-0.596-0.132,-0.323-0.107,-0.352-0.090,-0.346-0.071,-0.319-0.055,-0.279-0.041,-0.233-0.028,-0.712 0.103,1.174-0.758,0.480-0.469,0.942-0.701,1.888-1.230,0.397-0.119,0.119 0.128,-0.062 0.272,-0.170 0.338,-0.223 0.351,-0.238 0.330,-2.314 1.070,-0.101 0.126,-0.100 0.126,1.315-0.217,-0.373 0.283,-0.400 0.238,-0.388 0.194,-0.355 0.152,-0.307 0.113,-0.255 0.082,-0.086 0.117,-0.046 0.130,0.017 0.128,0.056 0.117,0.078 0.102,0.084 0.083,0.071 0.086,0.168 0.123,0.179 0.123,0.171 0.116,0.156 0.102,0.135 0.088,-0.843-0.452,2.067 0.636,0.420-0.082,0.229-0.150,0.092-0.181,-0.003-0.188,-0.062-0.176,-0.094-0.156,-0.108-0.132,0.208-0.290,-0.036-0.388,-0.020-0.400,-0.008-0.373,-0.000-0.322,0.006-0.265,0.006-0.206,-0.544 0.123,-0.254 0.063,-0.283 0.113,-0.283 0.135,-0.259 0.140,-0.228 0.133,-0.189 0.119,-0.152 0.101,-0.115 0.081,0.312 0.033,0.257 0.092,0.318 0.082,0.328 0.068,0.305 0.055,-0.296 0.179,0.003 0.178,-0.049 0.194,-0.077 0.191,-0.092 0.178,-0.094 0.155,-0.089 0.129,-0.081 0.104,-0.268 0.050,0.214 0.144,1.293 0.489,0.110 0.004,0.063-0.064,-0.056-0.131,-0.128-0.167,-0.166-0.178,-0.179-0.172,-0.176-0.158,-0.648-0.211,0.931-0.058,-0.251-0.184,-0.331-0.166,-0.352-0.138,-0.339-0.111,-0.301-0.085,-0.252-0.062,-1.831 0.303,1.977-0.427,0.243-0.082,0.153-0.038,0.080-0.007,0.029 0.014,-0.009 0.029,0.231 0.008,-0.121 0.088,-0.144 0.095,-0.148 0.089,-0.139 0.082,-0.123 0.068,-0.103 0.056,-0.307 0.045,-0.072 0.027,-0.058 0.020,-0.046 0.014,-0.032 0.009,-0.023 0.006,-0.218-0.001,0.682 0.034,0.119 0.041,0.096 0.047,0.071 0.043,0.053 0.041,0.034 0.033,0.122 0.058,0.152 0.023,0.052-0.009,-0.016-0.031,-0.056-0.041,-0.080-0.045,0.523-0.061,0.132-0.073,-0.081-0.071,-0.210-0.064,-0.273-0.057,-0.292-0.044,-0.283-0.037,-0.255-0.026,-1.282 0.135,1.354-0.123,0.123 0.019,0.109 0.027,0.093 0.030,0.075 0.028,0.058 0.026,0.043 0.022,-0.292 0.021,-0.198 0.013,-0.239 0.010,-0.251 0.008,-0.244 0.005,-0.222 0.004,-0.184 0.003,-0.220 0.001,-0.190 0.000,-0.160 0.000,-0.128-0.001,-0.099 0.000,-0.072-0.002,-0.051 0.000,0.770-0.002,9.242 0.001</inkml:trace>
</inkml:ink>
</file>

<file path=ppt/ink/ink5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2317.000 570.000,'0.011'0.011,"0.016"0.016,0.018 0.018,0.018 0.018,0.017 0.017,0.013 0.013,0.011 0.011,0.010 0.010,0.005 0.005,0.005 0.005,0.002 0.002,0.002 0.002,0.001 0.001,0.000 0.000,0.000 0.000,-0.001-0.001,0.063 0.089,0.107 0.148,0.122 0.168,0.122 0.169,0.113 0.156,0.098 0.135,0.494 0.465,0.386 0.333,0.274 0.205,0.183 0.107,0.111 0.035,0.055-0.011,0.246 0.103,-0.033-0.175,-0.060-0.201,-0.075-0.197,-0.073-0.177,-0.069-0.150,0.042-0.174,0.167-0.140,0.205-0.121,0.211-0.099,0.195-0.077,-0.120-0.148,-0.183-0.168,-0.029-0.157,-0.050-0.162,-0.065-0.156,-0.067-0.141,-0.067-0.124,0.127-0.175,-0.174-0.112,-0.185-0.088,-0.178-0.064,-0.160-0.045,-0.133-0.029,-0.111-0.017,-0.083-0.008,-0.063-0.002,-0.043 0.002,-0.028 0.005,-0.017 0.006,-1.078 0.673,2.348-1.482,0.496-0.306,0.125-0.064,-0.114 0.090,-0.250 0.177,-0.315 0.216,-0.499 0.329,-0.346 0.240,-0.324 0.225,-0.290 0.201,-0.243 0.171,-0.198 0.137,0.056 0.243,0.214 0.291,0.298 0.300,0.332 0.286,0.328 0.254,0.301 0.214,0.113 0.070,0.101 0.042,0.046-0.004,0.005-0.033,-0.020-0.050,-0.036-0.057,-0.043-0.057,-1.889-0.986,2.094 0.936,0.098-0.078,-0.010-0.124,-0.083-0.146,-0.127-0.151,-0.145-0.145,-1.328-0.337,1.685 0.075,0.024-0.290,-0.028-0.287,-0.058-0.261,-0.073-0.227,-0.074-0.185,0.062-0.164,-0.105-0.017,-0.103 0.036,-0.091 0.066,-0.076 0.076,-0.062 0.077,-0.045 0.069,-0.033 0.061,-1.620 0.610,1.136-0.402,0.272-0.081,2.016-0.636,0.136 0.018,-0.164 0.114,-0.336 0.167,-0.412 0.183,-0.427 0.180,-0.676 0.199,-0.335 0.108,-0.303 0.091,-0.093 0.083,-0.199 0.100,-0.125 0.079,-0.066 0.061,-0.026 0.046,-0.492-0.087,0.499 0.177,0.003 0.041,-0.036 0.016,-0.057 0.000,-0.067-0.013,-0.069-0.018,-0.065-0.021,-0.017-0.020,-0.031-0.041,-0.017-0.040,-0.007-0.038,0.000-0.033,0.004-0.027,0.002-0.006,-0.004 0.009,-0.008 0.016,-0.007 0.020,-0.007 0.021,1.092 0.480</inkml:trace>
</inkml:ink>
</file>

<file path=ppt/ink/ink5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2295.000 565.000,'0.000'-0.011,"0.000"-0.017,0.000-0.019,0.000-0.018,0.000-0.017,0.000-0.013,0.000-0.011,0.000-0.009,0.000-0.012,0.000-0.038,0.000-0.042,0.000-0.044,0.000-0.040,0.000-0.036,0.000-0.030,0.000 0.257,0.000-0.033,0.032-1.294,0.051-0.593,0.062-0.416,0.062-0.267,0.061-0.156,0.055-0.068,-0.169 1.651,0.423-2.492,0.117-0.059,0.083 0.067,0.055 0.139,0.034 0.168,0.017 0.172,-0.161 0.719,-0.044 0.246,-0.051 0.249,-0.052 0.233,-0.051 0.209,-0.045 0.178,0.059-0.039,-0.003 0.191,0.009 0.156,0.016 0.121,0.020 0.091,0.020 0.062,-0.002 0.093,0.016 0.063,0.015 0.056,0.011 0.049,0.010 0.037,0.007 0.030,-0.171 0.149,0.639-0.421,0.283-0.098,0.224-0.036,0.173 0.008,0.125 0.034,0.087 0.050,-1.582 0.673,2.856-0.931,0.711-0.067,0.535-0.026,0.377 0.003,0.252 0.019,0.151 0.027,-0.572 0.187,0.087 0.050,0.091 0.051,0.089 0.046,0.079 0.041,0.068 0.035,0.046 0.041,-0.269 0.086,-0.334 0.088,-0.354 0.086,-0.339 0.077,-0.305 0.065,-0.261 0.053,0.790-0.021,0.667 0.007,0.541 0.022,0.418 0.033,0.310 0.036,0.218 0.035,0.163 0.053,-0.488 0.067,-0.629 0.066,-0.663 0.061,-0.631 0.052,-0.559 0.042,-0.467 0.033,-1.200-0.081,-0.147-0.005,0.683 0.119,0.121 0.088,0.213 0.104,0.254 0.105,0.261 0.100,0.248 0.088,0.220 0.074,-0.325-0.046,-0.235-0.022,-0.324-0.044,-0.361-0.052,-0.363-0.057,-0.342-0.055,-1.348-0.431,1.600 0.829,0.008 0.304,-0.033 0.274,-0.055 0.237,-0.065 0.192,-0.066 0.150,-0.410-0.377,0.184 0.377,-0.155-0.098,-0.185-0.169,-0.192-0.203,-0.181-0.210,-0.163-0.202,-0.037 0.193,-0.008 0.309,0.039 0.413,0.065 0.443,0.076 0.430,0.078 0.386,-0.701-2.726,0.666 3.384,-0.085 0.249,-0.113 0.028,-0.119-0.115,-0.118-0.193,-0.103-0.230,-0.093-0.315,-0.065-0.097,-0.058-0.243,-0.041-0.226,-0.030-0.200,-0.018-0.165,-0.014-0.063,-0.005-0.215,0.000-0.198,0.002-0.172,0.003-0.140,0.005-0.108,0.013-1.360,-0.143 1.253,-0.100-0.054,-0.083-0.060,-0.065-0.061,-0.049-0.054,-0.035-0.046,-0.085-0.102,-0.136-0.065,-0.148-0.063,-0.144-0.055,-0.131-0.049,-0.112-0.037,-0.387-0.059,-0.455-0.110,-0.484-0.116,-0.460-0.110,-0.407-0.095,-0.340-0.080,-0.071-0.083,-0.105-0.066,-0.043-0.054,-0.003-0.046,0.024-0.035,0.039-0.026,3.167-0.020,-3.399 0.013,0.194 0.010,0.354 0.017,0.423 0.022,0.430 0.021,0.398 0.021,1.932-0.088,-5.673 0.490</inkml:trace>
</inkml:ink>
</file>

<file path=ppt/ink/ink5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963.000 1305.000,'1.013'0.149,"0.835"0.096,0.665 0.056,0.504 0.025,0.367 0.004,0.252-0.011,0.159-0.019,-0.401-0.076,1.118-0.022,0.061-0.102,-0.077-0.109,-0.159-0.106,-0.201-0.097,-0.211-0.083,-2.376 0.114,2.184-0.799,-0.278-0.459,-0.346-0.386,-0.366-0.308,-0.349-0.236,-0.314-0.174,-0.355-0.548,-0.626-0.288,-0.611-0.259,-0.545-0.218,-0.458-0.175,-0.365-0.132,-0.178 0.579,-0.272 0.197,-0.250 0.243,-0.218 0.255,-0.181 0.245,-0.146 0.222,-0.113 0.191,-0.081 0.157,0.181 0.341,0.041 0.196,-0.072 0.133,0.112 0.247,0.123 0.228,0.122 0.201,0.112 0.171,0.099 0.137,0.944 0.267,-1.083-0.106,0.134 0.134,0.175 0.110,0.184 0.083,0.173 0.060,0.152 0.042,0.124 0.027,0.099 0.014,0.072 0.006,0.052 0.001,0.034-0.003,-0.524 3.118,-0.254 1.769,-0.061 0.789,0.065 0.118,0.136-0.306,0.169-0.540,0.563-3.087,0.205-0.987,-1.576 6.245,-0.213 0.621,-0.003 0.010,0.127-0.368,0.195-0.570,0.223-0.647,1.210-5.190,-1.264 5.384,0.087-0.256,0.138-0.406,0.156-0.460,0.153-0.452,0.138-0.406,0.213-0.701,0.133-0.211,0.064-0.020,0.058-0.276,0.028-0.257,0.006-0.226,-0.006-0.187,-0.016-0.146,0.021-0.381,0.001-0.253,0.002-0.254,0.005-0.239,0.004-0.210,0.006-0.175,0.005-0.168,0.026-0.198,0.028-0.179,0.028-0.152,0.025-0.124,0.021-0.097,0.018-0.071,0.014-0.051,0.010-0.033,0.007-0.020,0.005-0.009,0.003-0.002,-0.004 0.000,0.001 0.005,0.001 0.007,-0.001 0.007,0.001 0.006,-0.001 0.006,-0.428 0.004</inkml:trace>
</inkml:ink>
</file>

<file path=ppt/ink/ink5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898.000 1380.000,'0.284'0.084,"0.445"0.132,0.515 0.153,0.522 0.154,0.488 0.145,0.431 0.127,0.361 0.108,0.673 0.062,0.437-0.079,0.384-0.123,0.315-0.140,0.249-0.138,0.186-0.126,1.827-0.214,1.482-0.150,0.835-0.121,0.353-0.093,0.015-0.068,-0.205-0.048,-7.592 0.263,9.124-0.405,0.069-0.053,-0.380-0.018,-0.629 0.006,-0.738 0.020,-0.748 0.027,-1.238 0.052,-0.729 0.021,-0.663 0.015,-0.576 0.014,-0.478 0.009,-0.382 0.007,-0.293 0.004,-0.214 0.004,-1.737 0.125,-0.167-0.032,0.911-0.407,-0.493-0.296,-0.474-0.311,-0.429-0.303,-0.371-0.274,-0.306-0.238,-0.244-0.196,-0.166-0.476,-0.134-0.498,-0.088-0.519,-0.050-0.496,-0.023-0.443,-0.006-0.376,-0.151 1.722,-0.054-3.665,-0.304-0.665,-0.341-0.354,-0.334-0.131,-0.304 0.018,-0.259 0.109,-0.211 0.155,1.290 6.419,-1.055-3.981,-0.293-0.226,-1.233-2.802,-0.141 0.453,0.060 0.755,0.178 0.883,0.242 0.896,0.260 0.834,0.253 0.728,0.227 0.604,0.195 0.481,0.157 0.363,0.122 0.263,0.091 0.177,0.966 1.665,-2.765-2.014,-0.955 0.049,-0.546 0.199,-0.246 0.273,-0.043 0.293,0.082 0.282,0.155 0.248,3.752 0.888,-3.877-0.553,-0.615 0.187,-0.492 0.206,-0.053 0.220,0.115 0.202,0.211 0.172,0.257 0.143,0.263 0.111,4.059-0.392,-4.784 1.076,-0.524 0.697,-0.385 0.683,-0.268 0.620,-0.172 0.534,-0.098 0.435,0.619-0.008,0.324 0.158,0.387 0.090,0.403 0.042,0.385 0.008,0.347-0.017,0.296-0.030,3.547-3.476,-3.379 4.228,0.440 0.311,0.564 0.325,0.603 0.309,0.583 0.277,0.528 0.237,0.453 0.193,0.372 0.150,0.353 0.194,0.334-0.178,0.280-0.254,0.223-0.281,0.170-0.275,0.125-0.251,0.085-0.263,-0.036-0.834,-0.079-0.871,-0.094-0.818,-0.099-0.712,-0.090-0.585,-0.100-0.594,-0.012-0.235,0.004-0.168,0.014-0.110,0.019-0.065,0.023-0.032,0.015-0.030,-0.017-0.067,-0.027-0.070,-0.033-0.067,-0.032-0.059,-0.032-0.052,-0.027-0.042,0.419 0.297</inkml:trace>
</inkml:ink>
</file>

<file path=ppt/ink/ink5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2320.000 601.000,'0.021'0.000,"0.033"0.000,0.038 0.000,0.039 0.000,0.036 0.000,0.032 0.000,0.026 0.000,0.212 0.000,0.330 0.000,0.380 0.000,0.387 0.000,0.365 0.000,0.325 0.000,-1.738 0.003,3.857 0.200,1.602 0.198,1.416 0.188,1.182 0.165,0.931 0.137,0.699 0.106,-1.079-0.070,0.001 0.037,-0.097 0.028,-0.154 0.018,-0.183 0.011,-0.186 0.005,0.231 0.007,0.015-0.053,0.061-0.064,0.087-0.066,0.097-0.063,0.096-0.056,0.089-0.048,0.047-0.047,-0.978-0.109,-1.150-0.112,-1.163-0.104,-1.071-0.090,-0.925-0.073,0.999 0.037,0.129 0.014,-0.354-0.002,-0.619-0.010,-0.723-0.015,-0.724-0.015,-0.662-0.017,-0.565-0.013,-0.458-0.011,-0.351-0.010,-0.256-0.006,-0.970 0.198</inkml:trace>
</inkml:ink>
</file>

<file path=ppt/ink/ink5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2071.000 556.000,'0.000'0.019,"0.000"0.031,0.000 0.034,0.000 0.034,0.000 0.033,0.000 0.027,0.000 0.024,0.000 0.017,0.000-0.167,0.000 0.279,0.000 0.154,0.098 0.622,0.149 0.274,0.170 0.192,0.167 0.126,0.152 0.075,0.129 0.038,0.136 0.029,0.153 0.069,0.145 0.071,0.125 0.066,0.106 0.057,0.082 0.047,0.064 0.038,0.045 0.029,-1.386-1.793,1.200 1.394,0.160 0.093,0.403 0.349,0.020-0.059,-0.047-0.118,-0.090-0.147,-0.112-0.158,-0.118-0.155,-1.382-1.286,1.509 1.227,-0.215-0.318,-0.233-0.305,-0.224-0.266,-0.198-0.223,-0.165-0.174,-0.051-0.209,0.095-0.205,0.148-0.195,0.167-0.176,0.168-0.149,0.156-0.121,0.133-0.093,-0.950 0.485,0.526-0.309,0.167-0.115,1.364-0.830,0.239-0.174,0.101-0.081,0.003-0.018,-0.057 0.023,-0.095 0.049,-0.108 0.062,-1.720 1.070,1.546-0.992,-0.152 0.066,-0.204 0.097,-0.224 0.113,-0.221 0.114,-0.204 0.107,-1.329 0.957,1.270-0.880,-0.136 0.147,-0.153 0.167,-0.154 0.167,-0.142 0.153,-0.125 0.135,-0.103 0.112,0.072 0.205,0.085 0.262,0.124 0.261,0.139 0.237,0.134 0.205,-0.045 0.043,0.022 0.074,0.002 0.044,-0.013 0.023,-0.021 0.005,-0.026-0.004,-0.025-0.012,0.285 0.170,0.167 0.052,0.081-0.027,0.019-0.076,-0.023-0.102,-0.046-0.109,0.201-0.099,0.157-0.176,0.187-0.172,0.190-0.152,0.176-0.127,0.152-0.103,-0.073-0.167,-0.041-0.192,-0.077-0.196,-0.097-0.183,-0.099-0.160,-0.094-0.134,-0.084-0.107,-1.799 0.769,1.225-0.700,-0.070-0.090,0.386-0.405,-0.270 0.102,-0.285 0.177,-0.269 0.204,-0.234 0.205,-0.193 0.186,-0.590 0.425,0.476-0.219,-0.045 0.127,-0.039 0.105,-0.031 0.083,-0.025 0.064,-0.019 0.044,-0.012 0.031,0.096 0.077,0.007 0.025,0.237 0.119,0.065 0.027,0.024 0.000,-0.005-0.017,-0.023-0.028,-0.033-0.032,-0.038-0.034,0.077 0.000,-0.017-0.033,-0.008-0.028,-0.003-0.022,-0.001-0.017,0.003-0.010,-0.103-0.032,-0.066-0.023,-0.073-0.024,-0.075-0.023,-0.067-0.019,-0.059-0.016,-0.048-0.014,-0.039-0.010,-0.030-0.007,0.055-0.048,0.083-0.067,0.103-0.075,0.106-0.072,0.099-0.065,0.085-0.055,0.031-0.024,-0.023 0.005,-0.048 0.019,-0.058 0.028,-0.061 0.030,1.151-0.597</inkml:trace>
</inkml:ink>
</file>

<file path=ppt/ink/ink6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1553.000 652.000,'0.087'0.012,"0.045"0.020,0.016 0.020,-0.002 0.021,-0.016 0.019,-0.019 0.016,-0.022 0.012,-0.030 0.038,-0.013 0.089,-0.033 0.122,-0.044 0.116,-0.050 0.110,-0.048 0.098,-0.046 0.086,-0.040 0.071,0.160-0.650,-0.567 1.466,-0.265 0.492,-0.202 0.362,-0.146 0.252,-0.099 0.162,-0.063 0.095,-0.520 1.239,-0.263 0.868,-0.049 0.502,0.091 0.234,0.172 0.042,0.214-0.082,0.224-0.156,0.313-0.765,0.209-0.508,0.191-0.555,0.170-0.552,0.142-0.513,0.117-0.455,-0.045 2.823</inkml:trace>
</inkml:ink>
</file>

<file path=ppt/ink/ink6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1609.000 824.000,'0.006'0.006,"0.039"0.039,0.418 0.343,0.324 0.210,0.287 0.157,0.240 0.110,0.192 0.073,0.145 0.044,0.106 0.021,0.071 0.007,0.046-0.003,0.024-0.010,0.011-0.012,-0.001-0.014,0.165 0.094,0.201 0.125,0.227 0.147,0.224 0.144,0.202 0.134,0.173 0.113,-1.911-1.078,2.013 1.032,-0.204-0.142,-0.357-0.199,-0.424-0.219,-0.428-0.212,-0.398-0.192,-0.346-0.162,-0.285-0.132,-0.224-0.101,-0.169-0.075,-0.119-0.051,-0.201-0.162,0.178 0.125,-0.027-0.005,-0.032 0.007,-0.034 0.015,-0.030 0.017,-0.029 0.018,-0.022 0.017,-0.018 0.090,-0.016 0.106,-0.010 0.114,-0.008 0.110,-0.004 0.097,-0.043 2.575</inkml:trace>
</inkml:ink>
</file>

<file path=ppt/ink/ink6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1592.000 957.000,'0.012'0.000,"0.467"0.140,0.613 0.213,0.663 0.243,0.638 0.238,0.570 0.217,0.479 0.185,-0.113-0.026,-0.087-0.014,-0.198-0.056,-0.257-0.076,-0.275-0.086,-0.267-0.085,-0.240-0.077,-0.254-0.099,-0.241-0.102,-0.216-0.099,-0.186-0.090,-0.150-0.075,-0.119-0.063,0.071 0.003,0.079 0.006,0.042-0.004,0.016-0.011,-0.004-0.014,-0.015-0.017,3.164 0.647</inkml:trace>
</inkml:ink>
</file>

<file path=ppt/ink/ink6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1514.000 1079.000,'-0.159'0.186,"-0.174"0.219,-0.658 1.015,-0.292 0.666,-0.176 0.568,-0.090 0.461,-0.026 0.362,0.013 0.269,0.041 0.191,0.605-1.343,-0.291 1.253,0.044 0.284,-0.287 1.426,0.054-0.087,0.053-0.275,0.047-0.373,0.039-0.402,0.032-0.392,0.986-3.260,-1.021 2.766,0.001-0.417,0.044-0.460,0.068-0.454,0.080-0.415,0.080-0.360,-2.154 0.987</inkml:trace>
</inkml:ink>
</file>

<file path=ppt/ink/ink6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1374.000 1066.000,'-0.663'1.031,"-0.627"0.815,-0.560 0.618,-0.474 0.444,-0.385 0.303,-0.299 0.188,-0.222 0.102,-0.158 0.038,1.857-1.984,-2.159 2.098,-0.365 0.358,-1.431 1.407,0.146-0.143,0.379-0.376,0.498-0.489,0.532-0.522,0.513-0.504,2.766-2.740,-2.451 2.375,0.190-0.281,0.203-0.308,0.194-0.302,0.174-0.277,0.148-0.239,0.078-0.167,0.381-0.345,0.387-0.316,0.353-0.268,0.304-0.216,0.244-0.166,0.188-0.119,0.135-0.082,0.094-0.051,0.058-0.028,0.033-0.012,0.005-0.053,0.291-1.197</inkml:trace>
</inkml:ink>
</file>

<file path=ppt/ink/ink6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1256.000 985.000,'-0.086'0.037,"-0.134"0.057,-0.157 0.068,-0.157 0.066,-0.148 0.065,-0.130 0.055,-1.214 0.685,-1.081 0.595,-0.919 0.496,-0.744 0.392,-0.580 0.300,-0.431 0.217,-0.191 0.104,0.315-0.154,0.485-0.240,0.553-0.274,0.554-0.274,0.511-0.254,0.698-0.387,0.490-0.289,0.448-0.275,0.389-0.250,0.326-0.212,0.259-0.175,0.201-0.139,0.146-0.105,0.092-0.077,0.070-0.052,0.033-0.087,0.068-0.086,0.056-0.079,0.043-0.068,0.033-0.055,0.023-0.044,-0.285-1.360</inkml:trace>
</inkml:ink>
</file>

<file path=ppt/ink/ink6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1219.000 855.000,'0.292'0.000,"0.273"0.000,0.914 0.000,0.303 0.000,0.113 0.000,-0.018 0.000,-0.103 0.000,-0.150 0.000,-0.172 0.000,0.189 0.000,0.118 0.000,0.182 0.000,0.204 0.000,0.200 0.000,0.178 0.000,-2.047 0.000,2.542 0.013,0.300 0.021,0.109 0.022,-0.017 0.024,-0.095 0.021,-0.137 0.019,0.018 0.085,-0.206 0.101,-0.196 0.110,-0.176 0.103,-0.146 0.089,-0.115 0.076,-1.934-0.561,1.176 0.359,-0.116-0.034,0.283 0.086,-0.307-0.099,-0.301-0.097,-0.270-0.090,-0.227-0.076,-0.182-0.061,-0.153-0.048,-0.091-0.031,-0.065-0.022,-0.042-0.014,-0.026-0.009,-0.013-0.005,-0.004-0.001,0.201-0.065</inkml:trace>
</inkml:ink>
</file>

<file path=ppt/ink/ink6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1308.000 720.000,'0.053'0.000,"0.278"0.033,0.249 0.053,0.232 0.058,0.207 0.060,0.173 0.055,0.138 0.048,0.107 0.040,0.090 0.091,0.230 0.159,0.246 0.176,0.240 0.177,0.221 0.164,0.192 0.146,-1.520-0.714,1.798 0.862,0.002-0.041,-0.121-0.121,-0.192-0.163,-0.226-0.182,-0.232-0.180,-1.721-0.576,1.743 0.497,0.016-0.047,0.007-0.030,0.000-0.020,-0.005-0.012,-0.008-0.004,-0.008 0.000,-0.462-0.103,-0.104-0.010,-0.119-0.012,0.310 0.111,-0.092-0.005,-0.062-0.004,-0.039-0.003,-0.020-0.002,-0.009-0.002,-0.199-0.064,-0.156-0.055,-0.177-0.060,-0.179-0.062,-0.167-0.058,-0.149-0.052,-0.126-0.044,0.153-0.096</inkml:trace>
</inkml:ink>
</file>

<file path=ppt/ink/ink6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1465.000 567.000,'0.010'0.000,"0.016"0.000,0.017 0.000,0.020 0.000,0.018 0.000,0.015 0.000,0.014 0.000,0.557 0.000,0.489 0.000,0.466 0.015,0.141 0.022,0.002 0.026,-0.081 0.024,-0.125 0.021,-0.140 0.019,-0.099 0.022,3.239 0.445,1.554 0.215,0.925 0.115,0.454 0.041,0.119-0.006,-0.104-0.039,2.189 0.206,1.319 0.064,1.020 0.012,0.750-0.020,0.522-0.040,0.334-0.045,0.195-0.049,0.090-0.042,-11.324-0.820,11.342 0.761,0.447-0.006,0.097-0.021,-0.129-0.028,-0.269-0.031,-0.336-0.032,-0.354-0.027,0.940 0.001,-0.450-0.104,-0.439-0.110,-0.396-0.104,-0.332-0.092,-0.265-0.075,0.127-0.068,-0.019-0.045,-0.413-0.032,-0.621-0.022,-0.698-0.015,-0.689-0.008,-0.627-0.004,-1.950 0.009,0.140 0.023,2.339 0.069,-0.473 0.002,-0.686-0.010,-0.762-0.018,-0.749-0.020,-0.678-0.021,-0.581-0.018,-0.472-0.016,-0.366-0.014,-0.271-0.011,-0.190-0.007,-0.123-0.006,0.878-0.026,5.231 0.038,1.885 0.031,0.958 0.037,0.313 0.037,-0.104 0.034,-0.348 0.029,-2.350-0.037,-0.855-0.019,-0.887-0.026,-0.848-0.031,-0.765-0.029,-0.656-0.029,1.219-0.019,0.110-0.026,0.022-0.021,-0.030-0.014,-0.060-0.011,-0.073-0.006,-3.546-0.001,1.048-0.001,0.137 0.000,2.860-0.004,0.067 0.001,-0.084 0.001,-0.175 0.000,-0.221 0.001,-0.234 0.001,-6.560 0.004,7.269-0.003,-0.014 0.001,-0.151 0.001,-0.226 0.000,-0.250 0.000,-0.245 0.001,-3.660 0.000,-0.130 0.000,2.031 0.001,-0.407-0.001,-0.442 0.000,-0.437 0.000,-0.405 0.000,-0.359 0.000,0.129 0.001,-0.241-0.001,-0.170 0.000,-0.116 0.000,-0.068 0.000,-0.037 0.000,0.802-0.012,0.959-0.020,0.909-0.021,0.814-0.024,0.691-0.020,0.562-0.019,0.697-0.099,-0.078-0.057,-0.380-0.026,-0.541-0.007,-0.599 0.007,-0.589 0.015,-0.422 0.006,-1.028 0.035,-0.991 0.033,-0.879 0.031,-0.735 0.027,-0.578 0.021,-0.434 0.017,-0.308 0.011,-0.203 0.009,-0.122 0.004,-0.064 0.004,-0.148 0.009,-0.174 0.013,-0.177 0.013,-0.166 0.012,-0.143 0.011,-0.115 0.009,-0.091 0.007,-0.066 0.006,-0.046 0.002,-0.030 0.004,-0.016 0.000,-0.009 0.002,-0.001 0.000,0.002-0.001,0.004 0.000,0.006-0.000,0.004 0.000,0.006-0.001,0.004-0.001,0.003 0.001,0.003-0.001,0.002 0.000,0.001 0.001,0.001-0.001,0.001-0.001,-0.001 0.001,0.001 0.000,0.000 0.000,0.041 0.000,0.062 0.000,0.041 0.000,0.042 0.000,0.035 0.000,0.028 0.000,0.022 0.000,0.015 0.000,0.010 0.000,0.058 0.000,0.068 0.000,0.070 0.000,0.064 0.000,0.059 0.000,0.093 0.000,-0.019 0.000,-0.041 0.000,-0.055 0.000,-0.057 0.000,-0.055 0.000,-0.317 0.000,2.093 0.000</inkml:trace>
</inkml:ink>
</file>

<file path=ppt/ink/ink6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1975.000 721.000,'0.010'0.109,"0.016"0.173,0.017 0.202,0.020 0.206,0.018 0.196,0.015 0.176,0.014 0.148,0.278 0.456,0.229 0.137,0.188 0.004,0.145-0.079,0.108-0.125,0.076-0.140,0.090-0.190,0.152-0.137,0.158-0.125,0.149-0.104,0.131-0.085,0.111-0.065,0.232-0.023,0.291 0.008,0.305 0.025,0.289 0.033,0.258 0.038,0.215 0.035,0.198-0.070,0.391-0.014,0.415 0.007,0.399 0.020,0.360 0.026,0.307 0.028,0.253 0.028,-0.916-0.163,1.057 0.092,0.448-0.020,0.974-0.013,0.839-0.060,0.850-0.064,0.806-0.065,0.722-0.061,0.623-0.053,-6.386-0.293,8.794 0.281,0.169-0.029,-0.173-0.014,-0.372-0.003,-0.460 0.004,-0.477 0.007,-0.151 0.010,-0.533-0.014,-0.485-0.018,-0.410-0.019,-0.331-0.017,-0.253-0.015,-6.437-0.242,6.094 0.132,-0.261-0.094,-0.567-0.101,-0.715-0.098,-0.753-0.088,-0.721-0.076,-0.643-0.061,-0.545-0.048,-2.069 0.045,2.946-0.354,0.539-0.130,0.347-0.080,0.201-0.041,0.090-0.013,0.011 0.006,-4.538 0.510,4.527-0.594,-0.501-0.036,-0.656-0.024,-0.707-0.014,-0.687-0.007,-0.624-0.001,-0.538 0.002,-0.443 0.003,-0.248-0.290,-0.052-0.327,-0.414-0.060,-0.396 0.026,-0.349 0.078,-0.292 0.100,-0.230 0.106,-0.331 0.136,-0.176-0.048,-0.150-0.083,-0.126-0.096,-0.099-0.100,-0.076-0.094,-0.080-0.082,-0.078-0.072,-0.071-0.056,-0.061-0.044,-0.051-0.033,-0.039-0.023,-0.029-0.016,0.067-0.250,0.065-0.155,0.057-0.038,0.045 0.041,0.037 0.089,0.027 0.116,-0.376 1.758,0.355-1.617,-0.045 0.162,-0.058 0.179,-0.061 0.175,-0.060 0.164,-0.055 0.142,-0.048 0.120,-0.036-0.039,-0.036-0.033,-0.026-0.069,-0.019-0.090,-0.012-0.093,-0.007-0.088,-0.041 0.011,-0.058-0.009,-0.067 0.009,-0.066 0.020,-0.061 0.025,-0.054 0.027,-0.139-0.037,-0.145 0.041,-0.151 0.043,-0.141 0.039,-0.123 0.034,-0.103 0.028,-0.081 0.021,-0.061 0.017,-0.540-0.058,-0.390-0.015,-0.357-0.028,-0.274-0.003,-0.200 0.012,-0.136 0.020,-0.087 0.027,1.825 0.764,-3.173-0.876,-0.840 0.008,-0.687 0.045,-0.538 0.064,-0.404 0.075,-0.287 0.072,-0.192 0.069,-0.117 0.059,2.541 0.454,-4.673-0.253,-0.509 0.146,-0.006 0.143,0.317 0.133,0.499 0.114,0.580 0.095,0.587 0.077,3.199 0.069,-3.810 0.014,-0.006 0.035,0.230 0.022,0.361 0.013,0.419 0.007,0.426 0.001,-0.364 0.070,-0.166 0.105,-0.297 0.117,-0.352 0.117,-0.359 0.106,-0.334 0.090,-0.289 0.074,1.026-0.056,0.028-0.006,-0.332 0.012,0.588-0.061,0.696-0.074,0.720-0.073,0.686-0.071,0.615-0.063,0.526-0.052,0.560-0.040,0.243-0.011,0.153-0.001,0.081 0.006,0.029 0.012,-0.007 0.013,-0.580 0.080,0.298 0.036,0.364 0.034,0.368 0.029,0.339 0.024,0.291 0.018,2.466-0.387,-2.596 0.390,0.023 0.007,0.114 0.006,0.158 0.005,0.171 0.003,0.164 0.003,0.267-0.016,0.078 0.023,0.049 0.028,0.027 0.028,0.012 0.025,-0.001 0.022,0.187-0.022,0.071 0.015,0.082 0.016,0.080 0.012,0.075 0.012,0.067 0.008,-0.091 0.002,-0.164-0.015,-0.211-0.017,-0.225-0.021,-0.219-0.020,-0.199-0.019,-0.173-0.016,-0.144-0.013,0.322-0.080,-0.118 0.038,-0.049 0.050,-0.940 0.241,0.125 0.014,0.198-0.016,0.225-0.033,0.225-0.041,0.203-0.042,0.460-0.106,0.197-0.045,0.180-0.040,0.160-0.036,0.131-0.031,0.107-0.025,0.226-0.003,0.129 0.053,0.014 0.146,0.129 0.106,0.108 0.105,0.086 0.094,0.069 0.081,0.049 0.068,0.011 0.115,0.301-0.449,0.026 0.003,-0.205 0.569,0.114-0.076,0.111-0.106,0.097-0.118,0.082-0.112,0.064-0.099,0.051-0.101,0.030 0.006,0.020 0.028,0.015 0.040,0.008 0.047,0.004 0.046,0.078 0.245,0.112 0.224,0.125 0.235,0.120 0.222,0.110 0.194,0.090 0.161,0.075 0.126,-0.015-0.321,0.238 0.426,0.073 0.045,0.068 0.034,-0.007-0.128,-0.033-0.166,-0.045-0.182,-0.054-0.182,-0.052-0.169,0.007-0.025,-0.152-0.257,-0.157-0.240,-0.146-0.210,-0.129-0.172,-0.107-0.135,-0.178-0.449,0.302 0.388,0.179 0.034,0.198 0.073,0.191 0.090,0.174 0.094,0.148 0.088,0.118 0.077,-0.476-0.350,0.126 0.068,0.466 0.231,0.368 0.132,1.684 0.764,0.190-0.020,-0.098-0.140,-0.261-0.201,-0.338-0.217,-0.354-0.210,-1.329-0.519,-0.116-0.062,-0.097-0.048,-0.080-0.033,0.635 0.178,-0.134-0.067,-0.099-0.050,-0.070-0.037,-0.047-0.025,-0.026-0.015,-0.208-0.059,-0.130-0.037,-0.142-0.041,-0.140-0.040,-0.131-0.034,-0.113-0.032,-0.095-0.024,-0.077-0.022,0.073-0.087</inkml:trace>
</inkml:ink>
</file>

<file path=ppt/ink/ink6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1630.000 739.000,'0.079'0.000,"2.844"-0.025,1.584-0.037,0.898-0.043,0.400-0.042,0.062-0.036,-0.150-0.033,-0.264-0.025,-0.955-0.027,0.343-0.053,1.496-0.140,-0.332-0.005,-0.588 0.022,-0.704 0.038,-0.720 0.043,-0.677 0.045,-0.595 0.042,-2.084 0.215,6.648-0.452,2.724-0.068,1.800 0.007,1.083 0.054,0.551 0.078,-6.016 0.196,5.480-0.179,-0.646 0.028,-0.878 0.039,-0.954 0.041,-0.918 0.041,-0.824 0.035,-0.695 0.030,-1.559 0.028,-0.218-0.022,1.053-0.063,-0.399-0.002,-0.409 0.008,-0.376 0.014,-0.324 0.014,-0.264 0.016,-0.857 0.037,-0.135 0.008,-0.088 0.005,-0.051 0.005,-0.024 0.001,-0.006 0.002,0.138 0.002,-0.238 0.021,-0.278 0.024,-0.284 0.024,-0.265 0.021,-0.230 0.020,-0.194 0.015,-1.232 0.018,-0.010 0.004,0.289 0.003,-0.003 0.003,0.960-0.010,-0.082-0.015,-0.122-0.022,-0.139-0.021,-0.138-0.022,-0.126-0.019,0.005 0.001,-0.013 0.006,-0.073 0.013,-0.105 0.014,-0.119 0.015,-0.118 0.015,0.254-0.071,0.104-0.047,0.001-0.029,-0.064-0.014,-0.101-0.004,-0.120 0.003,-0.119 0.007,4.478-0.534</inkml:trace>
</inkml:ink>
</file>

<file path=ppt/ink/ink6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2134.000 740.000,'0.014'0.000,"0.021"0.000,0.025 0.000,0.023 0.000,0.022 0.000,0.019 0.000,-0.007 0.000,1.092 0.028,0.925 0.043,0.866 0.048,0.757 0.048,0.627 0.043,0.492 0.037,0.734 0.002,0.820-0.019,0.803-0.032,0.727-0.035,0.619-0.036,0.500-0.033,0.223-0.066,0.555-0.076,0.529-0.082,0.471-0.077,0.398-0.068,0.320-0.058,0.248-0.046,0.180-0.035,0.126-0.027,0.081-0.017,0.046-0.012,0.022-0.007,0.003-0.003,-2.713 0.130,1.547-0.040,-1.045 0.045,-1.294 0.043,-1.368 0.041,-1.318 0.036,-1.194 0.030,-1.031 0.025,-0.852 0.018,0.625-0.035,0.375-0.018,0.098 0.003,-0.092 0.014,-0.212 0.022,-0.278 0.025,-2.776 0.112,2.866-0.087,-0.345 0.027,-0.453 0.025,-0.486 0.019,-0.473 0.017,-0.429 0.012,-0.370 0.010,-0.328 0.006,-0.352 0.004,-0.291 0.003,-0.229 0.001,-0.172 0.000,-0.120-0.001,-0.082-0.001,-0.048-0.002,-0.024 0.000,-0.009-0.001,0.003-0.002,0.009 0.001,0.012-0.002,0.014 0.001,0.249-0.013,-1.990-0.174,-1.628-0.164,-1.581-0.154,-1.420-0.138,-1.204-0.114,-0.967-0.092,-1.058 0.020,-0.513 0.131,-0.311 0.171,-0.159 0.180,-0.054 0.169,0.013 0.147,1.706 0.098,0.457 0.080,0.492 0.064,0.485 0.050,0.444 0.038,0.387 0.028,0.396 0.026,0.755 0.005,0.771-0.002,0.725-0.007,0.643-0.008,0.541-0.011,0.437-0.009,0.596-0.039,0.520-0.038,0.500-0.041,0.450-0.041,0.388-0.038,0.321-0.033,0.160-0.072,0.901 0.127,0.793 0.031,0.654 0.016,0.522 0.008,0.398 0.001,0.289-0.004,0.201-0.006,0.768-0.038,0.887-0.063,0.967-0.072,0.946-0.072,0.865-0.067,0.748-0.059,-5.261 0.092,6.962-0.304,0.156-0.133,-0.279-0.110,-0.521-0.083,-0.628-0.062,-0.641-0.043,-2.960 0.265,0.019 0.007,-0.903 0.083,-0.123 0.003,3.016-0.307,-0.935 0.092,-1.058 0.112,-1.050 0.116,-0.957 0.110,-0.821 0.095,-0.670 0.079,-0.659 0.064,-0.584 0.046,-0.499 0.034,-0.403 0.022,-0.314 0.015,-0.232 0.007,-0.161 0.004,-0.104-0.001,-0.289-0.003,-0.399-0.003,-0.433-0.003,-0.419-0.003,-0.377-0.004,-0.321-0.002,-1.656-0.003,-2.059-0.001,-2.217-0.002,-2.120-0.001,-1.878 0.000,-1.567 0.000,-1.240-0.001,12.680 0.001,-14.929-0.038,-1.927-0.057,-2.124 0.029,0.283 0.098,0.928 0.127,1.248 0.135,1.340 0.128,1.286 0.113,7.943-0.173,-4.171 0.385,1.991 0.072,1.391 0.082,2.346-0.067,2.043-0.100,1.680-0.110,1.307-0.108,0.970-0.096,1.194-0.067,1.213-0.029,1.149-0.010,1.013 0.003,0.844 0.010,0.669 0.014,0.506 0.014,0.363 0.014,0.244 0.014,0.150 0.010,0.080 0.008,0.031 0.007,1.157-0.027,0.983-0.028,0.678-0.030,0.433-0.032,0.246-0.030,0.106-0.027,0.446-0.125,0.622-0.181,0.685-0.198,0.670-0.196,0.608-0.178,0.521-0.153,-1.275 0.009,-0.998 0.019,-1.261 0.056,-1.346 0.076,-1.309 0.084,-1.192 0.083,-1.034 0.077,1.493-0.088,0.463-0.024,-0.142 0.012,-0.516 0.033,-0.719 0.044,-0.795 0.049,-0.786 0.048,-2.412 0.200,6.228-0.590</inkml:trace>
</inkml:ink>
</file>

<file path=ppt/ink/ink6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1340.000 277.000,'0.000'0.087,"0.000"0.132,0.000 0.148,0.000 0.145,0.000 0.132,0.000 0.110,0.000 0.088,0.000-0.252,0.000 0.067,0.000 0.544,0.000 0.289,0.000 0.284,0.000 0.260,0.000 0.224,0.000 0.186,-0.013-0.932,-0.024 0.060,-0.119 1.673,-0.076 0.370,-0.062 0.311,-0.045 0.248,-0.035 0.187,-0.029 0.161,-0.021 0.069,-0.013 0.028,-0.010 0.003,-0.005-0.014,-0.002-0.023,-0.001-0.026,0.000-0.026,0.001-0.024,0.072-0.533,0.031-0.236,0.034-0.346,0.035-0.390,0.032-0.393,0.029-0.368,0.023-0.325,0.025-0.212,0.010-0.019,0.008 0.062,0.004 0.110,0.002 0.136,0.000 0.144,0.004 0.061,0.016-0.149,0.021-0.219,0.020-0.251,0.020-0.253,0.017-0.237,0.014-0.210,0.025-0.481,-0.019 1.253,-0.006 0.332,-0.010 0.137,-0.013 0.003,-0.014-0.078,-0.012-0.123,-0.011-0.143,-0.009-0.141,0.066-1.024,-0.377 5.680</inkml:trace>
</inkml:ink>
</file>

<file path=ppt/ink/ink6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1323.000 434.000,'0.041'0.000,"0.062"0.000,0.071 0.000,0.071 0.000,0.065 0.000,0.055 0.000,0.046 0.000,0.035 0.000,-0.116 0.000,0.130 0.000,1.016 0.000,0.660 0.000,0.604 0.000,0.520 0.000,0.424 0.000,0.330 0.000,0.066 0.011,0.149 0.018,0.097 0.019,0.058 0.020,0.030 0.018,0.008 0.016,-0.005 0.014,-3.512-0.094,3.727 0.067,0.881-0.006,3.204 0.082,2.637 0.080,1.184 0.046,0.726 0.031,0.385 0.020,0.146 0.012,-0.013 0.004,-6.182-0.171,3.971 0.067,-0.098-0.033,0.701-0.023,-0.316-0.042,-0.366-0.036,-0.370-0.033,-0.349-0.027,-0.311-0.022,-0.263-0.017,-0.314 0.010,-0.245 0.029,-0.214 0.036,-0.181 0.040,-0.146 0.041,-0.114 0.036,-0.466 0.021,-0.736 0.006,-0.830-0.003,-0.835-0.008,-0.778-0.012,-0.690-0.012,-0.583-0.012,-3.010-0.137,11.220 0.720,3.213 0.212,0.960 0.039,-0.484-0.066,-1.314-0.127,-1.699-0.151,-1.778-0.151,-1.670-0.139,-0.994-0.120,-0.497-0.095,-0.153-0.075,0.069-0.053,0.195-0.038,0.256-0.023,-0.196-0.012,-0.036-0.005,-0.091-0.002,-0.116 0.002,-0.123 0.003,-0.116 0.005,0.117-0.011,-0.134-0.019,-0.126-0.021,-0.111-0.021,-0.094-0.020,-0.072-0.017,-0.760-0.009,-0.767-0.010,-0.844-0.007,-0.819-0.007,-0.736-0.003,-0.623-0.003,2.407 0.131,1.730 0.119,1.152 0.102,0.700 0.084,0.363 0.064,0.123 0.048,-0.034 0.035,-3.189-0.147,-0.028-0.013,3.129 0.087,-0.197-0.057,-0.308-0.059,-0.350-0.054,-0.347-0.050,-0.316-0.039,-0.267-0.032,0.154-0.023,0.256-0.017,0.303-0.011,0.306-0.006,0.286-0.005,-5.150 0.007,5.747-0.008,0.380 0.001,0.046 0.000,-0.174 0.002,-0.304 0.002,-0.371 0.001,-3.285 0.002,4.109-0.020,-0.462-0.030,-0.706-0.035,-0.798-0.035,-0.793-0.031,-0.724-0.028,-0.623-0.022,-0.508-0.018,-4.010 0.181,5.531-0.179,0.467 0.026,0.032 0.034,-0.234 0.034,-0.375 0.032,-0.424 0.028,-3.826 0.046,3.482-0.016,-0.328 0.015,-0.435 0.012,-0.468 0.008,-0.447 0.005,-0.398 0.003,-0.490-0.020,-0.429-0.030,-0.389-0.037,-0.333-0.035,-0.272-0.034,-0.211-0.029,-0.157-0.024,-0.109-0.018,-0.207 0.022,-0.125 0.017,-0.120 0.024,-0.107 0.027,-0.092 0.026,-0.077 0.025,-0.059 0.021,0.588 0.022</inkml:trace>
</inkml:ink>
</file>

<file path=ppt/ink/ink6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1343.000 265.000,'0.007'0.000,"0.012"0.000,0.012 0.000,0.012 0.000,0.013 0.000,0.009 0.000,0.009 0.000,0.007 0.000,0.004 0.000,0.004 0.000,0.003 0.000,-0.002 0.000,0.035 0.000,0.120 0.000,0.114 0.000,0.119 0.000,0.113 0.000,0.102 0.000,0.087 0.000,-0.385 0.012,1.182 0.105,0.583 0.079,0.515 0.068,0.438 0.055,0.356 0.044,0.279 0.033,0.208 0.023,-1.447-0.151,0.105 0.011,2.589 0.194,1.193-0.018,0.989-0.056,0.894-0.066,0.761-0.069,0.619-0.063,0.481-0.056,-0.320-0.069,0.229-0.065,0.176-0.063,0.127-0.057,0.089-0.049,0.057-0.041,0.032-0.033,0.562-0.049,0.353-0.043,0.388-0.040,0.383-0.037,0.353-0.030,0.307-0.024,1.161-0.056,2.347-0.109,0.399-0.038,0.040-0.024,-0.184-0.013,-0.302-0.006,-0.345-0.000,-10.193 0.443,5.874-0.283,-0.099-0.014,2.622-0.139,-0.534 0.026,-0.659 0.042,-0.693 0.048,-0.662 0.049,-0.595 0.045,-4.426 0.217,4.184-0.108,-0.140 0.053,-0.278 0.046,-0.346 0.041,-0.368 0.031,-0.356 0.026,-0.323 0.018,-0.037 0.033,0.335 0.020,2.230-0.007,-0.276 0.005,-0.514-0.002,-0.616-0.007,-0.619-0.007,-0.567-0.010,-1.669 0.019,-0.996 0.012,-1.014 0.015,-0.950 0.017,-0.839 0.015,-0.706 0.015,-1.492 0.027,-0.556 0.008,5.733-0.018,1.545 0.011,0.772 0.007,0.235 0.005,-0.114 0.003,-0.583 0.003,-0.895 0.000,-0.976-0.000,-0.942 0.001,-0.841-0.002,-0.703-0.000,-0.561-0.001,3.577 0.060,2.872 0.035,4.548 0.045,1.298 0.004,0.311-0.009,-0.326-0.017,-0.687-0.022,-0.856-0.020,-0.899-0.019,-1.229-0.017,-1.170-0.015,-1.032-0.011,-0.858-0.008,-0.679-0.005,-0.509-0.004,-1.003-0.002,-0.656-0.001,-0.775 0.000,-0.795 0.000,-0.750 0.000,-0.665 0.001,-0.562-0.000,-0.454 0.001,-0.353 0.001,1.047 0.000,-0.212 0.000,0.172 0.000,0.840 0.001,-0.204 0.000,-0.341 0.000,-0.399 0.000,-0.407 0.000,-0.377 0.000,-1.157 0.000,1.129 0.012,0.019 0.018,0.035 0.021,0.046 0.019,0.044 0.020,0.044 0.015,0.037 0.013,-0.168-0.008,-0.086 0.005,-0.183 0.003,-0.197 0.003,-0.189 0.005,-0.171 0.004,-0.144 0.004,-0.118 0.002,-0.135-0.015,-0.076-0.014,-0.059-0.016,-0.045-0.016,-0.033-0.017,-0.022-0.015,-0.014-0.012,-0.261-0.010,1.262 0.267,0.797 0.206,2.592 0.635,0.731 0.175,0.388 0.074,0.051-0.017,-0.173-0.077,-0.308-0.109,-0.372-0.122,-0.389-0.124,-1.923-0.411,0.664 0.072,-0.331-0.100,0.103-0.035,-0.569-0.121,-0.544-0.103,-0.490-0.081,-0.419-0.065,-0.347-0.047,-0.253-0.032,-0.272-0.016,-0.197-0.003,-0.133 0.005,-0.081 0.011,-0.045 0.012,-0.017 0.012,0.001 0.012,0.011 0.009,0.017 0.008,0.019 0.007,0.019 0.004,0.016 0.003,0.014 0.002,0.011 0.130,0.009 0.208,0.006 0.235,0.003 0.237,0.003 0.219,0.002 0.189,0.001 0.157,0.000 0.123,0.000 0.094,-0.001 0.067,0.000 0.045,-0.001 0.028,0.000 0.015,-0.002-0.992,-0.009 2.581,-0.016 0.960,-0.018 0.610,-0.020 0.338,-0.017 0.138,-0.016-0.001,-0.014-0.092,0.084-4.258,-0.144 3.902,-0.028-0.150,-0.032 0.096,-0.005-0.362,0.002-0.385,0.009-0.375,0.011-0.341,0.012-0.295,0.011-0.244,0.116-1.774,-0.116 1.729,0.007-0.346,0.001-0.363,0.001-0.341,-0.003-0.299,0.009-0.341,-0.096 0.423,-0.021 0.008,-0.003-0.034,0.008-0.055,0.015-0.066,0.017-0.067,0.161-0.872,-0.133 1.004,0.031-0.010,0.027-0.046,0.023-0.064,0.020-0.069,0.015-0.065,0.010-0.059,0.007-0.048,0.005-0.039,0.003-0.029,0.001-0.021,0.010-0.087,0.011-0.082,0.012-0.088,0.012-0.082,0.011-0.073,0.008-0.062,0.012-0.486,-0.006 0.027,-0.187 1.379,-0.064 0.323,-0.019 0.079,0.010-0.079,0.027-0.175,0.037-0.219,0.039-0.231,0.062-0.410,0.022-0.116,0.019-0.103,-0.002 0.046,0.002-0.070,-0.006-0.041,-0.011-0.016,-0.012-0.002,-0.013 0.008,0.003-0.038,0.007-0.040,0.013-0.049,0.012-0.051,0.016-0.048,0.012-0.044,0.013-0.037,0.008 0.009,0.011 0.004,0.007 0.014,0.005 0.021,0.004 0.022,0.001-0.087,0.002 0.364,0.000 0.196,0.001 0.174,-0.001 0.146,0.000 0.119,0.000 0.089,-0.001 0.067,-0.001-0.839,0.000 0.542,-0.000-0.025,-0.003 0.248,-0.006-0.186,-0.007-0.209,-0.005-0.207,-0.006-0.186,-0.004-0.157,-0.003-0.128,-0.004-0.097,-0.001-0.071,-0.002-0.049,-0.001-0.030,0.000-0.017,-0.000-0.008,0.000-0.001,0.000 0.003,0.000 0.006,0.000 0.006,-0.000 0.007,0.001 0.005,-0.001 0.006,0.001 0.003,0.000 0.004,0.000 0.001,0.000 0.003,0.000 0.000,-0.029 0.010,-0.048 0.013,-0.057 0.015,-0.055 0.016,-0.053 0.014,-0.045 0.012,-0.037 0.010,-0.031 0.008,-0.023 0.006,-0.022 0.001,0.014-0.012,0.025-0.015,0.027-0.016,0.028-0.015,0.025-0.013,0.022-0.011,0.016-0.009,0.191-0.011,-1.646 0.003,-0.817-0.003,-0.484-0.004,-0.239-0.001,-0.069-0.001,0.043-0.001,0.108-0.027,0.139-0.043,0.146-0.047,0.138-0.048,0.122-0.043,0.102-0.036,1.189 0.108,0.081 0.003,-1.023-0.148,-0.044-0.024,-0.058-0.017,-0.028-0.006,-0.004 0.003,0.009 0.007,0.019 0.009,0.023 0.011,0.025 0.011,1.399 0.176,-0.496-0.046,-1.035-0.080,0.239 0.046,0.321 0.045,0.347 0.039,0.333 0.034,0.298 0.028,0.250 0.020,0.047 0.084</inkml:trace>
</inkml:ink>
</file>

<file path=ppt/ink/ink6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2064.000 473.000,'0.000'0.007,"0.000"0.012,0.000 0.014,0.000 0.012,0.000 0.014,0.000 0.010,0.000 0.010,0.000 0.008,0.000 0.005,0.000 0.005,0.000 0.093,0.000 0.123,0.000 0.135,0.000 0.131,0.000 0.117,0.000 0.097,0.000-0.032,0.000 0.106,0.000 0.110,0.000 0.108,0.000 0.097,0.000 0.085,0.000-0.081,0.000 0.133,0.000 0.676,0.000 0.113,0.000 0.044,0.000-0.004,0.000-0.033,0.003-1.712,0.127 2.268,0.092 0.315,0.072 0.176,0.054 0.077,0.036 0.010,-0.243-2.060,0.206 1.806,-0.018-0.022,-0.022-0.050,-0.025-0.062,-0.024-0.067,-0.023-0.064,-0.020 0.046,-0.041-0.177,-0.039-0.187,-0.035-0.177,-0.030-0.157,-0.025-0.132,-0.019-0.123,-0.014-0.201,-0.010-0.191,-0.006-0.168,-0.003-0.141,-0.002-0.110,0.001-0.197,0.001-0.102,0.000-0.095,0.002-0.080,0.001-0.067,0.000-0.053,0.001 0.008,0.002-0.014,0.000 0.000,0.000 0.007,0.001 0.012,0.000 0.014,0.000-0.276,0.000 0.329,0.001 0.035,-0.001 0.013,0.000 0.000,0.000-0.010,0.001-0.014,-0.001-0.017,0.000-0.024,0.000-0.069,0.000-0.074,0.000-0.070,0.000-0.061,0.000-0.053,0.000-0.040,0.000-0.032,0.000-0.021,0.000-0.015,0.000-0.009,0.000-0.005,0.000-0.002,0.000 0.000,0.000 0.002,0.000 0.002,0.000 0.002,0.000 0.003,0.000 0.001,0.000 0.002,0.000 0.001,0.000 0.001,0.000 0.011,0.000 0.015,0.000 0.019,0.000 0.017,0.000 0.016,0.000 0.014,0.000 0.449</inkml:trace>
</inkml:ink>
</file>

<file path=ppt/ink/ink6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2067.000 495.000,'0.000'0.104,"0.000"0.157,0.000 0.177,0.000 0.170,0.000 0.153,0.000 0.129,0.000 0.064,0.000 0.045,0.000-0.003,0.000-0.036,0.000-0.053,0.000-0.059,0.000-0.059,-0.003-0.636,-0.041 0.421,-0.023 0.063,-0.055 0.462,-0.010 0.233,0.001 0.228,0.012 0.207,0.015 0.182,0.017 0.151,0.017 0.122,0.012 0.321,0.018 0.048,0.013 0.006,0.010-0.017,0.009-0.032,0.006-0.037,0.001-1.567,-0.010 1.488,-0.019-0.144,-0.023-0.218,-0.022-0.246,-0.022-0.247,-0.020-0.226,-0.071-0.181,-0.036-0.153,-0.005-0.153,0.012-0.139,0.025-0.122,0.030-0.101,0.030-0.082,0.085-0.229,-0.038 0.381,0.022 0.124,0.000 0.210,-0.001 0.048,-0.009 0.009,-0.013-0.019,-0.015-0.034,-0.014-0.039,0.003-0.092,0.009-0.073,0.013-0.074,0.015-0.070,0.014-0.061,0.015-0.052,0.011 0.053,0.012 0.069,0.008 0.094,0.008 0.098,0.004 0.095,0.003 0.085,0.003 0.163,0.001 0.147,-0.000 0.140,-0.001 0.123,0.001 0.103,-0.002 0.082,0.000-0.698,0.017 0.943,0.025-0.047,0.030-0.158,0.028-0.211,0.027-0.227,0.008-0.244,-0.005-0.253,-0.012-0.225,-0.014-0.192,-0.017-0.153,-0.014-0.116,-0.013-0.083,-0.010-0.057,-0.009-0.036,-0.006-0.019,-0.004-0.007,-0.003-0.001,-0.002 0.005,-0.001 0.007,0.000 0.007,0.000 0.009,0.001 0.006,0.000 0.005,-0.000 0.006,0.001 0.003,0.000 0.003,0.001 0.001,-0.000 0.001,0.000 0.001,0.000 0.001,0.001-0.001,-0.001 0.000,0.000 0.000,0.001 0.000,-0.001-0.001,0.001 0.001,-0.001-0.001,-0.000 0.000,-0.004-0.069,-0.004-0.113,0.041-0.134,0.099-0.673,0.060-0.595,0.040-0.568,0.027-0.504,0.017-0.421,0.007-0.335,0.003-0.251,-0.050 0.874,0.058-0.126,0.182-1.172,0.032-0.052,0.002 0.038,-0.016 0.090,-0.025 0.114,-0.031 0.122,0.011-0.051,-0.023 0.054,-0.050 0.189,-0.062 0.257,-0.068 0.282,-0.063 0.275,-0.040 0.216,-0.029 0.293,-0.016 0.262,-0.006 0.218,-0.001 0.175,0.004 0.133,-0.102 1.219,0.094-1.336,-0.017 0.061,-0.019 0.132,-0.018 0.162,-0.017 0.167,-0.015 0.152,-0.011 0.188,-0.008 0.196,-0.007 0.181,-0.004 0.157,-0.003 0.126,-0.001 0.098,-0.001 0.073,0.000 0.048,0.001 0.032,0.000 0.019,0.000 0.007,0.001 0.002,0.001-0.002,0.000-0.006,0.001-0.005,0.000-0.006,-0.001-0.005,0.001-0.005,0.000-0.003,0.000-0.004,0.001-0.001,-0.011 0.199,-0.015 0.329,-0.016 0.378,-0.018 0.379,-0.017 0.351,-0.013 0.306,-0.012 0.254,-0.008 0.202,-0.081 0.567,-0.099 0.413,-0.110 0.395,-0.104 0.351,-0.093 0.291,-0.077 0.231,0.080-0.596,0.031-0.127,0.049-0.175,0.059-0.197,0.059-0.196,0.056-0.182,0.050-0.161,0.232-2.514,-0.155 2.181,0.043-0.094,0.022 0.314,0.048-0.405,0.038-0.434,0.029-0.414,0.020-0.366,0.013-0.303,0.006 0.057,0.004 0.039,0.002-0.039,0.000-0.089,-0.002-0.111,0.000-0.120,-0.009-0.689,0.006 0.654,-0.001-0.100,-0.002-0.109,-0.002-0.107,-0.001-0.096,0.000-0.082,-0.001-0.066,-0.001-0.057,0.000-0.052,0.000-0.043,-0.001-0.033,0.001-0.024,-0.001-0.017,0.001-0.009,0.000-0.007,-0.001-0.002,0.001 0.000,0.000 0.001,0.000 0.002,0.000 0.002,0.000 0.002,0.000 0.002,0.000 0.001,0.000 0.002,0.000 0.001,0.000 0.001,0.000 0.000,0.000 0.001,0.000 0.000,0.000 0.000,0.000 0.000,0.000-0.000,0.000-0.001,0.000 0.001,0.000 0.000,0.000 0.000,0.000 0.086</inkml:trace>
</inkml:ink>
</file>

<file path=ppt/ink/ink6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2063.000 493.000,'0.061'-0.017,"0.097"-0.029,0.113-0.031,0.116-0.033,0.109-0.032,0.097-0.028,0.083-0.023,0.068-0.019,-0.393 0.101,0.765-0.261,0.303-0.091,0.405-0.106,0.122-0.005,0.032 0.027,-0.026 0.044,-0.062 0.055,-0.082 0.054,1.215-0.110,0.996-0.034,0.816 0.009,0.638 0.036,0.475 0.050,0.338 0.055,0.224 0.053,0.486 0.059,0.848-0.004,1.677-0.033,0.488 0.001,0.246 0.002,0.078 0.002,-0.039 0.005,-0.109 0.003,-0.147 0.004,-0.517 0.031,-0.177 0.034,-0.163 0.037,-0.141 0.038,-0.117 0.035,-0.095 0.031,0.054 0.024,-0.838 0.025,-0.947 0.018,-0.945 0.014,-0.867 0.009,-0.749 0.005,-3.572-0.001,6.557 0.096,1.232 0.040,0.370 0.014,-0.196-0.003,-0.531-0.016,-0.699-0.020,-0.743-0.021,-0.714-0.022,-2.905-0.037,1.665 0.007,-0.536-0.013,-0.483-0.010,-0.413-0.009,-0.337-0.006,-0.265-0.005,-0.198-0.001,-0.037-0.003,-0.053 0.000,-0.007 0.000,0.020 0.000,0.038 0.001,0.044 0.001,0.046 0.000,-0.648 0.002,-0.023-0.001,-0.024 0.001,0.521-0.012,-0.030-0.019,-0.039-0.022,-0.044-0.022,-0.042-0.021,-0.039-0.019,-0.145-0.010,-0.089-0.009,-0.093-0.007,-0.089-0.005,-0.081-0.002,-0.068-0.002,-0.057 0.000,0.027 0.007,-0.006 0.017,0.007 0.021,0.015 0.021,0.019 0.019,0.020 0.018,0.230 0.014,0.104 0.012,0.108 0.011,0.099 0.007,0.087 0.004,0.070 0.004,0.056-0.000,0.041 0.002,1.180-0.001,0.640-0.001,0.124-0.000,-0.213-0.001,-0.415-0.001,-0.511 0.000,-0.538-0.001,-2.398 0.000,2.025-0.001,-0.408 0.001,-0.336-0.001,-0.266 0.000,-0.199 0.000,-0.141 0.000,-0.216 0.000,-0.089 0.000,-0.072 0.000,-0.055-0.001,-0.041 0.001,-0.029 0.000,-0.017 0.000,-0.011 0.000,-0.272 0.000,0.340 0.000,-0.003 0.000,-0.019 0.000,-0.027 0.000,-0.031 0.000,-0.029 0.000,-0.027 0.000,-0.361 0.000,0.824 0.015,0.196 0.022,0.106 0.026,0.041 0.024,-0.001 0.021,-0.027 0.020,-0.652-0.059,0.016-0.002,0.613 0.048,-0.137-0.010,-0.193-0.012,-0.211-0.010,-0.203-0.011,-0.181-0.008,-0.152-0.006,-0.122-0.006,-0.092-0.003,-0.066-0.003,-0.044-0.002,-0.029 0.000,-0.014-0.001,-0.006 0.000,-0.001 0.000,0.005 0.001,0.005 0.000,0.007 0.000,0.006 0.001,0.005-0.001,0.006 0.001,0.003 0.001,0.014 0.054,0.019 0.099,0.021 0.116,0.022 0.122,0.021 0.117,0.019 0.106,-0.086-0.512,0.099 0.849,-0.006 0.187,-0.013 0.131,-0.016 0.085,-0.016 0.050,-0.016 0.022,-0.015-0.070,-0.011-0.056,-0.010-0.072,-0.007-0.074,-0.005-0.073,-0.005-0.066,-0.003-0.057,0.042 0.649,0.067 0.818,0.075 0.928,0.073 0.910,0.066 0.820,0.057 0.691,-0.006 0.062,-0.032-0.192,-0.049-0.374,-0.056-0.455,-0.054-0.462,-0.049-0.429,-0.041-0.370,-0.076-2.946,0.033 2.161,-0.018-0.163,-0.013 0.280,-0.015-0.267,-0.008-0.254,-0.005-0.226,-0.002-0.188,-0.021-0.320,-0.031-0.160,-0.038-0.140,-0.037-0.118,-0.034-0.094,-0.031-0.073,-0.025-0.052,-0.015-0.002,0.020-0.074,0.033-0.070,0.035-0.063,0.034-0.053,0.033-0.040,0.031-0.128,0.018-0.030,0.014-0.026,0.011-0.019,0.008-0.016,0.007-0.012,-0.003 0.027,-0.008-0.065,-0.010-0.074,-0.012-0.070,-0.012-0.065,-0.010-0.053,-0.009-0.045,-0.007-0.033,-0.005-0.024,-0.004-0.018,-0.003-0.010,-0.002-0.006,0.013 0.003,0.008 0.019,0.010 0.022,0.011 0.025,0.008 0.023,0.010 0.022,0.007 0.018,0.006 0.015,-0.003 0.017,-0.007-0.024,-0.010-0.033,-0.011-0.036,-0.010-0.033,-0.009-0.030,-0.008-0.025,-0.007-0.021,-0.004-0.014,-0.003-0.011,-0.003-0.008,-0.001-0.004,-0.001-0.002,0.000-0.001,0.000-0.001,0.000 0.002,0.000 0.000,0.001 0.001,0.000 0.002,0.000 0.000,0.000 0.002,0.001-0.001,0.000 0.002,-0.039-0.001,-0.055 0.001,-0.354-0.061,-0.553-0.096,-0.631-0.112,-0.632-0.112,-0.587-0.106,-0.517-0.093,-0.719-0.115,-0.576-0.086,-0.513-0.069,-0.431-0.057,-0.349-0.042,-0.267-0.031,-0.668 0.071,-0.866 0.129,-0.924 0.156,-0.886 0.159,-0.794 0.151,-0.673 0.131,0.125 0.137,0.614 0.129,0.876 0.113,0.969 0.096,0.952 0.076,0.867 0.058,5.304-0.329,-0.147 0.014,-9.804 0.715,-2.325 0.129,-1.217 0.019,-0.409-0.057,0.142-0.100,0.492-0.122,0.684-0.127,3.009-0.184,0.570-0.077,0.568-0.069,-2.117-0.029,1.344-0.083,1.341-0.063,1.227-0.044,1.054-0.028,0.858-0.017,1.155 0.005,0.712 0.014,0.625 0.021,0.520 0.022,0.417 0.022,0.320 0.020,0.233 0.018,0.371-0.016,-0.031-0.002,-0.637 0.017,0.006-0.014,0.040-0.014,0.059-0.016,0.066-0.012,0.064-0.012,0.059-0.009,0.142-0.008,0.267-0.005,0.284-0.003,0.272-0.004,0.242 0.000,0.200-0.001,0.160-0.001,0.120 0.001,0.085 0.001,0.058-0.001,0.036 0.002,0.017-0.001,-0.499 0.081,-1.506 0.175,-0.679 0.077,-0.671 0.064,-0.142-0.004,0.063-0.029,0.190-0.044,0.258-0.051,0.286-0.051,0.285-0.049,0.374-0.047,0.253-0.033,0.226-0.029,0.193-0.022,0.159-0.018,0.127-0.012,0.132-0.008,-0.677-0.008,-0.248-0.004,-0.233-0.002,-0.200 0.001,-0.166 0.002,-0.129 0.001,-0.095 0.003,-0.068 0.003,-0.043 0.001,-0.027 0.001,-0.013 0.002,-0.003 0.001,-37.904-0.996</inkml:trace>
</inkml:ink>
</file>

<file path=ppt/ink/ink6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1211.000 458.000,'0.000'-0.200,"0.046"-1.490,0.072-0.887,0.086-0.619,0.087-0.402,0.083-0.232,0.073-0.106,-0.350 3.106,0.558-4.285,0.157-0.927,0.136-0.833,0.112-0.710,0.088-0.580,0.066-0.453,0.048-0.339,-0.054 0.160,-0.046-0.033,-0.063 0.033,-0.072 0.079,-0.070 0.099,-0.068 0.107,-0.050 0.105,-0.046 0.163,-0.034 0.163,-0.026 0.151,-0.018 0.133,-0.012 0.112,-0.007 0.091,-0.076 0.797,-0.071 0.724,-0.084 0.828,-0.085 0.843,-0.081 0.800,-0.073 0.719,-0.039-1.049,-0.046-0.207,-0.028 0.095,-0.016 0.274,-0.005 0.363,0.000 0.386,0.005 0.372,-0.044 1.157,0.037-0.505,0.033-0.006,0.057-0.420,0.005 0.168,-0.011 0.212,-0.020 0.226,-0.024 0.215,-0.025 0.196,-0.082 1.125,0.131-1.117,0.017 0.016,-0.002 0.046,-0.011 0.065,-0.020 0.069,-0.022 0.070,-0.022 0.064,-0.003-0.006,0.000 0.108,0.006 0.106,0.009 0.096,0.011 0.080,0.012 0.065,-0.002 0.065,-0.013 0.084,-0.019 0.078,-0.019 0.067,-0.019 0.055,-0.017 0.043,-0.011-0.271</inkml:trace>
</inkml:ink>
</file>

<file path=ppt/ink/ink6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1220.000 250.000,'0.003'-0.029,"0.153"-1.042,0.154-0.753,0.148-0.591,0.135-0.441,0.116-0.315,0.097-0.209,0.075-0.128,0.167-0.538,0.078-0.240,0.060-0.221,0.046-0.189,0.032-0.155,0.022-0.119,0.013-0.088,-0.586 2.275,0.002 0.029,0.483-1.741,-0.104 0.469,-0.138 0.572,-0.149 0.592,-0.143 0.556,-0.129 0.493,-0.087 0.499,-0.032 0.397,-0.004 0.341,0.012 0.279,0.024 0.218,0.027 0.164,0.028 0.118,0.029 0.078,-0.090-0.006,0.024 0.055,0.025 0.054,0.227 0.275,0.123 0.214,0.128 0.221,0.120 0.206,0.108 0.185,0.091 0.155,0.054 0.140,0.049 0.126,-0.015 0.037,-0.053-0.027,-0.080-0.064,-0.088-0.088,-0.911-1.388,0.981 1.612,-0.108-0.081,-0.123-0.124,-0.123-0.143,-0.112-0.140,-0.097-0.128,-0.079-0.110,0.934 2.484</inkml:trace>
</inkml:ink>
</file>

<file path=ppt/ink/ink6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1742.000 477.000,'0.000'0.009,"0.000"0.014,0.000 0.016,0.000 0.016,0.000 0.014,0.000 0.013,0.000 0.010,0.000 0.007,0.000 0.006,0.000 0.005,0.000 0.002,0.000 0.002,0.000 0.000,0.000 0.001,0.000-0.001,0.000-0.000,0.000 0.000,0.000-0.001,0.000 0.022,0.000 0.058,0.000 0.068,0.000 0.072,0.000 0.069,0.000 0.063,0.000-0.182,0.000 1.005,0.000 0.359,0.000 0.207,0.000 0.093,0.000 0.015,0.000-0.037,0.000-0.065,0.000-0.079,0.000-0.670,-0.010 0.820,-0.016 0.022,-0.017-0.053,-0.020-0.096,-0.018-0.118,-0.015-0.126,-0.014-0.119,0.041-0.514,-0.037 0.616,0.009-0.040,0.014-0.096,0.013-0.125,0.015-0.135,0.013-0.132,0.014-0.598,-0.114 0.687,-0.055 0.026,-0.038 0.015,-0.025 0.008,-0.015 0.002,-0.008 0.001,-0.002-0.003,0.001-0.005,0.022-0.061,0.036-0.095,0.039-0.107,0.039-0.107,0.036-0.099,0.032-0.086,0.026-0.071,0.021-0.056,0.010-0.271,-0.028 0.129,-0.013 0.030,-0.084 0.385,-0.023 0.081,-0.012 0.053,-0.003 0.032,0.001 0.015,0.005 0.005,0.005-0.003,0.021-0.087,0.023-0.094,0.025-0.104,0.024-0.106,0.020-0.095,0.019-0.085,0.015-0.067,0.023-0.211,-0.010 0.745,0.008 0.267,0.006 0.230,0.004 0.044,0.002-0.031,0.001-0.075,0.000-0.095,-0.001-0.100,0.000-0.148,-0.001-0.072,-0.001-0.058,-0.001-0.045,-0.000-0.034,-0.001-0.025,0.000-0.040,-0.001-0.049,0.000-0.050,0.000-0.046,0.000-0.042,0.000-0.035,0.003-0.324,0.140 0.642,0.109 0.140,0.087 0.065,0.067 0.016,0.049-0.016,0.034-0.034,0.063-0.063,0.133 0.023,0.148 0.033,0.144 0.040,0.132 0.039,0.114 0.036,0.092 0.033,0.074 0.025,-0.201-0.180,0.380 0.235,0.072 0.000,0.032-0.028,0.005-0.045,-0.015-0.052,-0.026-0.054,-0.031-0.052,-0.611-0.377,0.654 0.270,0.123 0.023,0.127 0.050,0.124 0.064,0.112 0.068,0.099 0.068,0.216 0.082,0.105 0.006,0.091-0.017,0.075-0.028,0.059-0.034,0.046-0.035,0.032-0.035,0.024-0.031,0.065-0.119,0.169-0.051,0.926 0.119,0.387 0.008,0.356 0.022,0.310 0.029,0.254 0.033,0.200 0.031,0.148 0.028,-0.025-0.069,0.018-0.097,-0.010-0.116,-0.029-0.120,-0.038-0.111,0.041-0.096,-0.062-0.093,-0.064-0.074,-0.059-0.059,-0.051-0.044,-0.044-0.030,-0.033-0.021,-0.682-0.031,-0.305-0.021,-0.340-0.019,-0.336-0.017,-0.311-0.014,-0.275-0.012,1.129-0.009,1.055-0.008,1.061-0.005,0.980-0.004,0.854-0.001,0.705-0.002,-0.578-0.011,-0.356-0.017,-0.560-0.021,-0.656-0.022,-0.673-0.019,-0.636-0.019,-0.145-0.011,-0.319 0.008,-0.187 0.013,-0.087 0.016,-0.020 0.018,0.026 0.017,0.052 0.015,1.386-0.028,0.664-0.051,0.172-0.062,-0.152-0.064,-0.341-0.060,-0.435-0.054,-0.324-0.036,-0.805 0.020,-0.790 0.037,-0.709 0.045,-0.598 0.046,-0.478 0.043,-0.361 0.036,-0.260 0.029,-0.176 0.023,-0.108 0.016,-0.059 0.012,-0.023 0.006,-1.035 0.064,3.409-0.160,1.154-0.055,0.493-0.030,0.047-0.013,-0.229-0.002,-0.711 0.004,-0.362-0.028,-0.360-0.033,-0.332-0.033,-0.287-0.030,-0.241-0.028,-0.191-0.023,-0.145-0.018,-0.470 0.150,0.219 0.020,1.412-0.112,0.053 0.025,-0.119 0.018,-0.216 0.015,-0.263 0.010,-0.268 0.007,-2.339 0.270,2.292-0.250,0.005-0.001,-0.032-0.007,-0.053-0.008,-0.064-0.008,-0.065-0.008,-0.061-0.007,-0.054-0.007,-0.904 0.125,1.431-0.247,0.092-0.068,-0.033-0.057,-0.107-0.043,-0.146-0.033,-0.158-0.023,-0.154-0.015,-1.566 0.435,1.434-0.468,-0.114-0.008,-0.158 0.014,-0.173 0.028,-0.169 0.033,-0.155 0.035,-1.320 0.521,1.320-0.608,-0.095-0.055,-0.123-0.044,-0.130-0.034,-0.125-0.025,-0.112-0.017,-0.095-0.012,-0.075-0.005,-0.060-0.004,-0.044 0.000,-0.029 0.001,-0.021 0.001,0.007-0.039,-0.022-0.005,-0.021-0.006,-0.019-0.004,-0.015-0.004,-0.012-0.004,-0.009-0.002,-0.006-0.002,-0.004-0.002,-0.003 0.000,-0.001-0.001,-0.507 0.782,0.471-1.316,0.289-1.392,-0.030-0.371,-0.093-0.051,-0.123 0.147,-0.131 0.257,-0.122 0.300,-0.110 0.301,-0.135 0.921,-0.033 0.082,-0.054-0.369,-0.104 0.157,-0.105 0.151,-0.098 0.136,-0.084 0.117,-0.072 0.096,-0.058 0.076,-0.114-0.030,-0.116-0.054,-0.117-0.081,-0.111-0.096,-0.097-0.095,-0.081-0.090,-0.065-0.078,0.167 0.292,-0.094 0.003,-0.426-0.260,-0.188 0.012,-0.172 0.019,-0.149 0.023,-0.126 0.023,-0.100 0.023,-0.077 0.020,0.000 0.049,0.168 0.128,0.217 0.143,0.233 0.142,0.227 0.133,0.206 0.114,0.978 0.494,-2.354-0.916,-0.789-0.200,-0.471-0.079,-0.235 0.006,-0.060 0.062,0.055 0.093,2.351 0.666,-3.559-0.990,-0.147-0.031,0.139 0.049,0.304 0.093,0.384 0.113,0.399 0.117,0.376 0.109,0.964 0.273,-0.160-0.022,-1.605-0.296,-0.584 0.003,-0.545 0.024,-0.474 0.034,-0.392 0.039,-0.308 0.037,0.389 0.118,0.057 0.069,0.119 0.069,0.153 0.065,0.160 0.056,0.156 0.047,0.141 0.039,3.386 0.283,-2.950-0.272,-0.312-0.044,-2.018-0.217,-0.248-0.035,-0.014-0.001,0.139 0.018,0.225 0.033,0.264 0.037,0.270 0.038,-1.210 0.070,-0.418 0.115,-0.034 0.124,0.208 0.117,0.345 0.106,0.403 0.088,-0.549 0.072,-0.395 0.055,-0.268 0.042,-0.167 0.027,-0.091 0.018,-0.035 0.011,0.359 0.015,0.821 0.011,0.947 0.010,0.948 0.008,0.873 0.006,0.756 0.005,0.619 0.004,0.487 0.002,0.363 0.001,0.257 0.002,0.170-0.001,0.103 0.001,2.105-0.203,-0.654 0.070,-3.207 0.325,-0.623 0.029,-0.231-0.024,0.030-0.055,0.182-0.069,0.259-0.069,0.633-0.070,0.590-0.053,0.602-0.045,0.560-0.034,0.487-0.026,0.401-0.019,0.348-0.012,0.286-0.007,0.224-0.004,0.168-0.001,0.117 0.000,0.078 0.002,0.047 0.001,0.024 0.003,0.007 0.002,-0.004 0.001,-0.009 0.002,-0.013 0.001,-0.014 0.001,-0.012 0.000,-0.011 0.001,-0.932 0.074,-0.031 0.016,-0.367 0.044,-1.312 0.127,-0.566 0.054,-0.431 0.037,-0.312 0.023,-0.214 0.011,-0.135 0.005,2.568-0.233,-3.969 0.268,-0.320 0.017,-0.036 0.022,0.143 0.022,0.242 0.021,0.283 0.017,0.286 0.016,4.331-0.437,-2.578 0.293,-0.020 0.029,-1.567 0.236,0.360-0.008,0.478-0.032,0.518-0.048,0.500-0.052,0.451-0.051,0.385-0.046,0.339-0.043,0.485-0.072,0.441-0.069,0.374-0.060,0.301-0.051,0.230-0.039,0.167-0.030,0.114-0.021,0.072-0.013,0.040-0.009,0.017-0.005,0.001 0.000,-0.007-0.001,-0.013 0.002,-0.016 0.003,-0.013 0.001,-0.014 0.003,-0.012 0.001,-0.008 0.002,-0.008 0.001,-0.004 0.001,-0.004 0.001,-0.002 0.000,-0.002 0.000,-0.000 0.000,0.000 0.001,0.000-0.001,0.001 0.001,-0.000-0.001,0.000-0.000,0.001 0.001,0.000-0.001,0.001 0.000,0.000 0.000,0.000 0.000,0.000 0.000,0.000 0.000,0.000 0.088,0.000 0.139,0.000 0.160,0.000 0.158,0.000 0.147,0.000 0.127,0.110 0.400,0.100 0.374,0.085 0.314,0.069 0.252,0.055 0.193,0.041 0.142,0.028 0.099,0.021 0.063,0.047 0.138,0.055 0.191,-0.013-0.111,-0.030-0.171,-0.039-0.195,-0.039-0.192,-0.039-0.176,-0.061-0.191,-0.048-0.069,-0.045-0.037,-0.042-0.013,-0.034 0.003,-0.028 0.013,-0.021 0.018,-0.081-0.808,-0.009-0.017,0.034 0.788,-0.029-0.160,-0.026-0.193,-0.021-0.194,-0.016-0.179,-0.012-0.154,-0.008-0.124,-0.006-0.096,-0.003-0.071,-0.001-0.049,-0.001-0.031,0.001-0.018,0.001-0.008,0.002-0.078,0.000 0.143,0.001 0.254,-0.000 0.095,0.010 0.504,0.016 0.023,0.019-0.041,0.019-0.079,0.018-0.100,0.017-0.105,0.013-0.102,-0.042-0.444,0.079 0.359,0.047-0.082,0.037-0.046,0.013-0.065,0.003-0.052,-0.005-0.040,-0.009-0.030,-0.011-0.020,-0.010-0.053,-0.012-0.068,-0.008-0.074,-0.009-0.069,-0.005-0.064,-0.005-0.053,-0.026-0.061,-0.091-0.145,0.438 0.583,0.092 0.090,0.023 0.008,-0.020-0.043,-0.047-0.073,-0.340-0.410,0.400 0.401,0.094 0.023,0.094 0.018,0.086 0.014,0.075 0.010,0.063 0.008,0.049 0.004,-0.610-0.411,0.552 0.363,0.250 0.147,0.837 0.511,0.163 0.076,0.029-0.011,-0.062-0.062,-0.114-0.094,-0.141-0.107,-0.150-0.109,-0.035-0.042,-0.225-0.142,-0.213-0.129,-0.189-0.111,-0.156-0.091,-0.124-0.070,-0.132-0.084,-0.107-0.076,-0.091-0.070,-0.074-0.061,-0.057-0.048,-0.042-0.039,-0.029-0.028,-0.020-0.020,-0.010-0.014,-0.005-0.007,-0.002-0.004,0.002-0.001,-0.026 0.011,-0.018 0.019,-0.020 0.021,-0.020 0.021,-0.019 0.021,-0.016 0.018,-0.015 0.014,0.381 0.446</inkml:trace>
</inkml:ink>
</file>

<file path=ppt/ink/ink6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1241.000 147.000,'-0.244'0.081,"-0.293"0.125,-0.302 0.143,-0.282 0.141,-0.247 0.129,-0.205 0.112,-0.161 0.090,-0.123 0.072,-0.088 0.053,-0.059 0.037,-0.036 0.025,-0.020 0.015,0.181-0.030,0.026 0.081,0.028 0.092,0.031 0.096,0.029 0.090,0.024 0.080,1.009-0.812,-1.301 1.312,-0.061 0.279,-0.004 0.224,0.031 0.172,0.051 0.125,0.059 0.088,0.833-1.027,-0.855 2.044,0.048 0.551,0.070 0.427,0.079 0.315,0.078 0.220,0.072 0.142,0.060 0.083,0.978-3.429,-0.442 1.715,0.023 0.032,-0.424 1.674,0.015-0.161,0.016-0.255,0.015-0.298,0.015-0.302,0.011-0.283,-0.242 1.224,0.108 0.496,0.229 0.271,0.281 0.111,0.288 0.005,0.266-0.061,0.423 0.042,0.478 0.406,0.479 0.480,0.439 0.485,0.377 0.447,0.309 0.387,-1.267-5.335,0.658 2.522,0.007 0.050,0.667 2.564,-0.103-0.541,-0.146-0.737,-0.161-0.805,-0.157-0.785,-0.144-0.711,-0.123-0.608,-0.213-0.808,-0.141-0.527,-0.133-0.469,-0.121-0.401,-0.102-0.327,-0.086-0.259,-0.146-0.620,1.571 2.482,0.567 0.648,0.263 0.233,0.054-0.043,-0.081-0.209,-0.158-0.295,-0.191-0.326,-1.480-2.055,0.915 1.082,-0.030-0.145,0.463 0.310,-0.097-0.364,-0.111-0.365,-0.113-0.338,-0.105-0.295,-0.092-0.244,0.194-0.380,0.155-0.406,0.082-0.412,0.031-0.385,-0.007-0.338,-0.027-0.285,-0.041-0.228,-0.211-0.162,0.037-0.412,0.482-1.065,0.370-0.932,0.409-0.931,0.404-0.862,0.372-0.756,0.323-0.630,0.269-0.504,0.479-1.071,0.048-0.428,-0.035-0.318,-0.084-0.224,-0.105-0.148,-0.112-0.087,-0.288 0.349,-0.605 1.096,-0.650 1.257,-0.621 1.241,-0.548 1.124,-0.454 0.950,-0.123-2.458,-0.425-0.197,-0.214-1.416,-0.215-4.393,-0.510-0.531,-0.477 0.211,-0.417 0.653,-0.346 0.868,-0.272 0.928,-0.201 1.198,-0.166 1.127,-0.122 1.049,-0.085 0.913,-0.054 0.756,-0.033 0.594,-0.014 0.447,1.675 3.541,-1.407-2.480,-0.160 0.062,-0.115 0.127,-0.725-0.592,0.002 0.411,0.079 0.438,0.118 0.421,0.135 0.375,0.136 0.321,0.166 0.297,0.060 0.187,0.033 0.138,0.015 0.097,0.002 0.063,-0.007 0.037,-0.423-0.039,-0.222 0.044,-0.123 0.073,-0.052 0.086,-0.001 0.086,0.029 0.080,0.288 0.110,0.283 0.092,0.319 0.088,0.316 0.078,0.294 0.065,0.255 0.054,0.214 0.041,-0.714 0.195</inkml:trace>
</inkml:ink>
</file>

<file path=ppt/ink/ink6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1211.000 476.000,'0.004'0.000,"0.006"0.000,0.007 0.000,0.006 0.000,0.007 0.000,0.004 0.000,0.005 0.000,0.002 0.000,0.003 0.000,0.001 0.000,0.001 0.000,0.001 0.000,0.000 0.000,-0.001 0.000,0.001 0.000,0.000 0.000,-0.001 0.000,0.000 0.000,0.000 0.000,0.000 0.000,-0.001 0.000,0.001 0.000,0.016 0.011,0.028 0.018,0.035 0.019,0.033 0.020,0.031 0.018,0.028 0.016,0.022 0.014,0.112 0.142,0.139 0.201,0.149 0.222,0.145 0.217,0.127 0.194,0.107 0.165,0.086 0.132,0.064 0.101,0.059 0.135,0.063 0.162,0.058 0.161,0.047 0.144,0.039 0.124,0.029 0.100,-1.184-1.875,1.297 2.025,-0.003-0.013,-0.091-0.144,-0.139-0.214,-0.158-0.244,-0.160-0.240,-0.146-0.223,-0.549-0.862,0.426 0.745,0.055 0.162,0.315 0.558,0.244 0.376,0.254 0.364,0.243 0.329,0.214 0.280,0.181 0.227,0.015-0.022,-0.170-0.296,-0.193-0.327,-0.248-0.404,-0.264-0.424,-0.256-0.410,-0.236-0.371,-0.143-0.250,-0.219-0.354,-0.171-0.278,-0.124-0.206,-0.088-0.144,-0.055-0.095,-0.034-0.056,-0.014-0.027,-0.020 0.015,-0.009 0.018,-0.010 0.026,-0.008 0.030,-0.005 0.029,-0.005 0.028,-0.003 0.025,-0.025 0.453</inkml:trace>
</inkml:ink>
</file>

<file path=ppt/ink/ink6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2161.000 959.000,'-5.165'-2.283,"-3.088"-1.246,-1.546-0.497,-0.458 0.007,0.252 0.320,0.674 0.489,0.884 0.555,0.941 0.551,4.572 1.448,-5.243 0.208,-0.277 1.230,-0.384 1.208,-0.250 1.121,-0.146 0.987,-0.067 0.832,-0.012 0.673,7.381-4.409,-8.951 6.632,-0.045 0.885,0.288 0.457,0.467 0.156,0.541-0.043,0.539-0.161,0.676-0.138,0.701-0.111,0.661-0.085,0.578-0.063,0.481-0.044,0.379-0.027,0.743-0.604,0.776-0.695,0.789-0.778,0.732-0.768,0.637-0.699,0.527-0.598,0.416-0.489,0.312-0.380,0.222-0.282,0.150-0.197,0.091-0.129,0.047-0.077,2.673 4.413,1.749 2.397,1.033 0.915,0.503-0.089,0.128-0.711,-0.114-1.046,-0.260-1.176,-0.329-1.163,-0.348-1.065,-0.332-0.918,-0.295-0.755,-0.251-0.592,11.650 0.939,7.308-0.095,4.072-0.683,1.734-0.990,0.143-1.100,-0.855-1.077,-1.402-0.974,-7.978-0.235,-1.698-0.385,-1.755-0.331,1.650-1.085,-2.574-0.448,-2.242-0.338,-1.855-0.239,-1.469-0.161,-1.108-0.098,-6.095 3.256,7.252-6.336,0.089-1.913,-0.469-1.281,-0.784-0.787,-0.919-0.413,-0.932-0.146,-1.338 0.007,-1.488 0.102,-1.466 0.154,-1.336 0.176,-1.150 0.173,-0.942 0.160,-1.520-0.123,-1.595 0.276,-1.549 0.282,-1.388 0.262,-1.175 0.226,-0.943 0.187,1.238 1.859,0.316 0.833,0.527 0.916,0.631 0.916,0.661 0.854,0.637 0.759,0.315 0.511,1.014 0.813,0.970 0.694,0.870 0.565,0.736 0.439,0.596 0.326,0.459 0.229,0.340 0.151,0.236 0.089,0.154 0.044,0.090 0.011,0.041-0.009,0.009-0.022,-40.768-3.886</inkml:trace>
</inkml:ink>
</file>

<file path=ppt/ink/ink6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2092.000 1104.000,'0.000'-0.007,"0.000"-0.011,0.000-0.012,0.000-0.013,0.000-0.011,0.000-0.010,0.000-0.009,0.000-0.007,0.000-0.004,0.000-0.005,0.000-0.002,0.000-0.001,0.000-0.033,0.000-0.089,0.000-0.023,0.000-0.010,0.000 0.001,0.000 0.007,0.000 0.012,0.028-0.296,0.042-0.196,0.051-0.109,0.051-0.045,0.047-0.003,0.042 0.027,0.035 0.042,0.029 0.051,-0.185 0.455,0.196-0.325,0.046-0.035,0.139-0.179,0.012 0.034,-0.012 0.060,-0.024 0.071,-0.031 0.076,-0.033 0.070,-0.033 0.063,-0.036 0.086,-0.019 0.072,-0.011 0.067,-0.009 0.062,-0.004 0.051,-0.002 0.043,-0.104 0.046,0.202 0.013,-0.004 0.039,-0.028 0.033,-0.040 0.025,-0.045 0.019,-0.042 0.013,-0.040 0.009,-0.032 0.006,-0.027 0.003,-0.039-0.008,-0.024 0.008,-0.023 0.007,-0.019 0.007,-0.017 0.008,-0.013 0.006,-0.023-0.119,-0.084 0.143,-0.049 0.006,-0.019 0.006,0.002 0.005,0.013 0.004,-0.243 0.518</inkml:trace>
</inkml:ink>
</file>

<file path=ppt/ink/ink6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2087.000 1100.000,'0.061'-0.044,"0.097"-0.068,0.113-0.082,0.116-0.082,0.109-0.078,0.097-0.070,0.083-0.059,0.068-0.048,0.385-0.186,0.413-0.158,0.441-0.161,0.420-0.147,0.373-0.130,0.311-0.105,0.247-0.082,0.187-0.061,0.019 0.003,-0.114 0.054,-0.175 0.077,-0.197 0.083,-0.194 0.080,-2.263 1.006,2.002-0.816,3.609-1.353,1.049-0.293,0.441-0.049,0.021 0.108,-0.249 0.202,-0.406 0.249,-0.474 0.257,-1.304 0.400,-1.258 0.367,0.143-0.052,2.822-0.885,-0.090-0.030,-0.302 0.032,-0.415 0.068,-0.462 0.088,-0.461 0.094,-0.426 0.093,-0.373 0.080,-0.523 0.149,-0.490 0.148,-0.434 0.137,-0.363 0.119,-0.294 0.098,-0.359 0.154,-0.279 0.131,-0.252 0.129,-0.215 0.118,-0.179 0.103,-0.140 0.084,-0.108 0.070,-0.657 0.207,0.607-0.157,0.124-0.041,-0.041 0.017,0.058-0.001,0.464-0.110,-0.008-0.006,-0.056-0.003,-0.085 0.000,-0.096 0.002,-0.096 0.002,0.149-0.089,0.005-0.038,-0.066-0.015,-0.103 0.004,-0.119 0.015,-0.121 0.019,1.191-1.075</inkml:trace>
</inkml:ink>
</file>

<file path=ppt/ink/ink6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2104.000 1089.000,'-0.007'-0.013,"-0.009"-0.020,-0.012-0.023,-0.011-0.022,-0.010-0.020,-0.009-0.017,-0.006-0.014,-0.006-0.011,-0.003-0.007,-0.003-0.005,-0.002-0.004,-0.001-0.002,-0.001 0.000,-0.012-0.138,-0.030-0.232,-0.035-0.269,-0.036-0.275,-0.032-0.254,-0.029-0.226,0.203 1.228,-0.178-1.848,0.079-0.261,0.096-0.114,0.100-0.014,0.092 0.049,0.082 0.085,0.068 0.099,-0.037 0.640,0.037 0.062,0.159-0.397,0.043 0.188,0.028 0.201,0.015 0.190,0.007 0.168,0.001 0.141,0.096 0.072,0.235-0.132,0.277-0.188,0.285-0.210,0.271-0.212,0.242-0.197,0.314-0.428,0.123-0.177,-0.083 0.078,-0.165 0.192,-0.203 0.246,-0.211 0.262,-0.201 0.253,-0.179 0.226,-0.840 0.862,0.475-0.336,0.008 0.146,0.217 0.093,-0.069 0.260,-0.091 0.239,-0.098 0.208,-0.097 0.174,-0.085 0.139,0.132 0.316,0.102 0.170,0.105 0.084,0.098 0.023,0.085-0.016,0.072-0.039,0.013-0.105,-0.023-0.138,-0.042-0.146,-0.052-0.139,-0.053-0.122,-0.049-0.103,-0.103-0.150,-0.072-0.159,-0.069-0.160,-0.062-0.146,-0.053-0.126,-0.044-0.103,0.059-0.305,0.118-0.407,0.144-0.438,0.152-0.424,0.144-0.382,0.126-0.325,-0.895 1.760,1.023-1.849,-0.049 0.200,-0.128 0.331,-0.168 0.388,-0.179 0.395,-0.172 0.367,-0.163 0.366,-0.103 0.290,-0.079 0.246,-0.054 0.200,-0.038 0.156,-0.023 0.116,0.151 0.180,0.172 0.172,0.197 0.156,0.195 0.134,0.176 0.106,0.150 0.082,0.013-0.044,-0.005-0.076,-0.038-0.105,-0.056-0.114,-0.063-0.107,-0.059-0.098,-0.055-0.080,-0.046-0.065,-0.037-0.049,-0.029-0.036,-0.019-0.023,-0.080-0.016,-0.030-0.003,-0.029 0.002,-0.026 0.005,-0.021 0.006,-0.018 0.007,-0.012 0.006,-0.011 0.007,-0.704-0.081,0.562 0.148,0.114 0.074,0.585 0.244,0.214 0.121,0.173 0.096,0.135 0.072,0.100 0.053,0.071 0.035,0.047 0.023,-0.325-0.144,0.002-0.023,-0.039-0.053,0.445 0.114,-0.004-0.040,0.000-0.029,0.002-0.017,0.003-0.012,0.003-0.004,0.004-0.002,-1.376-0.418,1.384 0.413,-0.135-0.017,-0.168-0.013,-0.172-0.009,-0.162-0.008,-0.144-0.005,-0.118-0.003,-0.096-0.002,-0.805-0.392,0.695 0.331,-0.144-0.064,-0.161-0.067,-0.159-0.063,-0.143-0.056,-0.121-0.047,-0.104-0.049,-0.085-0.050,-0.068-0.044,-0.048-0.037,-0.035-0.030,-0.022-0.024,-0.014-0.015,-0.005-0.012,-0.002-0.008,0.002-0.003,0.003-0.001,-0.052 0.008,0.179-0.008,0.125 0.001,0.118 0.001,0.106 0.002,0.090 0.001,0.076 0.000,0.058 0.002,-0.033 0.001,-0.039 0.001,-0.059 0.000,-0.070 0.000,-0.072 0.001,-0.068 0.000,-0.335 0.000,0.100-0.011,0.349-0.103,0.093-0.081,0.084-0.075,0.075-0.063,0.063-0.053,0.051-0.043,3.462-1.830</inkml:trace>
</inkml:ink>
</file>

<file path=ppt/ink/ink6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2293.000 1029.000,'0.012'0.000,"0.018"0.000,0.020 0.000,0.020 0.000,0.019 0.000,0.016 0.000,0.014 0.000,0.009 0.000,0.007 0.000,0.006 0.000,0.003 0.000,0.003 0.000,0.000 0.000,0.000 0.000,0.130 0.066,0.205 0.101,0.236 0.116,0.236 0.116,0.216 0.108,0.189 0.092,-1.090-0.477,1.333 0.679,0.086 0.068,0.001-0.001,-0.054-0.044,-0.082-0.069,-0.097-0.078,-0.095-0.077,-0.089-0.073,-0.076-0.061,-0.065-0.053,-0.050-0.040,-0.037-0.031,-0.028-0.021,2.346 0.671,1.607 0.460,1.033 0.295,0.594 0.167,0.271 0.076,0.049 0.012,-0.091-0.027,-0.420-0.215,0.171-0.023,0.405 0.033,-0.397-0.171,-0.534-0.197,-0.588-0.200,-0.578-0.186,-0.536-0.167,-0.466-0.142,-0.392-0.114,-1.204-0.191,-0.213 0.004,0.425 0.153,-0.368-0.024,-0.326-0.037,-0.276-0.041,-0.226-0.041,-0.176-0.037,-0.132-0.035,-0.094-0.029,0.697 0.247,1.428 0.487,0.479 0.146,0.127 0.019,-0.102-0.062,-0.242-0.110,-0.311-0.129,-0.328-0.135,-0.316-0.124,-0.558-0.194,-0.161-0.089,-0.125-0.082,0.225 0.043,0.092 0.070,0.147 0.108,0.171 0.128,0.175 0.129,0.162 0.120,0.145 0.108,-2.082-0.797,2.116 0.776,-0.161-0.084,-0.267-0.119,-0.314-0.134,-0.324-0.131,-0.304-0.122,-0.269-0.107,-0.228-0.088,0.249-0.222</inkml:trace>
</inkml:ink>
</file>

<file path=ppt/ink/ink6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2463.000 1060.000,'0.010'0.010,"0.014"0.014,0.017 0.017,0.016 0.016,0.015 0.015,0.012 0.012,0.010 0.010,0.007 0.007,0.006 0.006,0.012 0.012,0.043 0.043,0.050 0.050,0.051 0.052,0.051 0.049,0.044 0.045,-0.269-0.269,0.714 0.693,0.356 0.321,0.311 0.272,0.263 0.219,0.213 0.174,0.166 0.128,-1.200-1.078,1.349 1.222,-0.170-0.126,-0.253-0.193,-0.289-0.224,-0.289-0.225,-0.269-0.210,-0.236-0.185,-0.197-0.156,-0.270-0.290,-0.031 0.013,-0.001 0.109,-0.040 0.042,0.018 0.344,-0.071 0.004,-0.057-0.033,-0.045-0.052,-0.032-0.061,-0.023-0.062,-0.248 0.069,-0.226 0.039,-0.195-0.002,-0.164-0.026,-0.129-0.040,-0.097-0.045,0.828-0.582,-1.482 0.737,-0.371 0.043,-0.245 0.002,-0.146-0.022,-0.074-0.038,-0.021-0.043,0.011-0.043,0.033-0.040,0.435-0.168,0.146-0.078,0.091-0.056,0.270-0.092,0.272-0.084,0.257-0.073,0.227-0.061,0.194-0.049,-0.087-0.207</inkml:trace>
</inkml:ink>
</file>

<file path=ppt/ink/ink6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2104.000 1095.000,'0.008'0.000,"0.013"0.000,0.015 0.000,0.015 0.000,0.014 0.000,0.012 0.000,0.011 0.000,0.008 0.000,0.007 0.000,0.354-0.141,0.825-0.327,0.546-0.243,0.420-0.203,0.307-0.161,0.213-0.119,0.136-0.086,-2.338 1.030,2.840-1.273,0.410-0.197,0.227-0.112,0.092-0.049,-0.002-0.006,-0.065 0.024,-0.097 0.041,-0.115 0.048,-1.428 0.689,1.173-0.397,0.489-0.049,1.573-0.411,0.242 0.040,0.026 0.079,-0.112 0.099,-0.194 0.105,-0.231 0.099,-4.311 1.218,4.716-1.289,-0.159 0.031,-0.373 0.062,-0.478 0.079,-0.506 0.082,-0.484 0.079,-0.671 0.176,-0.387 0.101,-0.340 0.101,-0.283 0.090,-0.226 0.080,-0.176 0.066,-0.152 0.035,-0.214 0.044,-0.150 0.046,-0.099 0.042,-0.058 0.038,-0.028 0.033,-0.007 0.025,0.007 0.020,0.077 0.040,-0.324 0.102,-0.008-0.006,0.391-0.136,-0.031-0.010,-0.043-0.003,-0.047 0.003,-0.045 0.003,-0.041 0.006,-0.023 0.015,0.006 0.013,0.017 0.012,0.023 0.013,0.025 0.010,0.022 0.008,0.021 0.008,0.018 0.004,0.013 0.004,0.011 0.003,0.008 0.001,2.918-0.703</inkml:trace>
</inkml:ink>
</file>

<file path=ppt/ink/ink6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2224.000 1035.000,'0.068'-0.019,"0.104"-0.027,0.117-0.033,0.113-0.031,0.104-0.028,0.086-0.023,0.070-0.020,0.053-0.014,0.039-0.011,0.026-0.006,0.017-0.006,0.009-0.001,0.003-0.002,0.001 0.000,-0.008 0.034,0.092 0.024,0.110 0.027,0.112 0.028,0.104 0.026,0.094 0.022,0.078 0.019,-1.098 0.033,1.028-0.011,0.297 0.005,-0.004 0.006,0.240 0.003,1.712-0.020,0.127-0.035,-0.106-0.041,-0.245-0.044,-0.318-0.042,-0.339-0.038,-0.467 0.001,-0.387 0.011,-0.366 0.021,-0.329 0.028,-0.281 0.029,-0.230 0.028,-0.502 0.086,0.442-0.061,-0.076 0.026,-0.045 0.022,-0.022 0.016,-0.007 0.011,0.003 0.008,-0.022 0.004,-0.030 0.002,-0.034 0.001,-0.035-0.001,-0.030 0.000,-0.027-0.001,-0.022-0.002,-0.015 0.000,-0.012-0.002,-0.008 0.000,-0.006-0.001,-0.007-0.001,-0.003 0.001,-0.001-0.001,-0.002-0.001,0.000 0.001,-0.001 0.000,-0.131 0.006,0.188 0.172,0.019 0.094,-0.006 0.052,-0.021 0.023,-0.029 0.000,-0.032-0.012,-0.107 0.108,-0.152 0.161,-0.165 0.188,-0.161 0.191,-0.145 0.176,-0.124 0.155,-0.102 0.128,-0.010-0.022,-0.040 0.035,-0.024 0.016,-0.012-0.001,-0.005-0.008,0.001-0.016,-0.058 0.073,0.059-0.118,0.069-0.136,0.070-0.133,0.064-0.121,0.055-0.103,0.065-0.132,0.076-0.154,0.072-0.148,0.063-0.131,0.051-0.110,0.027-0.089,-0.015-0.061,-0.030-0.045,-0.036-0.031,-0.039-0.020,-0.035-0.011,-0.031-0.006,-0.028-0.002,-0.021 0.003,-1.616-0.070</inkml:trace>
</inkml:ink>
</file>

<file path=ppt/ink/ink6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2316.000 1037.000,'0.000'-0.003,"0.009"-0.076,0.013-0.037,0.017-0.015,0.016-0.001,0.016 0.009,0.014 0.013,0.011 0.018,0.011 0.017,0.050 0.072,0.113 0.088,0.245 0.151,0.115 0.086,0.076 0.054,0.044 0.032,0.022 0.013,0.005 0.003,-0.214-0.171,1.812 0.689,1.645 0.562,0.765 0.214,0.394 0.076,0.120-0.022,-0.066-0.087,-0.187-0.121,0.836 0.120,0.118-0.115,0.171-0.096,0.188-0.074,0.183-0.055,0.164-0.039,0.137-0.026,-4.309-0.801,3.778 0.765,-0.108 0.042,-0.262 0.017,-0.339-0.003,-0.367-0.013,-0.361-0.019,-0.331-0.024,-0.286-0.023,0.093 0.073,-0.499-0.120,-0.481-0.134,-0.427-0.128,-0.357-0.114,-0.283-0.095,-0.348-0.103,-0.062-0.006,-0.006 0.013,0.028 0.025,0.049 0.031,0.058 0.033,-0.769-0.263,0.818 0.280,-0.065-0.032,-0.133-0.058,-0.167-0.071,-0.178-0.075,-0.172-0.071,-0.156-0.065,-0.323-0.104,-0.103-0.044,-0.095-0.039,0.098-0.001,-0.059-0.028,-0.028-0.014,-0.007-0.005,0.009 0.003,0.015 0.006,-0.055-0.009,-0.058-0.011,-0.071-0.014,-0.072-0.014,-0.071-0.015,-0.061-0.013,-0.054-0.010,0.313-0.019</inkml:trace>
</inkml:ink>
</file>

<file path=ppt/ink/ink6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2469.000 1067.000,'0.017'0.017,"0.027"0.027,0.030 0.030,0.030 0.030,0.027 0.027,0.025 0.025,0.019 0.019,0.015 0.016,0.013 0.011,0.007 0.008,0.005 0.006,0.004 0.002,0.002 0.003,0.000 0.000,-0.115-0.115,0.407 0.365,0.211 0.147,0.181 0.108,0.147 0.076,0.114 0.049,0.085 0.029,-0.049-0.050,-0.052-0.043,-0.079-0.055,-0.087-0.058,-0.088-0.056,-0.080-0.050,-0.069-0.042,-0.269-0.146,-0.020 0.022,0.115 0.169,-0.081-0.022,-0.085-0.042,-0.086-0.052,-0.076-0.057,-0.068-0.054,-0.055-0.049,-0.099-0.230,0.004 0.100,-0.105 0.462,-0.134 0.164,-0.119 0.108,-0.100 0.067,-0.082 0.034,-0.063 0.011,0.451-0.804,-0.822 0.841,-0.259-0.050,-0.216-0.058,-0.172-0.058,-0.131-0.053,-0.095-0.046,-0.066-0.039,-0.040-0.030,-0.022-0.023,-0.317 0.198,-0.031 0.077,0.082 0.019,0.142-0.016,0.168-0.036,0.166-0.047,0.318-0.147,0.232-0.118,0.225-0.122,0.205-0.116,0.175-0.104,0.143-0.086,-0.065-0.165</inkml:trace>
</inkml:ink>
</file>

<file path=ppt/ink/ink6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1744.000 563.000,'0.006'0.024,"0.009"0.036,0.010 0.041,0.010 0.040,0.009 0.034,0.007 0.029,0.006 0.024,0.005 0.017,0.002 0.013,0.003 0.008,0.000 0.005,0.002 0.003,-0.001 0.001,0.001-0.001,-0.001 0.000,0.096 0.143,0.153 0.252,0.178 0.290,0.176 0.289,0.164 0.267,0.141 0.232,-0.777-1.396,1.304 2.144,0.263 0.344,0.154 0.189,0.076 0.078,0.020 0.005,-0.013-0.042,-0.033-0.062,-0.042-0.073,-0.044-0.069,-0.039-0.064,-0.036-0.052,-0.361-0.554,-0.172-0.272,-0.189-0.297,-0.186-0.295,-0.172-0.272,-0.150-0.239,-0.007-0.192,0.218 0.054,0.002-0.116,-0.045-0.117,-0.072-0.106,-0.082-0.095,-0.085-0.078,-0.408-0.138,0.389 0.065,-0.039-0.046,-0.049-0.033,-0.052-0.023,-0.052-0.013,-0.047-0.009,-0.040-0.002,-0.032 0.000,-0.027 0.003,0.050-0.169,0.102-0.268,0.125-0.316,0.134-0.323,0.128-0.309,0.116-0.274,-0.633 1.319,1.075-2.373,0.185-0.460,0.102-0.261,0.044-0.117,0.006-0.018,-0.021 0.041,-0.716 1.677,0.014 0.059,0.550-0.935,-0.023 0.234,-0.053 0.258,-0.070 0.255,-0.075 0.236,-0.074 0.205,-0.074 0.185,-0.128 0.234,-0.127 0.211,-0.120 0.185,-0.104 0.151,-0.087 0.120,-0.071 0.092,-0.057 0.081,-0.062 0.082,-0.050 0.068,-0.041 0.055,-0.032 0.044,-0.022 0.030,-0.015 0.023,-0.011 0.013,-0.085-0.004,0.460 0.244,0.263 0.208,0.286 0.238,0.262 0.232,0.231 0.211,0.193 0.185,0.156 0.156,-1.471-1.156,2.143 1.665,0.190 0.122,0.068 0.024,-0.013-0.038,-0.059-0.074,-0.086-0.088,-0.285-0.251,-0.127-0.145,-0.125-0.145,-0.112-0.134,-0.097-0.117,-0.080-0.098,-1.458-0.835,1.453 0.771,-0.021-0.050,-0.098-0.082,-0.141-0.098,-0.163-0.102,-0.166-0.100,-0.012-0.042,-0.219-0.129,-0.194-0.113,-0.158-0.090,-0.124-0.071,-0.092-0.052,0.009-0.095,0.070-0.113,0.101-0.114,0.110-0.104,0.105-0.088,0.094-0.072,0.133-0.150,0.349-0.311,0.395-0.351,0.399-0.355,0.370-0.332,0.330-0.295,-1.591 1.254,2.733-2.359,0.242-0.247,-0.040 0.028,-0.216 0.202,-0.307 0.292,-0.342 0.327,-0.305 0.295,-0.415 0.381,-0.380 0.346,-0.328 0.294,-0.268 0.238,-0.207 0.185,-0.127 0.261,-0.064 0.286,-0.023 0.278,0.006 0.250,0.024 0.211,0.032 0.169,-0.529-0.055,0.212 0.168,0.078 0.088,0.661 0.408,0.059 0.049,0.000-0.008,-0.037-0.047,-0.057-0.065,-0.067-0.073,-1.326-0.665,1.383 0.750,0.052 0.041,-0.087-0.055,-0.135-0.091,-0.153-0.109,-0.150-0.109,-0.140-0.102,-0.172-0.112,-0.132-0.089,-0.116-0.077,-0.100-0.067,-0.081-0.051,-0.062-0.040,-0.341-0.043,0.455-0.057,0.126-0.122,0.130-0.128,0.125-0.123,0.111-0.109,0.094-0.093,0.127-0.139,0.138-0.160,0.136-0.158,0.122-0.146,0.105-0.125,0.084-0.104,0.112-0.041,0.047 0.060,0.030 0.096,0.016 0.112,0.006 0.112,0.000 0.101,-0.003 0.089,-0.190 0.167,-0.308 0.181,-0.144 0.107,-0.036 0.144,-0.041 0.181,-0.003 0.183,0.019 0.173,0.033 0.155,0.041 0.133,-0.761-0.227,1.477 0.919,0.351 0.407,0.262 0.321,0.184 0.243,0.121 0.173,0.074 0.117,0.035 0.072,0.261 0.139,-0.113-0.188,-0.244-0.305,-0.303-0.351,-0.316-0.348,-0.294-0.317,-0.257-0.270,-0.212-0.221,-0.368-0.221,-0.197-0.131,-0.181-0.107,-0.160-0.083,-0.135-0.063,-0.109-0.044,0.555-0.061,0.570-0.059,0.553-0.056,0.502-0.048,0.430-0.040,0.351-0.032,-2.043 0.163,3.368-0.305,0.400-0.047,0.103-0.017,-0.085 0.004,-0.191 0.017,-0.238 0.021,-1.582 0.150,-0.314 0.034,-0.328 0.037,0.226 0.036,-0.208 0.097,-0.119 0.100,-0.050 0.094,-0.003 0.085,0.028 0.071,0.045 0.059,0.042 0.069,-0.209 0.037,-0.258 0.023,-0.268 0.013,-0.255 0.007,-0.225 0.001,-0.190-0.003,0.140-0.047,-0.198-0.094,0.036 0.001,0.521 0.071,0.316-0.024,0.340-0.030,0.332-0.031,0.301-0.032,0.260-0.026,0.066-0.062,-0.062-0.077,-0.139-0.082,-0.179-0.079,-0.192-0.072,-0.184-0.061,0.152-0.196,-0.053-0.102,-0.136-0.035,-0.181 0.006,-0.192 0.035,-0.187 0.049,-0.168 0.054,-0.143 0.053,-0.678 0.152,0.603-0.025,0.057 0.092,0.066 0.092,0.069 0.087,0.066 0.076,0.058 0.066,0.050 0.054,0.041 0.041,-1.521-0.251,2.177 0.333,-0.302-0.044,0.138 0.032,0.654 0.115,-0.120-0.012,-0.220-0.032,-0.268-0.042,-0.279-0.044,-0.266-0.044,-1.534-0.264,1.532 0.206,-0.097-0.056,-0.124-0.052,-0.131-0.045,-0.127-0.038,-0.113-0.029,-0.097-0.023,2.589-0.111</inkml:trace>
</inkml:ink>
</file>

<file path=ppt/ink/ink6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2094.000 1088.000,'0.000'-0.026,"-0.013"-0.157,-0.022-0.143,-0.023-0.138,-0.023-0.123,-0.023-0.102,-0.018-0.083,-0.015-0.063,-0.011-0.045,-0.010-0.032,-0.006-0.020,-0.004-0.012,-0.002-0.004,0.013 0.035,0.001-0.059,0.002-0.070,0.002-0.073,0.002-0.069,0.002-0.061,0.001-0.054,0.117 1.025,-0.102-1.288,0.018-0.151,0.018-0.089,0.019-0.041,0.019-0.009,0.014 0.015,0.014 0.027,0.013 0.276,0.006-0.030,0.004-0.018,0.014-0.387,0.020-0.034,0.020-0.020,0.021-0.014,0.018-0.004,0.016-0.002,0.013 0.003,0.034-0.059,0.031 0.117,0.032 0.138,0.030 0.140,0.025 0.130,0.022 0.114,0.005 0.158,-0.014 0.210,-0.020 0.207,-0.025 0.192,-0.023 0.165,-0.022 0.136,-0.019 0.105,-0.016 0.079,-0.002 0.046,0.011 0.016,0.017 0.000,0.018-0.012,0.018-0.017,0.017-0.020,0.016-0.018,0.093-0.055,0.106-0.044,0.113-0.044,0.106-0.040,0.095-0.032,0.078-0.026,0.029 0.022,0.171-0.039,0.188-0.043,0.186-0.041,0.171-0.039,0.150-0.032,0.126-0.029,-1.009 0.379,1.898-0.507,-0.585 0.199,0.244-0.043,1.125-0.257,0.136-0.007,0.005 0.020,-0.083 0.038,-0.137 0.045,-0.161 0.050,-1.895 0.424,2.430-0.516,-0.175 0.078,-0.255 0.099,-0.277 0.104,-0.268 0.096,-0.238 0.084,-0.139 0.084,-0.067 0.076,-0.019 0.064,0.014 0.051,0.032 0.041,0.039 0.028,-0.278 0.019,-0.084 0.010,0.111 0.008,0.005 0.004,0.025 0.001,0.036-0.002,0.040-0.001,0.039-0.002,-0.078 0.025,-0.142 0.041,-0.169 0.046,-0.173 0.046,-0.161 0.043,-0.139 0.035,-1.198-0.192,0.446 0.099,2.016 0.524,0.400 0.162,0.107 0.074,-0.086 0.014,-0.200-0.024,-0.257-0.048,-0.416-0.119,-0.356-0.113,-0.348-0.117,-0.317-0.113,-0.275-0.102,-0.226-0.086,0.264 0.031,0.135 0.020,0.059 0.014,0.005 0.011,-0.027 0.006,-0.047 0.005,-0.055 0.001,-0.912-0.239,0.816 0.210,-0.006 0.021,0.252 0.089,0.017 0.012,0.013 0.003,0.011-0.005,0.007-0.006,0.004-0.009,-0.853-0.229,0.626 0.211,-0.048-0.008,-0.070-0.027,-0.076-0.039,-0.078-0.043,-0.073-0.044,-0.443-0.118,0.438 0.079,-0.072-0.022,-0.084-0.010,-0.086-0.003,-0.081 0.001,-0.071 0.004,0.008 0.028,0.015 0.023,0.037 0.023,0.049 0.022,0.050 0.019,0.048 0.015,0.041 0.014,-0.497-0.219,0.583 0.200,0.002-0.034,-0.039-0.040,-0.061-0.038,-0.067-0.037,-0.067-0.030,-0.059-0.024,-0.049-0.020,0.536-0.064</inkml:trace>
</inkml:ink>
</file>

<file path=ppt/ink/ink6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2277.000 1026.000,'0.008'0.000,"0.013"0.000,0.015 0.000,0.015 0.000,0.014 0.000,0.012 0.000,0.011 0.000,0.008 0.000,0.007 0.000,0.072 0.000,0.118 0.000,0.135 0.000,0.137 0.000,0.129 0.000,0.116 0.000,0.099 0.000,-0.476 0.000,0.964 0.043,0.305 0.068,0.234 0.081,0.169 0.085,0.116 0.080,0.074 0.074,-0.648-0.092,1.777 0.436,0.446 0.139,0.312 0.095,0.206 0.059,0.120 0.032,0.060 0.012,0.015-0.001,-3.679-0.893,4.249 0.978,0.188-0.016,-0.033-0.073,-0.170-0.102,-0.244-0.113,-0.272-0.111,-0.267-0.103,-0.245-0.087,-0.237-0.058,-0.265-0.043,-0.240-0.026,-0.206-0.013,-0.168-0.005,-0.132 0.002,-0.081 0.005,-0.188-0.015,-0.178-0.018,-0.158-0.019,-0.134-0.017,-0.107-0.014,-0.369-0.068,-0.221-0.043,-0.229-0.044,-0.221-0.045,-0.200-0.041,-0.172-0.035,-0.286-0.048,1.080 0.157,0.329 0.069,0.175 0.060,0.068 0.045,-0.005 0.035,-0.047 0.025,-0.070 0.017,-0.076 0.010,-0.075 0.005,-0.066 0.002,-0.055 0.000,-1.291-0.386,1.159 0.326,-0.076-0.037,-0.096-0.039,-0.101-0.039,-0.098-0.033,-0.085-0.030,-0.073-0.022,-0.059-0.019,-0.046-0.014,-0.032-0.008,-0.023-0.007,-0.015-0.004,0.005 0.013,-0.010 0.014,-0.008 0.017,-0.005 0.017,-0.005 0.016,-0.003 0.015,-0.001 0.011,-0.315-0.118,-0.001-0.007,0.233 0.060,-0.032-0.031,-0.042-0.030,-0.046-0.030,-0.046-0.026,-0.042-0.023,-0.036-0.019,-0.225-0.025,0.302 0.031,0.031 0.031,0.019 0.038,0.012 0.041,0.006 0.041,0.000 0.037,-0.063-0.009,-0.017 0.006,-0.019 0.000,-0.018-0.004,-0.018-0.006,-0.016-0.009,0.107 0.007,0.005-0.033,-0.024-0.036,-0.039-0.034,-0.048-0.032,-0.046-0.025,-0.271-0.047,0.326 0.045,0.055 0.020,0.043 0.029,0.034 0.033,0.025 0.032,0.018 0.029,0.012 0.025,1.682 0.820</inkml:trace>
</inkml:ink>
</file>

<file path=ppt/ink/ink6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2454.000 1050.000,'0.059'0.024,"0.090"0.035,0.103 0.042,0.101 0.040,0.093 0.037,0.079 0.033,0.065 0.024,-0.356-0.146,0.157 0.055,0.048 0.016,0.448 0.183,0.063 0.055,0.019 0.042,-0.014 0.031,-0.029 0.021,-0.041 0.015,-0.125-0.047,-0.092-0.034,-0.095-0.041,-0.092-0.044,-0.083-0.042,-0.072-0.039,-0.060-0.032,-0.142-0.082,0.224 0.575,-0.004 0.236,-0.036 0.134,-0.058 0.057,-0.065 0.006,-0.067-0.031,-0.105-0.886,-0.245 1.096,-0.215 0.055,-0.145-0.011,-0.091-0.050,-0.048-0.074,-0.018-0.081,0.002-0.081,0.016-0.076,0.024-0.065,-0.168 0.118,-0.027-0.043,0.029-0.097,0.065-0.125,0.078-0.129,0.083-0.122,-1.071 0.523</inkml:trace>
</inkml:ink>
</file>

<file path=ppt/ink/ink6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2489.000 1076.000,'0.000'0.010,"0.000"0.017,0.000 0.019,0.000 0.020,0.000 0.017,0.000 0.017,0.000 0.013,0.000-0.085,0.000 0.344,0.000 0.214,0.000 0.189,0.000 0.158,0.000 0.127,0.000 0.098,0.000 0.073,0.027-0.456,0.019 0.022,0.015 0.009,0.094 0.522,0.054-0.019,0.051-0.042,0.045-0.058,0.038-0.060,0.031-0.061,0.023-0.055,0.035-0.041,-0.038-0.207,-0.052-0.221,-0.056-0.208,-0.055-0.183,-0.047-0.153,-0.041-0.119,-0.031-0.091,-0.024-0.063,-0.017-0.043,-0.012-0.026,-0.006-0.013,-0.005-0.005,-0.001 0.002,0.001 0.003,0.000 0.008,0.002 0.005,0.003 0.048,0.128-0.583,0.067-0.309,0.047-0.246,0.033-0.188,0.020-0.134,0.012-0.092,-0.009-0.028,-0.021 0.011,-0.027 0.036,-0.028 0.048,-0.026 0.052,-0.023 0.048,-0.049 0.283,-0.029 0.167,-0.030 0.179,-0.028 0.178,-0.023 0.162,-0.021 0.142,-0.030 0.331,0.008-0.226,-0.012 0.092,-0.007 0.098,-0.007 0.091,-0.003 0.083,-0.003 0.070,0.003 0.128,-0.004 0.548,0.001 0.346,0.000 0.253,0.002 0.173,0.001 0.110,0.002 0.062,-0.021-0.245,-0.033-0.014,-0.040-0.021,-0.042-0.025,-0.040-0.025,-0.037-0.024,0.170-0.989,-0.235 1.243,-0.005-0.007,0.009-0.035,0.014-0.047,0.018-0.053,0.017-0.048,0.034-0.170,0.035-0.194,0.034-0.206,0.033-0.197,0.028-0.171,0.022-0.144,0.017-0.114,0.013-0.084,0.008-0.060,0.007-0.041,0.002-0.025,0.002-0.012,0.001-0.005,-0.001 0.002,-0.001 0.003,-0.001 0.006,-0.001 0.007,0.009-0.121,0.016-0.203,0.018-0.237,0.020-0.241,0.017-0.225,0.015-0.200,0.014-0.167,0.025-0.171,0.029-0.159,0.033-0.141,0.029-0.118,0.027-0.096,0.023-0.073,0.036-0.097,-0.009 0.271,-0.017 0.331,-0.022 0.341,-0.022 0.313,-0.020 0.272,-0.147 0.531,0.068-0.207,-0.022 0.121,-0.023 0.122,-0.008 0.372,-0.028 0.531,-0.023 0.550,-0.016 0.516,-0.014 0.453,-0.008 0.375,-0.017 0.080,-0.021 0.058,-0.021-0.018,-0.020-0.064,-0.019-0.088,-0.014-0.097,-0.013-0.094,0.039-0.822,0.004-0.075,-0.022 0.406,0.014-0.260,0.016-0.272,0.015-0.261,0.014-0.233,0.012-0.200,0.009-0.163,0.008-0.141,0.006-0.130,0.004-0.105,0.003-0.080,0.002-0.059,-0.000-0.042,0.001-0.028,0.000-0.015,-0.001-0.007,-0.005 0.119,-0.088-0.348,-0.041-0.236,-0.014-0.233,0.004-0.212,0.013-0.182,0.020-0.147,0.089 1.113,-0.063-1.664,0.020-0.270,0.016-0.103,0.015 0.012,0.011 0.080,0.008 0.120,0.007 0.132,0.005 0.131,0.002 0.121,0.001 0.102,0.002 0.085,0.076 0.045,0.043 0.138,0.017 0.200,0.000 0.223,-0.010 0.220,-0.018 0.203,-0.019 0.174,-0.019 0.145,-0.018 0.114,-0.018 0.242,-0.011 0.312,-0.010 0.338,-0.008 0.330,-0.006 0.305,-0.003 0.265,-0.003 0.222,0.001-1.084,-0.029 1.932,-0.037 0.182,-0.043 0.004,-0.041-0.109,-0.037-0.167,-0.030-0.186,-0.026-0.184,0.069-0.761,0.009-0.156,-0.011 0.049,0.027-0.252,0.027-0.234,0.027-0.210,0.024-0.178,0.021-0.146,0.015-0.154,0.015-0.198,0.012-0.178,0.008-0.152,0.005-0.122,0.002-0.094,0.002-0.070,-0.001-0.046,-0.000-0.032,-0.001-0.016,-0.001-0.009,-0.001 0.000,-0.001-0.200,-0.001-0.306,-0.001-0.344,0.000-0.339,-0.001-0.310,0.001-0.263,-0.001 1.451,0.026-1.806,0.040-0.145,0.048-0.021,0.045 0.060,0.043 0.102,0.038 0.125,0.009 0.288,-0.006 0.361,-0.018 0.380,-0.022 0.365,-0.024 0.325,-0.023 0.275,-0.021 0.222,-0.018 0.172,-0.013 0.125,-0.012 0.089,-0.008 0.057,-0.005 0.032,-0.004 0.016,-0.005 0.255,-0.012 0.372,-0.012 0.413,-0.012 0.401,-0.009 0.360,-0.008 0.304,-0.007 0.243,-0.095-0.042,-0.087 0.229,-0.102 0.453,-0.042-0.136,-0.012-0.251,0.003-0.303,0.016-0.312,0.020-0.294,-0.043 0.045,-0.021-0.033,0.000-0.115,0.013-0.161,0.022-0.177,0.025-0.175,0.027-0.170,0.047-0.232,0.047-0.216,0.044-0.190,0.037-0.155,0.030-0.124,0.025-0.093,0.017-0.066,0.013-0.054,0.008-0.046,0.005-0.036,0.002-0.030,0.002-0.019,-0.001-0.015,-0.001-0.009,-0.005 0.159,0.002-0.483,0.000-0.376,-0.002-0.399,0.000-0.389,-0.002-0.359,0.000-0.313,-0.002 1.922,0.010-2.164,0.013 0.094,0.016 0.216,0.016 0.282,0.015 0.303,0.015 0.298,0.011 0.271,0.010 0.236,-0.041 0.428,-0.002 0.037,0.042-0.259,-0.004 0.156,-0.005 0.154,-0.004 0.141,-0.005 0.121,-0.003 0.100,-0.002 0.077,-0.003 0.058,-0.001 0.041,-0.001 0.027,-0.000 0.017,-0.002 0.007,0.001 0.003,-0.001 0.135,0.008 0.223,0.009 0.263,0.009 0.268,0.010 0.255,0.007 0.226,0.008 0.193,-0.001 0.133,-0.012-0.006,-0.019-0.160,-0.016-0.166,-0.016-0.189,-0.014-0.194,-0.014-0.182,-0.010-0.161,-0.009-0.137,-0.007-0.117,-0.006-0.182,-0.003-0.164,-0.002-0.136,-0.002-0.108,0.001-0.082,-0.001-0.060,0.002-0.038,-0.001-0.025,0.002-0.012,0.000-0.006,0.001 0.001,0.000 0.003,0.001 0.006,-0.001 0.006,0.001 0.005,0.000 0.005,0.000 0.004,0.000 0.032,0.000 0.019,0.001 0.021,-0.001 0.020,0.000 0.018,0.000 0.016,0.000 0.012,0.000 0.010,0.000 0.109,0.000-0.240,0.000-0.096,0.000-0.080,0.000-0.061,0.000-0.046,0.000-0.001,0.000 0.012,0.000 0.026,0.000 0.031,0.000 0.032,0.000 0.030,0.000 0.062,0.000 0.072,0.000 0.072,0.000 0.069,0.000 0.060,0.000 0.050,0.000 0.040,0.000 0.029,0.000 0.022,0.000 0.014,0.000 0.009,0.000 0.005,0.000 0.002,0.000 0.000,0.000-0.002,0.000 0.164,0.000 0.423,0.000 0.244,0.000 0.169,0.000 0.111,0.000 0.064,0.000 0.032,0.000-0.117,0.000-0.112,0.000-0.135,0.000-0.134,0.000-0.126,0.000-0.109,0.000-0.090,0.000-0.108,0.000-0.138,0.000-0.132,0.000-0.114,0.000-0.094,0.000-0.073,0.000-0.055,0.000-0.038,0.000-0.025,0.000-0.014,0.000-0.007,0.000-0.002,0.000 0.001,0.000-0.175,0.000-0.270,0.000-0.301,0.000-0.293,0.000-0.264,0.000-0.221,0.018 0.653,0.031-0.010,0.073-0.560,0.021 0.159,0.000 0.209,-0.011 0.221,-0.018 0.211,-0.020 0.187,-0.021 0.158,-0.012 0.143,-0.009 0.149,-0.005 0.124,-0.002 0.100,0.000 0.076,0.001 0.054,0.002 0.037,0.002 0.022,0.003 0.013,0.001 0.005,0.001 0.000,0.002-0.003,0.000-0.005,0.002-0.004,0.000-0.006,0.000-0.005,-0.000-0.003,-0.011 0.055,-0.006 0.101,-0.006 0.119,-0.007 0.123,-0.007 0.118,-0.005 0.104,-0.008-0.106,-0.002 0.114,-0.001 0.493,-0.003 0.111,-0.002 0.050,-0.001 0.005,-0.001-0.021,-0.001 0.029,0.000-0.079,0.000-0.087,0.000-0.084,0.001-0.075,-0.001-0.064,0.002-0.613,-0.001 0.517,0.000-0.180,0.001-0.210,0.000-0.210,0.000-0.192,0.000-0.164,0.000-0.132,0.000-0.102,0.000-0.074,0.000-0.051,0.000-0.032,0.000-0.101,0.000-0.205,0.000-0.232,0.000-0.232,0.000-0.215,0.000-0.188,0.000-0.157,0.000 0.016,0.000 0.129,0.000 0.188,0.000 0.214,0.000 0.215,0.000 0.836,0.000-2.768</inkml:trace>
</inkml:ink>
</file>

<file path=ppt/ink/ink6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2099.000 1083.000,'0.000'-0.013,"0.000"-0.024,-0.011-0.144,-0.017-0.108,-0.019-0.095,-0.018-0.080,-0.017-0.061,-0.013-0.047,-0.011-0.033,-0.009-0.022,0.035 0.124,0.005-0.035,-0.015-0.172,-0.002-0.049,-0.006-0.038,-0.007-0.028,-0.006-0.022,-0.007-0.013,-0.006-0.010,0.001-0.054,0.012-0.036,0.016-0.038,0.018-0.036,0.016-0.034,0.016-0.029,0.022 0.382,0.018-0.664,0.043-0.134,0.045-0.090,0.044-0.055,0.040-0.030,0.034-0.009,0.029 0.002,-0.185 1.352,0.224-1.677,0.026-0.125,0.023-0.057,0.018-0.008,0.015 0.022,0.011 0.039,0.008 0.046,0.006 0.048,0.006 0.190,0.037 0.110,0.041 0.115,0.042 0.107,0.040 0.096,0.033 0.082,0.099-0.030,0.065 0.042,0.061 0.027,0.055 0.015,0.046 0.006,0.036 0.001,-0.095 0.164,-0.073 0.125,-0.092 0.141,-0.096 0.142,-0.092 0.131,-0.082 0.116,-0.211 0.267,-0.085 0.098,0.956-0.687,0.357-0.118,0.255-0.052,0.169-0.007,0.104 0.022,0.053 0.037,-0.268 0.147,-0.038 0.030,-0.048 0.023,-0.053 0.019,-0.051 0.014,-0.049 0.011,-0.856 0.392,1.230-0.447,0.061 0.044,0.028 0.043,0.005 0.039,-0.008 0.031,-0.016 0.026,-0.182 0.115,0.109 0.061,0.137 0.066,0.147 0.064,0.142 0.056,0.130 0.051,0.213 0.037,-0.181 0.039,-0.254 0.029,-0.279 0.019,-0.270 0.013,-0.242 0.007,-0.204 0.003,-0.165 0.001,-0.125-0.001,-0.092-0.003,-0.063-0.002,-0.040-0.002,0.401 0.155,0.275 0.111,0.130 0.073,0.029 0.042,-0.041 0.020,-0.081 0.005,-0.104-0.006,-0.799-0.246,0.753 0.239,-0.052 0.005,0.108 0.052,0.003 0.011,0.017 0.008,0.023 0.008,0.023 0.005,0.022 0.004,-0.162-0.042,-0.053 0.004,-0.063 0.007,-0.062 0.006,-0.060 0.006,-0.052 0.006,-0.557-0.271,0.846 0.432,0.060 0.023,-0.020-0.027,-0.070-0.054,-0.097-0.070,-0.104-0.072,-0.102-0.070,-0.087-0.051,-0.129-0.060,-0.119-0.047,-0.104-0.038,-0.083-0.027,-0.065-0.018,-0.049-0.014,-0.033-0.006,0.128 0.029,0.249 0.063,0.297 0.073,0.304 0.076,0.287 0.072,0.255 0.064,0.199 0.037,-0.077-0.041,-0.165-0.065,-0.205-0.077,-0.214-0.075,-0.200-0.069,-0.271-0.067,-0.160-0.042,-0.143-0.032,-0.120-0.026,-0.099-0.020,-0.076-0.012,-0.059-0.009,0.080 0.007,0.037 0.020,0.024 0.025,0.015 0.027,0.007 0.024,0.003 0.021,-0.057-0.013,-0.017-0.005,-0.020-0.011,-0.020-0.012,-0.018-0.015,-0.016-0.012,-0.021-0.013,-0.010-0.009,-0.007-0.008,-0.006-0.007,-0.004-0.005,-0.003-0.003,-0.059-0.003,0.353 0.000,0.432-0.003,0.159 0.000,0.056-0.001,-0.012 0.000,-0.053 0.000,-0.078 0.001,-0.121 0.001,-0.095 0.000,-0.092 0.001,-0.082-0.001,-0.070 0.002,-0.057-0.001,-0.354 0.001,0.377 0.011,0.058 0.017,0.058 0.020,0.055 0.021,0.048 0.020,0.043 0.019,0.130 0.025,-0.030-0.008,-0.053-0.014,-0.062-0.020,-0.064-0.019,-0.056-0.018,-0.050-0.016,-0.084-0.013,-0.074-0.009,-0.073-0.008,-0.065-0.005,-0.055-0.003,-0.045-0.003,-0.035 0.000,-0.026-0.001,-0.017 0.000,-0.013 0.000,-0.006 0.001,-0.003 0.001,-0.001 0.000,0.001-0.000,0.002 0.001,0.002 0.001,0.153 0.000</inkml:trace>
</inkml:ink>
</file>

<file path=ppt/ink/ink6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2277.000 1019.000,'0.007'0.000,"0.010"0.000,0.012 0.000,0.012 0.000,0.010 0.000,0.010 0.000,0.008 0.000,0.005 0.000,0.005 0.000,0.003 0.000,0.002 0.000,0.001 0.000,-0.012 0.000,0.131 0.013,0.058 0.021,0.043 0.022,0.029 0.024,0.018 0.021,0.010 0.019,-0.042 0.005,-0.034 0.008,-0.044 0.008,-0.043 0.003,-0.044 0.003,-0.038 0.002,-0.033 0.001,-0.066-0.091,-0.100 0.082,-0.105-0.020,-0.083-0.023,-0.063-0.022,-0.044-0.019,-0.008-0.017,0.010-0.014,0.023-0.011,0.029-0.007,0.030-0.006,0.029-0.003,0.026-0.003,0.023-0.001,0.016 0.000,0.015 0.000,0.009 0.001,0.007 0.000,0.010-0.001,0.025-0.002,0.029-0.004,0.024-0.002,0.024-0.002,0.018-0.003,0.015-0.002,0.011-0.002,0.007-0.000,0.005-0.001,0.004 0.000,0.001-0.001,0.001 0.000,-0.001 0.000,0.000 0.001,-0.002-0.001,0.001 0.000,-0.002 0.001,0.000-0.001,-0.001 0.001,0.000-0.001,-0.001 0.001,0.000 0.000,0.000-0.001,0.000 0.001,0.000 0.000,-0.001 0.000,0.001-0.001,0.000 0.001,0.000 0.000,0.000 0.000,0.000-0.001,0.000 0.001,0.000 0.000,0.000 0.000,0.000-0.001,0.000 0.001,0.000 0.000,0.000 0.000,0.000-0.001,0.000 0.001,0.000 0.000,0.000 0.000,0.042-0.007,0.066-0.014,0.076-0.017,0.078-0.015,0.072-0.016,0.064-0.014,0.053-0.011,-0.007 0.009,0.007 0.007,-0.002 0.012,-0.009 0.014,-0.013 0.013,-0.015 0.013,-0.322 0.039,0.476-0.028,0.038 0.013,0.014 0.010,-0.003 0.007,-0.011 0.006,-0.017 0.003,-0.479 0.008,0.492 0.377,0.045 0.325,0.030 0.290,0.019 0.248,0.009 0.201,0.004 0.156,-0.073-0.012,-0.090-0.051,-0.105-0.097,-0.108-0.120,-0.101-0.128,-0.091-0.122,-0.078-0.111,-0.063-0.097,-0.028-0.380,-0.034-0.049,-0.168 0.142,-0.101-0.175,-0.084-0.163,-0.064-0.145,-0.047-0.121,-0.033-0.096,-0.022-0.075,0.005-0.082,-0.070-0.124,-0.080-0.131,-0.081-0.129,-0.077-0.117,-0.069-0.103,0.321 0.256,-0.480-0.612,0.094-0.029,0.142 0.037,0.160 0.079,0.158 0.095,0.145 0.099,0.122 0.093,0.242 0.701,-0.103-0.633,0.101 0.064,0.088 0.076,0.072 0.081,0.056 0.074,0.042 0.068,0.031 0.056,0.019 0.044,0.003 0.068,0.016 0.049,0.014 0.047,0.013 0.042,0.010 0.037,0.009 0.029,0.055 0.035,0.044 0.041,0.048 0.036,0.044 0.033,0.041 0.026,0.035 0.020,-0.100-0.027,0.152 0.027,-0.060-0.015,-0.090-0.019,-0.100-0.020,-0.101-0.019,-0.089-0.016,-0.077-0.014,-0.064-0.010,-0.047-0.009,-0.036-0.006,-0.025-0.004,-0.016-0.003,-0.010 0.000,-0.004-0.002,-0.001 0.001,0.001 0.000,0.003 0.001,0.059 0.002,-1.225-0.006</inkml:trace>
</inkml:ink>
</file>

<file path=ppt/ink/ink6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2305.000 1032.000,'0.021'0.000,"0.035"0.000,0.040 0.000,0.151 0.018,0.192 0.030,0.212 0.032,0.207 0.035,0.188 0.031,0.164 0.028,0.135 0.023,0.107 0.020,-0.173-0.047,-0.201-0.034,0.170 0.015,1.345 0.146,0.367 0.027,0.248 0.015,0.156 0.005,0.081-0.001,0.032-0.004,-0.006-0.007,0.316 0.043,-0.073 0.016,-0.094 0.021,-0.097 0.019,-0.090 0.019,-0.079 0.015,-2.062-0.289,2.190 0.303,0.299 0.056,0.171 0.046,0.085 0.035,0.021 0.028,-0.021 0.019,-0.049 0.014,-0.063 0.007,-0.070 0.005,-2.163-0.378,3.177 0.635,-0.201-0.015,-0.432-0.077,-0.536-0.107,-0.548-0.118,-0.509-0.111,-0.866-0.201,-0.330-0.067,-0.096-0.010,0.651 0.142,-0.073 0.012,-0.037 0.017,-0.014 0.018,0.004 0.018,0.012 0.015,0.000 0.023,0.114 0.056,0.128 0.060,0.128 0.060,0.115 0.052,0.100 0.044,0.080 0.036,-0.531-0.154,-0.125-0.023,-0.154-0.033,0.076 0.035,-0.283-0.098,-0.271-0.101,-0.245-0.097,-0.208-0.087,-0.168-0.072,-0.525-0.133,0.527 0.072,0.031-0.023,0.022-0.010,0.015-0.002,0.010 0.004,0.004 0.007,0.003 0.010,-0.005 0.005,-0.077-0.007,-0.088-0.011,-0.091-0.014,-0.084-0.012,-0.073-0.012,-0.063-0.010,-0.048-0.009,-0.014-0.007,-0.004-0.005,0.012-0.004,0.017-0.002,0.020-0.002,0.020-0.001,0.003 0.000,-0.020 0.000,-0.030 0.000,-0.030 0.001,-0.030 0.000,-0.026 0.001,-0.021 0.000,-0.018 0.000,-0.013 0.001,-0.009-0.001,-0.006 0.001,-0.004 0.000,-0.002 0.000,0.000 0.001,-0.001-0.001,0.002 0.000,0.000 0.000,-0.023 0.000,0.116 0.012,0.047 0.020,0.028 0.022,0.013 0.022,0.003 0.021,-0.002 0.019,0.655 0.497</inkml:trace>
</inkml:ink>
</file>

<file path=ppt/ink/ink6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2456.000 1043.000,'0.000'0.013,"0.000"0.021,0.000 0.022,0.000 0.024,0.000 0.021,0.000 0.019,0.026 0.015,0.041 0.013,0.046 0.008,0.047 0.007,0.043 0.005,0.036 0.002,-0.154-0.102,1.299 1.149,0.586 0.547,0.304 0.293,0.100 0.111,-0.037-0.017,-0.122-0.094,0.048 0.156,-0.276-0.196,-0.314-0.269,-0.310-0.289,-0.278-0.275,-0.235-0.241,-0.700-0.770,0.261 0.377,0.147 0.425,-0.112 0.037,-0.102 0.005,-0.091-0.015,-0.077-0.028,-0.063-0.033,-0.047-0.035,-0.037-0.034,-0.021-0.271,-0.010-0.022,-0.049 0.358,-0.054 0.051,-0.054 0.061,-0.047 0.063,-0.040 0.058,-0.032 0.049,-0.098-0.013,-0.146 0.011,-0.158 0.002,-0.152-0.002,-0.136-0.006,-0.113-0.007,0.012-0.124,0.033-0.125,0.062-0.142,0.077-0.138,0.078-0.128,0.075-0.110,-1.433 0.315</inkml:trace>
</inkml:ink>
</file>

<file path=ppt/ink/ink6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2304.000 1030.000,'0.012'0.000,"0.020"0.000,0.021 0.000,0.024 0.000,0.020 0.000,0.019 0.000,0.090 0.000,0.134 0.000,0.154 0.000,0.155 0.000,0.145 0.000,0.128 0.000,0.109 0.000,0.715 0.098,0.846 0.149,0.918 0.170,0.886 0.167,0.791 0.152,0.669 0.129,-0.114 0.006,-0.263-0.021,-0.453-0.054,-0.535-0.071,-0.544-0.075,-0.509-0.072,-2.713-0.454,5.444 0.939,1.309 0.215,0.672 0.096,0.225 0.011,-0.065-0.037,-0.234-0.065,-0.315-0.076,-0.336-0.075,-0.558-0.045,-0.263-0.011,-0.486-0.056,-0.594-0.078,-0.617-0.088,-0.590-0.088,-0.525-0.081,0.033 0.033,-0.147 0.005,-0.512-0.085,-0.352-0.064,-0.364-0.071,-0.343-0.072,-0.301-0.065,-0.254-0.058,-0.331-0.070,-0.230-0.052,-0.209-0.046,-0.179-0.040,-0.149-0.032,-0.119-0.026,-0.091-0.020,-0.132-0.016,0.244-0.004,0.017-0.009,-0.013-0.006,-0.030-0.002,-0.038 0.000,-0.040 0.001,-0.038 0.002,-0.034 0.002,-0.028 0.002,-0.023 0.002,-0.017 0.002,1.167 0.002</inkml:trace>
</inkml:ink>
</file>

<file path=ppt/ink/ink6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2111.000 1092.000,'0.007'0.000,"0.011"0.000,0.013 0.000,0.011 0.000,0.012 0.000,0.009 0.000,0.007 0.000,0.005 0.000,0.005 0.000,0.003 0.000,0.001 0.000,0.002 0.000,0.020-0.024,0.074-0.038,0.301-0.131,0.335-0.141,0.361-0.148,0.351-0.143,0.321-0.128,0.278-0.111,0.232-0.092,0.314-0.093,0.216-0.040,0.184-0.017,0.149-0.005,0.116 0.006,0.087 0.012,0.685-0.281,0.432-0.226,0.236-0.173,0.094-0.128,-0.004-0.089,-0.067-0.059,-1.970 0.835,-0.021 0.016,1.791-0.758,-0.219 0.083,-0.292 0.106,-0.315 0.111,-0.308 0.107,-0.281 0.098,-1.370 0.614,-0.071 0.023,1.180-0.555,-0.297 0.157,-0.310 0.176,-0.290 0.172,-0.255 0.156,-0.208 0.131,-0.165 0.105,0.827-0.035,0.518-0.049,0.187-0.024,-0.043-0.004,-0.190 0.007,-0.270 0.016,-0.305 0.019,-1.285 0.327,0.703-0.199,-0.145 0.007,0.088-0.061,-0.201 0.040,-0.179 0.044,-0.155 0.047,-0.126 0.044,-0.100 0.039,-0.075 0.032,-0.057 0.021,-0.067 0.019,-0.056 0.014,-0.048 0.009,-0.036 0.005,-0.026 0.002,-0.031 0.018,-0.011 0.016,-0.006 0.019,-0.003 0.020,0.001 0.018,0.001 0.015,0.087 0.000,0.070-0.006,0.077-0.011,0.073-0.013,0.066-0.015,0.055-0.013,0.044-0.012,-0.310 0.027,0.216-0.062,0.032-0.015,0.187-0.046,-0.037 0.013,-0.063 0.022,-0.077 0.028,-0.076 0.028,-0.074 0.028,-0.037 0.009,-0.039 0.002,-0.025-0.006,-0.013-0.009,-0.006-0.013,-0.001-0.011,-0.369 0.098,0.387-0.086,0.004 0.009,-0.019 0.013,-0.032 0.015,-0.040 0.015,-0.041 0.012,-0.023 0.012,-0.044 0.010,-0.038 0.009,-0.033 0.007,-0.024 0.004,-0.020 0.003,-0.014 0.003,-0.018-0.010,-0.004-0.015,-0.003-0.018,0.000-0.020,0.000-0.017,0.001-0.017,0.003-0.014,0.416-0.459</inkml:trace>
</inkml:ink>
</file>

<file path=ppt/ink/ink6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2092.000 1098.000,'0.009'0.000,"0.012"0.000,0.016 0.000,0.013 0.000,0.014 0.000,0.011 0.000,0.009 0.000,0.007 0.000,0.005 0.000,0.003 0.000,0.046 0.000,0.083 0.000,0.094 0.000,0.097 0.000,0.089 0.000,-0.042 0.047,0.221 0.117,0.023 0.097,-0.009 0.085,-0.028 0.071,-0.037 0.057,-0.040 0.044,-0.040 0.031,-0.080-0.041,-0.104-0.086,-0.109-0.107,-0.102-0.109,-0.089-0.102,-0.075-0.089,-0.058-0.075,-0.045-0.057,-0.032-0.044,-0.021-0.031,-0.013-0.020,-0.006-0.014,-0.004-0.006,0.001-0.002,0.003 0.000,0.002 0.003,0.004 0.003,0.003 0.003,0.003 0.004,-0.050-0.338,-0.016-0.280,0.038-0.139,0.058-0.059,0.067-0.002,0.069 0.032,0.063 0.050,0.053 0.059,0.046 0.059,-0.087 0.534,0.225-0.368,0.076 0.121,0.053 0.119,0.034 0.110,0.017 0.093,0.008 0.077,0.000 0.061,0.020 0.074,-0.024 0.081,-0.028 0.073,-0.027 0.061,-0.026 0.050,-0.021 0.037,-0.014 0.043,-0.004 0.041,-0.028 0.012,-0.041-0.007,-0.048-0.018,-0.047-0.026,-0.074-0.009,-0.103-0.036,-0.103-0.035,-0.096-0.032,-0.083-0.025,-0.068-0.021,-0.054-0.016,-0.040-0.013,-0.030-0.007,-0.019-0.005,-0.012-0.004,-0.006-0.001,-0.002 0.001,0.000-0.001,0.002 0.002,0.018-0.070,0.013-0.104,0.015-0.121,0.015-0.121,0.013-0.112,0.012-0.098,0.008-0.081,0.008-0.064,0.241 0.371,-0.059-0.186,0.016-0.040,-0.037-0.503,0.152 0.006,0.157 0.063,0.147 0.090,0.127 0.102,0.106 0.096,-0.377 0.532,0.505-0.357,-0.134 0.189,0.036 0.046,0.317-0.007,0.055 0.099,0.031 0.087,0.015 0.071,0.003 0.057,-0.005 0.043,0.020 0.133,-0.063 0.156,-0.071 0.163,-0.068 0.152,-0.062 0.131,-0.052 0.108,-0.156-0.117,-0.070 0.008,-0.071-0.007,-0.069-0.016,-0.061-0.021,-0.052-0.022,-0.103-0.019,-0.134-0.070,-0.141-0.078,-0.136-0.075,-0.123-0.070,-0.106-0.060,-0.087-0.051,-0.069-0.040,0.270-0.142,-0.404 0.076,0.046-0.057,0.085-0.052,0.105-0.045,0.108-0.035,0.100-0.027,0.088-0.020,0.282-0.024,-0.757-0.300,-0.186-0.171,-0.042-0.093,0.049-0.038,0.102 0.000,0.126 0.023,0.649 0.475,-0.416-0.424,0.111 0.012,0.101 0.030,0.090 0.041,0.076 0.046,0.062 0.045,0.061-0.001,0.059 0.005,0.051-0.007,0.041-0.015,0.032-0.018,0.023-0.019,0.089 0.007,0.122 0.024,0.137 0.034,0.135 0.037,0.124 0.035,0.109 0.034,0.088 0.028,-0.549 0.158,0.696 0.115,0.052 0.168,0.001 0.141,-0.034 0.113,-0.051 0.085,-0.062 0.064,-0.116 0.041,-0.150 0.017,-0.159 0.004,-0.153-0.005,-0.140-0.013,-0.120-0.014,-0.100-0.016,-0.125 0.060,-0.121-0.034,-0.065-0.084,-0.055-0.048,-0.036-0.046,-0.025-0.041,-0.011-0.034,-0.006-0.029,-0.081-0.039,-0.102-0.060,-0.114-0.062,-0.111-0.056,-0.101-0.050,-0.085-0.039,-0.223-0.136,-0.232-0.181,-0.237-0.194,-0.216-0.181,-0.187-0.160,-0.152-0.131,1.414 0.563,-1.147-0.571,0.169 0.002,0.228 0.044,0.246 0.068,0.244 0.078,0.220 0.077,0.205 0.085,0.177 0.083,0.147 0.076,0.118 0.066,0.090 0.054,0.065 0.042,0.043 0.045,0.025 0.020,0.016 0.013,0.007 0.010,0.002 0.004,-0.002 0.001,0.017 0.006,0.026 0.016,0.029 0.020,0.031 0.019,0.029 0.018,0.026 0.017,0.023 0.014,0.067 0.011,0.078 0.010,0.083 0.006,0.081 0.005,0.074 0.003,0.064 0.002,0.071 0.044,-0.019 0.065,-0.041 0.073,-0.052 0.072,-0.055 0.063,-0.050 0.056,-0.045 0.043,-0.036 0.035,-0.069-0.019,-0.066-0.029,-0.068-0.041,-0.062-0.046,-0.054-0.043,-0.043-0.041,-0.035-0.033,-0.025-0.027,-0.018-0.026,-0.011-0.034,-0.006-0.031,0.000-0.026,0.000-0.022,0.003-0.016,0.003-0.012,0.004-0.007,0.002-0.005,0.003-0.003,0.002-0.001,0.002 0.001,0.001-0.001,0.001 0.002,0.000 0.001,0.001-0.000,-0.001 0.002,0.001 0.000,0.000 0.002,-0.001-0.001,0.001 0.001,-0.001 0.000,0.001 0.000,-0.001 0.000,0.000 0.000,0.000 0.000,0.000 0.001,0.000-0.001,0.001 0.000,-0.001 0.000,0.000 0.000,0.000 0.000,0.000 0.000,0.000 0.000,0.000 0.000,-0.000 0.000,0.000 0.000,0.000 0.000,0.000 0.000,0.000 0.000,0.001 0.000,-0.001 0.000,0.000 0.000,0.000 0.000,0.000 0.000,0.000 0.000,0.000 0.000,0.000 0.000,-0.000 0.000,0.000 0.000,0.000 0.000,0.000 0.000,0.000 0.000,0.001 0.000,-0.001 0.000,0.000 0.000,0.000 0.000,0.000 0.000,0.000 0.000,0.000 0.000,0.000 0.000,-0.000 0.000,0.000 0.000,0.000 0.000,0.000 0.000,0.001 0.000,-0.001 0.000,-0.000 0.000,0.000 0.000,0.000 0.000,0.000 0.000,0.050 0.000,0.077 0.000,0.086 0.000,0.085 0.000,0.077 0.000,0.049 0.022,0.064 0.035,0.057 0.039,0.048 0.041,0.039 0.035,0.029 0.033,0.022 0.026,-0.018 0.063,-0.084 0.064,-0.101 0.067,-0.104 0.060,-0.097 0.053,-0.084 0.042,-0.069 0.007,-0.055-0.018,-0.040-0.030,-0.029-0.036,-0.019-0.037,-0.012-0.034,-0.051-0.031,-0.069-0.049,-0.075-0.046,-0.070-0.040,-0.063-0.032,-0.051-0.027,0.062-0.074,-0.064-0.020,-0.160-0.001,-0.022-0.026,0.010-0.025,0.026-0.019,0.035-0.016,0.040-0.012,0.038-0.009,0.343-0.004,-0.406-0.039,-0.050-0.061,-0.041-0.069,-0.033-0.069,-0.025-0.062,-0.018-0.056,0.054-0.008,0.066 0.003,0.078 0.017,0.085 0.025,0.080 0.029,0.073 0.029,0.063 0.026,0.049 0.010,0.046 0.021,0.033 0.015,0.024 0.011,0.016 0.009,0.009 0.004,0.119-0.404</inkml:trace>
</inkml:ink>
</file>

<file path=ppt/ink/ink6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2096.000 1088.000,'0.042'0.010,"0.066"0.017,0.076 0.019,0.078 0.020,0.072 0.017,0.064 0.017,0.053 0.013,-0.358-0.085,0.318 0.156,0.103 0.074,0.432 0.298,0.050 0.111,-0.026 0.067,-0.069 0.036,-0.090 0.014,-0.095-0.002,-0.153-0.075,-0.086-0.003,-0.080-0.002,-0.070 0.001,-0.058 0.000,-0.046 0.002,-0.036 0.001,-0.045-0.002,-0.067-0.092,-0.066-0.105,-0.059-0.108,-0.050-0.098,-0.043-0.087,-0.031-0.069,-0.025-0.057,-0.017-0.042,0.167-0.038,-0.419-0.090,-0.189-0.170,-0.148-0.194,-0.111-0.194,-0.079-0.186,-0.052-0.166,0.603 0.546,-0.694-0.948,0.115-0.101,0.142-0.037,0.145 0.007,0.134 0.032,0.398 0.949,-0.212-0.818,0.114 0.163,0.096 0.193,0.076 0.198,0.058 0.181,0.042 0.157,0.028 0.130,0.017 0.102,0.010 0.074,0.003 0.054,0.001 0.035,-0.003 0.021,0.166 0.201,0.103 0.140,0.055 0.092,0.019 0.054,-0.003 0.025,-0.018 0.008,-0.055-0.072,-0.021-0.043,-0.022-0.052,-0.019-0.052,-0.017-0.051,-0.014-0.047,0.001-0.023,-0.035-0.032,-0.037-0.021,-0.033-0.012,-0.028-0.006,-0.024 0.001,-0.017 0.001,-0.014 0.003,-0.009 0.005,-0.006 0.003,-0.004 0.004,-0.001 0.004,-0.030 0.213</inkml:trace>
</inkml:ink>
</file>

<file path=ppt/ink/ink6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2096.000 1099.000,'0.000'-0.007,"0.000"-0.012,0.000-0.013,0.000-0.014,0.000-0.013,0.000-0.010,0.000-0.010,0.000-0.008,0.000-0.005,0.000-0.005,0.000-0.020,0.000-0.028,0.000-0.033,0.000-0.032,0.000-0.030,0.000-0.026,0.000-0.021,0.000-0.017,0.000-0.013,0.000-0.057,0.000-0.025,0.000 0.004,0.000 0.021,0.000 0.031,0.000 0.035,0.000 0.036,0.000 0.034,0.000 0.080,0.000-1.330</inkml:trace>
</inkml:ink>
</file>

<file path=ppt/ink/ink6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2302.000 1021.000,'0.000'0.016,"0.000"0.024,0.000 0.029,0.000 0.028,0.000 0.025,0.083 0.048,0.129 0.066,0.151 0.072,0.152 0.069,0.143 0.062,0.125 0.054,0.105 0.044,0.086 0.035,0.170 0.037,0.302 0.104,1.258 0.420,0.768 0.129,0.699 0.086,0.598 0.051,0.486 0.027,0.374 0.008,-0.056-0.103,0.023-0.080,-0.054-0.092,-0.098-0.093,-0.119-0.086,-0.122-0.075,-0.116-0.061,-1.643-0.283,0.060 0.007,0.677 0.085,0.211-0.006,1.728 0.260,-0.047 0.048,-0.212 0.047,-0.296 0.046,-0.321 0.038,-0.310 0.032,-0.278 0.025,-0.234 0.019,-0.186 0.013,-0.143 0.009,-0.102 0.005,0.667 0.106,0.196 0.008,-0.222-0.086,-0.467-0.137,-0.586-0.159,-0.614-0.162,-0.584-0.149,1.833 0.471</inkml:trace>
</inkml:ink>
</file>

<file path=ppt/ink/ink6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2127.000 1096.000,'0.025'-0.012,"0.037"-0.020,0.043-0.020,0.042-0.021,0.037-0.019,0.031-0.016,0.026-0.012,0.239-0.136,0.374-0.212,0.419-0.237,0.417-0.237,0.381-0.216,-1.650 0.925,2.946-1.469,0.762-0.251,0.525-0.126,0.333-0.040,0.186 0.018,0.083 0.047,0.077 0.054,0.325-0.049,0.355-0.066,0.345-0.075,0.306-0.071,0.259-0.064,-0.727 0.246,-0.573 0.179,-0.706 0.219,-0.741 0.226,-0.707 0.216,-0.636 0.192,-0.347 0.102,0.982-0.386,-0.113 0.054,-0.267 0.126,-0.339 0.160,-0.355 0.168,-0.336 0.159,-0.355 0.150,-0.251 0.111,-0.205 0.086,-0.163 0.067,-0.121 0.048,-0.087 0.034,-0.122 0.037,-0.095 0.030,-0.088 0.026,-0.078 0.023,-0.064 0.019,-0.053 0.014,-0.039 0.010,-0.266 0.007,0.443-0.072,-0.038-0.009,0.046-0.013,0.166-0.032,-0.008 0.005,-0.033 0.012,-0.049 0.016,-0.053 0.017,-0.054 0.017,-0.050 0.015,0.847-0.001</inkml:trace>
</inkml:ink>
</file>

<file path=ppt/ink/ink6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2242.000 1034.000,'0.009'0.000,"0.013"0.000,0.017 0.000,0.016 0.000,0.016 0.000,0.014 0.000,0.011 0.000,0.011 0.000,0.113-0.036,0.171-0.026,0.528-0.071,0.176-0.014,0.073 0.004,0.003 0.016,-0.040 0.018,-0.064 0.022,-0.615 0.057,0.370-0.008,0.780-0.008,0.118 0.013,0.004 0.010,-0.070 0.010,-0.114 0.006,-0.134 0.005,-0.140 0.003,-0.153 0.002,-0.141 0.001,-0.126 0.001,-0.105-0.000,-0.086-0.001,-0.065-0.000,-0.050-0.001,-0.144 0.093,-0.052 0.110,-0.002 0.369,-0.138 0.289,-0.132 0.261,-0.116 0.220,-0.096 0.177,-0.075 0.135,-0.007-0.171,-0.034 0.086,-0.028 0.085,-0.021 0.079,-0.016 0.068,-0.012 0.059,-0.027 0.088,-0.016-0.029,-0.012-0.053,-0.012-0.065,-0.009-0.068,-0.007-0.066,-0.006-0.060,-1.334 4.327</inkml:trace>
</inkml:ink>
</file>

<file path=ppt/ink/ink6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2330.000 1034.000,'0.141'0.035,"0.217"0.055,0.246 0.061,0.243 0.061,0.223 0.055,0.191 0.048,0.155 0.039,-0.121-0.042,0.467 0.120,0.278 0.089,0.653 0.142,0.419 0.055,0.382 0.030,0.330 0.015,0.274 0.001,0.218-0.006,0.358-0.012,0.175-0.055,0.133-0.065,0.100-0.062,0.068-0.057,0.045-0.051,-4.181-0.370,5.006 0.313,0.316-0.057,0.111-0.049,-0.024-0.041,-0.107-0.033,-0.148-0.024,-0.552 0.031,-0.413 0.073,-0.431 0.089,-0.410 0.093,-0.364 0.088,-0.307 0.077,-0.247 0.066,-1.566-0.301,-0.139-0.016,0.874 0.203,-0.242-0.059,-0.308-0.080,-0.275-0.074,-0.236-0.066,-0.191-0.055,-0.149-0.044,-0.110-0.034,-0.291-0.064,0.079-0.003,-0.116-0.030,-0.121-0.024,-0.116-0.021,-0.104-0.016,-0.089-0.014,-0.073-0.008,-0.058-0.007,-0.031-0.004,-0.037-0.004,-0.025 0.000,-0.014 0.000,-0.008 0.001,-0.002 0.001,0.001 0.002,0.004 0.000,-0.001 0.014,0.008 0.017,0.006 0.021,0.007 0.020,0.005 0.019,0.006 0.016,0.003 0.014,0.406 0.426</inkml:trace>
</inkml:ink>
</file>

<file path=ppt/ink/ink6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2452.000 1028.000,'0.027'0.000,"0.372"0.174,0.464 0.263,0.493 0.298,0.468 0.290,0.413 0.261,0.341 0.222,0.270 0.178,-1.181-0.700,0.150 0.083,1.645 0.985,0.070 0.078,-0.105-0.014,-0.203-0.070,-0.250-0.101,-0.260-0.112,-1.696-1.133,1.288 0.950,-0.180-0.098,-0.182-0.124,-0.172-0.134,-0.155-0.130,-0.131-0.120,-0.138-0.112,-0.208-0.151,-0.205-0.142,-0.187-0.126,-0.163-0.106,-0.135-0.087,-0.120-0.004,-0.127 0.022,-0.115 0.055,-0.102 0.065,-0.089 0.070,-0.074 0.065,-0.058 0.060,0.121-0.362,-0.342 0.674,-0.175 0.213,-0.165 0.185,-0.144 0.153,-0.122 0.120,-0.097 0.092,-0.002-0.032,0.059-0.108,0.096-0.150,0.110-0.165,0.112-0.163,0.105-0.149,0.379-0.546,-0.824 0.918,-0.339 0.161,-0.308 0.088,-0.265 0.036,-0.215 0.000,-0.168-0.023,-0.128-0.073,0.119-0.226,0.183-0.251,0.207-0.244,0.205-0.217,0.184-0.184,0.156-0.147,0.374-0.128,-4.895-0.390</inkml:trace>
</inkml:ink>
</file>

<file path=ppt/ink/ink6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2119.000 1094.000,'0.000'-0.006,"0.106"-0.224,0.162-0.152,0.185-0.110,0.183-0.073,0.166-0.048,0.144-0.024,0.116-0.011,0.849-0.120,0.993-0.164,0.972-0.160,0.891-0.145,0.770-0.123,0.638-0.103,1.007-0.243,0.040-0.056,-0.173-0.024,-0.287-0.004,-0.331 0.007,-0.327 0.016,-0.631 0.113,-0.482 0.077,-0.463 0.082,-0.414 0.078,-0.348 0.069,-0.279 0.057,-0.467 0.183,-0.058 0.057,-0.001 0.054,0.037 0.046,0.058 0.038,0.068 0.030,0.024 0.031,-0.187 0.078,-0.240 0.082,-0.256 0.079,-0.247 0.071,-0.223 0.060,-0.153 0.023,-0.096-0.005,-0.055-0.022,-0.021-0.030,-0.001-0.034,0.013-0.035,0.023-0.030,0.224-0.048,0.091 0.035,0.093 0.052,0.082 0.057,0.070 0.054,0.059 0.049,0.043 0.041,-0.437 0.036,0.778-0.187,-0.169-0.006,-0.311 0.029,-0.370 0.050,-0.374 0.056,-0.345 0.057,-0.297 0.052,-0.692 0.234,1.573-1.538</inkml:trace>
</inkml:ink>
</file>

<file path=ppt/ink/ink6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2257.000 1040.000,'0.000'-0.009,"0.000"-0.013,0.000-0.017,0.000-0.016,0.000-0.016,0.000-0.014,0.000-0.011,0.000-0.011,0.033-0.009,0.050 0.011,0.056 0.016,0.056 0.016,0.051 0.017,0.041 0.016,0.036 0.012,0.025 0.010,0.020 0.007,0.013 0.007,0.008 0.003,0.005 0.003,0.003 0.001,0.052 0.000,0.150 0.000,0.173-0.000,0.178 0.000,0.170-0.001,0.151 0.000,0.129 0.000,-0.802-0.002,0.930 0.001,-0.047 0.000,-0.123-0.001,-0.165 0.001,-0.180-0.001,-0.178 0.000,-0.163 0.000,-0.289 0.000,0.089 0.000,-0.027 0.000,0.077-0.001,-0.061 0.001,-0.062 0.000,-0.057 0.000,-0.050 0.000,-0.040 0.000,-0.066 0.039,-0.075 0.062,-0.076 0.068,-0.069 0.071,-0.062 0.064,-0.049 0.056,-0.041 0.045,-0.030 0.037,-0.021 0.028,-0.015 0.019,-0.009 0.013,-0.004 0.008,-0.049 0.025,-0.038 0.095,-0.002 0.091,0.012 0.092,0.023 0.086,0.025 0.075,0.027 0.061,0.217-0.833,-0.211 0.937,-0.018 0.050,-0.031 0.016,-0.032-0.005,-0.034-0.021,-0.031-0.025,0.026-0.164,0.017-0.131,0.027-0.144,0.031-0.144,0.031-0.133,0.030-0.117,0.026-0.098,-0.417-0.246</inkml:trace>
</inkml:ink>
</file>

<file path=ppt/ink/ink6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2308.000 1032.000,'0.085'0.000,"0.130"0.000,0.147 0.000,0.143 0.000,0.132 0.000,0.110 0.000,0.089 0.000,0.069 0.000,-0.720 0.003,1.144 0.170,0.710 0.225,1.241 0.346,0.525 0.178,0.297 0.110,0.130 0.058,0.012 0.020,-0.068-0.006,-2.386-0.637,3.260 0.743,0.376-0.037,0.224-0.085,0.105-0.111,0.026-0.118,-0.029-0.114,0.516 0.065,-0.130 0.028,-0.314 0.031,-0.404 0.031,-0.426 0.027,-0.404 0.022,-0.358 0.019,-1.590-0.340,-0.124-0.012,0.796 0.218,-0.491-0.109,-0.517-0.125,-0.494-0.125,-0.442-0.117,-0.373-0.100,-0.302-0.084,-0.534-0.140,1.312 0.159,0.475 0.025,0.302 0.020,0.170 0.016,0.071 0.014,0.003 0.009,-0.044 0.007,-0.946-0.101,0.020 0.014,1.165 0.222,-0.017 0.026,-0.125-0.015,-0.182-0.042,-0.206-0.055,-0.209-0.060,-0.191-0.058,-0.168-0.054,-0.135-0.043,-0.180-0.040,-0.161-0.031,-0.137-0.024,-0.109-0.017,-0.085-0.010,-0.037 0.007,-0.003 0.016,0.018 0.023,0.031 0.024,0.035 0.022,0.035 0.021,-0.001 0.010,-0.092-0.008,-0.112-0.013,-0.117-0.018,-0.109-0.017,-0.096-0.016,-0.078-0.013,-0.062-0.012,-0.045-0.009,-0.034-0.006,-0.024-0.005,-0.008-0.002,-0.003-0.002,0.002-0.001,0.004-0.001,0.006 0.001,0.005 0.000,0.006 0.000,0.351-0.004</inkml:trace>
</inkml:ink>
</file>

<file path=ppt/ink/ink6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2453.000 1031.000,'0.000'-0.011,"0.000"-0.015,0.000-0.020,0.000-0.017,0.000-0.016,0.000-0.015,0.000-0.010,0.000-0.010,0.027 0.053,0.183 0.030,0.202 0.112,0.209 0.132,0.198 0.131,0.177 0.125,0.151 0.108,0.122 0.092,0.096 0.075,-0.158-0.060,0.505 0.322,0.001 0.027,-0.070-0.021,-0.108-0.049,-0.123-0.062,-0.121-0.067,-0.111-0.062,-0.945-0.618,1.490 1.040,0.273 0.264,0.141 0.181,0.049 0.119,-0.010 0.067,-0.048 0.032,-0.064 0.007,-0.639-0.576,-0.112-0.122,0.202 0.180,-0.260-0.201,-0.251-0.177,-0.224-0.149,-0.191-0.117,-0.153-0.090,-0.116-0.051,-0.085-0.023,-0.059-0.002,-0.036 0.009,-0.021 0.015,-0.009 0.019,-0.017-0.026,-0.016-0.023,-0.017-0.030,-0.015-0.031,-0.014-0.031,-0.010-0.028,-0.208 0.022,-0.319 0.088,-0.372 0.112,-0.379 0.117,-0.358 0.114,-0.320 0.104,-0.271 0.088,-0.323 0.127,-0.212 0.083,-0.168 0.071,-0.126 0.057,-0.091 0.045,-0.061 0.034,-1.470 0.498,-0.625 0.134,-0.200-0.032,0.079-0.133,0.241-0.182,0.322-0.198,0.342-0.190,0.327-0.169,3.374-0.975,-3.596 0.923,0.025-0.070,0.303-0.123,0.462-0.151,0.527-0.154,0.531-0.147,0.495-0.132,0.434-0.111,0.364-0.090,-0.443-0.295</inkml:trace>
</inkml:ink>
</file>

<file path=ppt/ink/ink6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2090.000 1104.000,'0.004'0.000,"0.006"0.000,0.007 0.000,0.007 0.000,0.006 0.000,0.005 0.000,0.005 0.000,0.003 0.000,0.002 0.000,0.002 0.000,0.002 0.000,-0.001 0.000,0.001 0.000,0.000 0.000,0.001 0.000,-0.002 0.000,0.001 0.000,-0.001 0.000,0.000 0.000,0.000 0.000,0.000 0.000,0.050 0.000,0.091 0.000,0.200-0.039,0.183-0.062,0.174-0.068,0.156-0.071,0.132-0.064,0.105-0.056,0.070-0.058,0.040-0.058,0.018-0.050,0.004-0.043,-0.006-0.034,-0.011-0.028,-0.080 0.021,-0.116 0.047,-0.130 0.060,-0.127 0.066,-0.119 0.061,-0.100 0.055,-0.436 0.244,0.656-0.309,1.164-0.512,0.438-0.173,0.221-0.077,0.064-0.011,-0.044 0.036,-0.113 0.064,0.106-0.036,-0.321 0.135,-0.338 0.136,-0.316 0.125,-0.280 0.107,-0.231 0.088,0.289-0.051,0.328-0.076,0.301-0.079,0.264-0.070,0.217-0.063,0.172-0.051,0.009-0.009,0.058-0.032,0.026-0.024,0.008-0.020,-0.008-0.013,-0.015-0.010,0.004-0.079,-0.003-0.053,-0.309 0.092,-0.358 0.130,-0.358 0.144,-0.327 0.137,-0.280 0.125,-0.092 0.099,0.131 0.036,0.216 0.015,0.253-0.003,0.260-0.011,0.244-0.017,0.309-0.047,0.059-0.020,-0.010-0.015,-0.051-0.012,-0.073-0.009,-0.079-0.007,-0.145 0.012,-0.062-0.004,-0.047-0.003,-0.037-0.003,-0.028-0.001,-0.017-0.003,-0.817 0.196,0.907-0.265,-0.040-0.026,-0.096-0.006,-0.121 0.002,-0.129 0.009,-0.123 0.014,-0.096 0.012,-0.160 0.045,-0.149 0.050,-0.129 0.046,-0.107 0.041,-0.083 0.035,-0.063 0.027,-0.044 0.021,-0.029 0.015,-0.017 0.009,-0.009 0.007,0.050 0.037,0.053 0.014,0.010 0.013,-0.021 0.014,-0.039 0.012,-0.046 0.010,-0.051 0.008,-0.252 0.040,0.312-0.145,-0.018-0.026,-0.027-0.005,-0.030 0.007,-0.031 0.015,-0.027 0.019,-0.057 0.031,-0.015 0.015,-0.010 0.012,-0.007 0.010,-0.002 0.009,-0.002 0.004,0.161 0.003,0.052 0.009,-0.006 0.011,-0.041 0.010,-0.060 0.008,-0.068 0.007,-0.066 0.005,-0.060 0.005,-0.052 0.002,0.042 0.009,0.004 0.016,-0.018 0.017,-0.027 0.017,-0.032 0.014,-0.033 0.012,-0.029 0.011,-0.026 0.007,-0.021 0.005,-0.015 0.005,-0.013 0.001,-0.008 0.002,0.034-0.016,0.054-0.027,0.061-0.029,0.062-0.030,0.058-0.027,-0.038 0.009,-0.014 0.004,-0.029 0.012,-0.034 0.014,-0.037 0.016,-0.034 0.015,-0.033 0.013,-0.026 0.012,0.330 0.018</inkml:trace>
</inkml:ink>
</file>

<file path=ppt/ink/ink6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2236.000 1040.000,'0.000'-0.010,"0.000"-0.014,0.000-0.017,0.000-0.016,0.000-0.015,0.000-0.012,0.000-0.010,0.000-0.007,0.000-0.006,0.074 0.014,0.115 0.010,0.133 0.013,0.136 0.013,0.126 0.013,0.112 0.011,-0.390 0.021,0.636-0.008,0.160 0.008,0.121 0.004,0.087 0.005,0.057 0.003,0.035 0.001,-1.109-0.001,1.301 0.003,-0.017 0.001,-0.084-0.001,-0.120 0.001,-0.134-0.001,-0.131-0.001,-0.122 0.000,-0.103-0.001,-0.713 0.000,0.494 0.000,-0.019-0.001,0.092 0.001,-0.055-0.001,-0.060 0.000,-0.058 0.000,-0.055 0.000,-0.047 0.000,-0.015 0.000,-0.015-0.001,-0.005 0.001,0.003 0.000,0.005 0.000,0.010 0.000,-0.271 0.012,0.261 0.093,-0.054 0.036,-0.059 0.009,-0.058-0.007,-0.052-0.017,-0.044-0.022,-0.035-0.021,-0.027-0.020,-0.019-0.019,-0.013-0.015,-0.008-0.011,-0.005-0.008,-0.002-0.007,0.000-0.004,-0.010 0.056,-0.007 0.090,-0.006 0.105,-0.008 0.110,-0.005 0.103,-0.006 0.094,-0.042 0.116,-0.062 0.087,-0.064 0.108,-0.047 0.036,-0.034 0.017,-0.026 0.001,-0.017-0.007,-0.010-0.013,-0.005-0.015,-0.002-0.014,0.000-0.014,0.002-0.012,0.003-0.010,0.221-0.657,-0.588 1.372,-0.122 0.214,-0.005-0.021,0.064-0.162,0.104-0.232,0.117-0.255,0.113-0.245,0.104-0.219,0.087-0.184,0.069-0.144,0.053-0.111,0.039-0.077,0.026-0.053,0.016-0.033,0.009-0.016,0.003-0.007,0.000 0.001,0.060 0.025</inkml:trace>
</inkml:ink>
</file>

<file path=ppt/ink/ink6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2068.000 1076.000,'0.368'0.000,"0.258"0.000,0.168 0.000,0.097 0.000,0.047 0.000,0.010 0.000,-0.015 0.000,0.121 0.086,0.076 0.131,0.085 0.147,0.087 0.145,0.078 0.130,-0.855-0.351,0.875 0.785,0.006 0.253,-0.047 0.169,-0.078 0.104,-0.091 0.054,-0.094 0.017,-0.088-0.006,-0.106-0.040,-0.158-0.149,-0.158-0.169,-0.145-0.171,-0.126-0.157,-0.105-0.135,-0.163-0.662,0.405 1.390,0.108 0.273,0.047 0.072,0.007-0.058,-0.020-0.127,-0.031-0.161,-0.038-0.163,-0.037-0.152,-0.034-0.131,-0.028-0.107,-0.022-0.081,0.035 0.048,-0.022-0.061,-0.056-0.121,-0.071-0.144,-0.074-0.147,-0.068-0.135,-0.059-0.114,-0.047-0.093,-0.038-0.071,-0.027-0.052,-0.019-0.035,-0.012-0.022,-0.007-0.012,-0.003-0.005,0.000-0.001,0.000 0.002,0.002 0.004,0.003 0.004,0.001 0.005,0.003 0.004,-0.016-0.009,-0.028-0.015,-0.034-0.019,-0.033-0.019,-0.030-0.018,-0.026-0.014,-0.022-0.014,-0.018-0.010,-0.082-0.042,-0.239-0.206,-0.218-0.241,-0.217-0.260,-0.201-0.252,-0.174-0.227,-0.145-0.192,0.027-0.131,-0.021-0.244,0.007-0.241,0.022-0.224,0.033-0.197,0.037-0.166,0.037-0.134,0.033-0.103,0.016-0.075,0.329 0.711,0.068 0.134,-0.043-0.121,0.129 0.296,0.132 0.305,0.123 0.293,0.110 0.266,0.094 0.231,0.068 0.146,0.129 0.274,0.111 0.228,0.093 0.180,0.071 0.136,0.053 0.096,0.037 0.064,0.024 0.039,0.015 0.020,0.006 0.007,0.003-0.002,-0.002-0.006,-0.003-0.009,-0.004-0.010,-0.004-0.009,-0.004-0.008,-0.003-0.007,0.053 0.090,0.123 0.184,0.142 0.215,0.148 0.222,0.141 0.211,0.124 0.188,0.108 0.162,-0.810-1.159,0.957 1.347,-0.036-0.055,-0.098-0.133,-0.132-0.172,-0.139-0.184,-0.136-0.176,-0.130-0.166,-0.143-0.185,-0.127-0.162,-0.104-0.135,-0.083-0.107,-0.063-0.081,-0.045-0.057,-0.030-0.039,-0.019-0.024,-0.010-0.012,-0.003-0.005,0.000 0.001,0.002 0.003,0.005 0.006,0.005 0.007,0.004 0.005,0.005 0.005,0.003 0.005,0.002 0.004,0.003 0.002,0.001 0.002,-0.074-0.090,-0.136-0.145,-0.158-0.169,-0.164-0.174,-0.154-0.167,-0.139-0.147,-0.094-0.093,0.100 0.107,0.160 0.170,0.184 0.196,0.184 0.195,0.168 0.180,0.146 0.154,0.119 0.126,0.093 0.099,0.069 0.074,0.048 0.051,0.033 0.034,0.018 0.020,0.010 0.011,0.003 0.002,-0.002-0.001,-0.005-0.005,-0.004-0.006,0.003-0.029,0.192 0.251,0.067 0.127,0.037 0.107,0.014 0.087,0.000 0.068,-0.009 0.049,-0.015 0.036,-0.017 0.022,-0.259-0.471,1.410 4.142</inkml:trace>
</inkml:ink>
</file>

<file path=ppt/ink/ink6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2301.000 994.000,'-0.007'0.045,"-0.012"0.067,-0.012 0.075,-0.013 0.074,-0.010 0.065,-0.010 0.056,-0.007 0.043,-0.005 0.033,-0.004 0.024,-0.003 0.017,-0.002 0.008,0.000 0.006,-0.513 1.155,-0.344 0.897,-0.206 0.626,-0.102 0.406,-0.026 0.236,0.026 0.108,0.285-0.535,-0.164 1.260,0.204-0.188,0.203-0.327,0.187-0.386,0.160-0.386,0.168-1.071,0.037 0.482,0.085-0.432,0.059-0.409,0.037-0.355,0.023-0.292,0.009-0.228,0.003-0.168,-0.004-0.117,-0.005-0.076,-0.007-0.045,-0.006-0.020,-0.008-0.160,-0.004-0.162,-0.004-0.180,-0.003-0.177,-0.002-0.162,-0.002-0.138,-0.001-0.113,-0.001-0.089,-0.001-0.067,0.001-0.046,0.000-0.031,0.000-0.019,0.000 0.089,0.023-0.213,0.036-0.058,0.044-0.035,0.043-0.016,0.041-0.005,0.038 0.005,0.175-0.404,0.105-0.170,0.069-0.086,0.043-0.026,0.021 0.013,0.009 0.035,-0.003 0.046,-0.197 0.246,0.024-0.246,0.215-1.018,0.004-0.280,-0.017-0.165,-0.026-0.080,-0.033-0.016,-0.035 0.024,-0.032 0.050,0.024-0.116,-0.024 0.260,-0.018 0.288,-0.014 0.282,-0.010 0.253,-0.006 0.216,-0.046 0.305,-0.052 0.295,-0.060 0.283,-0.056 0.253,-0.053 0.212,-0.045 0.171,-0.035 0.131,-0.028 0.096,-0.020 0.065,-0.015 0.042,-0.009 0.023,-0.006 0.011,0.001 0.072,0.009 0.111,0.012 0.127,0.013 0.127,0.013 0.118,0.011 0.104,-0.103-0.557,0.154 1.259,-0.006 0.473,-0.037 0.345,-0.053 0.236,-0.060 0.151,-0.061 0.084,-0.057 0.035,-0.058-0.135,-0.062-0.058,-0.060-0.074,-0.055-0.079,-0.048-0.080,-0.039-0.072,-0.053 0.028,0.019-0.271,0.034-0.293,0.044-0.285,0.045-0.258,0.042-0.219,0.037-0.180,-0.061 0.278,-0.008 0.034,0.016-0.088,0.029-0.155,0.034-0.181,0.035-0.182,0.032-0.165,0.028-0.142,0.022-0.115,0.016-0.088,0.014-0.064,0.008-0.044,0.005-0.029,0.037 0.071,-0.159-0.629,-0.070-0.451,-0.047-0.405,-0.031-0.341,-0.017-0.272,-0.008-0.207,0.057 0.240,0.038 0.120,0.044 0.174,0.046 0.197,0.043 0.197,0.037 0.181,0.033 0.159,0.061 0.894,0.013-0.597,0.026-0.083,0.100-0.866,0.049 0.094,0.025 0.216,0.012 0.273,0.001 0.283,-0.007 0.264,-0.009 0.230,-0.028 0.257,-0.005 0.216,-0.003 0.208,-0.001 0.185,-0.002 0.161,0.001 0.132,-0.126-0.566,0.214 1.258,0.017 0.351,-0.010 0.207,-0.029 0.100,-0.035 0.025,-0.038-0.022,-0.037-0.051,-0.031-0.065,-0.028-0.067,-0.021-0.063,-0.016-0.056,-0.013-0.643,-0.013 1.029,-0.022 0.057,-0.022-0.117,-0.021-0.223,-0.018-0.276,-0.016-0.291,-0.014-0.282,-0.012-0.210,0.011-0.273,0.017-0.223,0.018-0.173,0.019-0.126,0.017-0.089,0.015-0.058,0.011-0.032,0.009-0.016,0.007-0.004,0.005 0.004,0.001 0.057,0.016-0.733,0.023-0.566,0.024-0.525,0.025-0.455,0.021-0.373,0.017-0.293,0.043 0.049,0.068-0.080,0.075-0.031,0.074-0.001,0.069 0.021,0.059 0.033,-0.005 0.288,-0.018 0.296,-0.038 0.332,-0.044 0.337,-0.049 0.314,-0.045 0.278,-0.043 0.236,-0.020 0.237,-0.043 0.340,-0.038 0.312,-0.028 0.268,-0.023 0.220,-0.016 0.169,-0.012 0.126,-0.006 0.087,-0.004 0.058,-0.001 0.032,-0.001 0.016,-0.037-0.278,0.010 0.909,-0.032 0.350,-0.037 0.270,-0.033 0.196,-0.032 0.135,-0.026 0.085,-0.037-0.203,-0.054-0.103,-0.056-0.133,-0.055-0.142,-0.049-0.140,-0.041-0.124,0.316-1.373,-0.366 1.127,-0.023-0.144,0.003-0.159,0.023-0.158,0.032-0.149,0.037-0.130,0.002-0.043,0.074-0.149,0.072-0.122,0.063-0.096,0.054-0.071,0.043-0.049,0.047-0.117,-0.007 0.130,0.019-0.029,0.012-0.050,0.007-0.060,0.005-0.060,0.001-0.056,-0.001-0.049,0.000-0.040,-0.003-0.032,-0.002-0.208,-0.002-0.317,-0.001-0.362,-0.002-0.361,-0.002-0.337,-0.001-0.293,0.003 1.613,0.173-2.746,0.169-0.503,0.157-0.238,0.140-0.055,0.115 0.062,0.092 0.128,-0.003 0.364,-0.068 0.512,-0.101 0.544,-0.111 0.521,-0.109 0.459,-0.098 0.385,-0.082 0.306,-0.068 0.231,-0.050 0.165,-0.037 0.113,-0.026 0.068,-0.029 0.065,-0.017 0.047,-0.015 0.043,-0.013 0.034,-0.009 0.027,-0.007 0.022,-0.005 0.015,-0.002-0.098,-0.012 0.531,-0.018 0.413,-0.019 0.399,-0.019 0.362,-0.018 0.313,-0.015 0.259,-0.013 0.207,0.044-0.846,-0.062 1.032,-0.039 0.060,-0.075 0.372,-0.030-0.253,-0.019-0.328,-0.009-0.345,-0.003-0.328,-0.000-0.291,0.004-0.244,0.004-0.195,0.005-0.148,0.005-0.107,0.004-0.074,0.229-0.655,-0.258 0.956,-0.004 0.123,0.020 0.001,0.033-0.078,0.041-0.124,0.041-0.146,0.040-0.148,0.037-0.140,-0.032 0.439,-0.016 0.251,0.001 0.095,0.010-0.017,0.015-0.088,0.018-0.132,-0.160 2.405</inkml:trace>
</inkml:ink>
</file>

<file path=ppt/ink/ink6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2109.000 1098.000,'0.000'-0.011,"0.000"-0.018,0.000-0.019,0.000-0.020,0.000-0.018,0.000-0.016,0.000-0.014,0.184-0.026,0.221-0.047,0.231-0.052,0.222-0.051,0.201-0.049,0.172-0.041,-0.964 0.297,1.746-0.589,0.456-0.148,0.341-0.092,0.239-0.051,0.157-0.020,0.094 0.001,1.504-0.374,1.071-0.249,0.778-0.171,0.529-0.108,0.334-0.060,0.185-0.027,-3.459 0.865,3.409-0.993,-0.374-0.005,-0.577 0.058,-0.655 0.091,-0.644 0.103,-0.978 0.327,-0.360 0.166,-0.273 0.169,-0.196 0.158,-0.136 0.140,-0.083 0.118,-0.047 0.096,-0.017 0.075,-2.619 0.479,2.337-0.403,0.137 0.007,1.370-0.243,-0.011-0.065,-0.128-0.068,-0.187-0.066,-0.206-0.058,-0.198-0.048,-0.436 0.055,-0.464 0.087,-0.475 0.109,-0.437 0.113,-0.377 0.105,-0.309 0.092,-0.239 0.074,-0.472 0.194,0.204-0.070,-0.010 0.021,0.138-0.027,-0.092 0.053,-0.109 0.053,-0.112 0.050,-0.104 0.043,-0.092 0.036,0.023 0.003,-0.003-0.017,-0.011-0.029,-0.013-0.034,-0.016-0.036,-0.014-0.034,-0.310 0.185,0.330-0.180,0.005-0.001,-0.014 0.006,-0.028 0.009,-0.033 0.010,-0.036 0.011,-0.034 0.010,0.492-0.447</inkml:trace>
</inkml:ink>
</file>

<file path=ppt/ink/ink6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2307.000 1033.000,'0.000'-0.005,"0.000"-0.006,0.000-0.008,0.000-0.007,0.000-0.007,0.000-0.006,0.000-0.004,0.000-0.003,0.000-0.002,0.000-0.002,0.000-0.001,0.000 0.000,0.000-0.001,0.000 0.001,0.000 0.000,0.000 0.000,0.000 0.000,0.000 0.000,0.000 0.001,0.000-0.001,0.000-0.086,0.000-0.140,0.000-0.156,0.000-0.155,0.000-0.143,0.000-0.122,0.000-0.099,0.000-0.323,0.000-0.240,0.000-0.137,0.000-0.061,0.000-0.007,0.000 0.028,0.000 0.046,0.013 0.700,0.024 0.045,0.042-0.245,0.061-0.175,0.018 0.202,0.006 0.216,-0.003 0.206,-0.007 0.184,-0.011 0.157,-0.011 0.125,-0.011 0.098,-0.010 0.071,-0.008 0.050,-0.007 0.033,-0.005 0.018,0.012 0.007,0.026 0.001,0.032-0.002,0.033-0.004,0.032-0.007,0.027-0.006,0.101 0.217,0.041 0.182,0.009 0.147,-0.013 0.111,-0.026 0.083,-0.031 0.057,-0.047 0.064,-0.081-0.028,-0.081-0.048,-0.077-0.058,-0.064-0.058,-0.053-0.052,-0.002-0.240,-0.205 0.489,-0.153 0.158,-0.140 0.121,-0.122 0.089,-0.102 0.061,-0.079 0.039,0.701-1.098,-0.922 1.173,-0.098-0.121,-0.058-0.175,-0.027-0.193,-0.006-0.186,0.006-0.166,-0.042-0.293,-0.148-0.322,-0.171-0.328,-0.171-0.302,-0.156-0.265,-0.137-0.217,-0.110-0.171,0.105-0.011,0.245 0.100,0.306 0.155,0.319 0.178,0.298 0.176,0.263 0.162,0.218 0.137,0.173 0.113,0.131 0.087,0.092 0.065,0.064 0.045,0.037 0.030,0.021 0.016,0.035-0.015,0.049-0.039,0.052-0.048,0.051-0.053,0.045-0.048,0.039-0.046,0.033-0.038,0.039 0.000,0.063 0.005,0.066 0.014,0.064 0.019,0.058 0.022,0.051 0.022,0.008 0.018,0.360-0.081,0.062 0.019,0.004 0.033,-0.037 0.044,-0.056 0.043,-0.065 0.042,0.078 0.063,0.005 0.071,-0.042 0.072,-0.066 0.066,-0.078 0.056,-0.079 0.046,-0.647-0.185,0.687 0.556,-0.033 0.287,-0.048 0.243,-0.051 0.194,-0.050 0.146,-0.044 0.105,-0.151-0.285,-0.069-0.102,-0.071-0.135,-0.068-0.146,-0.061-0.146,-0.053-0.135,-0.113-0.499,0.052 0.567,-0.061-0.043,-0.053-0.065,-0.044-0.075,-0.033-0.074,-0.027-0.069,-0.061-0.081,-0.090-0.065,-0.097-0.059,-0.095-0.051,-0.087-0.041,-0.075-0.031,0.362-0.046,-0.514-0.135,-0.023-0.144,0.032-0.135,0.068-0.121,0.086-0.101,0.090-0.083,0.088-0.066,0.081-0.048,0.145 0.175,0.039-0.091,0.008-0.592,0.118-0.038,0.105 0.040,0.091 0.083,0.071 0.103,0.056 0.105,-0.089 0.522,0.215-0.221,0.085 0.123,0.069 0.114,0.054 0.097,0.039 0.081,0.027 0.062,-0.529 0.213,0.547-0.231,-0.007 0.015,-0.010 0.033,-0.015 0.037,-0.015 0.040,-0.013 0.038,-0.013 0.033,-0.481 0.072,0.402-0.009,0.067 0.041,0.333 0.091,0.003 0.067,-0.045 0.050,-0.073 0.038,-0.085 0.026,-0.087 0.016,-0.082 0.010,-0.444-0.237,0.497 0.664,-0.019 0.210,-0.055 0.102,-0.074 0.025,-0.083-0.028,-0.079-0.056,-0.192-0.602,0.073 0.626,-0.115-0.109,-0.106-0.134,-0.089-0.134,-0.073-0.123,-0.055-0.106,-0.035-0.121,-0.064-0.074,-0.064-0.063,-0.060-0.052,-0.052-0.042,-0.042-0.029,-0.064-0.037,-0.004-0.038,0.010-0.032,0.017-0.028,0.019-0.023,0.021-0.017,0.058-0.083,0.021-0.139,0.017-0.155,0.016-0.156,0.012-0.144,0.010-0.127,0.006-0.106,0.111 0.170,-0.032-0.311,0.059-0.081,0.065 0.025,0.052 0.018,0.046 0.038,0.039 0.051,0.033 0.054,0.025 0.053,0.033 0.022,0.038 0.164,0.033 0.174,0.030 0.162,0.023 0.145,0.020 0.119,-0.049 0.140,0.022 0.027,0.185 0.040,0.085 0.106,0.070 0.092,0.055 0.079,0.042 0.062,-0.017 0.064,-0.011 0.086,-0.023 0.085,-0.027 0.077,-0.028 0.066,-0.026 0.054,-0.070 0.025,-0.052 0.087,-0.054 0.091,-0.053 0.086,-0.046 0.079,-0.041 0.068,-0.052-0.402,-0.052 0.630,-0.113 0.003,-0.116-0.053,-0.111-0.081,-0.100-0.093,-0.083-0.094,-0.068-0.088,0.173-0.357,-0.015-0.036,-0.216 0.171,0.020-0.125,0.039-0.129,0.050-0.121,0.050-0.106,0.049-0.088,0.041-0.071,0.220-0.083,0.079-0.022,-0.791 0.010,-0.183-0.063,-0.071-0.051,0.003-0.042,0.049-0.031,0.672 0.053,-0.838-0.518,0.039-0.173,0.119-0.063,0.154 0.008,0.164 0.052,0.154 0.073,0.159 0.110,0.127 0.092,0.106 0.088,0.085 0.075,0.067 0.064,0.047 0.051,0.249-0.275</inkml:trace>
</inkml:ink>
</file>

<file path=ppt/ink/ink6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2323.000 1032.000,'0.023'0.000,"0.037"0.000,0.041 0.000,0.040 0.000,0.037 0.000,0.032 0.000,0.026 0.000,-0.182 0.000,0.597 0.016,0.342 0.024,0.293 0.029,0.241 0.028,0.188 0.025,-0.652-0.049,1.022 0.097,0.282 0.067,0.238 0.075,0.194 0.074,0.151 0.068,0.114 0.059,1.366 0.280,1.009 0.207,0.770 0.156,0.558 0.112,0.383 0.076,0.241 0.046,0.027-0.004,-0.394-0.090,-0.517-0.116,-0.550-0.121,-0.524-0.115,-0.467-0.102,-0.392-0.086,-1.256-0.179,-0.233-0.001,0.595 0.166,-0.636-0.098,-0.627-0.117,-0.563-0.116,-0.476-0.108,-0.381-0.091,-0.806-0.168,0.542 0.143,0.693 0.201,0.130 0.050,0.019 0.016,-0.056-0.007,-0.102-0.023,-0.128-0.032,-0.756-0.233,0.696 0.193,-0.072-0.031,-0.067-0.026,-0.057-0.019,-0.050-0.014,-0.038-0.011,-0.031-0.006,-0.022-0.004,0.236 0.059,0.134 0.021,0.010-0.017,-0.049-0.034,-0.081-0.043,-0.095-0.044,-0.098-0.043,-0.090-0.038,-0.171-0.035,-0.094-0.021,-0.091-0.018,-0.080-0.013,-0.071-0.010,-0.058-0.006,0.342-0.077</inkml:trace>
</inkml:ink>
</file>

<file path=ppt/ink/ink6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2458.000 1038.000,'0.003'0.000,"0.190"0.083,0.211 0.130,0.215 0.149,0.203 0.153,0.180 0.143,0.151 0.125,0.123 0.105,0.095 0.086,-0.536-0.396,0.013-0.021,0.723 0.470,0.089 0.118,0.070 0.142,0.052 0.144,0.037 0.136,0.024 0.120,0.016 0.087,-0.183-0.125,-0.215-0.180,-0.215-0.193,-0.198-0.187,-0.167-0.165,-0.263-0.260,-0.125-0.112,-0.116-0.099,-0.100-0.084,-0.085-0.069,-0.068-0.055,-0.066 0.039,-0.070 0.046,-0.057 0.072,-0.042 0.080,-0.032 0.079,-0.021 0.071,0.068-0.361,-0.610 0.708,-0.493 0.202,-0.476 0.140,-0.431 0.087,-0.367 0.051,-0.297 0.021,-0.397 0.023,-0.102-0.133,-0.022-0.158,0.027-0.158,0.055-0.146,0.066-0.124,0.425-0.179,0.275-0.126,0.295-0.117,0.285-0.101,0.256-0.085,0.218-0.067,0.177-0.050,0.139-0.036,-0.276-0.027,-0.052-0.015,0.073-0.009,0.142-0.002,0.174 0.000,0.180 0.003,0.166 0.004,0.543 0.019,-0.415-0.013,0.062 0.004,0.061 0.003,0.058 0.003,0.051 0.003,0.042 0.001,-0.404 0.008</inkml:trace>
</inkml:ink>
</file>

<file path=ppt/ink/ink6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1212.000 251.000,'-0.005'0.000,"-0.009"0.000,-0.008 0.000,-0.009 0.000,-0.007 0.000,-0.007 0.000,-0.006 0.000,-0.003 0.000,-0.003 0.000,-0.001 0.000,-0.002 0.000,-0.001 0.000,0.001 0.000,-0.001 0.000,0.001 0.000,-0.000 0.000,0.000 0.000,-0.128 0.000,-0.194 0.000,-0.217 0.000,-0.211 0.000,0.643-0.003,-0.759-0.041,-0.349-0.023,-1.017-0.059,-0.603-0.034,-0.534-0.029,-0.454-0.023,-0.514-0.008,-0.361 0.013,-0.294 0.019,-0.231 0.027,-0.174 0.026,3.032 0.106,-2.011 0.070,-0.129 0.088,-2.111 0.344,0.098 0.315,0.253 0.310,0.332 0.283,2.394-0.391,-0.653 0.409,-0.067 0.241,-1.931 1.133,0.115 0.256,0.231 0.125,0.288 0.031,1.014-0.457,0.252-0.043,0.229-0.050,-0.303 0.369,0.352-0.043,0.342-0.043,0.309-0.039,0.266 0.168,0.218 0.287,0.337 0.142,0.390 0.037,0.393-0.033,0.367-0.075,1.173-2.706,-0.524 1.974,0.151 0.129,0.166 1.381,0.480-0.001,0.471-0.117,0.428-0.183,0.371-0.211,0.215-0.664,1.190 1.006,0.368-0.253,0.155-0.358,0.008-0.390,-0.081-0.377,-1.867-1.639,2.393 1.450,0.818 0.172,2.011 0.554,1.651 0.248,1.619 0.220,1.478 0.186,-1.038-0.775,-0.675-0.479,0.410-0.148,5.759 0.787,0.137-0.504,-0.286-0.514,-0.525-0.477,-0.042-0.591,0.327-0.469,-0.185-0.439,-0.504-0.390,-0.677-0.331,-0.744-0.270,-0.734-0.210,-2.416-0.031,0.063-0.254,0.260-0.278,2.195-0.584,0.014-0.166,-0.143-0.075,-0.240-0.007,1.830-0.482,-0.102-0.121,-1.879 0.302,-0.819 0.087,-0.889 0.119,-0.869 0.128,-5.660 1.355,3.725-1.199,-0.332-0.115,0.637-0.490,-1.029 0.103,-1.105 0.182,-1.084 0.222,-0.993 0.232,-0.822-0.137,-0.767-0.268,-0.694-0.234,-0.526-0.252,-0.375-0.241,-0.254-0.214,-0.189 0.676,-0.266-1.048,-0.204 0.077,-0.152 0.176,-0.106 0.220,-0.070 0.230,0.264 1.384,-0.845-1.519,-0.287-0.093,0.037 0.579,-0.338-0.031,-0.364-0.034,-0.358-0.038,2.064 2.179,-3.467-2.811,-0.841-0.240,-0.606-0.082,-0.409 0.028,-0.253 0.098,-0.132 0.140,3.227 1.946,-6.437-2.298,-2.128-0.181,-2.858-0.321,-0.571 0.385,0.103 0.522,0.527 0.570,11.595 2.333,-11.836-1.641,0.285 0.531,0.306 0.426,1.442 0.417,1.582 0.327,1.542 0.244,3.673 0.159,0.285 0.061,-1.792 0.081,0.701 0.057,0.708 0.028,0.659 0.009,0.578-0.006,2.805-0.085,-3.586 0.279,-47.443 4.775</inkml:trace>
</inkml:ink>
</file>

<file path=ppt/ink/ink6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467.000 642.000,'3.535'0.000,"2.679"0.000,4.593 0.000,1.665 0.000,0.663 0.000,-0.028 0.000,-0.468 0.000,0.096 0.000,-0.611 0.015,-1.020 0.022,-1.204 0.028,-1.235 0.027,-1.164 0.024,-5.876-0.077,7.454 0.383,0.232 0.097,0.975 0.110,5.783 0.430,0.341 0.061,-0.346-0.006,-0.759-0.050,-9.100-0.633,6.647 0.456,0.156-0.001,5.601 0.295,0.448-0.082,0.243-0.103,0.099-0.107,-5.537-0.319,-0.194-0.080,2.787 0.011,-1.028-0.094,-1.203-0.075,-1.230-0.057,-1.154-0.043,0.083-0.044,0.812-0.039,0.421-0.040,0.442-0.033,0.421-0.028,0.373-0.021,-0.944-0.004,-0.019 0.009,-0.075 0.016,-0.109 0.017,-0.122 0.019,-0.123 0.018,2.573 0.008,0.595-0.005,-0.427-0.010,-1.049-0.015,-1.370-0.014,-1.475-0.015,-9.427-0.041,5.839-0.012,6.175-0.085,1.295-0.082,0.610-0.076,0.107-0.065,-0.236-0.056,-0.455-0.046,-5.039 0.108,5.904-0.185,0.180 0.006,0.577-0.001,0.175 0.012,0.144 0.012,0.116 0.012,0.089 0.011,-6.344 0.153,-0.068-0.004,8.547-0.247,-0.325-0.027,-0.580-0.021,-0.690-0.014,-0.707-0.008,-0.408 0.062,-0.011 0.020,-0.192 0.009,-0.294-0.002,-0.338-0.006,-0.340-0.011,-2.906 0.033,0.008-0.052,-0.219-0.035,1.386-0.099,-0.295-0.007,-0.310 0.008,-0.304 0.015,-1.451 0.115,0.055 0.054,0.059 0.063,3.936-0.041,-1.435 0.116,-1.797 0.104,-1.853 0.085,-2.935 0.077,-0.633 0.036,-0.161 0.028,-0.464 0.022,-0.360 0.016,-0.269 0.010,-4.788-0.017,6.180-0.092,1.397-0.054,3.258-0.091,0.761-0.036,0.254-0.019,-0.097-0.006,-0.318 0.003,-10.176 0.233,11.026-0.297,0.290-0.046,-0.670-0.020,-0.876-0.009,-0.932-0.004,-0.896 0.001,-0.690 0.013,-0.907 0.035,-0.798 0.042,-0.664 0.041,-0.525 0.036,-0.397 0.032,-2.493 0.117,4.078-0.049,0.493 0.037,0.084 0.035,-0.180 0.030,-0.332 0.023,-0.402 0.019,-2.311 0.016,0.134 0.004,3.334 0.007,-0.426 0.007,-0.691 0.002,-0.790 0.002,-1.991-0.003,-0.158-0.000,0.755 0.001,-0.290-0.002,-0.301-0.001,-0.289-0.001,-0.261-0.001,-1.466-0.001,-0.242-0.001,0.537-0.013,-0.583-0.023,-0.576-0.025,-0.529-0.026,-0.466-0.025,-0.544-0.585</inkml:trace>
</inkml:ink>
</file>

<file path=ppt/ink/ink6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1139.000 964.000,'0.094'-0.094,"0.157"-0.169,0.119-0.136,0.097-0.119,0.077-0.099,0.059-0.079,0.043-0.062,-0.510 0.596,0.566-0.778,0.033-0.148,0.007-0.113,-0.012-0.084,-0.022-0.058,-0.028-0.039,-0.531 1.083,0.779-1.256,0.277-0.123,0.288-0.092,0.278-0.065,0.253-0.043,0.219-0.026,-1.733 1.492,2.692-1.619,0.596 0.006,0.409 0.079,0.258 0.124,0.142 0.147,0.055 0.150,-1.535 0.600,2.211-0.438,-0.237 0.204,-0.456 0.204,-0.558 0.192,-0.586 0.168,-0.559 0.141,-0.500 0.113,-1.533 0.220,0.864-0.066,-0.271 0.084,-0.226 0.076,-0.180 0.065,-0.140 0.053,-0.298 0.031,-0.059 0.073,0.195 0.260,-0.076 0.132,-0.057 0.099,-0.040 0.072,-0.026 0.047,-0.129-0.159,2.055 3.065</inkml:trace>
</inkml:ink>
</file>

<file path=ppt/ink/ink6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1315.000 978.000,'0.328'-0.686,"0.232"-0.512,0.179-0.414,0.103-0.257,0.053-0.157,0.017-0.077,-0.007-0.021,-0.118 0.273,0.302-0.621,0.081-0.050,0.086-0.039,0.080-0.027,0.072-0.017,-0.852 1.620,0.314-0.486,0.821-0.932,0.249 0.134,0.238 0.180,0.213 0.194,0.181 0.192,-0.184 0.498,1.504-0.112,0.523 0.302,0.385 0.272,0.271 0.229,0.177 0.186,-0.168 0.144,-0.122 0.092,-0.332 0.064,-0.444 0.044,-0.480 0.027,-0.471 0.014,-0.428 0.004,-0.301 0.004,-0.503-0.007,-0.444-0.009,-0.371-0.009,-0.293-0.010,-0.573-0.020,2.412 0.019</inkml:trace>
</inkml:ink>
</file>

<file path=ppt/ink/ink6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2066.000 969.000,'0.000'-0.009,"0.000"-0.286,0.000-0.204,0.000-0.156,0.000-0.117,0.000-0.081,0.000-0.053,0.000-0.032,0.012 0.489,0.138-1.111,0.126-0.297,0.119-0.186,0.105-0.102,0.091-0.039,-0.206 0.870,0.408-0.914,0.110 0.124,0.089 0.174,0.066 0.194,0.050 0.190,0.033 0.174,0.021 0.149,0.042 0.139,-0.045 0.166,-0.036 0.129,-0.059 0.123,-0.070 0.114,-0.073 0.097,-0.362 0.181,0.804-0.151,0.548 0.095,0.617 0.103,0.607 0.101,0.548 0.088,0.185 0.126,0.200 0.073,0.019 0.034,-0.096 0.008,-0.165-0.010,-0.196-0.021,8.790 0.318</inkml:trace>
</inkml:ink>
</file>

<file path=ppt/ink/ink6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2212.000 1076.000,'-0.083'-0.024,"-0.706"-0.110,-0.438-0.003,-0.309 0.049,-0.203 0.078,-0.120 0.090,-0.058 0.092,-0.015 0.090,-0.272 0.158,0.007 0.112,0.022 0.095,0.029 0.076,0.030 0.056,0.029 0.042,1.700-0.642,-1.767 1.032,-0.038 0.270,0.078 0.168,0.146 0.091,0.181 0.035,0.467-0.138,-0.103 0.541,0.176 0.076,0.165-0.013,0.148-0.070,0.127-0.101,0.103-0.115,0.421-1.135,-0.361 1.288,0.089 0.048,0.097 0.021,0.096 0.002,0.088-0.009,0.077-0.019,0.115-0.688,0.044 0.211,0.117 1.904,0.119 0.238,0.090 0.009,0.064-0.133,0.044-0.208,-0.125-1.564,0.391 1.482,0.118-0.124,0.074-0.167,0.040-0.179,0.018-0.170,-0.401-1.271,0.324 0.728,-0.016-0.230,-0.033-0.250,-0.040-0.248,-0.045-0.227,-0.041-0.200,-0.524-0.837,0.645 0.686,0.078-0.130,0.074-0.089,0.064-0.057,0.054-0.031,0.043-0.013,-0.326-0.174,0.046 0.031,0.368 0.173,0.017-0.033,-0.018-0.059,-0.035-0.074,-0.048-0.078,-0.427-0.164,-0.002-0.028,0.525-0.021,0.024-0.166,0.012-0.165,0.006-0.152,0.000-0.133,0.010-0.171,0.213-0.408,0.208-0.458,0.221-0.470,0.211-0.439,0.187-0.384,-0.935 1.099,0.955-1.490,-0.180-0.110,-0.268-0.006,-0.301 0.060,-0.298 0.096,-0.274 0.111,-0.315 0.419,-0.168-0.036,-0.137-0.261,-0.163 0.104,-0.135 0.142,-0.106 0.154,-0.080 0.151,0.007 0.966,-0.308-1.144,-0.216 0.015,-0.199 0.039,-0.168 0.048,-0.139 0.051,0.674 1.467,-1.037-1.722,-0.123-0.037,-0.013 0.095,0.060 0.170,0.100 0.204,0.071 0.167,0.176 0.316,0.172 0.301,0.153 0.265,0.130 0.218,0.103 0.174,0.446 0.503,-0.266-0.340,0.040 0.049,0.024 0.044,0.011 0.040,0.000 0.031,-0.004 0.027,-0.008 0.020,-0.010 0.015,-0.207-0.193,-0.028-0.032,-0.051-0.054,-3.088-2.894</inkml:trace>
</inkml:ink>
</file>

<file path=ppt/ink/ink6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2239.000 948.000,'-0.020'0.034,"-0.032"0.052,-0.035 0.059,-0.035 0.059,-0.033 0.054,-0.028 0.046,-0.022 0.039,-0.018 0.029,-0.014 0.022,-0.009 0.016,-0.006 0.010,-0.003 0.006,0.023 0.116,-0.139 0.574,-0.084 0.434,-0.080 0.398,-0.071 0.349,-0.058 0.288,-0.063 0.511,-0.063 0.548,-0.005 0.294,0.012 0.190,0.021 0.108,0.028 0.048,0.213-1.031,-0.101 1.038,0.069-0.109,0.060-0.139,0.051-0.145,0.040-0.136,0.031-0.120,-0.007 0.029,0.012-0.103,-0.007 0.101,-0.002 0.067,0.001 0.040,0.003 0.019,0.005 0.005,0.214-2.168,-0.198 2.874,0.085-0.101,0.092-0.217,0.087-0.270,0.079-0.277,0.044-1.634,0.167 1.538,0.094-0.307,0.059-0.384,0.034-0.398,0.016-0.370,0.002-0.320,-0.031-0.382,0.033-0.101,0.039-0.051,0.039-0.015,0.039 0.009,0.035 0.026,0.426 0.623,0.257 0.332,0.156 0.181,0.079 0.070,0.025-0.006,-0.011-0.052,-0.172-0.349,-0.091-0.209,-0.130-0.257,-0.145-0.272,-0.148-0.264,-0.140-0.245,-0.531-0.638,0.460 0.553,-0.119-0.165,-0.084-0.134,-0.056-0.104,-0.035-0.076,-0.018-0.053,-0.140-0.077,0.483 0.416,0.122 0.126,0.031 0.043,-0.025-0.012,-0.061-0.047,-0.050-0.067,-0.096-0.129,-0.094-0.131,-0.081-0.122,-0.067-0.105,-0.055-0.086,-0.206-0.007,0.301-0.465,0.099-0.357,0.094-0.290,0.082-0.223,0.068-0.165,0.054-0.115,-0.600 1.306,0.729-1.801,0.036-0.256,-0.025-0.099,-0.063 0.009,-0.082 0.075,-0.087 0.111,-0.082 0.125,-0.228 0.641,-0.046-0.144,-0.026-0.335,-0.013-0.470,0.086-2.250,-0.053-0.762,-0.056-0.519,-0.054-0.325,-0.048-0.178,-0.055 1.552,-0.044-1.634,-0.082 0.229,-0.080 0.291,-0.072 0.303,-0.062 0.284,0.013 1.631,-0.211-0.763,-0.142 0.390,-0.133 0.380,-0.119 0.343,-0.098 0.294,-0.079 0.239,0.830 2.392,-0.938-2.327,-0.030 0.139,0.010 0.178,0.035 0.189,0.048 0.182,0.108 0.286,0.126 0.309,0.133 0.307,0.125 0.283,0.112 0.245,0.095 0.201,-0.073 0.098,-0.137 0.065,-0.179 0.017,-0.188-0.015,-0.178-0.031,-0.155-0.039,-4.193-1.440</inkml:trace>
</inkml:ink>
</file>

<file path=ppt/ink/ink6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2191.000 1074.000,'-0.007'-0.028,"-0.011"-0.043,-0.011-0.048,-0.013-0.048,-0.011-0.043,-0.008-0.037,-0.009-0.030,-0.005-0.024,-0.004-0.016,-0.004-0.012,-0.001-0.008,-0.001-0.005,0.024 0.007,-0.027-0.348,-0.015-0.235,-0.017-0.221,-0.017-0.190,-0.015-0.158,0.117 1.150,-0.054-0.651,-0.157-2.282,-0.037-1.027,-0.090-2.469,0.041-0.486,0.070-0.013,0.079 0.284,0.080 0.447,0.071 0.892,0.057 0.728,0.047 0.729,0.037 0.678,0.028 0.592,0.020 0.497,0.017 0.270,0.465-3.714,0.282-1.129,0.230-0.502,0.180-0.076,0.132 0.192,-0.611 3.431,0.590-1.779,0.081 0.514,0.052 0.546,0.029 0.535,0.014 0.491,0.001 0.431,-0.541 1.243,0.936-1.191,-0.009 0.401,-0.077 0.408,-0.110 0.379,-0.124 0.328,-0.119 0.269,-0.011 0.226,0.059 0.178,0.095 0.136,0.110 0.097,0.110 0.065,0.101 0.041,-0.793 0.299,1.113-0.141,0.171 0.084,0.084 0.083,0.024 0.074,-0.017 0.065,-1.095 0.085,-0.051 0.018,1.029 0.015,0.110 0.054,0.143 0.050,0.154 0.041,0.149 0.034,0.018 0.013,0.032 0.049,-0.159 0.061,-0.193 0.065,-0.197 0.063,-0.182 0.056,-1.082-0.186,0.855 0.275,-0.136 0.100,-0.112 0.107,-0.091 0.103,-0.066 0.089,-0.048 0.077,-0.452-0.203,-0.006 0.069,0.171 0.212,-0.133-0.021,-0.160-0.060,-0.168-0.079,-0.160-0.087,-0.102-0.053,-0.101-0.076,-0.071-0.064,-0.046-0.052,-0.028-0.039,-0.013-0.030,-0.160-0.203,0.220 0.255,-0.009-0.001,-0.027-0.015,-0.039-0.021,-0.040-0.025,-0.065 0.002,0.448 1.676</inkml:trace>
</inkml:ink>
</file>

<file path=ppt/ink/ink6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2290.000 888.000,'0.000'0.013,"0.000"0.021,0.000 0.022,0.000 0.024,0.000 0.021,0.000 0.019,0.054 0.053,0.093 0.151,0.324 0.623,0.232 0.454,0.201 0.411,0.164 0.353,0.131 0.286,-0.459-0.937,0.653 1.355,0.032 0.080,-0.028-0.035,-0.061-0.109,-0.078-0.144,-0.082-0.155,-0.951-2.024,0.840 1.907,-0.106-0.132,-0.126-0.188,-0.130-0.211,-0.122-0.212,-0.108-0.194,-0.189-0.160,-0.241-0.193,-0.247-0.168,-0.230-0.139,-0.204-0.111,-0.168-0.084,-0.077-0.126,-0.115-0.088,-0.098-0.085,-0.081-0.076,-0.062-0.064,-0.049-0.053,0.067 0.000,0.060 0.038,0.083 0.060,0.092 0.069,0.092 0.071,0.087 0.068,0.027 0.087,0.109 0.012,0.097-0.010,0.085-0.023,0.069-0.030,0.053-0.030,0.041-0.031,-0.574 0.825</inkml:trace>
</inkml:ink>
</file>

<file path=ppt/ink/ink6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2024.000 1038.000,'-0.074'-0.442,"-0.080"-0.384,-0.061-0.218,-0.048-0.118,-0.036-0.045,-0.024 0.004,-0.016 0.033,-0.154-0.765,-0.194-0.821,-0.191-0.749,-0.175-0.650,-0.153-0.536,0.189 0.469,-0.157-1.103,0.086-0.137,0.126 0.047,0.145 0.163,0.148 0.232,0.143 0.262,0.348 2.701,0.082-3.288,0.318 0.006,0.273 0.139,0.224 0.215,0.176 0.246,0.133 0.250,0.440-0.823,0.134 0.086,-0.004 0.354,-0.084 0.484,-0.128 0.520,-0.140 0.495,-0.598 1.659,0.375-0.679,0.063 0.260,0.089 0.234,0.102 0.203,0.103 0.169,0.097 0.134,-0.354 0.493,1.483-0.675,0.372 0.146,0.214 0.195,0.097 0.208,0.016 0.198,-1.500 0.428,1.357-0.048,-0.114 0.284,-0.142 0.273,-0.151 0.242,-0.141 0.204,-0.125 0.163,-0.354 0.069,-0.109 0.137,-0.098 0.130,-0.080 0.115,-0.066 0.098,-0.050 0.080,-0.539-0.357,-0.072 0.012,0.489 0.632,-0.108 0.068,-0.093 0.051,-0.074 0.035,-0.057 0.022,-0.813-1.136,0.770 1.218,-0.051-0.016,-0.064-0.068,-0.066-0.094,-0.063-0.102,-0.478-0.725,0.190 0.462,-0.097-0.064,-0.093-0.083,-0.083-0.089,-0.073-0.087,-0.060-0.082,-0.181-0.549,0.132 0.598,-0.044-0.093,-0.032-0.105,-0.018-0.104,-0.012-0.093,-0.004-0.080,1.321 0.752</inkml:trace>
</inkml:ink>
</file>

<file path=ppt/ink/ink6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170.000 405.000,'0.008'0.000,"0.012"0.000,0.014 0.000,0.013 0.000,0.011 0.000,0.011 0.000,0.008 0.000,0.006 0.000,0.004 0.000,0.004 0.000,0.001 0.000,0.002 0.000,0.010 0.000,0.012 0.000,0.010 0.000,0.011 0.000,0.008 0.000,-0.078 0.000,0.159 0.027,0.310 0.067,0.212 0.062,0.321 0.097,0.064 0.044,-0.016 0.027,-0.069 0.011,-0.020 0.038,-0.016 0.040,0.001 0.045,0.011 0.042,0.017 0.039,0.019 0.036,-0.082-0.065,0.214 0.066,0.050-0.033,0.144 0.010,-0.043-0.053,-0.071-0.053,-0.084-0.049,-0.953-0.318,0.677 0.269,-0.040 0.026,0.091 0.059,-0.039-0.026,-0.033-0.043,-0.027-0.051,-0.023-0.054,-0.053-0.026,-0.040 0.003,0.102 0.033,-0.069-0.035,-0.067-0.043,-0.059-0.042,-0.528-0.124,0.998 0.071,0.368-0.024,0.135-0.026,0.012-0.019,-0.065-0.014,-0.964-0.010,0.910-0.002,0.126-0.004,0.055-0.003,-0.001-0.001,0.322-0.003,-0.444 0.002,-0.055 0.001,0.387-0.002,-0.111 0.001,-0.112 0.002,-0.106 0.001,-1.279 0.003,1.166-0.002,0.073 0.001,0.269 0.001,-0.090 0.000,-0.139 0.001,-0.158 0.000,-0.155 0.000,-0.143 0.000,-0.121 0.001,-0.446-0.001,0.016 0.000,0.406-0.013,0.042-0.022,0.025-0.025,0.013-0.027,0.006-0.024,-0.842 0.088,1.024-0.102,0.061-0.009,0.016-0.012,-0.014-0.011,-0.031-0.011,-0.041-0.008,-0.988 0.141,1.042-0.099,0.931-0.030,0.250 0.026,-0.061 0.018,0.147-0.006,0.127-0.014,0.104-0.016,-0.199 0.032,0.297 0.006,1.045-0.014,0.119 0.020,-0.021 0.020,-0.107 0.021,-3.135 0.055,3.110-0.099,0.266-0.021,0.823-0.030,-0.101 0.009,-0.238 0.017,-0.300 0.023,-0.781 0.034,-0.082 0.016,0.583-0.013,-0.279-0.016,-0.306-0.022,-0.295-0.026,-2.605 0.118,2.413-0.122,0.365-0.041,0.185-0.021,-0.085 0.001,-0.210 0.014,-0.282 0.022,-0.310 0.025,-1.316 0.076,1.159-0.046,3.235-0.118,0.272 0.010,-0.284 0.025,-0.591 0.034,-1.227 0.054,-0.178 0.022,-0.088 0.021,-0.024 0.018,-0.020-0.029,1.158-0.065,-0.088-0.031,-0.300-0.019,-0.417-0.009,-0.459-0.004,-0.454 0.001,-2.441 0.164,2.226-0.194,0.245-0.014,0.631-0.033,-0.085 0.027,-0.204 0.039,-0.261 0.042,-1.024 0.089,0.400 0.013,2.957-0.020,0.621 0.030,0.268 0.024,0.027 0.018,-0.127 0.014,-5.067 0.007,2.717 0.000,4.094-0.010,0.412-0.023,0.041-0.028,-0.185-0.028,-0.310-0.028,-1.841-0.019,0.391-0.030,0.490-0.012,1.107-0.040,-0.118-0.011,-0.350-0.011,-0.484-0.006,-2.328 0.086,2.958-0.092,0.613-0.023,1.035-0.031,0.410-0.006,0.279 0.000,0.175 0.004,-5.883 0.172,6.099-0.227,0.199-0.046,0.059-0.052,-0.442-0.038,-0.593-0.031,-0.653-0.025,-0.657-0.020,-6.631 0.450,5.281-0.427,-0.135-0.030,0.824-0.117,-0.718 0.025,-0.824 0.044,-0.842 0.056,-0.679 0.040,-0.528 0.030,-0.393 0.020,-0.279 0.012,-2.727 0.373,2.633-0.236,3.633-0.208,1.147 0.006,0.092 0.049,0.232 0.026,-0.001 0.028,-0.161 0.032,-0.797 0.060,-0.386 0.044,-0.423 0.044,0.357-0.006,-0.455 0.004,-0.408-0.013,-0.349-0.022,-2.150 0.099,-0.163 0.006,-0.157 0.010,-0.147 0.012,2.369-0.091,-0.415 0.052,-0.405 0.049,-0.366 0.044,-3.662 0.090,2.509-0.091,0.120-0.013,1.456-0.075,-0.025-0.020,-0.136-0.016,-0.192-0.011,-0.630 0.017,-0.424 0.005,-0.438 0.008,-0.408 0.010,-0.359 0.008,-0.301 0.009,0.095-0.050,0.188-0.065,0.066-0.056,-0.020-0.047,-0.281-0.006,-0.558 0.080,-0.065-0.022,0.855-0.364,-0.342-0.038,-0.356-0.009,-0.335 0.008,-0.293 0.020,-0.495 0.272,-0.017-0.649,-0.332-0.386,-0.323-0.385,-0.292-0.359,-0.251-0.314,0.232 0.953,-0.084-0.078,-0.918-1.665,-0.322-0.058,-0.251 0.068,-0.186 0.138,1.877 2.622,-1.260-1.484,-0.192-0.001,-0.769-0.547,-0.005 0.207,0.113 0.264,0.183 0.284,0.221 0.281,1.668 1.239,-1.663-0.976,-0.294 0.042,-0.551-0.084,-0.003 0.144,0.123 0.158,0.197 0.160,0.235 0.150,1.785 0.569,-6.766-1.292,-2.493-0.307,-0.315 0.066,-0.724-0.010,-0.358 0.048,-0.098 0.079,3.380 0.564,-1.083-0.056,-0.978-0.041,-11.102-1.035,-0.772 0.043,0.465 0.127,1.170 0.163,16.630 1.500,-15.710-1.249,1.474 0.218,2.103 0.235,2.313 0.225,2.248 0.200,2.022 0.166,7.500 0.434,-3.657-0.173,-0.216 0.023,-4.533-0.096,-1.188 0.043,-1.123 0.035,-1.003 0.027,-0.855 0.021,-2.948 0.021,-0.781 0.049,0.286 0.057,0.943 0.057,1.298 0.054,1.427 0.048,0.846 0.100,4.480-0.009,0.462 0.046,-2.590 0.176,1.071 0.067,1.057 0.046,0.973 0.029,3.252-0.190,-0.624 0.101,0.105 0.054,-1.491 0.213,0.283 0.000,0.320-0.035,0.328-0.054,0.310-0.066,0.279-0.068,2.916-0.287,-3.367 0.213,0.095-0.094,0.109-0.082,0.111-0.072,4.153-0.129,-4.173 0.058,-0.400-0.033,-0.357-0.024,-0.086-0.020,0.019-0.014,0.088-0.008,0.128-0.005,1.480 0.003,0.065-0.001,-1.172-0.004,0.258 0.002,0.307 0.002,0.321 0.002,0.309 0.003,3.260 0.014,-4.371 0.186,-0.634 0.164,1.770-0.051,-2.796 0.304,0.036 0.060,0.285 0.012,0.433-0.020,0.078 0.044,0.722-0.054,0.563-0.052,0.552-0.065,0.509-0.067,0.446-0.064,0.371-0.058,2.351-0.268,-1.574 0.187,-0.256 0.036,-2.036 0.232,-0.258-0.001,-0.050-0.036,0.093-0.058,0.176-0.067,1.606-0.138,-0.105-0.006,-1.860 0.108,0.045-0.020,0.181-0.024,0.261-0.023,0.295-0.022,0.301-0.019,1.444-0.090,-1.331 0.068,0.350-0.012,0.382-0.008,0.377-0.003,0.343 0.000,0.345-0.013,0.319-0.021,0.280-0.024,0.234-0.025,0.187-0.021,0.144-0.020,0.105-0.018,0.142 0.056,-0.056 0.081,-0.352 0.231,0.011 0.078,0.058 0.028,0.086-0.003,0.611-0.406,-0.505 0.433,-0.063 0.138,-0.173 0.381,0.027 0.237,0.062 0.219,0.082 0.189,0.088 0.157,0.501-1.454,-0.395 2.332,0.101 0.426,0.106 0.059,0.090-0.134,0.074-0.247,0.059-0.297,0.045-0.307,0.030-0.289,0.023-0.256,0.100-0.312,0.091-0.000,0.080-0.042,0.079 0.020,0.038-0.077,0.018-0.082,0.004-0.079,-0.041-0.145,-0.030-0.077,0.010-0.004,0.076 0.130,0.041 0.027,0.044 0.029,0.044 0.030,0.076 0.141,-0.019-0.006,-0.040-0.023,-0.050-0.030,-0.421-0.949,0.248 0.526,0.062 0.055,0.395 0.619,0.095 0.052,0.055 0.000,0.026-0.032,0.004-0.053,-0.785-1.116,0.888 1.151,-0.068-0.134,-0.072-0.112,-0.098-0.127,-0.109-0.128,-0.109-0.122,-0.061-0.063,-0.134-0.166,-0.117-0.148,-0.097-0.126,-0.076-0.102,-0.057-0.078,-0.041-0.055,-0.026-0.040,-0.017-0.023,-0.007-0.015,-0.004-0.005,0.002-0.001,0.002 0.003,0.005 0.005,0.004 0.004,0.004 0.006,0.004 0.004,0.002 0.004,0.004 0.003,0.001 0.003,0.001 0.001,0.001 0.002,0.001 0.001,0.000 0.000,0.000 0.000,0.000 0.000,0.000 0.001,0.000-0.001,-0.000 0.000,0.000-0.000,-0.001-0.001,0.001 0.001,0.022 0.022,0.046 0.046,0.054 0.054,0.057 0.057,0.057 0.131,-0.080-0.109,0.042 0.030,0.321 0.284,0.097 0.030,0.062-0.001,-0.111-0.110,-0.022-0.027,-0.033-0.029,-0.041-0.029,-0.087-0.146,0.519 0.120,0.051-0.072,-0.037-0.068,-0.087-0.061,-0.109-0.050,-0.177-0.043,-0.077-0.024,-0.068-0.019,-0.057-0.013,-0.011-0.011,-0.053-0.006,-0.042-0.004,-0.031 0.000,-0.022 0.001,-0.020 0.002,-0.013 0.003,-0.010 0.001,-0.005 0.003,-0.005 0.002,-0.002 0.001,-0.008 0.002,-0.025 0.002,-0.024 0.002,-0.026 0.002,-0.021 0.001,-0.018 0.002,-0.015 0.000,-0.010 0.001,-0.008 0.000,-0.005 0.000,-0.003 0.000,-0.001 0.001,-0.001-0.001,0.000 0.001,0.000-0.001,0.002 0.000,-0.000 0.000,0.001-0.000,0.000 0.001,0.001-0.001,0.000 0.000,0.001 0.000,0.000 0.000,0.000 0.000,0.000 0.000,0.000 0.000,0.000 0.000,0.001-0.000,-0.001 0.000,0.000 0.000,0.000 0.000,0.000 0.000,0.000 0.000,0.000 0.000,0.000 0.000,0.000-0.000,0.000 0.000,0.000 0.000,0.000 0.000,0.000 0.000,0.000 0.000,0.000 0.000,0.000 0.000,0.000-0.000,0.000 0.000,0.000 0.000,0.000 0.000,0.000 0.000,0.000 0.000,0.000 0.000,0.000-0.000,0.000 0.000,0.000 0.000,0.000 0.000,0.000 0.000,0.000 0.000,0.000 0.000,0.000 0.000,0.000-0.000,0.000 0.000,0.000 0.000,0.000 0.000,0.000 0.000,0.000 0.000,0.000 0.000,0.000 0.000,0.000-0.000,0.000 0.000,0.000 0.000,0.000 0.000,0.000 0.000,0.000 0.000,0.000 0.000,0.000 0.000,0.000-0.000,0.000 0.000,0.000 0.000,0.000 0.000,0.000 0.000,0.000 0.000,0.000 0.000,0.000 0.000,0.000-0.000,0.000 0.000,0.000 0.000,0.000 0.000,0.000 0.000,0.000 0.000,0.000 0.000,0.000-0.000,0.000 0.000,0.000 0.000,0.000 0.000,0.000 0.000,0.000 0.000,0.000 0.000,0.000 0.000,0.000-0.000,0.000 0.000,0.000 0.000,0.000 0.000,0.000 0.000,0.000 0.000,0.000 0.000,0.000 0.000,0.000-0.000,0.000 0.000,0.000 0.000,0.000 0.000,0.000 0.000,0.000 0.000,0.000 0.015,0.000 0.030,0.032 0.119,0.049 0.094,0.056 0.084,0.057 0.072,0.051 0.060,-0.034-0.096,0.023 0.008,0.021 0.002,0.031 0.007,0.010-0.035,0.005-0.043,-0.001-0.048,0.032-0.027,-0.007-0.056,-0.010-0.050,-0.012-0.042,0.004-0.032,-0.037-0.032,-0.037-0.023,-0.038-0.016,-0.032-0.009,-0.029-0.006,-0.022-0.002,-0.017 0.001,-0.012 0.000,-0.010 0.002,-0.005 0.003,-0.004 0.003,-0.001 0.001,0.000 0.002,0.057 0.002,0.098 0.002,0.119-0.001,0.120 0.002,0.273 0.000,0.225 0.000,0.212 0.001,0.187-0.001,0.156 0.001,0.122 0.000,0.139-0.001,-0.484 0.000,0.025 0.000,0.614 0.001,-0.164-0.001,-0.224 0.000,-0.245 0.000,1.568 0.000</inkml:trace>
</inkml:ink>
</file>

<file path=ppt/ink/ink6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177.000 408.000,'0.008'0.000,"0.013"0.000,0.015 0.000,0.015 0.000,0.014 0.000,0.012 0.000,0.011 0.000,0.008 0.000,0.007 0.000,0.046-0.027,0.079-0.043,0.089-0.051,0.091-0.052,0.087-0.049,0.279-0.102,0.257-0.068,0.256-0.060,0.235-0.049,0.203-0.039,-1.389 0.438,1.362-0.276,0.673-0.002,2.053-0.111,0.802 0.069,0.518 0.084,0.299 0.090,0.133 0.087,0.019 0.080,-4.895 0.073,5.803 0.181,0.161 0.146,-0.138 0.091,-0.319 0.049,-0.410 0.019,-0.439-0.002,-0.426-0.016,-3.039-0.271,4.960 0.275,0.714-0.024,0.170-0.047,-0.195-0.056,-0.424-0.059,-2.173-0.107,0.081-0.029,2.905-0.040,1.613-0.100,1.829-0.104,1.862-0.100,1.766-0.093,-12.150 0.222,7.511-0.220,0.386-0.068,10.148-0.486,-0.805-0.083,-1.640-0.011,-1.997 0.032,-13.999 0.745,10.093-0.591,-0.740 0.007,-0.748 0.022,-1.136 0.059,-1.142 0.068,-1.074 0.071,-0.961 0.067,0.588 0.048,-0.531 0.096,-0.290 0.073,-0.320 0.065,-0.318 0.055,-0.294 0.043,2.171 0.182,0.070 0.101,-0.027 0.068,-0.462 0.039,-0.718 0.017,-0.844 0.001,-0.873-0.010,-0.864 0.009,1.976 0.189,0.860 0.102,3.145 0.286,0.020 0.005,-0.499-0.053,-0.818-0.088,-0.976-0.108,0.185-0.075,-0.568-0.129,0.079-0.098,-0.483-0.113,-0.393-0.091,-0.307-0.067,-0.226-0.050,-0.577-0.029,-0.061-0.019,-0.203-0.010,-0.282-0.005,-0.312-0.002,-4.108 0.023,2.257-0.012,0.041 0.001,1.979-0.021,-0.303-0.018,-0.446-0.021,-0.511-0.023,-0.517-0.021,-2.854 0.095,2.790-0.105,-0.078-0.003,-0.465 0.017,-0.488 0.019,-0.460 0.022,-0.406 0.019,-0.492 0.024,0.436 0.017,0.076 0.035,0.105 0.034,0.117 0.030,0.112 0.027,0.098 0.020,-1.244-0.059,1.587 0.211,0.208 0.055,0.050 0.012,-0.052-0.015,-0.118-0.033,-1.994-0.241,1.838 0.191,-0.181-0.046,-0.200-0.044,-0.196-0.040,-0.181-0.033,-0.160-0.029,-0.376-0.029,-0.005-0.009,0.435-0.008,-0.150-0.012,-0.185-0.008,-0.192-0.005,-0.180-0.001,0.692-0.050</inkml:trace>
</inkml:ink>
</file>

<file path=ppt/ink/ink6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917.000 340.000,'0.000'0.013,"0.000"0.019,0.000 0.023,0.000 0.021,0.000 0.021,0.000 0.016,0.000 0.015,0.000 0.010,0.000 0.008,0.000 0.006,0.000 0.003,0.000 0.003,0.000 0.000,0.000-0.023,0.000 0.055,0.011 0.261,0.016 0.242,0.021 0.255,0.022 0.248,0.019 0.227,0.019 0.198,-0.061-0.850,0.090 1.709,0.011 0.232,0.010 0.049,0.005-0.068,0.005-0.137,0.002-0.168,-0.021 0.139,-0.017 0.155,-0.020 0.054,-0.021-0.015,-0.020-0.059,-0.017-0.085,-0.044-2.028,0.015 1.264,-0.004 0.120,-0.016 1.625,-0.035-0.074,-0.035-0.243,-0.033-0.331,-0.028-0.360,0.023-1.194,-0.134 0.628,-0.020-0.369,0.009-0.346,0.025-0.300,0.034-0.249,0.154-0.584,-0.118 0.591,0.039-0.035,0.019-0.094,-0.006-0.028,-0.014-0.022,-0.019-0.018,0.079-0.314,-0.083 0.358,0.013-0.021,0.016-0.044,0.020-0.054,0.020-0.056,0.017-0.055,0.027-0.151,0.004 0.002,-0.001 0.133,0.009-0.010,0.006-0.017,0.005-0.021,0.004-0.022,0.001-0.020,0.028 0.505</inkml:trace>
</inkml:ink>
</file>

<file path=ppt/ink/ink6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184.000 400.000,'0.000'0.009,"0.000"0.012,0.000 0.017,0.000 0.014,0.000 0.015,0.000 0.012,0.000 0.010,0.000 0.009,0.000 0.005,0.037 0.050,0.057 0.077,0.068 0.087,0.066 0.088,0.298 0.369,0.244 0.319,0.307 0.382,0.135 0.132,0.072 0.039,0.024-0.022,-1.050-1.302,0.739 0.940,-0.049-0.056,0.115 0.158,-0.092-0.111,-0.092-0.112,-0.087-0.105,-0.077-0.094,-0.064-0.081,-0.061-0.112,-0.020-0.082,-0.008-0.075,0.002-0.067,0.008-0.057,0.011-0.046,0.224 0.133,0.700 0.414,0.210 0.069,0.067-0.030,-0.026-0.088,-0.081-0.116,-0.540-0.347,0.404 0.070,0.140-0.023,0.904 0.143,0.019-0.095,-0.088-0.101,-0.149-0.097,-0.123-0.089,-0.170-0.077,-0.103-0.099,-0.208-0.117,-0.192-0.110,-0.164-0.098,-1.144 0.180,0.774-0.411,0.011-0.246,0.399-0.632,0.068-0.305,0.062-0.220,0.053-0.147,-1.315 1.627,1.057-1.316,0.061-0.093,0.346-0.401,0.014 0.054,-0.018 0.114,-0.037 0.143,-0.048 0.156,-0.677 0.722,-0.047 0.070,0.618-0.511,-0.177 0.255,-0.179 0.243,-0.162 0.211,-0.140 0.178,-0.194 0.183,-0.081 0.109,-0.061 0.089,-0.047 0.071,-0.034 0.054,-0.022 0.039,-0.023 0.022,0.271 0.059,0.071 0.064,0.045 0.064,0.021 0.056,0.008 0.048,-0.104 0.008,-0.015 0.037,-0.015 0.037,-0.017 0.032,-0.014 0.027,-0.013 0.022,0.268 0.166,1.401 0.870,0.507 0.288,0.963 0.553,-0.081-0.093,-0.317-0.232,-0.431-0.297,-2.479-1.410,1.382 0.722,-0.222-0.174,0.276 0.008,-0.305-0.264,-0.242-0.211,-0.184-0.163,-0.503-0.128,-0.032-0.038,0.474-0.062,0.161-0.072,0.189-0.055,0.192-0.038,0.174-0.026,-0.175-0.025,0.172-0.086,0.489-0.121,0.281-0.059,0.259-0.039,0.227-0.023,-1.156 0.178,0.403-0.096,0.005-0.007,1.275-0.268,-0.274 0.048,-0.355 0.069,-0.376 0.075,-1.272 0.254,0.775-0.175,-0.381 0.082,-0.239 0.054,-0.243 0.056,-0.231 0.057,-0.211 0.050,-0.118 0.058,0.102 0.030,0.537 0.060,0.164 0.102,0.116 0.101,0.078 0.089,0.084 0.075,0.351 0.112,0.629 0.114,0.334 0.014,0.254-0.022,0.186-0.040,0.093-0.105,0.238-0.057,-0.159-0.073,-0.302-0.070,-0.369-0.059,-0.380-0.050,-0.009-0.113,-0.821-0.050,-0.023-0.055,0.538-0.125,-0.204-0.056,-0.249-0.035,-0.257-0.016,-0.704 0.106,0.307-0.145,-0.168 0.007,-0.120-0.006,-0.140 0.008,-0.114 0.009,-0.092 0.008,-0.070 0.006,-0.052 0.007,1.167-1.065</inkml:trace>
</inkml:ink>
</file>

<file path=ppt/ink/ink6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1530.000 404.000,'0.000'-0.006,"0.000"-0.008,0.000-0.011,0.000-0.010,0.000-0.008,0.000-0.009,0.000-0.007,0.000-0.004,0.000-0.005,0.000-0.002,0.000-0.002,0.000 0.000,0.000-0.002,0.000 0.000,0.000 0.009,0.000-0.027,0.000-0.295,0.000-0.357,0.000-0.393,0.000-0.390,0.003 1.205,0.153-1.852,0.154-0.382,0.219-0.394,0.206-0.128,0.191-0.034,0.164 0.030,0.005 0.368,0.190-0.154,0.673-1.098,0.511-0.774,0.503-0.806,0.458-0.763,-0.673 1.218,0.116-0.269,0.496-0.997,-0.029-0.007,-0.089 0.118,-0.127 0.193,-0.141 0.233,-2.339 4.564,1.313-2.541,0.048-0.070,1.513-2.797,0.076-0.004,0.004 0.135,-0.042 0.215,-0.067 0.248,-0.190 0.552,-0.068 0.388,-0.062 0.389,-0.051 0.363,-0.041 0.318,-0.033 0.270,-0.426 0.669,-0.148 0.290,-0.165 0.282,0.109-0.057,-0.263 0.297,-0.252 0.248,-0.229 0.202,-0.737 0.812,3.653-4.393</inkml:trace>
</inkml:ink>
</file>

<file path=ppt/ink/ink6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1603.000 227.000,'0.000'-0.008,"0.000"-0.012,0.000-0.015,0.000-0.013,0.000-0.013,0.000-0.012,0.000-0.008,0.000-0.008,0.000-0.005,0.000-0.004,0.022-0.022,0.034-0.021,0.038-0.023,0.036-0.021,-0.103 0.148,0.122-0.158,0.054-0.078,0.262-0.324,0.115-0.091,0.085-0.039,0.058-0.003,-0.429 0.461,0.517-0.365,0.082-0.011,0.157-0.070,0.015 0.016,-0.013 0.025,-0.031 0.029,-0.124 0.148,0.062 0.013,0.524-0.145,0.175 0.035,0.155 0.037,0.127 0.037,0.101 0.033,-0.863 0.235,0.751-0.109,-0.088 0.043,-0.161 0.038,-0.199 0.032,-0.208 0.027,-0.200 0.022,-0.139 0.014,-0.215 0.036,-0.185 0.034,-0.151 0.031,-0.118 0.025,-0.087 0.022,-0.061 0.015,-0.040 0.012,-0.024 0.008,-0.012 0.006,-0.003 0.002,-0.006 0.013,-0.006 0.020,-0.005 0.022,-0.005 0.021,-0.004 0.021,-0.004 0.017,-0.004 0.006,-0.001 0.119,-0.001 0.165,0.000 0.699,-0.002 0.451,0.000 0.404,-0.001 0.347,-0.001 0.288,0.002-2.024,-0.001 1.261,0.000 0.078,0.000 1.683,0.000-0.095,0.000-0.239,0.000-0.305,0.000-0.322,0.000-1.275,-0.015 0.661,-0.025-0.357,-0.027-0.339,-0.029-0.301,-0.026-0.256,-0.532 0.079</inkml:trace>
</inkml:ink>
</file>

<file path=ppt/ink/ink6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1577.000 392.000,'0.000'-0.005,"0.000"-0.009,0.000-0.010,0.000-0.008,0.000-0.010,0.000-0.007,0.000-0.006,0.000-0.004,0.000-0.004,0.000-0.003,0.000-0.001,0.000-0.001,0.000-0.001,0.000 0.000,0.000 0.000,0.000 0.019,0.000-0.022,0.000-0.119,0.000-0.131,-0.017-0.236,-0.026-0.145,-0.031-0.116,-0.032-0.087,0.006 0.228,-0.064-0.254,-0.050-0.127,-0.281-0.760,-0.219-0.254,-0.219-0.201,-0.205-0.153,-0.180-0.110,-0.312-0.179,-0.130-0.003,-0.132-0.077,-0.078-0.052,-0.042-0.030,-0.011-0.015,0.356 0.518,0.022 0.043,-0.513-0.717,-0.014-0.024,-0.011-0.024,-0.009-0.023,-0.006-0.021,1.330 1.897,-1.246-1.826,-0.022-0.072,0.042 0.023,0.085 0.084,0.106 0.121,1.490 2.273,-1.035-1.729,0.033-0.062,-0.478-1.054,0.064-0.095,0.072-0.049,0.071-0.016,0.065 0.006,0.655 1.436,0.049 0.088,0.049 0.046,0.048 0.011,-0.310-1.066,0.168 0.177,0.174 0.233,0.165 0.253,0.151 0.252,0.129 0.233,0.129 0.443,0.050-0.122,0.080 0.260,0.056 0.240,0.038 0.208,0.024 0.175,0.015 0.135,0.005 0.139,-0.001 0.111,-0.006 0.084,-0.006 0.061,-0.031 0.195,0.168-0.198,0.140 0.008,0.138 0.022,0.127 0.028,0.113 0.032,0.094 0.032,0.075 0.029,0.100 0.072,0.117 0.093,0.115 0.103,0.107 0.101,0.097 0.092,0.079 0.081,-0.288-0.108,1.946 0.459,0.638 0.080,0.390 0.015,0.207-0.026,0.076-0.049,-0.009-0.057,-0.072-0.154,0.082-0.173,-0.083-0.216,-0.185-0.228,-0.233-0.219,-0.250-0.196,-0.969-0.047,-0.244-0.142,0.380-0.481,-0.330-0.273,-0.279-0.238,-0.229-0.197,-0.176-0.153,-1.154 1.189,0.965-1.223,-0.124 0.052,-0.144 0.126,-0.146 0.166,-0.137 0.177,-0.119 0.174,-0.798 1.044,0.643-0.748,-0.103 0.168,-0.115 0.154,-0.117 0.135,-0.110 0.113,-0.097 0.093,-0.122 0.112,-0.041 0.012,0.032-0.083,0.022 0.003,0.048-0.001,0.064-0.005,0.067-0.004,0.066-0.006,-0.336 0.241,0.806-0.439,0.350-0.087,0.287-0.036,0.227-0.002,0.169 0.020,0.122 0.031,0.081 0.037,0.049 0.035,-1.328 0.312,1.535-0.344,-0.010-0.008,-0.118 0.006,-0.173 0.016,-0.196 0.019,-0.179 0.069,-0.193 0.051,-0.147 0.027,-0.145 0.020,-0.134 0.013,-0.117 0.008,-0.097 0.005,-0.529 0.188,0.599-0.199,0.052-0.004,0.065-0.009,0.066-0.010,0.062-0.010,-0.723 0.223,0.835-0.189,0.054 0.017,0.007 0.019,-0.022 0.019,-0.041 0.016,-0.502 0.086,0.036-0.035,0.536-0.208,0.010-0.079,-0.029-0.064,-0.054-0.051,-0.066-0.037,-0.070-0.026,-0.922 0.522,1.021-0.733,-0.171-0.015,-0.267 0.071,-0.111-0.066,-0.095-0.078,-0.077-0.081,-0.062-0.077,-0.211 0.406,0.090-0.430,-0.074 0.067,-0.069 0.102,-0.060 0.121,-0.050 0.123,-0.137-1.084</inkml:trace>
</inkml:ink>
</file>

<file path=ppt/ink/ink6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140.000 421.000,'0.006'0.006,"0.010"0.010,0.010 0.010,0.011 0.011,0.009 0.009,0.007 0.008,0.008 0.006,0.004 0.005,0.003 0.003,0.003 0.003,0.002 0.002,0.000 0.000,0.000 0.000,0.001 0.001,0.062 0.047,0.107 0.085,0.125 0.097,0.126 0.099,0.118 0.093,-0.033-0.037,0.109 0.069,0.260 0.162,0.147 0.062,0.130 0.045,0.109 0.029,0.090 0.019,0.312 0.174,0.058 0.003,0.099 0.013,0.070-0.006,0.050-0.020,0.032-0.028,0.177 0.098,-0.104-0.057,-0.071-0.051,-0.105-0.071,-0.119-0.082,-0.120-0.080,-0.510-0.219,-0.062-0.032,0.297 0.114,-0.136-0.070,-0.137-0.068,-0.126-0.062,-0.113-0.055,-0.223-0.098,-0.059-0.041,0.022-0.039,0.184-0.018,0.068-0.044,0.068-0.034,0.062-0.028,0.098-0.022,-0.315-0.032,0.045-0.037,0.420-0.136,0.073-0.131,0.049-0.133,0.033-0.124,0.018-0.111,0.335-0.351,0.116-0.189,0.008-0.090,-0.063-0.020,-0.102 0.026,-0.122 0.055,-0.631 0.441,0.030-0.080,0.909-0.907,-0.036-0.020,-0.100 0.084,-0.131 0.139,-0.137 0.162,-0.132 0.160,-0.114 0.147,-0.178 0.162,0.179-0.145,0.747-0.616,0.176-0.131,0.089-0.056,0.030-0.009,-0.011 0.023,-1.896 1.553,1.788-1.366,-0.282 0.277,-0.335 0.297,-0.337 0.282,-0.310 0.246,-0.263 0.203,-0.211 0.159,-0.163 0.117,-0.118 0.084,-0.079 0.053,-0.050 0.031,-0.014-0.002,0.025 0.004,0.151 0.134,0.179 0.190,0.194 0.217,0.191 0.219,0.175 0.204,0.150 0.179,0.295 0.337,0.217 0.192,0.151 0.086,0.099 0.010,0.057-0.038,-0.314-0.359,0.628 0.401,-0.054-0.178,-0.119-0.215,-0.147-0.219,-0.152-0.202,-0.787-0.508,0.751 0.202,-0.140-0.157,-0.190-0.126,-0.202-0.095,-0.193-0.066,-0.609-0.165,0.517 0.049,0.057-0.029,0.218-0.018,-0.042-0.030,-0.078-0.023,-0.098-0.018,-0.102-0.013,-0.690-0.001,1.478-0.304,0.501-0.259,0.322-0.213,0.185-0.168,0.083-0.126,0.013-0.090,-2.210 0.923,1.854-0.818,0.911-0.408,0.027 0.010,-0.074 0.075,-0.133 0.109,-0.158 0.121,-0.888 0.317,0.159-0.089,-0.386 0.144,-0.374 0.149,-0.337 0.142,-0.289 0.126,-0.237 0.108,-0.514 0.204,0.495-0.056,0.024 0.152,0.063 0.140,0.081 0.122,0.085 0.098,-0.527-0.231,0.443 0.287,0.082 0.078,0.319 0.257,0.050 0.092,0.015 0.067,-0.009 0.045,-0.505-0.364,0.269 0.281,0.041 0.053,0.204 0.172,0.029-0.017,0.014-0.043,0.004-0.061,-0.005-0.065,-1.013-0.754,0.733 0.505,0.042-0.017,0.469 0.222,-0.073-0.117,-0.123-0.133,-0.149-0.134,-0.151-0.125,-0.422-0.203,0.346 0.007,-0.048-0.113,-0.060-0.105,-0.062-0.090,-0.060-0.075,-0.055-0.060,-0.524 0.174,0.450-0.290,0.083-0.133,0.391-0.387,0.087-0.131,0.045-0.073,0.017-0.029,-0.004 0.002,0.125-0.062,0.047 0.039,0.051 0.048,0.050 0.048,0.046 0.046,0.039 0.041,-1.261 0.758,0.745-0.391,0.165-0.047,1.034-0.436,0.099 0.014,-0.040 0.067,-0.130 0.096,-0.178 0.109,-0.159 0.113,-0.260 0.151,-0.252 0.145,-0.227 0.129,-0.195 0.110,-0.162 0.091,-0.126 0.070,-0.045 0.141,0.002 0.127,0.009 0.106,0.009 0.088,0.011 0.068,0.012 0.052,-0.482-0.486,0.651 0.548,0.091 0.038,0.141 0.054,0.077-0.009,0.059-0.025,0.045-0.031,-0.682-0.400,0.896 0.546,-0.043-0.020,-0.108-0.065,-0.141-0.089,-0.151-0.097,-0.146-0.093,-0.136-0.107,-0.084-0.086,0.074-0.065,0.082-0.078,0.114-0.060,0.124-0.046,-0.333-0.032,0.033-0.009,0.649-0.127,0.274-0.181,0.264-0.193,0.238-0.185,-0.667 0.190,0.154-0.062,1.197-0.451,0.321-0.163,0.237-0.137,0.168-0.110,0.109-0.084,-0.832 0.384,-0.357 0.182,-0.003 0.048,1.063-0.308,-0.346 0.158,-0.433 0.162,-0.451 0.150,-1.863 0.586,1.449-0.387,-0.261 0.126,-0.250 0.110,-0.222 0.091,-0.191 0.072,-0.154 0.055,-0.057 0.055,-0.059 0.051,-0.024 0.043,0.000 0.032,0.015 0.024,0.023 0.018,-0.551-0.121,0.713 0.291,0.578 0.300,0.133 0.090,0.008 0.016,-0.074-0.033,-0.118-0.060,-1.115-0.519,0.599 0.267,0.383 0.139,0.055-0.017,0.512 0.116,0.059-0.057,0.027-0.062,0.004-0.059,-1.544-0.364,1.197 0.258,0.121-0.017,0.752 0.095,-0.031-0.033,-0.121-0.031,-0.166-0.030,-1.728-0.270,1.403 0.171,-0.044-0.036,0.150-0.015,-0.201-0.046,-0.223-0.038,-0.217-0.031,0.053-0.054,0.131-0.065,0.203-0.064,0.229-0.058,0.225-0.048,0.200-0.039,-0.512 0.041,0.153-0.043,0.175-0.050,0.788-0.130,0.174-0.017,0.106 0.005,0.055 0.017,-1.844 0.273,2.960-0.226,0.198 0.069,-0.091 0.069,-0.262 0.064,-0.346 0.057,-0.367 0.045,-1.649 0.051,-0.105 0.010,0.829 0.004,-0.357 0.017,-0.354 0.012,-0.325 0.007,-0.619 0.024,0.397 0.124,0.426 0.174,1.190 0.358,0.230 0.120,0.005 0.038,-0.143-0.020,-0.229-0.055,0.704 0.230,0.589 0.098,0.276-0.052,0.144-0.116,0.051-0.146,-0.011-0.156,-0.147-0.159,0.379-0.233,0.087-0.309,0.079-0.309,0.069-0.285,0.057-0.245,0.044-0.202,-2.172 0.424,0.154-0.084,2.715-0.778,0.065-0.060,-0.151 0.033,-0.274 0.087,-4.406 1.209,3.143-0.776,0.003 0.094,0.532 0.006,-0.196 0.160,-0.249 0.156,-0.271 0.145,-0.268 0.127,-1.378 0.174,-0.113 0.041,0.936 0.025,-0.352 0.102,-0.362 0.091,-0.343 0.078,-0.312 0.063,-0.267 0.051,-0.916-0.132,0.876 0.346,-0.117 0.093,-0.068 0.060,-0.035 0.035,-0.010 0.016,-0.296-0.155,0.298 0.188,-0.047 0.011,-0.080-0.003,-0.092-0.011,-0.093-0.015,-0.767-0.556,0.935 0.572,0.148 0.011,0.104-0.015,-0.045-0.089,-0.095-0.105,-0.120-0.106,-0.701-0.263,0.422 0.082,0.038-0.049,0.418-0.020,0.095-0.062,0.077-0.045,0.058-0.032,0.043-0.020,-1.269 0.002,1.347-0.116,0.253-0.091,0.228-0.079,0.197-0.065,0.165-0.053,0.130-0.040,-1.450 0.245,2.239-0.393,0.022 0.017,-0.147 0.060,-0.239 0.080,-0.277 0.086,-0.277 0.083,-2.030 0.222,1.623-0.128,-0.367 0.072,-0.203 0.057,-0.193 0.055,-0.174 0.048,-0.149 0.041,0.121 0.142,-0.102 0.073,-0.133 0.032,-0.142 0.005,-0.135-0.013,-0.120-0.020,0.676 0.161,0.418 0.116,0.215 0.073,0.072 0.040,-0.024 0.018,-1.120-0.452,1.055 0.352,0.148 0.031,0.234 0.038,0.046-0.038,0.002-0.056,-0.026-0.062,-0.042-0.065,0.343-0.061,0.284-0.072,0.104-0.081,0.043-0.073,0.003-0.059,-0.024-0.047,-0.435-0.040,-0.545-0.018,0.042-0.009,1.763-0.012,-0.046-0.013,-0.156-0.007,-0.205-0.002,-2.711 0.019,2.068-0.015,-0.228 0.002,-0.286 0.003,-0.307 0.001,-0.301 0.003,-0.276 0.003,1.230-0.003</inkml:trace>
</inkml:ink>
</file>

<file path=ppt/ink/ink6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1844.000 430.000,'-0.026'-0.039,"-0.041"-0.062,-0.046-0.068,-0.047-0.071,-0.043-0.064,-0.036-0.056,0.038-0.085,-0.021-0.225,-0.111-0.778,-0.009-0.505,0.003-0.457,0.012-0.392,0.015-0.326,0.028 0.286,-0.077-0.794,-0.002-0.077,0.009 0.025,0.017 0.091,0.020 0.125,0.105 0.930,0.021-0.097,0.044 0.315,0.018-0.069,0.015-2.357,0.151-0.198,0.155-0.080,0.144-0.001,-0.004 2.048,0.892-3.097,0.499-0.600,0.356-0.232,0.236 0.022,0.142 0.183,0.073 0.272,-0.683 2.012,0.134-0.013,0.997-1.557,0.388-0.161,0.375-0.147,0.341-0.131,0.299-0.109,-0.947 1.613,0.097 0.069,1.226-1.319,-0.007 0.335,-0.089 0.402,-0.137 0.421,-0.163 0.407,-1.334 1.656,0.117 0.094,2.469-1.643,0.181 0.355,0.042 0.385,-0.050 0.376,-0.103 0.344,0.029 0.296,-1.477 0.962,0.457 0.114,3.008-0.457,0.714 0.286,0.483 0.282,0.298 0.259,0.065 0.261,-0.087 0.244,-0.543 0.262,0.198 0.194,0.270 0.172,0.301 0.146,0.304 0.121,0.283 0.095,-5.612-0.102,8.139 0.236,-0.556 0.038,-1.133 0.013,-1.381-0.004,-2.511-0.062,-0.623 0.015,-0.317 0.085,-0.307 0.114,-0.185 0.130,-0.093 0.134,-0.024 0.127,-1.420-0.167,-0.169 0.048,1.022 0.406,-0.471 0.083,-0.496 0.064,-0.476 0.044,-0.432 0.029,-0.778-0.267,-0.260-0.052,0.040 0.159,-0.301-0.057,-0.255-0.052,-0.205-0.045,-0.161-0.036,-0.073 0.013,-0.071 0.047,-0.146-0.126,-0.054-0.040,-0.046-0.054,-0.040-0.062,-0.168-0.227,-0.045-0.033,0.100 0.186,-0.076-0.125,-0.064-0.131,-0.050-0.123,-0.039-0.108,-0.033-0.086,-0.045-0.080,-0.041-0.059,-0.033-0.043,-0.027-0.026,-0.021-0.017,-0.014-0.007,-0.009-0.003,-0.006 0.001,-0.004 0.003,-0.000 0.005,0.000 0.004,0.000 0.005,0.002 0.003,0.002 0.003,0.000 0.002,0.002 0.003,0.001 0.000,0.001 0.001,0.000 0.001,0.001 0.000,0.000-0.001,0.000 0.001,0.000 0.000,0.001 0.000,-0.001-0.001,0.000 0.001,-0.000-0.001,0.000 0.000,0.001 0.000,-0.001 0.000,0.000 0.000,0.000 0.000,0.000 0.000,0.000 0.000,-0.000 0.000,0.000 0.000,0.000 0.000,0.000 0.000,0.000 0.000,0.023-0.013,0.037-0.021,0.044-0.022,0.042-0.024,0.041-0.021,0.034-0.019,-0.007 0.002,0.071-0.035,0.200-0.094,0.075-0.024,0.048-0.011,0.027-0.000,0.013 0.006,-0.066 0.057,0.040 0.027,0.151-0.000,-0.046 0.044,-0.073 0.039,-0.081 0.034,-0.487 0.062,0.507-0.005,0.045 0.051,0.018 0.056,-0.001 0.052,-0.013 0.047,-0.020 0.041,-0.513-0.175,0.472 0.334,-0.036 0.106,-0.047 0.092,-0.074 0.055,-0.076 0.034,-0.076 0.018,-0.067 0.007,-0.183-0.547,0.035 0.636,-0.180 0.010,-0.191-0.014,-0.186-0.027,-0.168-0.037,-0.145-0.039,0.159-0.207,-0.056-0.015,-0.636 0.186,-0.272-0.095,-0.253-0.105,-0.219-0.103,-0.180-0.092,0.225-0.110,0.175-0.093,0.234-0.088,0.257-0.078,0.252-0.066,0.230-0.053,0.545 0.105,-0.366-0.509,0.150-0.229,0.137-0.167,0.117-0.114,0.098-0.074,0.075-0.042,0.067 0.490,0.017-0.025,0.029-0.543,0.044 0.081,0.039 0.134,0.029 0.156,0.025 0.159,0.017 0.150,-0.118 0.534,0.236-0.462,0.082 0.061,0.065 0.060,0.047 0.056,-0.365 0.335,0.476-0.227,0.085 0.054,0.150 0.037,0.045 0.057,0.021 0.049,0.005 0.039,-0.700 0.059,0.740-0.023,0.082 0.019,0.237 0.015,-0.079 0.013,-0.129 0.005,-0.148 0.004,-0.152-0.001,-0.143-0.002,-0.123-0.003,-0.102-0.002,-0.079-0.003,-0.057-0.003,0.007 0.219,0.010 0.206,-0.019 0.154,-0.030 0.112,-0.033 0.079,-0.035 0.051,-0.049-0.163,-0.004 0.194,-0.024-0.055,-0.019-0.082,-0.014-0.094,-0.010-0.092,-0.006-0.433,-0.027 0.222,-0.035 0.005,-0.038-0.005,-0.179 0.251,-0.031-0.040,0.007-0.050,0.032-0.051,0.013-0.093,-0.008-0.097,-0.017-0.098,-0.020-0.090,-0.020-0.076,0.036-0.112,0.101-0.008,0.017-0.050,-0.009-0.098,0.030-0.038,0.028-0.022,0.025-0.010,-0.015-1.479</inkml:trace>
</inkml:ink>
</file>

<file path=ppt/ink/ink6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2203.000 243.000,'0.032'0.000,"0.049"0.000,0.056 0.000,0.057 0.000,0.050 0.000,-0.085-0.013,0.023-0.024,0.427-0.188,0.452-0.215,0.509-0.235,0.511-0.228,0.479-0.211,0.235-0.046,0.146 0.006,0.498-0.116,1.636-0.508,0.178 0.001,-0.082 0.075,-0.254 0.117,-0.350 0.141,-2.574 0.839,1.092-0.268,0.124 0.022,2.634-0.615,0.341-0.086,0.220-0.102,0.125-0.105,0.057-0.101,-2.677 0.743,-0.017 0.004,2.504-0.772,-0.291 0.002,-0.402 0.022,-0.441 0.034,-0.434 0.037,-1.135 0.317,0.824-0.477,-0.606 0.157,-0.637 0.215,-0.603 0.232,-0.528 0.225,-1.749 0.915,0.392-0.195,0.571-0.260,-0.044 0.055,5.632-1.886</inkml:trace>
</inkml:ink>
</file>

<file path=ppt/ink/ink6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2333.000 184.000,'0.138'-0.011,"0.217"-0.019,0.256-0.021,0.262-0.022,0.248-0.020,0.222-0.019,0.328-0.012,-0.053 0.020,-0.173 0.030,-0.233 0.032,-0.246 0.031,-0.236 0.028,-0.206 0.024,-0.172 0.018,-0.134 0.014,-0.101 0.011,-0.072 0.006,-0.384 0.271</inkml:trace>
</inkml:ink>
</file>

<file path=ppt/ink/ink6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1846.000 427.000,'0.000'-0.013,"0.000"-0.021,0.000-0.022,0.000-0.024,0.000-0.021,0.000-0.019,0.000-0.072,0.029-0.044,0.044-0.004,0.051 0.016,0.051 0.028,0.047 0.033,0.040 0.034,0.034 0.030,0.026 0.028,0.020 0.023,0.014 0.018,0.009 0.014,-0.215 0.023,0.170 0.099,0.001 0.108,0.074 0.263,-0.048 0.164,-0.058 0.131,-0.059 0.101,-0.151-0.518,0.025 0.437,-0.068 0.047,-0.106 0.216,-0.104-0.054,-0.092-0.091,-0.076-0.106,0.270-0.648,-0.368 0.478,-0.038-0.124,-0.001-0.115,0.022-0.104,0.037-0.086,0.042-0.071,0.046-0.055,0.001-0.099,0.021-0.119,0.011-0.118,0.004-0.107,0.000-0.091,-0.005-0.073,0.245 0.425,-0.168-0.471,0.067-0.036,0.077-0.005,0.079 0.016,0.075 0.030,0.065 0.035,1.059-1.301</inkml:trace>
</inkml:ink>
</file>

<file path=ppt/ink/ink6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2204.000 224.000,'-0.040'0.000,"-0.043"0.000,-0.221 0.000,-0.138 0.000,-0.116 0.000,-0.092 0.000,-0.069 0.000,0.011 0.011,-0.073 0.016,-0.071 0.022,-0.069 0.020,-0.061 0.020,-0.052 0.019,0.355-0.023,-0.018 0.022,-0.530 0.116,0.055 0.040,0.042 0.057,0.063 0.056,0.073 0.051,0.075 0.046,0.362-0.152,0.001 0.038,-0.455 0.436,-0.045 0.156,-0.040 0.134,-0.033 0.108,-0.026 0.085,0.265-0.230,-0.291 0.516,0.063 0.112,0.083 0.078,0.089 0.053,0.083 0.031,0.422-0.780,-0.160 0.693,0.112-0.042,0.108-0.101,0.095-0.129,0.082-0.142,0.068-0.137,0.093-0.044,0.112-0.159,0.104-0.139,0.092-0.115,0.077-0.093,0.059-0.068,0.138-0.105,0.225-0.066,0.245-0.060,0.244-0.053,0.223-0.043,0.193-0.034,-0.654-0.102,-0.003-0.014,0.653 0.032,-0.078-0.035,-0.108-0.029,-0.119-0.024,-0.117-0.020,-0.020-0.013,-0.116-0.011,-0.092-0.007,-0.102-0.004,-0.101-0.002,-0.095-0.001,-0.082 0.000,-0.004 0.001,0.141-0.048,0.060-0.072,0.068-0.084,0.065-0.082,0.060-0.077,-0.821 0.291,0.961-0.557,0.068-0.163,-0.004-0.096,-0.055-0.048,-0.080-0.012,-0.095 0.013,-0.151 0.098,-0.077 0.043,0.026-0.152,-0.161 0.011,-0.151 0.002,-0.137-0.004,-0.236 0.577,0.041-0.382,-0.039-0.105,-0.018-0.414,-0.045-0.046,-0.033 0.010,-0.023 0.048,-0.014 0.070,-0.010 0.079,0.023 0.873,-0.059-0.901,-0.045 0.063,-0.051 0.075,-0.050 0.078,-0.046 0.073,0.086 0.364,-0.023 0.021,-0.262-0.349,-0.096 0.015,-0.079 0.008,-0.064 0.004,-0.047 0.001,0.448 0.491,-0.587-0.476,-0.036 0.042,0.020 0.067,0.052 0.079,0.067 0.080,0.624 0.404,-0.555-0.301,-0.054-0.015,0.163 0.108,-0.489-0.190,0.044 0.063,0.091 0.074,0.115 0.075,0.068 0.063,0.089 0.066,0.135 0.056,0.095 0.037,0.089 0.028,0.076 0.021,0.065 0.013,0.049 0.008,0.039 0.005,0.027 0.002,0.018-0.001,0.012-0.002,0.005-0.001,-0.043 0.049,-0.068 0.076,-0.076 0.087,-0.077 0.084,-0.068 0.078,0.100 0.048,-0.056 0.264,-0.003 0.156,0.001 0.126,0.002 0.093,0.003 0.069,0.003 0.048,-0.032 0.142,-0.014 0.051,-0.018 0.134,0.016 0.059,0.021 0.051,0.025 0.041,0.031 0.272,0.058-0.014,0.086-0.169,0.082-0.113,0.078-0.122,0.070-0.119,0.021-0.516,0.041-0.031,0.177 0.378,0.087-0.155,0.064-0.169,0.044-0.159,-0.093-0.269,0.056-0.044,0.258 0.059,0.072-0.100,0.046-0.097,0.026-0.084,0.012-0.070,-0.048-0.056,-0.063-0.041,-0.074-0.030,-0.074-0.019,-0.067-0.013,-0.060-0.006,-0.137 0.003,-0.006-0.001,0.046-0.000,0.011 0.000,0.013 0.003,0.016 0.002,0.036-0.139,0.061-0.116,0.043-0.093,0.102-0.145,-0.017-0.055,-0.038-0.025,-0.051-0.007,-0.057 0.008,-0.174 0.181,-0.011-0.020,0.193-0.355,-0.044 0.002,-0.050 0.031,-0.047 0.046,-0.042 0.054,-0.106 0.175,-0.031 0.017,-0.010-0.097,-0.041-0.020,-0.036-0.029,-0.030-0.033,-0.025-0.034,-0.055-0.062,-0.073-0.032,-0.076-0.025,-0.075-0.019,-0.067-0.015,-0.056-0.011,0.202 0.494,-0.305-0.441,-0.105-0.000,-0.220-0.083,-0.152 0.009,-0.139 0.014,-0.120 0.015,0.957 0.660,-0.777-0.436,-0.009 0.064,-0.354-0.068,0.099 0.134,0.130 0.122,0.135 0.105,0.272 0.100,0.072 0.046,0.030 0.037,0.066 0.031,0.054 0.023,0.045 0.014,0.034 0.009,-0.035 0.006,-0.005 0.002,0.003-0.002,0.009-0.003,0.011-0.003,0.010-0.004,-0.032 0.144,-0.020 0.125,0.024 0.083,0.037 0.055,0.043 0.032,0.043 0.017,0.287-0.380,-0.219 0.350,-0.096 0.296,0.042 0.087,0.055 0.054,0.060 0.029,0.056 0.010,0.049-0.001,0.050-0.127,0.041-0.108,0.034-0.121,0.029-0.122,0.024-0.110,0.016-0.095,0.013-0.078,0.008-0.062,0.005-0.046,0.003-0.032,0.000-0.022,0.283-0.188</inkml:trace>
</inkml:ink>
</file>

<file path=ppt/ink/ink6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2213.000 238.000,'0.012'0.000,"0.018"0.000,0.020 0.000,0.020 0.000,0.019 0.000,0.016 0.000,0.014 0.000,0.010 0.000,0.028 0.000,0.031 0.000,0.030 0.000,0.027 0.000,0.024 0.000,-0.175-0.015,1.009-0.356,0.630-0.299,0.980-0.448,0.653-0.313,0.538-0.261,0.429-0.209,-0.031 0.000,0.281-0.178,0.150-0.147,1.078-0.581,-0.010-0.033,-0.102 0.035,-0.155 0.077,-0.178 0.100,-1.638 0.806,-0.199 0.099,1.035-0.491,-0.247 0.139,-0.209 0.123,-0.172 0.104,-0.135 0.086,-1.521 0.715,-0.096 0.059,1.403-0.594,-0.432 0.222,-0.450 0.218,-0.422 0.198,-0.367 0.167,-1.565 0.635,0.865-0.332,0.003 0.013,0.388-0.134,-0.139 0.051,-0.175 0.056,-0.191 0.058,-0.184 0.051,-0.732 0.300,0.688-0.318,-0.101 0.027,-0.075 0.024,-0.076 0.028,-0.068 0.028,-0.061 0.027,-0.050 0.025,-0.258 0.145,1.954-0.552</inkml:trace>
</inkml:ink>
</file>

<file path=ppt/ink/ink6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2320.000 181.000,'-0.012'0.000,"-0.057"0.000,-0.052 0.000,-0.147-0.017,-0.028-0.027,0.010-0.028,0.029-0.030,0.041-0.026,0.077-0.007,0.083-0.003,0.085 0.001,0.080 0.004,0.070 0.007,0.058 0.006,0.047 0.006,0.036 0.007,0.026 0.004,0.017 0.004,0.011 0.004,0.087-0.040,0.086-0.053,0.009-0.014,0.051-0.024,0.043-0.016,0.036-0.011,-0.345 0.142,0.621-0.188,0.226-0.087,0.379-0.128,0.099-0.028,0.024 0.004,-0.026 0.022,-0.059 0.035,-0.898 0.270,0.751-0.206,0.010 0.023,0.326-0.043,0.023 0.040,0.012 0.039,0.008 0.037,0.001 0.032,-0.546 0.100,-0.063 0.023,0.296-0.019,-0.196 0.042,-0.203 0.037,-0.196 0.030,-0.179 0.026,-0.129 0.026,-0.176 0.028,-0.144 0.024,-0.116 0.019,-0.086 0.015,-0.062 0.011,-0.041 0.008,-0.026 0.005,-0.014 0.003,-0.005 0.001,0.002 0.000,0.003 0.000,0.017 0.075,0.003 0.144,-0.026 0.353,-0.036 0.216,-0.042 0.178,-0.047 0.139,-0.044 0.107,-0.047-0.082,-0.084 0.180,-0.290 0.830,-0.130 0.201,-0.101 0.115,-0.074 0.052,-0.053 0.007,0.270-0.779,0.007-0.103,-0.294 0.578,0.098-0.298,0.120-0.298,0.121-0.274,0.114-0.238,0.129-0.259,0.101-0.193,0.088-0.165,0.075-0.137,0.060-0.107,0.047-0.081,0.225 0.023</inkml:trace>
</inkml:ink>
</file>

<file path=ppt/ink/ink6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1856.000 417.000,'0.000'-0.013,"0.000"-0.024,0.000-0.030,0.000-0.035,0.052-0.156,0.078-0.012,0.088 0.022,0.087 0.045,0.079 0.053,0.066 0.054,0.054 0.049,0.041 0.044,0.029 0.035,0.021 0.027,-0.263-0.010,0.005 0.026,0.245 0.118,0.043 0.060,0.039 0.051,0.036 0.040,0.030 0.029,-0.096 0.004,0.036 0.101,0.093 0.186,-0.053 0.085,-0.080 0.060,-0.092 0.040,-0.095 0.023,-0.193-0.307,-0.038-0.003,0.046 0.338,-0.081-0.075,-0.064-0.094,-0.050-0.098,-0.037-0.096,-0.027-0.425,-0.115 0.289,-0.483 0.550,-0.308 0.163,-0.231 0.107,-0.163 0.062,-0.109 0.033,0.872-0.830,-0.480 0.362,-0.075-0.014,-0.755 0.398,-0.003-0.134,0.074-0.158,0.115-0.156,1.361-0.647,-1.042 0.370,0.059-0.105,-0.017-0.072,0.157-0.100,0.166-0.080,0.160-0.062,0.659-0.072,-0.562-0.006,-0.165-0.060,-0.427-0.107,-0.008-0.064,0.083-0.043,0.131-0.025,0.899 0.229,-0.652-0.344,0.101-0.095,0.042-0.157,0.118-0.075,0.106-0.053,0.088-0.036,0.073-0.021,0.169 0.240,0.096-0.023,0.165-0.332,0.160-0.044,0.129-0.028,0.098-0.017,0.071-0.006,-0.445 0.841,0.416-0.724,0.017 0.064,0.026 0.036,-0.033 0.105,-0.044 0.105,-0.048 0.097,-0.049 0.086,-0.045 0.083,-0.044 0.083,-0.038 0.071,-0.032 0.062,-0.026 0.049,-0.020 0.039,0.003 0.030,-0.026 0.025,-0.021 0.015,-0.019 0.008,-0.014 0.002,-0.011-0.001,-0.008-0.003,-0.004-0.004,-0.003-0.003,-0.002-0.004,0.000-0.003,0.203-0.003</inkml:trace>
</inkml:ink>
</file>

<file path=ppt/ink/ink6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2174.000 259.000,'-0.010'-0.020,"-0.016"-0.031,-0.018-0.037,-0.018-0.038,-0.019-0.035,-0.015-0.032,-0.014-0.027,0.028 0.070,-0.022-0.020,-0.072-0.063,-0.072-0.034,-0.214-0.167,-0.056-0.019,-0.014 0.002,0.011 0.016,0.297 0.257,-0.418-0.280,-0.048 0.009,-0.012 0.025,0.010 0.036,0.025 0.041,0.033 0.041,0.035 0.037,-0.509-0.064,-0.806-0.159,-0.278-0.027,-0.062 0.017,0.087 0.046,0.175 0.061,0.459 0.112,0.116 0.046,-0.740 0.066,-0.479 0.175,-0.583 0.175,-0.593 0.160,-0.552 0.138,0.330 0.046,0.072 0.085,0.182 0.072,0.242 0.060,0.264 0.046,0.261 0.036,0.240 0.025,2.208-0.669,-1.674 0.777,-0.385 0.559,0.294 0.217,0.346 0.133,0.357 0.071,0.335 0.026,0.297-0.005,0.303-0.219,0.192-0.088,0.160-0.099,0.129-0.100,0.098-0.096,0.070 0.630,0.041 0.647,-0.015 1.945,-0.076 0.645,-0.108 0.359,-0.116 0.152,-0.114 0.012,0.347-4.685,-0.573 4.536,-0.222-0.034,-0.199-0.132,-0.173-0.182,-0.140-0.199,-0.111-0.194,0.204-1.091,-0.106-0.057,-0.513 0.782,-0.110-0.231,-0.068-0.270,-0.036-0.275,-0.015-0.258,0.794-1.439,-0.136-0.007,-1.867 1.531,-0.742-0.069,-0.678-0.121,-0.581-0.145,1.105-0.919,-0.132-0.172,-1.790 0.153,-0.858-0.437,-0.900-0.444,-0.862-0.415,-0.772-0.368,-1.705-0.573,-0.776-0.413,-0.126-0.281,0.301-0.174,0.550-0.095,0.672-0.035,0.914 0.019,1.537 0.107,1.583 0.134,1.488 0.139,1.312 0.133,1.097 0.118,0.848 0.106,0.784 0.110,0.571 0.092,0.391 0.069,0.247 0.054,0.137 0.035,-0.014 0.154,0.050 0.217,0.160 0.520,0.039 0.288,0.018 0.219,0.001 0.156,-0.008 0.106,-0.229-0.710,0.143 0.908,-0.069-0.005,-0.071-0.082,-0.065-0.124,-0.060-0.140,-0.048-0.139,-0.091-1.227,-0.098 1.066,-0.156-0.113,-0.142-0.118,-0.122-0.115,-0.100-0.103,0.155-0.410,-0.569 0.220,-0.152-0.129,-0.083-0.113,-0.031-0.097,0.001-0.076,0.024-0.059,1.012-0.196,-1.049 0.163,0.002 0.012,0.047 0.029,0.073 0.036,0.084 0.039,0.085 0.038,0.345-0.091,0.040 0.020,-0.115 0.118,0.108-0.003,0.112-0.017,0.107-0.026,0.097-0.028,0.084-0.032,0.130-0.180,-0.130 0.151,0.026-0.027,0.030-0.020,0.032-0.016,0.030-0.010,-0.007-0.054,-0.071 0.006,-0.039-0.026,-0.034-0.026,-0.027-0.025,-0.021-0.020,-0.016-0.017,0.253-0.032,-0.394 0.015,-0.160-0.010,-0.163-0.007,-0.153-0.005,-0.139-0.004,-0.118-0.002,0.347-0.025,-0.233-0.050,-0.066-0.049,-0.385-0.098,0.065-0.022,0.124 0.000,0.154 0.016,0.164 0.025,-1.633-0.423</inkml:trace>
</inkml:ink>
</file>

<file path=ppt/ink/ink6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1853.000 427.000,'0.000'-0.045,"0.000"-0.067,0.000-0.075,0.000-0.074,0.037-0.030,0.057-0.050,0.031 0.016,0.027 0.017,0.019 0.031,0.013 0.039,0.006 0.040,0.004 0.040,0.011 0.037,0.023 0.032,0.025 0.027,0.027 0.021,0.025 0.016,-0.228 0.021,1.020 0.437,0.557 0.426,0.300 0.315,0.145 0.231,0.035 0.160,-0.037 0.102,-0.202-0.051,-0.266-0.127,-0.296-0.171,-0.290-0.184,-0.265-0.179,-0.227-0.162,-0.451-0.636,0.049 0.199,-0.079 0.512,-0.213 0.094,-0.394 0.358,-0.276-0.052,-0.207-0.114,-0.147-0.145,0.939-0.820,-0.854 0.509,-0.164-0.074,-0.710 0.078,-0.106-0.155,-0.015-0.144,0.044-0.123,1.652-0.229,-0.907 0.097,-0.148-0.007,-1.419 0.073,0.094-0.054,0.298-0.059,0.395-0.055,0.421-0.048,0.400-0.040,0.352-0.032,0.291-0.024,0.231-0.017,0.172-0.010,0.123-0.007,0.081-0.004,0.050-0.001,0.025 0.000,0.008 0.002,-0.002 0.001,-0.040 0.038,0.045-0.113,0.039-0.060,0.067-0.120,0.035-0.056,0.021-0.038,0.015-0.026,-0.213 0.413,0.259-0.342,0.060-0.009,0.047-0.020,-0.015 0.026,-0.036 0.032,-0.050 0.036,-0.053 0.034,-0.037 0.030,-0.060 0.074,-0.049 0.075,-0.042 0.067,-0.032 0.059,-0.023 0.048,-0.016 0.037,-0.011 0.027,-0.006 0.019,-0.002 0.013,-0.002 0.007,0.002 0.004,0.001 0.000,0.002 0.000,0.002-0.002,0.002-0.002,0.002-0.003,0.001-0.002,0.001-0.001,0.001-0.007,0.001 0.011,0.000 0.012,0.000 0.012,0.000 0.013,0.001-0.032,-0.001-0.071,0.001-0.086,-0.001-0.089,0.000-0.084,0.001-0.075,-0.025-0.055,-0.039-0.158,-0.092-0.459,-0.067-0.276,-0.054-0.235,-0.046-0.188,-0.033-0.146,0.152 0.700,-0.023-0.227,0.014-0.005,-0.041-0.435,0.040 0.130,0.042 0.171,0.038 0.183,0.034 0.181,0.029 0.085,0.036 0.247,0.030 0.219,0.023 0.181,0.017 0.142,0.011 0.108,0.006 0.074,0.005 0.050,0.001 0.029,0.001 0.015,-0.002 0.005,0.000-0.002,-0.002-0.006,-0.002-0.007,0.000-0.007,-0.002-0.007,-0.001-0.007,-0.000-0.005,-0.001-0.004,0.001-0.003,0.004-0.002,0.015-0.001,0.017-0.001,0.016 0.000,0.016-0.001,0.013 0.001,0.016 0.000,0.012 0.000,0.011 0.000,0.010-0.000,0.007 0.001,0.002-0.001,-0.023 0.001,-0.028 0.000,-0.028 0.000,-0.027 0.000,-0.022 0.000,-0.018 0.000,-0.014 0.000,-0.011 0.000,-0.006 0.000,-0.005 0.000,-0.002 0.000,-0.001 0.000,-0.001 0.000,0.001 0.000,0.001 0.000,0.001 0.000,0.000 0.000,0.001 0.000,0.001 0.000,0.000 0.000,0.001 0.000,0.000 0.000,0.000 0.000,0.000 0.000,0.001 0.000,-0.001 0.000,0.000 0.000,0.001 0.000,-0.001 0.000,0.001 0.000,-0.001 0.000,0.000 0.000,0.000 0.000,0.001 0.000,-0.001 0.000,0.000 0.000,0.000 0.000,0.001 0.000,-0.001 0.000,0.000 0.000,0.000 0.000,0.000 0.000,0.001 0.000,-0.001 0.000,0.000 0.000,0.000 0.000,0.000 0.000,0.001 0.000,-0.001 0.000,0.000 0.000,0.000 0.000,0.000 0.000,0.001 0.000,-0.001 0.000,0.000 0.000,0.000 0.000,0.000 0.000,0.001 0.000,-0.001 0.000,0.000 0.000,0.000 0.000,0.000 0.000,0.001 0.000,-0.001 0.000,0.000 0.000,0.000 0.000,0.001 0.000,-0.001 0.000,0.000 0.000,0.000 0.000,0.000 0.000,0.001 0.000,-0.001 0.000,0.000 0.000,0.000 0.000,0.000 0.000,0.001 0.000,-0.001 0.000,0.000 0.000,0.000 0.000,0.000 0.000,0.001 0.000,-0.001 0.000,0.000 0.000,0.000 0.000,0.001 0.000,-0.001 0.000,0.000 0.000,0.000 0.000,0.000 0.000,0.001 0.000,-0.001 0.000,0.000 0.000,0.000 0.000,0.000 0.000,0.001 0.000,-0.001 0.000,0.007 0.000,0.012 0.000,0.012 0.000,0.014 0.000,0.011 0.000,0.010 0.000,0.008 0.000,0.007 0.000,0.004 0.000,0.004 0.000,0.008 0.000,0.010 0.000,0.010 0.000,0.009 0.000,0.009 0.000,0.008 0.000,0.004 0.000,0.005 0.000,0.003 0.000,0.001 0.000,0.002 0.000,0.001 0.000,-0.010-0.015,-0.022-0.022,-0.027-0.026,-0.026-0.024,-0.022-0.021,-0.019-0.019,-0.006 0.008,0.007 0.010,0.012 0.014,0.014 0.016,0.014 0.017,0.015 0.015,0.012 0.014,0.402 0.014</inkml:trace>
</inkml:ink>
</file>

<file path=ppt/ink/ink6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523.000 575.000,'0.014'0.000,"0.021"0.000,0.025 0.000,0.026 0.000,0.026 0.000,0.044 0.000,0.032 0.000,0.028 0.000,0.022 0.000,0.019 0.000,0.013 0.000,0.010 0.000,-0.224 0.009,0.167 0.117,0.080 0.103,0.568 0.570,0.246 0.293,0.183 0.213,0.128 0.146,-1.155-1.179,0.660 0.637,0.080 0.090,0.943 0.913,0.065 0.009,-0.024-0.100,-0.079-0.159,-0.107-0.185,-0.117-0.126,-0.081-0.105,-0.098-0.124,-0.100-0.124,-0.095-0.116,-0.084-0.103,-0.071-0.086,0.249 0.069,0.025-0.006,-0.056-0.017,-0.102-0.022,-0.121-0.023,-0.383-0.252,0.368 0.208,0.156 0.096,0.591 0.335,0.066 0.027,-0.015-0.028,-0.069-0.060,-0.101-0.080,-1.390-0.740,0.775 0.348,0.015-0.053,0.632 0.136,-0.058-0.127,-0.099-0.114,-0.119-0.102,-0.124-0.086,-0.803-0.139,0.322-0.058,0.043-0.110,0.789-0.421,0.080-0.303,0.034-0.250,0.002-0.199,-0.019-0.151,-0.715 0.495,0.779-0.764,0.147-0.215,0.135-0.180,0.120-0.145,0.102-0.114,0.084-0.084,-1.404 1.386,1.882-1.635,-0.083 0.202,-0.214 0.296,-0.281 0.331,-0.299 0.328,-0.288 0.299,-0.390 0.329,-0.264 0.225,-0.240 0.193,-0.210 0.158,-0.174 0.126,-0.139 0.096,-0.083 0.076,-0.097 0.057,-0.063 0.030,-0.038 0.015,-0.019 0.001,-0.005-0.006,0.099 0.110,0.146 0.147,0.556 0.566,0.251 0.274,0.167 0.196,0.102 0.130,0.052 0.079,-0.484-0.518,0.067 0.067,0.692 0.704,0.053 0.005,0.000-0.060,-0.038-0.100,-0.061-0.122,-0.284-0.313,-0.066-0.114,0.226 0.101,-0.129-0.175,-0.130-0.161,-0.121-0.138,-0.106-0.114,-0.856-0.507,1.045 0.442,0.512 0.113,0.126-0.030,0.004-0.063,-0.078-0.080,-0.127-0.085,-0.152-0.084,-1.233-0.271,0.923 0.152,-0.055-0.051,0.128-0.082,-0.044-0.128,-0.033-0.132,-0.026-0.129,-0.018-0.116,-0.443 0.109,-0.025-0.033,0.434-0.288,0.012-0.052,0.022-0.030,0.028-0.011,0.030 0.000,-0.078 0.059,-0.010 0.019,0.113-0.032,-0.116 0.096,-0.133 0.107,-0.134 0.104,-0.124 0.094,-0.070 0.077,-0.069 0.071,-0.047 0.053,-0.028 0.039,-0.013 0.027,0.057 0.163,0.216 0.226,0.192 0.214,0.187 0.192,0.167 0.165,0.142 0.133,0.114 0.104,-0.600-0.480,0.936 0.544,0.101-0.017,-0.004-0.069,-0.070-0.100,-0.107-0.110,-0.123-0.110,-0.125-0.101,-0.089-0.120,-0.134-0.122,-0.154-0.117,-0.154-0.102,-0.347-0.146,-0.004-0.069,0.242-0.135,-0.027-0.167,-0.039-0.159,-0.041-0.146,-0.043-0.125,-0.039-0.106,-0.632 0.584,0.853-1.362,-0.004-0.277,-0.056-0.081,-0.082 0.045,-0.094 0.119,-0.179 0.384,-0.146 0.321,0.007-0.013,0.285-0.540,0.025 0.084,0.017 0.126,0.011 0.146,0.007 0.148,0.073 0.059,-0.092 0.221,-0.112 0.203,-0.114 0.175,-0.105 0.143,-0.093 0.113,-0.076 0.082,-0.038 0.089,0.034 0.083,0.059 0.083,0.068 0.075,0.072 0.067,0.070 0.057,-0.298-0.195,0.714 0.423,0.259 0.125,0.222 0.102,0.183 0.076,0.142 0.057,0.177 0.147,0.038 0.019,0.020-0.016,-0.032-0.065,-0.068-0.091,-0.084-0.101,-0.089-0.102,-1.389-0.596,1.265 0.419,-0.034-0.104,0.289-0.043,-0.094-0.126,-0.107-0.103,-0.100-0.079,-0.739-0.108,0.002-0.085,0.713-0.331,0.096-0.218,0.087-0.165,0.075-0.121,0.063-0.081,-0.171 0.071,-0.084 0.041,-0.110 0.065,-0.118 0.076,-0.116 0.077,-0.105 0.074,-0.450 0.244,0.031 0.013,0.683-0.207,-0.005 0.082,-0.057 0.091,-0.085 0.087,-0.094 0.076,-0.229 0.084,-0.118 0.058,-0.117 0.053,-0.106 0.045,-0.093 0.036,-0.077 0.030,-0.063 0.020,0.088 0.084,0.047 0.039,0.061 0.027,0.056 0.013,0.046 0.003,0.038-0.003,-0.563-0.226,1.114 0.206,0.239-0.037,0.086-0.039,-0.020-0.039,-0.084-0.037,-0.121-0.031,-1.105-0.066,0.887-0.065,0.427-0.256,0.018-0.236,-0.021-0.218,-0.044-0.187,-0.054-0.152,-0.653 0.449,-0.015-0.009,0.433-0.395,-0.095 0.045,-0.114 0.071,-0.119 0.082,-0.112 0.086,-0.033 0.084,-0.019 0.109,-0.082 0.167,-0.073 0.154,-0.062 0.133,-0.051 0.110,-0.242 0.053,0.876 1.651</inkml:trace>
</inkml:ink>
</file>

<file path=ppt/ink/ink6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924.000 599.000,'0.006'0.006,"0.009"0.009,0.011 0.011,0.010 0.010,0.009 0.009,0.008 0.008,0.007 0.007,0.005 0.005,0.003 0.003,0.002 0.002,0.003 0.003,0.000 0.000,0.000 0.000,0.001 0.001,0.046 0.028,0.068 0.043,0.078 0.048,0.076 0.048,0.068 0.041,-0.245-0.177,0.492 0.279,0.231 0.144,0.224 0.156,0.196 0.151,0.166 0.134,0.132 0.114,-0.145-0.099,0.039 0.016,0.027-0.001,0.015-0.010,0.007-0.019,0.003-0.019,0.353 0.152,0.142 0.011,0.154 0.014,0.143 0.014,0.129 0.014,-1.035-0.515,1.115 0.421,-0.114-0.095,-0.223-0.124,-0.276-0.130,-0.286-0.125,-0.270-0.112,-1.091-0.385,1.996 0.333,0.493-0.076,0.273-0.089,0.115-0.088,0.006-0.083,-0.062-0.072,0.084-0.190,0.166-0.250,0.209-0.268,0.216-0.258,0.205-0.231,0.181-0.197,-3.339 1.096,2.062-0.790,2.620-1.166,0.084-0.160,-0.310 0.036,-0.539 0.162,-0.647 0.228,-0.665 0.254,-2.769 1.380,2.463-1.218,-0.029 0.089,0.032 0.091,0.068 0.084,0.089 0.075,0.093 0.064,0.471 0.059,-0.116 0.173,-0.327 0.181,-0.436 0.172,-0.468 0.152,-0.452 0.129,-1.223 0.203,1.166 0.108,0.869 0.261,0.171 0.187,0.033 0.129,-0.059 0.082,-0.112 0.047,-1.212-0.287,-0.031 0.004,1.189 0.354,-0.071-0.001,-0.090-0.017,-0.096-0.025,-0.090-0.027,-0.827-0.282,1.856 0.353,0.363-0.043,0.159-0.089,0.015-0.107,-0.074-0.113,-0.124-0.105,0.306-0.121,-0.073-0.137,-0.190-0.125,-0.247-0.109,-0.259-0.087,-2.103 0.108,2.769-0.525,0.669-0.255,0.598-0.196,0.506-0.140,0.408-0.095,0.315-0.060,-5.282 1.127,5.910-1.069,-0.131 0.141,-0.325 0.149,-0.560 0.170,-0.675 0.171,-0.702 0.162,-0.672 0.142,-0.605 0.121,-0.399 0.092,-0.620 0.086,-0.528 0.063,-0.428 0.043,-0.063 0.096,0.138 0.142,0.123 0.146,0.137 0.140,0.133 0.125,0.122 0.107,0.104 0.086,-1.808-0.678,1.985 0.713,0.285 0.034,0.248 0.002,0.205-0.020,0.164-0.032,0.393 0.000,-0.071-0.111,-0.145-0.120,-0.179-0.114,-0.183-0.101,-0.173-0.086,-0.152-0.068,0.434-0.105,0.720-0.121,0.850-0.119,0.860-0.108,0.794-0.093,0.687-0.076,-2.951 0.127,3.318-0.251,-0.234-0.040,-0.538-0.009,-0.685 0.010,-0.725 0.021,-0.691 0.026,-2.951 0.299,2.255-0.239,-0.751 0.078,-0.694 0.077,-0.599 0.071,-0.604 0.065,-0.361 0.041,-0.290 0.032,-0.225 0.025,-0.164 0.017,-0.116 0.012,-0.074 0.008,-0.413 0.093</inkml:trace>
</inkml:ink>
</file>

<file path=ppt/ink/ink6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1598.000 807.000,'-0.431'-0.074,"-0.652"-0.113,-0.728-0.125,-0.709-0.123,-0.635-0.109,-0.532-0.091,-1.207 0.173,-3.705 0.008,-1.339 0.200,-0.508 0.236,0.062 0.240,0.420 0.226,0.645 0.259,0.739 0.260,0.746 0.244,0.696 0.213,0.611 0.180,0.513 0.143,0.413 0.111,0.317 0.081,-1.260 1.154,-1.306 1.372,-1.538 1.502,-1.540 1.443,4.556-2.961,-4.453 3.393,0.220 0.047,0.713-0.362,0.984-0.605,1.095-0.722,1.090-0.748,5.300-4.249,-6.495 6.770,-0.091 0.972,0.374 0.272,0.640-0.200,0.766-0.483,0.789-0.632,4.365-6.240,-3.951 9.305,0.858 1.132,0.999 0.257,1.006-0.312,0.934-0.645,0.814-0.803,1.038-0.785,0.944-0.803,0.935-0.365,0.850-0.310,0.735-0.251,0.612-0.199,-3.691-6.249,5.469 6.815,0.475-0.747,0.680-0.412,0.486-0.540,0.325-0.587,0.199-0.583,0.102-0.541,-4.781-2.922,7.303 2.753,1.208-0.381,0.813-0.442,0.499-0.453,0.260-0.427,0.085-0.382,-11.161-2.221,13.260 1.827,1.184-0.392,0.651-0.405,0.260-0.385,-0.014-0.345,-0.190-0.297,0.482-0.376,-0.134-0.415,-0.983-0.516,0.963-0.636,1.213-0.664,1.307-0.640,1.286-0.586,-7.500 0.911,0.261-0.261,11.194-2.690,-1.208-0.426,-1.982-0.176,-2.309-0.007,-2.330 0.101,-4.887 0.946,1.776-1.928,-1.166-0.964,-1.167-0.933,-1.090-0.847,-0.964-0.734,-0.815-0.607,-8.037 8.592,7.084-12.262,-2.453-0.986,-2.476-0.310,-2.270 0.125,-1.942 0.378,-1.572 0.497,-1.004 2.341,-1.173 0.504,-1.081 0.442,-0.942 0.373,-0.790 0.302,-0.634 0.236,-0.940-0.234,0.273 1.238,0.535 1.362,0.653 1.322,0.670 1.189,0.625 1.007,-0.675 0.444,-4.383-1.837,-2.116-0.277,-1.483 0.051,-0.970 0.258,-0.570 0.370,-0.270 0.416,12.686 4.289,-12.521-3.483,-0.315 0.481,0.049 0.527,0.288 0.522,0.428 0.487,0.492 0.430,11.616 1.659,-12.427-1.196,0.864 0.486,1.244 0.432,1.395 0.366,1.390 0.295,1.282 0.230,5.742-0.055,-4.509 0.482,0.922 0.175,1.020 0.083,1.012 0.017,0.940-0.028,0.826-0.053,2.718-0.629,-1.595 0.442,-0.057 0.050,-16.344 5.625</inkml:trace>
</inkml:ink>
</file>

<file path=ppt/ink/ink6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1607.000 1002.000,'-0.001'0.000,"-0.002"0.000,-0.002 0.000,-0.003 0.000,-0.001 0.000,-0.001 0.000,-0.002 0.000,0.000 0.000,-0.001 0.000,-0.001 0.000,0.000 0.000,0.000 0.000,0.000 0.000,0.000 0.000,0.000 0.000,-0.000 0.000,0.000 0.000,0.000 0.000,0.000 0.000,-0.000 0.000,0.000 0.000,0.001 0.000,-0.001 0.000,0.000 0.000,0.001 0.000,-0.001 0.000,-0.000 0.000,0.001 0.000,-0.001 0.000,0.000 0.000,0.001 0.000,-0.001 0.000,0.000 0.000,0.001 0.000,-0.001 0.000,0.000 0.000,0.000 0.000,0.001 0.000,-0.001 0.000,0.000 0.000,0.001 0.000,-0.001 0.000,0.000 0.000,0.000 0.000,0.001 0.000,-0.001 0.000,0.000 0.000,0.001 0.000,-0.001 0.000,0.000 0.000,0.001 0.000,-0.001 0.000,0.000 0.000,0.000 0.000,0.001 0.000,-0.001 0.000,0.000 0.000,0.001 0.000,-0.001 0.000,0.000 0.000,0.001 0.000,-0.001 0.000,-0.000 0.000,0.001 0.000,-0.001 0.000,0.000 0.000,0.000 0.000,0.001 0.000,-0.001 0.000,-0.000 0.000,0.001 0.000,-0.001 0.000,0.000 0.000,0.002-0.030,0.002-0.048,0.002-0.052,0.001-0.054,0.002-0.048,0.002-0.042,0.000-0.035,0.002-0.025,0.000-0.007,0.001 0.034,0.000 0.048,0.001 0.049,-0.001 0.046,0.000 0.042,0.001 0.034,-0.001 0.027,0.000 0.019,0.001 0.015,-0.001 0.008,0.000 0.006,0.000 0.003,0.000 0.001,0.000-0.001,0.000 0.000,0.000-0.003,0.000-0.000,0.000-0.002,0.000-0.001,0.000-0.002,0.000 0.000,0.000 0.000,0.000-0.001,0.000-0.001,0.000 0.001,0.000-0.001,0.000 0.001,0.000-0.001,0.000 0.001,0.000 0.000,0.000-0.001,0.000 0.001,0.000-0.001,0.000 0.001,0.000 0.000,0.000 0.000,0.000-0.001,0.000 0.001,0.000 0.000,0.000 0.000,0.000-0.001,0.000 0.001,0.000 0.000,0.000 0.000,0.000 0.000,0.000-0.001,0.000 0.001,0.000 0.000,0.000 0.000,0.000-0.001,0.000 0.001,0.000-0.039,0.000-0.066,0.000-0.080,0.000-0.081,0.000-0.080,0.000-0.071,0.000-0.053,0.000-0.034,0.000-0.022,0.000-0.012,0.000-0.004,0.000 0.001,0.000-0.144,0.000-0.149,0.000-0.257,0.000-0.280,0.000-0.280,0.000-0.260,0.000-0.230,0.000 1.196,0.000-1.826,0.000 0.027,0.000 0.180,0.000 0.256,0.000 0.284,0.000 0.275,0.006 1.428,0.209-1.799,0.139-0.238,0.098-0.134,0.066-0.057,0.039-0.004,0.021 0.029,-0.227 1.087,0.308-1.056,-0.024 0.214,-0.052 0.258,-0.063 0.266,-0.068 0.245,-0.040 0.206,0.008 0.073,0.023 0.027,0.033-0.004,0.035-0.026,0.035-0.034,0.051-0.097,0.026-0.058,0.019-0.054,0.016-0.047,0.008-0.041,0.007-0.031,-0.546 1.308,0.751-1.699,0.231-0.322,0.231-0.268,0.211-0.214,0.183-0.161,0.147-0.116,-0.460 0.735,0.346-0.572,-0.106 0.198,-0.138 0.263,-0.148 0.286,-0.144 0.277,-0.129 0.252,-0.110 0.216,-0.091 0.176,-0.070 0.139,-0.053 0.103,-0.036 0.074,0.073-0.009,0.407-0.417,0.197-0.203,0.135-0.152,0.088-0.107,0.048-0.072,0.021-0.044,-0.961 1.093,1.451-1.661,-0.025-0.014,-0.119 0.082,-0.167 0.135,-0.180 0.153,-0.172 0.151,-0.200 0.254,-0.069 0.117,-0.037 0.097,-0.016 0.077,-0.001 0.058,0.010 0.042,-0.237 0.245,0.246-0.259,0.083-0.046,0.077-0.025,0.069-0.010,0.058 0.002,0.049 0.008,-0.886 0.820,1.063-0.936,0.016 0.021,-0.035 0.060,-0.061 0.083,-0.078 0.092,-0.081 0.090,-0.078 0.083,-0.043 0.065,-0.084 0.095,-0.075 0.090,-0.065 0.078,-0.054 0.064,0.293-0.027,0.116 0.033,0.019 0.052,-0.043 0.060,-0.079 0.060,-0.095 0.057,-1.062 0.404,1.149-0.493,0.046-0.037,-0.005-0.002,-0.035 0.020,-0.054 0.034,-0.060 0.040,0.075-0.103,0.011-0.040,-0.032 0.003,-0.057 0.032,-0.069 0.047,-0.071 0.053,-0.068 0.052,-0.855 0.393,1.417-0.492,0.325-0.032,0.199 0.005,0.103 0.028,0.037 0.040,-0.011 0.046,-0.040 0.045,-0.895 0.181,0.453-0.086,-0.040 0.024,0.196-0.025,-0.140 0.036,-0.157 0.034,-0.159 0.031,-0.149 0.027,-0.134 0.022,-0.715 0.119,0.757-0.170,-0.008 0.002,-0.015 0.020,-0.020 0.031,-0.019 0.034,-0.021 0.036,-0.017 0.032,-0.015 0.030,-0.391 0.042,0.066 0.009,0.854-0.003,0.003 0.018,-0.091 0.013,-0.138 0.009,-0.155 0.004,-0.151 0.002,-0.928-0.008,1.552 0.007,0.361 0.000,0.169-0.001,0.038-0.002,-0.052 0.000,-0.104-0.002,-1.332-0.003,1.415 0.002,-0.052-0.001,-0.074-0.001,-0.082-0.001,-0.081 0.000,-0.072 0.000,-0.063 0.000,-0.248 0.021,-0.007 0.034,0.011 0.041,0.020 0.042,0.028 0.041,0.029 0.036,0.033 0.042,-0.068 0.028,-0.088 0.022,-0.097 0.015,-0.096 0.011,-0.088 0.007,0.053 0.055,-0.063 0.020,-0.049 0.021,-0.035 0.016,-0.023 0.016,-0.015 0.011,-0.030 0.003,0.079 0.047,0.097 0.051,0.102 0.053,0.096 0.048,0.087 0.042,-0.630-0.245,0.842 0.514,-0.014 0.026,-0.049-0.030,-0.064-0.061,-0.070-0.075,-0.066-0.078,-0.696-0.359,0.429 0.198,-0.008-0.012,0.271 0.142,0.020 0.035,0.015 0.041,0.013 0.041,0.010 0.036,-0.560-0.302,0.017 0.025,0.425 0.271,-0.093-0.046,-0.131-0.077,-0.147-0.092,-0.145-0.093,-0.528-0.330,0.994 0.533,0.269 0.126,0.077 0.033,-0.012-0.006,-0.068-0.031,-0.097-0.043,-0.087-0.049,-0.054-0.009,-0.067-0.003,-0.071 0.000,-0.068 0.003,-0.062 0.003,-0.052 0.003,0.164 0.162,0.020 0.020,0.000-0.017,-0.014-0.038,-0.020-0.046,-0.022-0.050,-0.205-0.138,-0.003 0.011,0.006 0.026,0.011 0.034,0.013 0.037,0.016 0.036,-0.851-0.659,1.215 0.952,0.094 0.079,-0.003-0.004,-0.068-0.055,-0.103-0.083,-0.119-0.097,0.164 0.087,0.030-0.012,-0.030-0.050,-0.065-0.072,-0.083-0.080,-0.086-0.077,0.049 0.048,0.070 0.083,0.101 0.117,0.112 0.123,0.109 0.122,0.098 0.106,-1.092-0.856,1.025 0.928,-0.158-0.092,-0.184-0.145,-0.184-0.166,-0.168-0.165,-0.143-0.147,-0.031-0.129,-0.028-0.087,-0.029-0.064,-0.032-0.044,-0.026-0.027,-0.552-0.311,0.639 0.413,0.051 0.068,0.032 0.053,0.018 0.036,0.008 0.025,0.001 0.015,-0.094-0.062,-0.063-0.034,-0.068-0.042,-0.068-0.042,-0.063-0.041,-0.053-0.035,-0.019-0.004,-0.016-0.004,-0.003 0.005,0.003 0.008,0.008 0.012,0.010 0.012,0.023 0.024,0.035 0.032,0.009 0.011,-0.007-0.008,-0.015-0.016,-0.022-0.023,0.021 0.006,-0.032-0.053,-0.030-0.055,-0.026-0.051,-0.022-0.044,-0.019-0.037,-0.002 0.006,-0.012 0.023,-0.008 0.033,-0.006 0.039,-0.004 0.036,-0.002 0.033,-0.052-0.050,-0.016-0.015,-0.016-0.022,-0.017-0.024,-0.015-0.026,-0.013-0.024,0.008 0.000,-0.012-0.023,-0.010-0.019,-0.007-0.016,-0.006-0.011,-0.005-0.008,-0.079-0.056,0.086 0.188,0.026 0.081,0.034 0.069,0.035 0.055,0.032 0.040,-0.027 0.015,-0.004 0.050,-0.016 0.012,-0.017-0.003,-0.016-0.012,-0.015-0.016,-0.013-0.018,0.002-0.018,-0.006-0.058,-0.002-0.062,0.000-0.058,0.001-0.051,-0.004-0.046,-0.013-0.051,-0.016-0.043,-0.016-0.034,-0.013-0.028,-0.012-0.020,-0.009-0.013,-0.007-0.009,-0.006-0.004,-0.002-0.003,-0.003 0.000,0.202 0.191</inkml:trace>
</inkml:ink>
</file>

<file path=ppt/ink/ink6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1604.000 1000.000,'-0.006'0.000,"-0.011"0.000,-0.010 0.000,-0.011 0.000,-0.010 0.000,-0.009 0.000,-0.007 0.000,-0.005 0.000,-0.004 0.000,-0.003 0.000,-0.002 0.000,0.000 0.000,-0.002 0.000,0.038-0.026,0.002-0.048,-0.015-0.144,0.009-0.078,0.008-0.054,0.009-0.034,0.007-0.020,0.007-0.008,0.012 0.307,0.000-0.027,0.007-1.274,0.025-0.410,0.026-0.179,0.025-0.022,0.023 0.080,0.020 0.136,0.105-0.126,0.137-0.587,0.387-1.920,0.142-0.350,0.073-0.006,0.026 0.215,-0.008 0.338,-0.029 0.394,-0.760 3.078,0.890-2.841,0.118 0.048,0.075 0.099,0.044 0.127,0.017 0.138,0.002 0.136,-0.700 1.682,1.722-2.944,0.372-0.178,0.206 0.057,0.083 0.192,0.004 0.257,-0.044 0.273,-0.451 0.697,-0.094 0.230,-0.093 0.206,-0.083 0.173,-0.072 0.141,-0.062 0.112,0.538-0.500,0.453-0.398,0.208-0.144,0.104-0.043,0.030 0.025,-0.017 0.064,-0.287 0.305,-0.220 0.243,-0.248 0.260,-0.245 0.254,-0.227 0.231,-0.198 0.199,-0.842 0.716,0.010 0.024,0.949-0.633,0.286-0.123,0.306-0.146,0.298-0.155,0.273-0.146,0.237-0.135,-2.797 1.792,3.311-2.065,0.148-0.077,0.005-0.003,-0.084 0.042,-0.136 0.070,-0.161 0.082,-0.822 0.584,0.423-0.187,-0.100 0.113,-0.107 0.100,-0.109 0.088,-0.099 0.072,-0.088 0.057,-1.668 0.914,1.764-0.935,-0.178 0.118,-0.264 0.161,-0.300 0.177,-0.305 0.176,-0.284 0.163,-0.254 0.144,-0.010 0.048,0.009 0.047,0.081 0.012,0.122-0.011,0.138-0.025,-1.029 0.366,1.775-0.458,0.194 0.025,0.009 0.059,-0.103 0.076,-0.162 0.078,-0.183 0.075,-0.380 0.106,-0.061 0.060,-0.028 0.052,-0.005 0.047,0.011 0.038,0.020 0.031,-0.348 0.026,0.280 0.010,1.529 0.011,0.290 0.012,0.093 0.007,-0.035 0.002,-0.112-0.000,-2.879-0.014,2.358 0.010,-0.112-0.002,-0.165-0.001,-0.187-0.003,-0.193-0.001,-0.181-0.002,-1.252 0.009,1.756 0.186,0.163 0.169,0.159 0.159,0.140 0.138,0.118 0.113,0.093 0.087,-0.512-0.077,-0.185 0.009,-0.221-0.002,-0.232-0.012,-0.222-0.014,-0.201-0.018,-0.917-0.357,1.945 1.065,0.291 0.251,0.032 0.088,-0.136-0.019,-0.233-0.088,-0.279-0.127,-0.287-0.141,-0.270-0.139,-1.516-1.012,1.002 0.701,0.154 0.122,1.399 1.038,0.145 0.163,0.001 0.057,-0.094-0.014,-0.147-0.058,-0.169-0.083,-1.642-1.331,1.390 1.227,-0.153-0.057,-0.170-0.080,-0.169-0.087,-0.155-0.089,-0.136-0.081,-0.115-0.073,-0.004 0.028,-0.098-0.092,-0.080-0.086,-0.064-0.076,-0.046-0.063,-0.397-0.433,0.053 0.045,0.424 0.450,0.030 0.054,-0.006 0.026,-0.029 0.007,-0.040-0.006,-0.047-0.014,-0.986-1.166,1.096 1.323,-0.079-0.074,-0.107-0.110,-0.112-0.122,-0.109-0.119,-0.278-0.313,0.141 0.239,-0.013 0.015,-0.007 0.010,0.000 0.010,0.004 0.005,0.004 0.004,0.089 0.150,0.045 0.101,0.048 0.112,0.046 0.107,0.039 0.096,0.035 0.082,-0.171-0.263,-0.060-0.080,-0.073-0.106,-0.079-0.114,-0.077-0.115,-0.069-0.106,-0.056-0.009,-0.074-0.075,-0.034-0.010,-0.014 0.007,-0.003 0.021,0.007 0.027,0.011 0.029,-0.318-0.808,0.397 0.969,0.011 0.018,-0.017-0.041,-0.033-0.074,-0.043-0.091,-0.043-0.095,-0.289-0.724,0.869 3.327</inkml:trace>
</inkml:ink>
</file>

<file path=ppt/ink/ink6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1959.000 888.000,'0.000'0.003,"0.000"0.004,0.000 0.005,0.000 0.005,0.000 0.004,0.000 0.004,0.000 0.002,0.000 0.003,0.000 0.001,0.000 0.001,0.000 0.001,0.000 0.000,0.000 0.001,0.000-0.001,0.000 0.000,0.000 0.000,0.000 0.000,0.000-0.001,0.000 0.001,0.000-0.001,0.000 0.001,0.000-0.001,0.000-0.000,0.000 0.001,0.000-0.001,0.000-0.000,0.000 0.000,0.000 0.001,0.000-0.001,0.000 0.000,0.000 0.000,0.037 0.032,0.057 0.054,0.061 0.125,0.034 0.137,0.024 0.136,0.013 0.125,0.005 0.107,-0.148-0.459,0.130 0.572,-0.003 0.064,-0.004 0.031,-0.001 0.005,-0.002-0.008,-0.066-0.404,0.129 0.331,0.022-0.029,0.006-0.044,-0.005-0.048,-0.011-0.051,-0.016-0.046,-0.206-0.525,0.286 0.589,0.018-0.004,-0.003-0.021,-0.017-0.028,-0.024-0.032,-0.027-0.031,-0.235-0.491,0.199 0.520,-0.024-0.006,-0.021-0.028,-0.015-0.039,-0.013-0.043,-0.008-0.041,-0.022-0.089,-0.001-0.042,-0.001-0.039,0.001-0.037,0.002-0.030,0.002-0.025,0.006-0.002,-0.018-0.019,-0.024-0.016,-0.023-0.010,-0.023-0.007,-0.019-0.005,-0.003-0.015,0.007-0.021,0.013-0.023,0.016-0.023,0.017-0.021,0.015-0.016,-0.001-0.008,-0.009 0.002,-0.013 0.006,-0.016 0.007,-0.016 0.009,-0.015 0.010,-0.013 0.007,-0.011 0.007,-0.008 0.007,-0.007 0.003,-0.002 0.003,0.002-0.011,0.003-0.015,0.005-0.015,0.004-0.013,0.004-0.012,0.004-0.010,0.003-0.008,0.002-0.005,0.003-0.004,0.000-0.002,0.001-0.003,0.001 0.001,0.000-0.001,0.000 0.000,0.000 0.000,0.000 0.001,-0.001 0.001,0.001-0.001,-0.001 0.001,0.001 0.001,-0.001 0.000,0.000-0.001,0.000 0.001,0.000 0.000,0.000 0.000,0.000 0.001,0.041 0.058,0.063 0.090,0.070 0.101,0.067 0.098,0.062 0.087,0.050 0.074,-0.027-0.019,-0.031-0.018,-0.045-0.034,-0.051-0.045,-0.051-0.044,-0.046-0.043,0.032-0.057,0.031-0.018,0.026 0.004,0.022 0.017,0.016 0.023,0.011 0.026,0.009 0.027,0.005 0.024,-0.008 0.034,-0.035 0.015,-0.041 0.008,-0.043 0.005,-0.039 0.002,0.036-0.046,0.009-0.044,-0.003-0.031,-0.013-0.030,-0.020-0.026,-0.021-0.022,-0.022-0.017,-0.070-0.160,0.143 0.148,0.020-0.028,-0.005-0.025,-0.017-0.022,-0.024-0.019,-0.027-0.014,-0.026-0.010,-0.023-0.007,-0.019-0.006,-0.016-0.002,-0.012-0.002,-0.008 0.000,-0.006 0.000,-0.004 0.001,-0.001 0.001,-0.002 0.000,-0.000 0.001,0.011 0.006,0.017 0.008,0.018 0.010,0.018 0.010,0.017 0.009,0.015 0.008,0.012 0.006,0.009 0.005,0.019-0.032,0.021 0.020,0.042 0.055,0.212 0.259,0.083 0.154,0.060 0.131,0.042 0.105,0.025 0.081,-0.392-0.553,0.281 0.498,-0.022 0.011,-0.025-0.016,-0.023-0.031,-0.023-0.041,-0.019-0.042,0.011-0.002,-0.029-0.079,-0.027-0.082,-0.025-0.074,-0.022-0.065,-0.017-0.053,-0.014-0.043,-0.009-0.032,-0.077-0.057,0.015 0.036,0.132 0.215,0.022 0.071,0.014 0.053,0.005 0.039,0.001 0.025,-0.003 0.017,-0.041-0.051,-0.042-0.054,-0.049-0.063,-0.048-0.068,-0.045-0.063,-0.039-0.058,-0.082-0.262,0.145 0.321,0.011-0.005,-0.008-0.022,-0.022-0.032,-0.025-0.033,-0.026-0.031,0.056 0.432</inkml:trace>
</inkml:ink>
</file>

<file path=ppt/ink/ink6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1976.000 906.000,'0.000'0.003,"0.000"0.003,0.000 0.005,0.000 0.004,0.000 0.004,0.000 0.003,0.000 0.002,0.000 0.002,0.000 0.002,0.000 0.001,0.000 0.000,0.000 0.000,0.000 0.000,0.000 0.001,0.000-0.001,0.000 0.000,0.000 0.000,0.000 0.000,0.000-0.000,0.000 0.000,0.000 0.000,0.000-0.001,0.000 0.001,0.000-0.001,0.000 0.001,0.000 0.000,0.000-0.001,0.000 0.001,0.000-0.001,0.000 0.001,0.000-0.001,0.000 0.001,0.000 0.000,0.000-0.001,0.000 0.001,0.049 0.092,0.077 0.152,0.089 0.174,0.090 0.177,0.085 0.166,0.074 0.145,-0.009-0.019,-0.003-0.009,-0.021-0.043,-0.030-0.062,-0.036-0.072,-0.037-0.073,-0.183-0.368,0.319 0.596,0.079 0.096,0.074 0.073,0.064 0.055,0.051 0.039,0.040 0.026,-0.011-0.042,-0.044-0.077,-0.058-0.095,-0.064-0.097,-0.061-0.090,-0.054-0.078,-0.378-0.542,0.707 1.165,0.156 0.295,0.053 0.107,-0.015-0.023,-0.061-0.102,-0.082-0.145,-0.387-0.600,0.473 0.869,0.217 0.276,0.272 0.307,0.284 0.299,0.267 0.268,-0.177-0.305,-0.080-0.139,-0.143-0.210,-0.173-0.241,-0.182-0.244,-0.172-0.229,-0.158-0.204,-0.716-1.027,0.706 1.113,0.028 0.092,0.023 0.063,0.019 0.038,0.015 0.021,0.013 0.008,-0.766-1.245,1.445 2.168,0.510 0.660,0.448 0.569,0.377 0.467,0.301 0.369,0.232 0.278,-2.819-3.886,3.227 4.362,-0.122-0.179,-0.338-0.439,-0.446-0.569,-0.481-0.607,-0.463-0.581,-1.679-2.387,1.553 2.112,0.765 0.990,0.046 0.047,-0.100-0.125,-0.188-0.230,-0.231-0.277,-0.019-0.111,-0.079-0.181,-0.112-0.213,-0.125-0.216,-0.122-0.204,-0.113-0.180,-0.100-0.152,-0.595-0.690,0.829 0.950,0.016-0.003,-0.042-0.075,-0.076-0.114,-0.092-0.131,-0.094-0.131,-0.140-0.159,-0.159-0.165,-0.158-0.155,-0.143-0.138,-0.126-0.115,-0.103-0.092,-0.070-0.063,0.054 0.080,0.088 0.117,0.104 0.134,0.110 0.135,0.104 0.129,0.172 0.212,-0.057-0.069,-0.103-0.130,-0.127-0.154,-0.128-0.160,-0.120-0.147,-0.105-0.129,-0.087-0.107,-0.068-0.085,-0.052-0.063,-0.036-0.045,0.738 0.926</inkml:trace>
</inkml:ink>
</file>

<file path=ppt/ink/ink6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2146.000 1091.000,'0.030'-0.010,"0.047"-0.016,0.055-0.017,0.056-0.020,0.053-0.018,0.049-0.015,0.040-0.014,0.028-0.005,0.001 0.008,-0.012 0.013,-0.019 0.015,-0.020 0.016,0.056 0.162,0.115 0.151,0.312 0.339,0.032 0.164,-0.031 0.097,-0.068 0.051,-0.253-0.225,-0.061 0.030,0.013 0.318,-0.100 0.119,-0.087 0.118,-0.074 0.104,-0.059 0.091,-0.046 0.072,-0.084 0.590,-0.103 0.307,-0.103 0.152,-0.095 0.042,-0.080-0.025,0.242-1.632,-0.419 1.413,-0.177-0.172,-0.168-0.247,-0.150-0.278,-0.126-0.276,-0.103-0.257,0.038-0.269,0.049-0.212,0.082-0.183,0.098-0.153,0.100-0.123,0.097-0.093,0.045-0.086,0.135-0.077,0.125-0.056,0.109-0.040,0.088-0.027,0.070-0.015,0.195 0.133,-0.435-0.333,-0.257-0.217,-1.156-0.971,-0.266-0.266,-0.038-0.085,0.105 0.038,0.188 0.110,0.910 0.797,-0.385-0.503,0.244 0.110,0.229 0.109,0.201 0.101,0.171 0.088,0.140 0.075,0.343 0.795,-0.202-0.898,0.096-0.074,0.077-0.054,0.056-0.040,0.043-0.026,0.027-0.016,0.017-0.009,0.023-0.008,0.022 0.056,0.021 0.068,0.019 0.072,0.016 0.069,0.013 0.060,0.118 0.071,0.190 0.020,0.217 0.006,0.223 0.000,0.210-0.008,0.187-0.010,0.227-0.118,0.148-0.024,0.023 0.077,-0.028 0.115,-0.055 0.126,-0.070 0.127,-0.072 0.116,-1.176 0.415,1.164-0.266,-0.041 0.090,-0.104 0.076,-0.139 0.065,-0.152 0.049,-0.148 0.039,-0.138 0.028,0.924 0.218</inkml:trace>
</inkml:ink>
</file>

<file path=ppt/ink/ink7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1978.000 917.000,'-0.030'-0.020,"-0.047"-0.031,-0.055-0.037,-0.056-0.038,-0.054-0.035,-0.047-0.032,-0.041-0.027,-0.023 0.007,-0.032 0.011,-0.030 0.022,-0.024 0.025,-0.021 0.027,-0.016 0.027,-0.158 0.019,-0.175 0.049,-0.151 0.061,-0.136 0.062,-0.118 0.059,-0.096 0.050,-0.077 0.044,1.110-0.187,-1.336 0.468,-0.049 0.155,0.067 0.086,0.135 0.035,0.170 0.001,0.179-0.022,0.674-0.420,0.012 0.060,-0.542 0.930,0.132 0.103,0.145-0.031,0.145-0.112,0.133-0.159,0.114-0.176,0.096-0.173,0.137-0.244,0.162-0.331,0.155-0.324,0.139-0.295,0.118-0.251,0.094-0.204,0.072-0.158,0.051-0.117,0.037-0.080,0.023-0.052,0.012-0.031,0.005-0.013,0.001-0.004,-0.475 0.792,0.724-0.922,0.184-0.077,0.145-0.023,0.105 0.013,0.073 0.038,0.049 0.049,0.028 0.051,0.063 0.031,-0.137 0.185,-0.165 0.196,-0.170 0.185,-0.159 0.165,-0.182 0.157,-0.165 0.130,-0.148 0.110,-0.125 0.084,-0.101 0.066,-0.078 0.045,-0.219 0.024,0.230 0.038,-0.007 0.061,-0.017 0.060,-0.025 0.053,-0.026 0.047,-0.026 0.037,-0.023 0.029,-0.020 0.022,-0.016 0.015,-0.012 0.010,-0.010 0.006,-0.038-0.061,-0.007 0.106,-0.016 0.392,-0.055 0.109,-0.059 0.049,-0.059 0.007,-0.051-0.020,-0.044-0.036,-0.060 0.027,-0.050-0.067,-0.043-0.101,-0.038-0.114,-0.029-0.111,-0.022-0.102,0.287-0.296,-0.308 0.133,0.017-0.096,0.046-0.089,0.061-0.077,0.067-0.063,0.064-0.050,0.063-0.124,0.071-0.149,0.064-0.155,0.051-0.145,0.043-0.129,0.031-0.108,0.023-0.084,0.016-0.066,-0.029 0.228,0.019-0.115,0.007 0.064,0.007 0.086,0.007 0.097,0.007 0.099,0.006 0.092,0.543-0.653</inkml:trace>
</inkml:ink>
</file>

<file path=ppt/ink/ink7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1606.000 999.000,'0.000'-0.029,"0.000"-0.047,0.000-0.053,0.000-0.054,0.000-0.051,0.000-0.017,0.000-0.006,0.000 0.005,0.000 0.012,0.000 0.016,0.000 0.017,0.000 0.018,0.000 0.015,0.000 0.124,0.000-0.265,0.000-0.753,0.000-0.316,0.000-0.178,0.000-0.078,0.000-0.010,0.000 0.723,0.000-0.531,0.000 0.030,0.000 0.058,0.000 0.074,0.000 0.077,0.000 0.077,0.000 0.617,0.014-1.248,0.021-0.275,0.025-0.194,0.023-0.127,0.022-0.075,0.019-0.037,0.029-0.137,0.032-0.017,0.033 0.055,0.030 0.098,0.026 0.114,0.020 0.114,-0.132 1.016,0.155-0.964,0.028 0.119,0.032 0.139,0.029 0.137,0.026 0.126,0.022 0.107,-0.201 0.763,0.011 0.046,0.063-0.070,0.022 0.056,0.273-0.372,0.087-0.007,0.080-0.032,0.065-0.047,0.053-0.051,0.041-0.048,-0.118 0.123,-0.010-0.059,-0.016-0.064,-0.019-0.064,-0.022-0.060,-0.019-0.052,-0.582 1.185,0.833-1.515,0.166-0.155,0.144-0.113,0.119-0.075,0.093-0.048,0.071-0.025,-0.097 0.198,0.072-0.045,0.290-0.304,0.009 0.076,-0.022 0.113,-0.040 0.128,-0.051 0.127,-0.049 0.116,-0.663 0.717,0.414-0.454,0.027-0.026,0.466-0.467,-0.014 0.074,-0.042 0.113,-0.057 0.127,-0.061 0.127,-0.061 0.117,-0.192 0.222,-0.089 0.123,-0.087 0.116,-0.080 0.102,-0.071 0.087,-0.060 0.071,-0.892 0.630,1.174-0.909,0.269-0.267,0.254-0.253,0.229-0.226,0.193-0.195,0.161-0.160,0.080-0.043,0.005 0.053,-0.041 0.106,-0.064 0.133,-0.077 0.142,-0.080 0.136,-0.074 0.125,-0.152 0.190,-0.048 0.129,-0.037 0.120,-0.026 0.108,-0.018 0.091,-0.011 0.075,0.049 0.035,-0.147 0.092,-0.170 0.084,-0.175 0.076,-0.161 0.061,-0.145 0.050,-0.647 0.213,1.797-0.621,0.487-0.114,0.270-0.015,0.119 0.043,0.015 0.076,-0.049 0.088,-0.080 0.088,-0.095 0.079,-0.094 0.068,-0.084 0.053,-0.072 0.042,-1.612 0.263,2.874-0.253,0.416 0.026,0.014 0.047,-0.238 0.055,-0.379 0.057,-0.437 0.054,-2.782 0.137,2.374-0.069,-0.207 0.055,-0.180 0.051,-0.150 0.045,-0.120 0.036,-0.090 0.029,-1.813-0.086,2.320 0.342,0.234 0.175,0.120 0.131,0.037 0.095,-0.015 0.065,-0.050 0.039,-0.583-0.129,0.809 0.277,-0.121-0.015,-0.221-0.058,-0.265-0.082,-0.271-0.087,-0.306-0.086,-0.168-0.035,-0.127-0.018,-0.091-0.006,-0.063 0.001,-0.040 0.007,-0.020 0.009,-1.284-0.509,2.483 1.155,0.673 0.395,0.421 0.272,0.231 0.173,0.093 0.098,-0.003 0.043,-0.377-0.180,-0.366-0.187,-0.420-0.222,-0.422-0.231,-0.393-0.218,-0.347-0.195,-0.770-0.413,-0.003 0.015,0.990 0.624,0.028 0.074,0.000 0.048,-0.013 0.031,-0.024 0.016,-1.338-0.901,1.235 0.874,0.040 0.074,-0.002 0.050,-0.029 0.029,-0.045 0.014,-0.053 0.003,-0.670-0.536,0.830 0.702,0.020 0.032,-0.047-0.030,-0.091-0.069,-0.113-0.088,-0.120-0.098,0.089 0.036,-0.054-0.117,-0.030-0.105,-0.012-0.091,0.002-0.074,0.009-0.060,0.014-0.043,-1.033-0.608,1.403 0.848,0.103 0.091,-0.027 0.017,-0.105-0.030,-0.151-0.058,-0.167-0.072,-0.056-0.039,-0.126-0.088,-0.163-0.114,-0.175-0.121,-0.168-0.117,-0.154-0.106,-0.768-0.524,0.652 0.390,-0.023-0.048,-0.016-0.029,-0.006-0.015,-0.004-0.005,0.002 0.001,-0.438-0.232,0.590 0.313,-0.021-0.006,-0.073-0.031,-0.100-0.046,-0.111-0.049,-0.107-0.051,-0.100-0.046,-0.085-0.040,0.250 0.317</inkml:trace>
</inkml:ink>
</file>

<file path=ppt/ink/ink7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1966.000 891.000,'0.000'0.002,"0.000"0.004,0.000 0.004,0.000 0.004,0.000 0.003,0.000 0.003,0.000 0.003,0.000 0.002,0.000 0.001,0.000 0.000,0.000 0.002,0.000-0.001,0.000 0.001,0.000 0.000,0.000 0.000,0.000 0.000,0.000-0.001,0.000 0.001,0.000-0.001,0.000 0.000,0.000-0.000,0.000 0.001,0.000-0.001,0.000 0.000,0.000 0.000,0.000-0.000,0.000 0.000,0.000 0.000,0.000 0.000,0.000 0.000,0.000 0.000,0.000-0.000,0.000 0.000,0.000 0.000,0.000 0.000,0.000 0.000,0.000-0.000,0.000 0.033,0.000 0.054,0.000 0.108,0.000 0.113,0.000 0.112,0.000 0.100,0.000 0.086,0.000 0.071,0.000-0.208,0.000 0.536,0.000 0.152,0.000 0.088,0.000 0.038,0.000 0.005,0.012-0.770,0.051 0.555,0.061 0.286,0.017-0.092,0.000-0.119,-0.012-0.129,-0.018-0.124,-0.019-0.110,-0.009-0.090,0.003-0.032,0.006-0.011,0.011 0.005,0.012 0.014,0.010 0.019,0.020 0.086,0.009 0.039,0.007 0.038,0.004 0.033,0.003 0.028,0.001 0.021,-0.077-0.428,-0.007-0.007,0.048 0.408,-0.026-0.035,-0.024-0.048,-0.021-0.051,-0.020-0.048,-0.016-0.475,0.106 0.450,0.045-0.011,0.027-0.023,0.014-0.032,0.005-0.030,-0.002-0.032,-0.178-0.483,0.154 0.502,-0.027-0.027,-0.032-0.049,-0.030-0.060,-0.028-0.064,-0.023-0.060,-0.034 0.509</inkml:trace>
</inkml:ink>
</file>

<file path=ppt/ink/ink7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1975.000 906.000,'0.004'0.004,"0.005"0.006,0.008 0.006,0.005 0.006,0.007 0.007,0.004 0.004,0.004 0.003,0.002 0.004,0.003 0.002,0.001 0.001,0.002 0.002,-0.001-0.001,0.001 0.001,0.000 0.000,-0.001-0.001,0.001 0.001,-0.001-0.001,0.000 0.000,-0.000 0.000,0.000 0.000,0.000 0.000,-0.001-0.001,0.001 0.001,0.029 0.066,0.053 0.111,0.042 0.100,0.041 0.107,0.036 0.096,0.029 0.085,0.023 0.070,0.018 0.057,-0.248-0.578,0.367 0.799,0.097 0.154,0.085 0.115,0.069 0.083,0.056 0.056,0.043 0.034,0.072 0.115,0.004-0.018,-0.025-0.073,-0.040-0.103,-0.048-0.113,-0.049-0.113,-0.045-0.103,-0.522-0.793,0.614 0.959,-0.003 0.011,-0.025-0.024,-0.034-0.041,-0.036-0.049,-0.036-0.050,-0.207-0.243,0.000 0.058,0.027 0.072,0.200 0.426,0.036 0.081,0.023 0.045,0.011 0.018,0.006 0.000,-0.002-0.010,-0.568-1.172,0.775 1.557,0.116 0.197,0.068 0.101,0.033 0.032,0.010-0.011,-0.928-1.756,0.998 1.841,-0.005-0.066,-0.034-0.130,-0.052-0.157,-0.055-0.158,-0.056-0.146,-0.159-0.265,-0.025-0.037,-0.016-0.007,-0.009 0.010,-0.002 0.021,0.000 0.028,-0.128-0.186,0.327 0.617,0.109 0.238,0.109 0.231,0.100 0.208,0.086 0.174,-0.113-0.221,-0.052-0.120,-0.074-0.171,-0.084-0.190,-0.084-0.190,-0.078-0.174,0.104 0.143,0.028 0.003,-0.021-0.085,-0.054-0.137,-0.068-0.160,-0.073-0.161,-0.072-0.151,0.034 0.062,0.098 0.195,0.132 0.265,0.145 0.291,0.141 0.286,0.129 0.261,0.125 0.068,0.168 0.155,-0.034-0.125,-0.083-0.167,-0.101-0.179,-0.108-0.171,-0.654-0.920,0.499 0.641,-0.136-0.207,-0.143-0.205,-0.133-0.182,-0.117-0.154,-0.097-0.125,-0.076-0.094,-0.443-0.563,0.322 0.401,0.067 0.049,0.406 0.442,0.085 0.094,0.039 0.064,0.008 0.036,-0.010 0.019,-0.023 0.006,-0.071-0.068,-0.044-0.046,-0.046-0.051,-0.042-0.053,-0.037-0.046,-0.029-0.043,-0.030-0.019,-0.063-0.053,-0.065-0.048,-0.060-0.043,-0.051-0.035,-0.042-0.028,-0.247-0.443,0.375 0.460,0.057 0.025,0.022 0.013,-0.001 0.003,-0.017-0.002,-0.023-0.005,-0.028-0.007,-0.225-0.336,0.102 0.113,-0.025-0.020,0.080 0.105,-0.014-0.024,-0.005-0.021,-0.003-0.020,0.002-0.016,0.003-0.013,-0.035-0.050,-0.030-0.042,-0.037-0.046,-0.038-0.044,-0.036-0.042,-0.032-0.036,-0.211-0.207,0.181 0.263,-0.036 0.000,-0.032-0.017,-0.026-0.029,-0.021-0.033,-0.016-0.032,-0.012-0.031,-0.007-0.026,-0.005-0.023,-0.002-0.016,-0.002-0.014,0.001-0.009,0.203 0.167</inkml:trace>
</inkml:ink>
</file>

<file path=ppt/ink/ink7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2042.000 1055.000,'0.013'0.000,"0.021"0.000,0.022 0.000,0.024 0.000,0.021 0.000,0.019 0.000,0.015 0.000,0.013 0.000,0.008 0.000,0.007 0.000,0.005 0.000,0.002 0.000,-0.135 0.003,0.118 0.057,0.347 0.258,0.216 0.187,0.189 0.157,0.159 0.125,0.126 0.095,-0.457-0.371,0.743 0.440,0.135 0.040,0.069 0.015,0.026-0.002,-0.006-0.013,-0.026-0.019,-0.034-0.020,-0.966-0.560,0.990 0.593,0.029 0.041,-0.014 0.001,-0.147-0.090,-0.185-0.120,-0.200-0.132,-0.194-0.132,-0.181-0.122,-0.611-0.341,0.588 0.340,-0.133-0.079,-0.120-0.078,-0.103-0.071,-0.081-0.063,-0.063-0.048,-0.143-0.063,0.219-0.010,0.041-0.053,0.014-0.054,-0.004-0.053,-0.016-0.046,-0.024-0.041,-0.018-0.177,-0.017-0.289,-0.015-0.314,-0.005-0.315,0.000-0.290,0.004-0.251,0.008-0.209,-0.002-0.033,0.026-0.158,0.030-0.143,0.029-0.122,0.029-0.101,0.024-0.079,-0.337 2.138,0.436-2.771,0.033-0.306,0.004-0.173,-0.014-0.074,-0.026-0.006,-0.030 0.037,-0.056 0.260,-0.069 0.383,-0.070 0.432,-0.067 0.435,-0.061 0.400,-0.051 0.353,-0.098 1.281,0.049-1.296,-0.031 0.102,-0.023 0.166,-0.016 0.196,-0.010 0.199,-0.007 0.188,-0.002 0.165,-0.002 0.119,0.001 0.135,0.003 0.103,0.002 0.076,0.003 0.052,0.002 0.034,0.003 0.018,0.001 0.008,0.002 0.002,0.001-0.004,0.005-0.166</inkml:trace>
</inkml:ink>
</file>

<file path=ppt/ink/ink7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1616.000 1002.000,'0.020'0.000,"0.032"0.000,0.035 0.000,0.035 0.000,0.033 0.000,0.028 0.000,0.022 0.000,0.018 0.000,0.014 0.000,0.009 0.000,0.006 0.000,0.003 0.000,-0.136 0.035,0.372 0.399,0.114 0.288,0.070 0.236,0.035 0.182,0.013 0.132,-0.170-0.203,0.315 0.669,0.122 0.199,0.117 0.142,0.108 0.092,0.090 0.057,0.071 0.028,-0.276-0.525,0.609 0.852,0.179 0.202,0.135 0.159,0.099 0.120,0.067 0.084,-1.351-1.930,1.309 1.986,-0.022 0.028,-0.114-0.123,-0.167-0.215,-0.190-0.258,-0.192-0.269,-1.167-1.883,1.129 2.001,-0.017 0.094,0.008 0.102,0.024 0.101,0.031 0.094,0.036 0.080,-0.895-1.752,1.108 2.095,0.178 0.215,0.159 0.147,0.134 0.095,0.109 0.055,0.084 0.024,0.259 0.329,0.077 0.073,0.056 0.067,0.041 0.058,0.026 0.048,0.015 0.035,-0.749-1.213,0.421 0.589,-0.165-0.290,-0.193-0.313,-0.193-0.304,-0.182-0.277,-0.102-0.151,-0.175-0.251,-0.126-0.174,-0.120-0.161,-0.108-0.146,-0.094-0.123,-0.078-0.101,-0.579-0.903,0.616 0.866,0.051 0.020,0.039 0.013,0.029 0.005,0.021 0.004,0.013-0.002,0.144 0.313,0.004 0.087,-0.033 0.009,-0.053-0.042,-0.063-0.073,-0.063-0.087,-0.061-0.088,0.052 0.061,-0.013-0.052,0.002-0.038,0.010-0.025,0.013-0.015,-0.500-0.683,-0.016 0.008,0.423 0.714,-0.091-0.095,-0.102-0.136,-0.099-0.152,-0.091-0.148,0.994 1.706</inkml:trace>
</inkml:ink>
</file>

<file path=ppt/ink/ink7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1692.000 1152.000,'0.000'-0.012,"0.000"-0.020,0.000-0.022,0.000-0.022,0.000-0.021,0.000-0.019,0.008-0.015,0.012 0.010,0.014 0.015,0.013 0.020,0.011 0.019,0.011 0.017,0.008 0.015,0.006 0.013,0.005 0.008,0.002 0.008,0.002 0.004,0.173 0.171,0.267 0.258,0.302 0.291,0.297 0.287,0.269 0.260,0.232 0.221,0.060 0.069,-0.047-0.033,-0.113-0.092,-0.141-0.121,-0.147-0.127,-0.140-0.123,-0.886-0.845,1.418 1.477,0.250 0.281,0.117 0.111,0.025 0.002,-0.031-0.066,-0.064-0.102,-0.348-0.232,-0.106-0.039,-0.133-0.098,-0.144-0.133,-0.139-0.146,-0.129-0.147,-0.039-0.047,-0.187-0.232,-0.170-0.216,-0.143-0.185,-0.117-0.151,-0.087-0.118,-0.065-0.086,-0.044-0.061,-0.027-0.038,-0.016-0.024,-0.007-0.010,0.000-0.002,0.003 0.002,0.005 0.006,0.004 0.008,0.006 0.006,0.006 0.007,0.005 0.004,0.005 0.006,0.004 0.002,0.002 0.004,0.003 0.002,0.001 0.000,0.002 0.002,0.000 0.000,0.000 0.001,0.000-0.001,0.049-0.085,0.068-0.132,0.076-0.147,0.076-0.145,0.067-0.131,-0.090 0.070,0.086-0.240,0.270-0.975,0.059-0.716,0.014-0.691,-0.013-0.630,-0.032-0.546,-0.413 2.454,0.479-3.762,-0.059-0.046,-0.081 0.284,-0.090 0.463,-0.087 0.534,-0.078 0.533,-0.019 0.416,-0.025 0.330,-0.040 0.408,-0.048 0.425,-0.048 0.409,-0.045 0.364,-0.088 0.919,0.082-0.800,0.056-0.676,-0.013-0.057,-0.024 0.036,-0.028 0.089,-0.030 0.114,-0.028 0.121,-0.026 0.268,-0.017 0.135,-0.013 0.157,-0.010 0.159,-0.008 0.153,-0.006 0.063,-0.004 0.076,-0.003 0.136,-0.001 0.124,0.000 0.109,0.001 0.089,0.000 0.068,-0.007-0.192</inkml:trace>
</inkml:ink>
</file>

<file path=ppt/ink/ink7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1682.000 1140.000,'0.078'0.146,"0.117"0.220,0.133 0.249,0.129 0.243,0.117 0.217,0.098 0.185,0.079 0.148,0.059 0.111,0.044 0.082,0.494 0.563,0.351 0.329,0.239 0.171,0.150 0.059,0.083-0.015,0.034-0.056,-0.124-0.244,0.113 0.052,-0.153-0.228,-0.199-0.262,-0.212-0.261,-0.200-0.238,-0.911-0.952,0.842 0.698,-0.117-0.235,-0.137-0.231,-0.137-0.205,-0.125-0.174,-0.105-0.137,-0.086-0.104,-0.065-0.075,0.996-0.367</inkml:trace>
</inkml:ink>
</file>

<file path=ppt/ink/ink7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1613.000 978.000,'0.000'-0.004,"0.000"-0.008,0.000-0.006,0.000-0.008,0.000-0.007,0.000-0.005,0.000-0.005,0.000-0.003,0.000-0.002,0.000-0.002,0.000 0.000,0.000-0.002,0.000 0.001,0.000-0.001,0.000 0.001,0.000-0.000,0.000 0.000,0.000 0.000,0.000 0.001,0.000-0.001,0.013-0.057,0.021-0.097,0.022-0.109,0.024-0.109,0.021-0.102,0.019-0.087,-0.091 0.491,0.248-0.515,0.096-0.015,0.062 0.022,0.034 0.043,0.015 0.057,-0.001 0.060,0.053 0.035,-0.002 0.089,-0.004 0.082,-0.004 0.072,-0.006 0.062,-0.005 0.047,-0.015 0.065,-0.048 0.070,-0.054 0.067,-0.052 0.060,-0.047 0.048,-0.041 0.040,-0.090 0.028,-0.019 0.198,-0.051 0.141,-0.051 0.128,-0.048 0.111,-0.042 0.093,-0.036 0.073,0.018-0.562,-0.335 1.007,-0.177 0.025,-0.127-0.079,-0.087-0.139,-0.054-0.159,0.193-0.402,-0.222 0.016,-0.003-0.196,0.013-0.180,0.024-0.155,0.029-0.128,0.028-0.099,0.027-0.168,0.024-0.194,0.019-0.200,0.016-0.183,0.012-0.162,0.008-0.133,0.059 0.011,0.085 0.102,0.095 0.152,0.093 0.169,0.086 0.168,0.074 0.155,0.060 0.132,0.048 0.110,0.036 0.086,0.025 0.064,0.017 0.046,0.010 0.030,0.036 0.042,0.051 0.056,0.057 0.059,0.056 0.054,0.051 0.050,0.046 0.040,0.037 0.034,-0.024-0.037,-0.023-0.021,-0.033-0.034,-0.040-0.037,-0.042-0.039,-0.038-0.037,-0.026-0.028,-0.039-0.081,-0.031-0.080,-0.023-0.073,-0.018-0.063,-0.011-0.050,-0.007-0.040,-0.004-0.028,-0.002-0.021,0.001-0.012,0.000-0.008,0.002-0.004,0.003 0.007,0.000-0.068,0.002-0.020,0.001-0.006,0.000 0.001,0.002 0.008,0.000 0.012,0.003-0.693</inkml:trace>
</inkml:ink>
</file>

<file path=ppt/ink/ink7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1965.000 897.000,'0.000'-0.047,"-0.014"-0.100,-0.021-0.066,-0.025-0.052,-0.023-0.038,-0.022-0.025,-0.019-0.016,-0.220 0.057,-0.178 0.028,-0.126 0.036,-0.087 0.037,-0.051 0.037,-0.028 0.034,-0.056 0.100,0.030 0.144,0.042 0.156,0.051 0.153,0.049 0.139,0.047 0.120,-0.163 0.576,-0.003 0.311,0.056 0.165,0.088 0.064,0.098-0.005,0.095-0.046,0.115-0.035,0.118-0.027,0.107-0.019,0.092-0.013,0.075-0.009,0.057-0.003,0.061-0.316,0.093-0.087,0.099-0.095,0.099-0.095,0.090-0.088,0.080-0.078,0.109-0.050,0.038-0.122,0.018-0.120,0.004-0.109,-0.006-0.094,-0.010-0.077,-0.004-0.301,0.231-0.343,0.019-0.328,-0.043-0.294,-0.078-0.252,-0.099-0.209,-0.105-0.166,-0.409 0.871,0.314-1.427,-0.147-0.038,-0.129 0.064,-0.106 0.123,-0.080 0.145,-0.061 0.148,-0.257-4.115</inkml:trace>
</inkml:ink>
</file>

<file path=ppt/ink/ink7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1606.000 980.000,'-0.060'-0.388,"-0.036"-0.268,-0.047-0.354,-0.005-0.067,0.010 0.035,0.018 0.094,0.022 0.121,0.038 0.145,0.046 0.148,0.046 0.136,0.043 0.117,0.037 0.095,0.028 0.079,0.036 0.048,0.036 0.035,0.031 0.026,0.027 0.014,0.022 0.010,-0.176 0.008,0.151 0.178,-0.008 0.095,-0.011 0.066,-0.012 0.039,-0.014 0.023,-0.011 0.008,-0.125-0.246,0.095 0.338,-0.050-0.025,-0.053-0.055,-0.051-0.070,-0.045-0.075,-0.039-0.070,-0.030-0.063,0.070-0.142,-0.097 0.167,-0.018-0.003,-0.015-0.019,-0.011-0.024,-0.007-0.029,-0.005-0.027,-0.003-0.024,0.009-0.022,0.012-0.020,0.013-0.014,0.011-0.010,0.010-0.008,0.009-0.005,0.007-0.002,0.005-0.001,0.003 0.000,0.003-0.001,-0.004 0.002,-0.009 0.001,-0.011 0.000,-0.011 0.002,-0.010-0.000,-0.009 0.001,-0.007 0.000,-0.006 0.001,-0.004 0.000,-0.003 0.000,-0.002 0.000,-0.001 0.000,-0.052-0.073,-0.096-0.141,-0.073-0.150,-0.062-0.146,-0.051-0.131,-0.040-0.111,0.222 0.253,-0.246-0.581,0.010-0.191,0.034-0.138,0.049-0.095,0.053-0.062,0.053-0.034,0.296 1.279,-0.256-1.578,0.024-0.208,0.013-0.174,0.006-0.141,-0.002-0.106,-0.004-0.079,0.017 0.167,0.016 0.170,0.017 0.212,0.019 0.225,0.018 0.215,0.015 0.194,0.014 0.166,-0.075-1.088,-0.016-0.505,0.013-0.168,0.030 0.055,0.037 0.184,0.094 1.291,0.009-1.007,0.097 0.190,0.100 0.198,0.095 0.188,0.082 0.164,0.069 0.137,0.012 0.218,-0.001 0.175,-0.017 0.168,-0.025 0.149,-0.028 0.125,-0.030 0.102,-0.215 0.543,0.451-0.942,0.145-0.211,0.104-0.133,0.070-0.071,0.042-0.028,0.023-0.001,-0.541 0.941,0.819-1.227,0.120-0.091,0.050 0.005,0.001 0.062,-0.030 0.093,-0.807 1.101,1.112-1.165,0.242-0.092,0.204-0.079,0.161-0.064,0.124-0.050,0.088-0.037,-0.225 0.223,-0.023 0.044,-0.040 0.054,-0.048 0.055,-0.049 0.055,-0.047 0.048,-0.640 0.602,0.113-0.018,1.576-0.889,0.222 0.059,0.093 0.112,0.010 0.136,-0.044 0.139,-2.107 0.967,2.088-0.814,-0.129 0.128,-0.198 0.133,-0.223 0.124,-0.219 0.107,-0.343 0.134,-0.114 0.050,-0.080 0.033,-0.051 0.020,-0.030 0.009,-0.014 0.002,-0.686 0.237,1.025-0.258,0.203-0.001,0.152 0.014,0.105 0.023,0.070 0.026,0.039 0.028,0.019 0.026,0.264-0.001,-0.058 0.060,-0.083 0.062,-0.089 0.058,-0.087 0.050,-0.077 0.041,-0.122 0.002,-0.032-0.029,-0.018-0.046,-0.005-0.049,0.001-0.050,0.591-0.036,0.390 0.018,0.323 0.037,0.255 0.042,0.190 0.043,0.134 0.039,-0.439 0.066,-0.096 0.042,-0.126 0.039,-0.137 0.034,-0.133 0.030,-0.120 0.024,-0.106 0.018,-2.587 0.021,2.472-0.005,0.223 0.007,0.048 0.004,0.968 0.007,-0.417 0.002,-0.532 0.002,-0.561-0.001,-0.530-0.001,-0.466-0.002,-0.061 0.079,0.295 0.125,0.391 0.148,0.427 0.152,0.420 0.144,0.388 0.129,0.682 0.187,0.111 0.055,-0.010 0.016,-0.086-0.006,-0.123-0.022,-0.138-0.029,-0.133-0.029,-0.122-0.030,-0.102-0.025,-0.083-0.022,-0.064-0.018,-0.046-0.012,-2.288-0.531,2.113 0.577,-0.036 0.064,-0.055 0.058,-0.063 0.048,-0.062 0.037,-0.058 0.029,-2.557-0.906,2.438 1.000,0.045 0.101,-0.040 0.047,-0.096 0.007,-0.124-0.021,-0.138-0.035,-2.124-1.043,2.663 1.243,-0.136-0.090,-0.240-0.123,-0.281-0.132,-0.282-0.126,-0.256-0.110,-0.500-0.209,-0.171-0.048,-0.149-0.033,-0.124-0.021,-0.099-0.012,-0.078-0.005,0.073 0.115,-0.038 0.041,-0.020 0.042,-0.007 0.044,0.001 0.037,0.006 0.033,-0.746-0.742,0.586 0.528,0.814 0.675,0.202 0.128,0.073 0.020,-0.018-0.054,-0.077-0.098,-0.112-0.122,-0.984-0.740,0.958 0.794,-0.264-0.165,-0.250-0.172,-0.220-0.159,-0.179-0.136,-0.142-0.111,-0.104-0.087,-0.073-0.062,-0.047-0.044,-0.029-0.027,-0.014-0.015,0.124 0.215,0.102 0.181,0.064 0.123,0.033 0.076,0.010 0.042,-0.004 0.016,-0.515-0.793,0.555 0.837,-0.046-0.064,-0.078-0.102,-0.095-0.120,-0.094-0.122,-0.089-0.112,-0.228-0.414,0.135 0.241,0.194 0.336,0.018 0.028,-0.007-0.011,-0.022-0.037,-0.029-0.047,-0.034-0.053,0.586 1.112</inkml:trace>
</inkml:ink>
</file>

<file path=ppt/ink/ink7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1968.000 907.000,'0.003'0.003,"0.004"0.004,0.004 0.005,0.006 0.004,0.003 0.004,0.004 0.004,0.003 0.003,0.001 0.001,0.002 0.002,0.002 0.001,-0.001 0.001,0.001 0.000,0.001 0.001,-0.001-0.001,0.000 0.000,0.000-0.000,0.000 0.000,-0.001-0.001,0.001 0.001,-0.001-0.001,0.001 0.001,-0.001-0.001,0.000-0.000,0.001 0.001,-0.001-0.001,0.000 0.000,0.000-0.000,0.001 0.001,-0.001-0.001,0.000 0.000,0.000-0.000,0.001 0.000,-0.001-0.006,0.001-0.010,0.002-0.010,0.001-0.010,0.001-0.009,0.002-0.009,0.000-0.005,0.001-0.005,0.001-0.004,0.000-0.002,-0.000-0.002,0.000-0.001,0.000 0.000,0.000 0.000,0.001 0.000,-0.001 0.000,0.000 0.000,0.000 0.001,0.000 0.000,0.000 0.001,0.001-0.001,-0.001 0.001,0.000 0.000,0.000 0.000,0.000 0.000,-0.006-0.031,-0.004-0.054,0.026-0.055,0.046-0.075,0.057-0.075,0.060-0.072,0.057-0.064,0.053-0.056,-0.174 0.285,0.296-0.378,0.062-0.025,0.041 0.003,0.023 0.023,0.010 0.031,0.002 0.039,0.083 0.041,0.022 0.078,-0.004 0.080,-0.021 0.075,-0.031 0.068,-0.034 0.059,-0.034 0.048,0.009 0.035,-0.050 0.034,-0.047 0.022,-0.041 0.014,-0.034 0.009,-0.028 0.002,-0.018 0.053,0.007 0.079,0.014 0.091,0.019 0.089,0.020 0.084,0.018 0.071,-0.010 0.085,-0.027 0.088,-0.035 0.080,-0.038 0.073,-0.036 0.058,-0.034 0.048,-0.067 0.036,-0.083 0.027,-0.087 0.017,-0.084 0.011,-0.072 0.006,-0.062 0.003,-0.353 0.633,-0.236 0.329,-0.151 0.135,-0.083 0.003,-0.037-0.078,-0.003-0.121,0.219-0.566,-0.210 0.100,0.003-0.218,0.028-0.229,0.043-0.217,0.049-0.197,0.050-0.168,0.697-0.344,-0.672 0.142,0.004-0.150,0.016-0.138,0.020-0.119,0.023-0.099,0.024-0.081,0.436 0.167,-0.494-0.582,-0.010-0.252,0.002-0.200,0.009-0.155,0.014-0.113,0.015-0.080,0.015-0.050,0.182 0.295,-0.001-0.111,0.087 0.094,0.018-0.099,0.124 0.235,0.108 0.236,0.088 0.214,0.069 0.183,0.050 0.148,0.034 0.140,0.019 0.068,0.012 0.051,0.008 0.034,0.003 0.024,0.001 0.012,-0.001 0.005,0.055-0.245</inkml:trace>
</inkml:ink>
</file>

<file path=ppt/ink/ink7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1998.000 933.000,'0.000'0.043,"0.000"0.064,0.000 0.074,0.000 0.072,0.000 0.065,0.000 0.055,0.000 0.046,0.000 0.033,0.024-0.101,0.038 0.017,0.127 0.242,0.117 0.182,0.116 0.195,0.105 0.189,0.089 0.171,0.075 0.146,-0.552-1.193,0.838 1.774,0.139 0.289,0.076 0.163,0.029 0.071,0.000 0.010,-0.996-2.119,0.996 2.253,0.096 0.236,0.092 0.174,0.080 0.121,0.068 0.079,0.056 0.045,0.042 0.021,-0.984-2.018,1.119 2.362,0.059 0.083,0.020-0.039,-0.009-0.114,-0.023-0.152,-0.003-0.138,-0.052-0.191,-0.078-0.212,-0.089-0.209,-0.091-0.191,-0.084-0.167,-0.074-0.139,-0.831-1.404,0.760 1.182,-0.061-0.175,-0.068-0.176,-0.069-0.167,-0.062-0.148,-0.056-0.123,-0.046-0.100,-0.036-0.078,-0.029-0.057,-0.020-0.039,-0.015-0.027,-0.009-0.015,0.008 0.042,-0.072-0.027,-0.080-0.031,-0.077-0.027,-0.071-0.025,-0.061-0.021,-0.047-0.081,0.006-0.026,0.022-0.025,0.029-0.021,0.033-0.018,0.032-0.014,-0.028-0.130,0.229 0.135,0.001-0.077,-0.041-0.098,-0.068-0.101,-0.076-0.099,-0.081-0.077,-0.102-0.069,-0.094-0.055,-0.083-0.037,-0.067-0.027,-0.054-0.017,-0.039-0.008,-0.028-0.003,-0.018-0.001,-0.011 0.002,-0.006 0.004,-0.002 0.003,0.001 0.004,0.003 0.003,0.002 0.003,0.004 0.003,0.002 0.001,0.003 0.001,0.003 0.002,0.003 0.139</inkml:trace>
</inkml:ink>
</file>

<file path=ppt/ink/ink7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2030.000 1041.000,'0.037'0.037,"0.057"0.057,0.178 0.252,0.029 0.040,0.068 0.084,0.197 0.220,0.039 0.011,0.009-0.034,-0.011-0.057,-0.024-0.070,-0.212-0.257,0.338 0.130,0.057-0.043,0.030-0.031,0.009-0.020,-0.003-0.011,-0.013-0.006,-0.628-0.243,0.639 0.225,0.052 0.019,0.046 0.026,0.036 0.026,0.030 0.029,0.021 0.025,-0.546-0.223,0.736 0.330,0.004 0.009,-0.047-0.022,-0.077-0.038,-0.089-0.047,-0.092-0.048,-0.075-0.089,-0.102-0.125,-0.092-0.131,-0.080-0.122,-0.064-0.109,-0.050-0.092,-0.072-0.047,-0.064-0.035,-0.059-0.019,-0.055-0.007,-0.045 0.000,-0.039 0.006,-0.048 0.163,0.010-0.954,-0.023-0.277,-0.015-0.097,-0.009 0.022,-0.004 0.091,-0.001 0.125,-0.049-2.396</inkml:trace>
</inkml:ink>
</file>

<file path=ppt/ink/ink7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2127.000 1088.000,'-0.019'0.000,"-0.028"0.000,-0.032 0.000,-0.032 0.000,-0.029 0.000,-0.025 0.000,-0.020 0.000,-0.015 0.000,-0.012 0.000,-0.063 0.034,-0.126 0.055,-0.148 0.064,-0.149 0.065,-0.142 0.062,-0.125 0.056,0.761-0.257,-0.878 0.558,-0.025 0.180,0.026 0.119,0.057 0.070,0.074 0.034,0.077 0.008,0.017 0.207,0.018 0.258,-0.001 0.296,-0.011 0.298,-0.019 0.277,-0.021 0.245,-0.022 0.205,0.734-2.271,-0.571 2.261,0.199-0.277,0.202-0.358,0.184-0.385,0.162-0.366,0.194-0.356,0.211-0.254,0.207-0.204,0.189-0.159,0.164-0.117,0.134-0.082,0.107-0.054,0.080-0.032,0.105-0.024,-0.066-0.038,-0.104-0.033,-0.116-0.027,-0.113-0.022,-0.786-0.038,1.737-0.303,0.495-0.234,0.372-0.220,0.217-0.187,0.099-0.153,0.015-0.121,0.132-0.120,-0.127-0.026,-0.352 0.070,-0.404 0.101,-0.407 0.111,-0.378 0.111,-0.330 0.101,-0.272 0.086,-0.816 0.635,0.459-0.583,-0.166-0.082,-0.145-0.173,-0.176-0.052,-0.148-0.032,-0.121-0.014,-0.093-0.003,-0.070 0.004,0.217 0.867,-0.384-0.972,-0.123-0.020,-0.099 0.026,-0.075 0.056,-0.056 0.070,-0.038 0.073,-0.079 0.071,-0.062 0.104,-0.062 0.098,-0.054 0.088,-0.048 0.075,-0.038 0.062,-0.030 0.046,-0.022 0.036,0.510 0.186,-0.552-0.111,0.090 0.068,0.119 0.066,0.130 0.056,0.120 0.047,0.108 0.036,0.090 0.028,0.497 0.025,-0.552 0.023,-0.020 0.051,0.016 0.053,0.037 0.051,0.046 0.043,0.050 0.037,0.077 0.038,0.042 0.063,0.036 0.067,0.030 0.063,0.025 0.057,0.019 0.050,0.014 0.040,-0.051 0.087,-0.002 0.002,0.026-0.039,0.039-0.063,0.046-0.074,0.047-0.074,0.048-0.059,0.037-0.021,0.031-0.007,0.026 0.004,0.020 0.010,0.015 0.014,0.023 0.005,0.027-0.023,0.027-0.032,0.024-0.035,0.023-0.033,0.017-0.032,-0.098-0.210,0.210 0.176,0.037-0.047,0.003-0.046,-0.017-0.039,-0.027-0.031,-0.033-0.026,-0.032-0.018,-0.029-0.013,-0.024-0.009,-0.021-0.005,-0.016-0.002,-0.010-0.002,-0.009 0.002,-0.005 0.000,-0.002 0.002,-0.002 0.002,0.000 0.000,-0.025-0.010,-0.001-0.023,0.036-0.112,0.026-0.056,0.031-0.038,0.029-0.025,0.564-0.814</inkml:trace>
</inkml:ink>
</file>

<file path=ppt/ink/ink7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1976.000 920.000,'0.000'-0.047,"0.000"-0.086,0.000-0.045,0.000-0.027,0.000-0.014,0.000-0.004,0.000 0.002,-0.011 0.015,-0.019 0.031,-0.018 0.035,-0.020 0.032,-0.016 0.030,-0.016 0.025,-0.010 0.020,-0.010 0.014,-0.005 0.011,-0.005 0.008,-0.002 0.003,-0.002 0.003,-0.001 0.001,0.001 0.000,0.000-0.001,0.000-0.001,0.002 0.000,-0.001-0.002,0.001-0.001,0.001 0.000,-0.000-0.001,0.000-0.001,0.001 0.000,-0.079 0.024,-0.129 0.036,-0.145 0.040,-0.145 0.041,-0.132 0.037,-0.113 0.032,-0.093 0.026,-0.087 0.144,-0.024 0.084,0.052 0.032,0.096-0.003,0.118-0.027,0.122-0.039,0.110-0.037,0.145-0.072,0.131-0.071,0.110-0.063,0.090-0.055,0.069-0.044,0.049-0.036,0.036-0.024,0.021-0.019,0.013-0.011,0.005-0.006,0.002-0.004,-0.003-0.001,-0.004 0.001,-0.004 0.002,-0.005 0.002,-0.004 0.003,-0.003 0.001,0.007 0.003,0.008 0.001,0.011 0.000,0.009 0.002,0.010 0.000,0.008 0.001,0.007 0.000,0.008 0.001,0.007-0.001,0.007 0.001,0.004-0.001,0.005 0.001,0.528 0.000</inkml:trace>
</inkml:ink>
</file>

<file path=ppt/ink/ink7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1971.000 918.000,'0.012'0.006,"0.020"0.010,0.021 0.011,0.022 0.010,0.020 0.011,0.017 0.008,0.014 0.007,0.011 0.005,0.009 0.005,0.005 0.002,0.004 0.003,0.002 0.000,0.001 0.002,-0.039-0.012,0.023 0.027,0.215 0.201,0.153 0.165,0.151 0.162,0.137 0.147,0.115 0.125,0.092 0.098,-0.292-0.238,0.250 0.360,0.005 0.084,0.005 0.069,0.006 0.053,0.005 0.039,-0.020-0.021,0.085 0.112,0.101 0.125,0.102 0.123,0.096 0.113,0.085 0.099,0.200 0.231,0.008-0.034,-0.023-0.073,-0.040-0.094,-0.044-0.094,-0.046-0.089,-1.208-1.430,1.339 1.504,0.142 0.140,0.051 0.058,-0.010 0.003,-0.050-0.037,-0.074-0.056,-0.067-0.064,-0.072-0.079,-0.064-0.077,-0.055-0.070,-0.046-0.061,-0.034-0.051,-0.027-0.040,-0.065-0.070,-0.145-0.154,-0.162-0.167,-0.161-0.164,-0.148-0.150,-0.129-0.130,-0.378-0.501,0.831 1.116,0.581 0.782,0.225 0.288,0.078 0.084,-0.023-0.059,-0.088-0.146,-0.128-0.200,-0.926-1.182,1.020 1.222,-0.098-0.142,-0.123-0.150,-0.126-0.142,-0.121-0.125,-0.106-0.106,-0.687-0.862,0.682 0.853,0.000 0.023,-0.021 0.008,-0.034-0.001,-0.037-0.007,-0.039-0.011,0.048 0.074,0.045 0.043,0.062 0.053,0.067 0.054,0.066 0.048,0.058 0.044,-0.028-0.050,-0.094-0.125,-0.125-0.152,-0.131-0.159,-0.127-0.150,0.008-0.008,0.063 0.040,0.102 0.087,0.118 0.105,0.121 0.108,0.109 0.102,0.038 0.024,-0.081-0.107,-0.121-0.149,-0.133-0.160,-0.130-0.152,-0.116-0.134,1.181 1.144</inkml:trace>
</inkml:ink>
</file>

<file path=ppt/ink/ink7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1626.000 994.000,'0.006'0.009,"0.211"0.336,0.166 0.281,0.142 0.250,0.115 0.209,0.090 0.171,0.067 0.133,0.048 0.099,0.094 0.272,0.073 0.287,0.071 0.303,0.063 0.290,0.055 0.262,0.044 0.224,-0.176-0.274,1.633 4.481,0.490 1.230,0.228 0.406,0.045-0.141,-0.071-0.474,-1.409-3.562,1.507 3.184,0.131-0.189,0.086-0.288,0.053-0.333,0.026-0.335,0.009-0.312,-3.040-5.228,3.009 4.915,-0.204-0.481,-0.306-0.595,-0.351-0.623,-0.352-0.597,-0.328-0.533,-0.199-0.333,-0.406-0.632,-0.359-0.551,-0.301-0.455,-0.237-0.355,-0.177-0.263,-0.440-0.635,0.141 0.236,0.530 1.008,0.089 0.269,0.020 0.130,-0.024 0.031,-0.053-0.038,-0.067-0.078,-0.589-1.359,0.558 1.287,-0.013-0.068,-0.022-0.102,-0.026-0.119,-0.026-0.124,-0.026-0.117,-0.317-0.626,0.719 0.989,0.207 0.189,0.157 0.167,0.115 0.143,0.078 0.113,0.050 0.087,0.029 0.063,-1.331-1.813,1.001 1.434,-0.094-0.106,0.002 0.040,-0.208-0.265,-0.210-0.272,-0.194-0.258,-0.169-0.226,-0.141-0.190,0.018-0.030,0.103 0.049,0.156 0.106,0.173 0.132,0.171 0.137,0.154 0.128,0.089 0.128,0.043 0.114,0.008 0.098,-0.011 0.080,-0.024 0.061,-0.029 0.044,-0.706-0.995,0.683 1.058,-0.042 0.000,-0.086-0.070,-0.107-0.112,-0.112-0.130,-0.108-0.132,-0.097-0.124,-0.346-0.674,0.266 0.535,0.080 0.135,0.309 0.543,0.167 0.243,0.151 0.213,0.133 0.176,0.109 0.140,0.087 0.108,-1.207-2.012,1.502 2.448,0.215 0.324,0.120 0.175,0.047 0.064,-0.002-0.013,-0.036-0.064,-1.254-2.003,1.193 1.925,-0.164-0.268,-0.192-0.321,-0.196-0.335,-0.187-0.317,-0.165-0.287,-0.142-0.246,-0.846-1.286,0.704 1.114,-0.076-0.105,-0.046-0.082,-0.026-0.060,-0.011-0.043,0.000-0.028,0.007-0.017,0.164 0.187,0.104 0.101,0.114 0.113,0.109 0.112,0.096 0.102,-0.108-0.077,-0.051-0.011,-0.103-0.084,-0.132-0.128,-0.140-0.146,-0.135-0.147,-0.410-0.678,0.411 0.692,-0.014-0.013,-0.006 0.004,0.004 0.013,0.007 0.020,0.008 0.021,0.009 0.021,0.010 0.018,0.007 0.015,0.007 0.013,0.005 0.010,-0.383-0.678,0.765 1.314,0.114 0.201,-0.009-0.002,-0.090-0.134,-0.135-0.210,-0.154-0.247,-0.101-0.176,-0.158-0.304,-0.132-0.273,-0.106-0.232,-0.082-0.185,-0.058-0.143,-0.041-0.103,0.088-0.556</inkml:trace>
</inkml:ink>
</file>

<file path=ppt/ink/ink7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2151.000 1056.000,'-0.687'0.025,"-0.488"0.111,-0.323 0.161,-0.196 0.178,-0.097 0.177,-0.030 0.165,-0.250 0.313,-0.065 0.218,-0.056 0.190,-0.047 0.156,-0.037 0.120,-0.027 0.091,0.018-0.026,-0.025-0.036,-0.023-0.060,-0.019-0.069,-0.017-0.069,-1.352 1.634,-0.568 0.832,-0.190 0.443,0.150 0.092,0.360-0.145,0.475-0.291,0.515-0.363,1.826-2.306,-1.302 2.494,0.613-0.021,0.560 0.015,0.480 0.034,0.391 0.043,0.304 0.046,0.472 0.147,0.521-0.017,0.505-0.035,0.446-0.044,0.375-0.043,0.296-0.042,-0.124-0.788,0.307-0.205,0.318-0.219,0.309-0.215,0.279-0.197,0.245-0.173,0.372-0.062,-0.289-0.359,-0.425-0.363,-0.476-0.335,-0.472-0.291,-0.432-0.243,-1.672-0.546,0.694 0.080,4.117-0.175,1.599-0.559,1.110-0.536,0.714-0.477,0.414-0.400,-2.507 0.369,0.936-0.571,-0.693-0.200,-0.785-0.166,-0.794-0.132,-0.741-0.100,-0.656-0.073,-0.557-0.051,-0.631-0.246,-0.463-0.552,-0.405-0.645,-0.342-0.664,-0.278-0.635,-0.218-0.575,-0.188-0.763,-0.283 0.367,-0.257 0.628,-0.218 0.747,-0.178 0.758,-0.138 0.710,-0.677-0.032,-1.302-2.250,-0.534-0.313,-0.183 0.251,0.050 0.588,0.196 0.754,0.270 0.799,0.296 0.766,1.767 2.583,-1.603-1.864,0.234 0.608,0.244 0.519,0.232 0.417,0.203 0.324,0.172 0.236,0.134 0.163,-2.079 0.737</inkml:trace>
</inkml:ink>
</file>

<file path=ppt/ink/ink7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1611.000 973.000,'-0.179'-0.095,"-0.132"-0.074,-0.095-0.057,-0.061-0.040,-0.036-0.027,-0.019-0.018,-0.004-0.008,0.321 0.182,-0.309-0.275,0.019-0.019,0.021 0.007,0.018 0.022,0.016 0.029,-0.034 0.004,-0.023 0.018,-0.029 0.012,-0.029 0.008,-0.029 0.005,-0.024 0.002,0.496 0.266,-0.552-0.217,-0.091 0.018,-0.076 0.018,-0.062 0.017,-0.047 0.015,-0.034 0.012,0.002 0.018,0.073 0.029,0.093 0.030,0.100 0.027,0.094 0.025,0.087 0.021,0.071 0.016,0.088 0.013,0.053 0.008,0.045 0.007,0.035 0.003,0.029 0.003,0.020 0.001,0.054-0.002,-0.139 0.013,-0.068 0.017,-0.067 0.019,-0.062 0.021,-0.053 0.019,-0.045 0.017,0.440-0.083,-0.678 0.226,-0.106 0.073,-0.072 0.046,-0.046 0.026,-0.027 0.010,-0.011-0.001,0.096 0.008,0.104 0.033,0.119 0.038,0.121 0.037,0.111 0.036,0.098 0.030,0.094 0.051,0.083 0.061,0.072 0.062,0.059 0.057,0.044 0.050,0.033 0.042,0.022 0.001,0.016 0.027,0.008 0.021,0.004 0.016,0.001 0.013,0.000 0.008,0.028-0.063,0.043-0.057,0.053-0.069,0.054-0.071,0.051-0.068,0.045-0.061,0.039-0.052,0.361 0.258,0.231 0.108,0.148 0.039,0.087-0.009,0.040-0.036,0.008-0.052,-0.012-0.055,-0.971-0.660,0.993 0.550,-0.072-0.129,-0.106-0.129,-0.118-0.115,-0.115-0.100,-0.102-0.081,-0.087-0.060,-0.042-0.046,-0.022-0.031,-0.004-0.020,0.008-0.011,0.016-0.005,0.016 0.000,-0.021-0.036,0.017-0.057,0.017-0.067,0.016-0.066,0.013-0.061,0.012-0.053,0.086-0.175,0.129-0.237,0.144-0.259,0.143-0.250,0.130-0.227,0.112-0.194,-1.115 1.367,1.360-1.870,-0.038-0.048,-0.134 0.128,-0.183 0.223,-0.194 0.260,-0.184 0.259,-0.347 0.481,-0.003-0.195,-0.184 0.084,-0.162 0.054,-0.133 0.030,-0.105 0.012,-0.113 0.074,-0.121 0.042,-0.112 0.044,-0.101 0.043,-0.084 0.036,-0.068 0.032,-0.051 0.025,-0.038 0.019,-0.026 0.015,-0.016 0.009,-0.010 0.006,-0.004 0.004,-0.039 0.013,-0.028 0.039,-0.030 0.043,-0.029 0.044,-0.027 0.038,-0.021 0.034,-0.018 0.027,0.129 0.066,0.077 0.043,0.090 0.044,0.095 0.041,0.089 0.036,0.080 0.032,-0.084 0.048,-0.028 0.061,-0.021 0.060,-0.016 0.053,-0.011 0.044,-0.006 0.036,-0.004 0.025,0.360-0.147,-0.312 0.200,-0.026 0.061,-0.041 0.161,0.057 0.137,0.076 0.137,0.084 0.127,0.080 0.111,0.075 0.092,0.064 0.137,0.052 0.004,0.043-0.076,0.032-0.127,0.022-0.146,0.016-0.150,0.023-0.126,0.024-0.160,0.022-0.137,0.019-0.116,0.017-0.090,0.013-0.067,0.010-0.049,0.004-0.030,0.011-0.018,0.011-0.011,0.011-0.004,0.009 0.000,0.434 0.076,0.446 0.055,0.301 0.023,0.210 0.006,0.139-0.008,0.081-0.014,0.041-0.018,-0.166-0.021,-0.094-0.015,-0.115-0.013,-0.119-0.011,-0.112-0.009,-0.102-0.006,-0.163-0.017,-0.137-0.022,-0.134-0.024,-0.123-0.022,-0.108-0.022,-0.090-0.019,-0.084-0.015,-0.074-0.013,-0.063-0.010,-0.050-0.008,-0.041-0.004,-0.028-0.004,-0.020 0.090,-0.052-0.245,-0.078-0.097,-0.079-0.081,-0.074-0.063,-0.064-0.047,-0.053-0.033,0.146 0.266,-2.304-2.805</inkml:trace>
</inkml:ink>
</file>

<file path=ppt/ink/ink7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1765.000 1298.000,'0.000'0.012,"0.047"0.094,0.074 0.045,0.082 0.023,0.083 0.006,0.075-0.003,0.065-0.011,0.053-0.012,0.042-0.014,0.031-0.013,0.022-0.012,0.013-0.010,0.010-0.007,0.092 0.037,0.155 0.068,0.174 0.078,0.174 0.080,0.160 0.074,0.138 0.064,-0.317-0.076,1.319 0.523,0.280 0.131,0.048 0.033,-0.104-0.031,-0.199-0.072,-0.245-0.093,-0.186-0.049,-0.249-0.061,-0.221-0.047,-0.188-0.033,-0.150-0.021,-0.118-0.013,-0.086-0.007,-0.025 0.019,0.018 0.034,0.044 0.042,0.055 0.042,0.061 0.041,0.060 0.037,-0.086-0.071,-0.098-0.083,-0.129-0.105,-0.139-0.113,-0.137-0.109,-0.126-0.101,-0.455-0.254,0.236 0.064,0.182-0.125,-0.043-0.206,-0.061-0.196,-0.068-0.181,-0.067-0.157,-0.066-0.132,-0.105 0.139,-0.015-1.043,-0.108-0.456,-0.105-0.362,-0.097-0.273,-0.084-0.198,-0.070-0.134,0.273 2.541,-0.586-3.122,-0.170-0.174,-0.096 0.046,-0.042 0.181,-0.005 0.256,0.021 0.285,-0.083-0.113,0.099 0.390,0.146 0.464,0.157 0.468,0.153 0.430,0.136 0.368,0.060-0.392</inkml:trace>
</inkml:ink>
</file>

<file path=ppt/ink/ink7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169.000 738.000,'0.024'0.012,"0.794"0.527,0.649 0.349,0.528 0.223,0.409 0.125,0.301 0.057,0.209 0.008,0.135-0.021,-2.476-1.045,2.145 0.768,1.260 0.332,-0.073-0.113,-0.331-0.172,-0.461-0.195,-0.504-0.190,-0.485-0.174,-0.828-0.197,-0.012 0.006,1.137 0.131,0.992 0.010,1.153 0.006,1.176 0.003,1.110-0.000,0.991-0.002,0.844-0.002,-0.575-0.074,0.205-0.038,0.088-0.046,1.326-0.035,0.423-0.075,0.437-0.072,0.417-0.066,0.374-0.057,0.320-0.047,1.051-0.163,-1.269-0.191,-1.582-0.197,-1.629-0.183,-1.515-0.158,-1.307-0.129,-1.287-0.468,-0.757-0.764,-0.572-0.848,-0.414-0.834,-0.278-0.759,-0.174-0.654,-0.394-0.520,-0.568-0.168,-0.599-0.014,-0.568 0.083,-0.505 0.137,-0.421 0.157,-0.337 0.160,0.453 2.378,-1.001-2.114,-0.156 0.254,-0.246 0.107,-0.136 0.317,-0.106 0.296,-0.083 0.261,-0.060 0.216,2.226 3.133,-2.572-2.712,-0.344 0.384,-0.305 0.403,-0.256 0.383,-0.205 0.339,-0.156 0.286,-0.115 0.232,2.630 0.891,-4.102-0.641,-0.871 0.217,-0.639 0.210,-0.441 0.191,-0.285 0.162,3.201 0.207,-4.512-0.014,-0.125 0.091,0.244 0.065,0.453 0.043,0.546 0.026,0.557 0.013,0.520 0.005,4.475-0.009,-2.634 0.163,-0.617 0.164,-3.457 0.516,-0.196 0.298,0.235 0.239,0.494 0.182,0.624 0.135,0.661 0.092,0.845 0.145,0.899 0.169,0.869 0.170,0.785 0.160,0.674 0.141,0.553 0.118,0.435 0.095,0.509-0.060,0.399 0.003,0.359-0.015,0.306-0.029,0.253-0.035,0.198-0.035,0.311-0.902,0.032 1.751,0.283 0.429,0.266 0.354,0.239 0.277,0.200 0.209,0.161 0.148,0.125 0.100,-0.781-4.052,0.876 3.461,0.153-0.050,0.315 0.353,0.054-0.467,0.000-0.538,-0.033-0.540,-0.053-0.497,-0.059-0.433,-1.168-1.838,1.226 1.449,-0.091-0.383,-0.148-0.346,-0.169-0.296,-0.169-0.238,-0.153-0.185,-0.161-0.153,-0.121-0.109,-0.103-0.082,-0.081-0.057,-0.063-0.038,-0.045-0.023,0.186-0.283</inkml:trace>
</inkml:ink>
</file>

<file path=ppt/ink/ink7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817.000 733.000,'0.022'0.935,"0.191"0.749,0.281 0.575,0.317 0.420,0.314 0.288,0.288 0.186,0.250 0.103,-0.338-1.072,0.277-0.050,1.259 0.794,0.257-0.343,0.087-0.392,-0.028-0.394,-0.096-0.361,-0.133-0.315,-2.357-0.916,2.335 0.451,1.918-0.059,0.917-0.206,0.752-0.160,0.589-0.119,0.441-0.083,0.312-0.055,-6.315 0.018,7.408-0.120,0.618-0.118,0.311-0.122,0.095-0.115,-0.050-0.101,-0.136-0.086,-0.180-0.069,-3.252 0.188,-0.149-0.069,2.777-0.520,-0.735-0.151,-0.838-0.110,-0.830-0.076,-0.754-0.050,-0.646-0.028,-4.213 1.254,3.936-1.612,-0.308-0.278,-0.423-0.197,-0.464-0.134,-0.450-0.082,-0.409-0.043,-0.467 0.012,-0.449 0.028,-0.410 0.042,-0.356 0.049,-0.292 0.048,-0.230 0.044,-0.172 0.038,-0.181-0.289,-0.140-0.307,-0.127-0.199,-0.106-0.119,-0.087-0.057,-0.068-0.012,-0.748-1.276,-0.618-0.528,-0.498-0.153,-0.385 0.096,-0.281 0.245,-0.195 0.321,-0.127 0.341,2.465 3.487,-3.360-3.316,-0.627 0.135,-0.284 0.319,-0.042 0.417,0.117 0.445,0.207 0.434,0.253 0.391,0.261 0.339,3.259 1.346,-4.835-1.159,-0.899 0.237,-0.672 0.200,-0.475 0.161,-0.314 0.122,3.525 0.383,-0.114 0.044,-3.056 0.025,-0.398 0.268,-0.312 0.288,-0.237 0.281,-0.169 0.261,-0.116 0.229,-0.703 0.319,0.819 0.091,1.007 0.023,1.043-0.022,0.979-0.049,0.861-0.061,0.717-0.063,0.570-0.061,0.432-0.053,0.310-0.044,0.211-0.036,0.130-0.026,-3.146 2.685,-1.366 1.514,-0.242 0.701,0.460 0.146,0.840-0.200,0.998-0.393,1.585-1.022,0.843-0.083,0.800-0.003,0.719 0.047,0.619 0.079,0.514 0.096,1.023 0.595,1.128-0.093,1.109-0.159,1.007-0.185,0.860-0.188,0.701-0.172,0.545-0.150,0.401-0.123,-4.174-2.591,3.095 1.363,0.299-0.236,1.357 0.137,-0.260-0.453,-0.468-0.445,-0.573-0.410,-0.599-0.358,-0.578-0.300,-3.956-0.671,3.642 0.391,-0.628-0.219,-0.631-0.165,-0.584-0.117,-0.509-0.076,-0.422-0.048,1.752-0.566</inkml:trace>
</inkml:ink>
</file>

<file path=ppt/ink/ink7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622.000 1056.000,'0.011'0.000,"0.019"0.000,0.021 0.000,0.022 0.000,0.020 0.000,0.019 0.000,0.075 0.020,0.104 0.031,0.117 0.037,0.118 0.038,0.109 0.035,0.096 0.032,0.082 0.027,0.256 0.173,0.360 0.259,0.400 0.296,0.399 0.299,0.370 0.282,0.327 0.251,0.174 0.141,-0.119-0.053,-0.235-0.135,-0.290-0.176,-0.307-0.192,-0.291-0.186,-1.402-0.916,3.256 1.320,2.714 0.732,1.482 0.214,0.979 0.034,0.582-0.088,0.282-0.164,0.065-0.204,-7.692-1.668,9.989 1.442,0.096-0.510,-0.406-0.511,-0.681-0.469,-0.797-0.406,-0.802-0.332,-0.739-0.259,-7.140 0.478,4.926-0.707,0.044-0.335,1.298-0.658,-0.262-0.295,-0.365-0.194,-0.406-0.117,-0.407-0.058,-0.376-0.015,0.572-0.329,-0.161 0.071,-0.084 0.095,-0.028 0.103,0.007 0.098,0.028 0.086,-1.512 0.610,-0.494 0.225,0.091 0.077,-0.803 0.397,-0.741 0.370,-0.640 0.320,-0.522 0.263,0.103 0.530,0.266 0.427,0.296 0.334,0.294 0.248,0.268 0.177,0.230 0.116,-2.610-1.377,3.900 1.546,0.806-0.072,0.577-0.168,0.389-0.212,0.239-0.223,0.130-0.210,-0.586-0.299,-0.297-0.251,-0.362-0.242,-0.374-0.221,-0.357-0.187,-0.317-0.155,-1.898 0.091,1.607-0.471,-0.553-0.218,-0.546-0.180,-0.495-0.140,-0.419-0.106,-0.336-0.073,-0.578 0.254,-0.029-0.234,0.018-0.287,0.239-0.808,-0.126-0.239,-0.163-0.133,-0.175-0.055,-0.169-0.002,-0.155 0.034,-0.505 2.336,0.321-2.626,-0.143-0.115,-0.127-0.012,-0.105 0.053,-0.085 0.094,-0.066 0.110,-0.095 0.138,-0.100 0.284,-0.097 0.297,-0.088 0.282,-0.074 0.252,-0.060 0.212,-0.048 0.170,0.024 0.274,-0.038 0.125,-0.036 0.108,-0.032 0.090,-0.029 0.071,-0.024 0.054,-0.029 0.233,-5.128-2.181,-2.621-0.810,-1.709-0.417,-1.005-0.145,-0.486 0.038,5.101 1.816,-5.020-1.386,0.339 0.354,0.659 0.423,0.809 0.435,0.838 0.407,0.791 0.356,6.641 1.310,-7.707-0.947,-0.039 0.333,0.286 0.274,0.457 0.214,0.523 0.158,0.516 0.113,0.465 0.073,0.397 0.044,0.317 0.020,0.243 0.008,0.176-0.004,0.622-0.075,-1.713-0.061,-7.844-0.213,-1.804-0.067,-0.553-0.027,0.298 0.003,0.835 0.021,1.126 0.033,11.938 0.316,-11.978-0.262,1.387 0.090,1.589 0.092,1.588 0.086,1.463 0.076,1.414 0.118,0.506 0.166,1.159 0.142,0.991 0.123,0.803 0.098,0.615 0.077,0.448 0.056,1.034-0.091,0.399 0.009,0.130 0.102,-0.468 0.626,0.237 0.185,0.207 0.135,0.172 0.091,0.137 0.057,0.105 0.031,0.075 0.156,0.051 0.222,0.032 0.248,0.018 0.242,0.007 0.222,-0.001 0.189,0.339-0.968,0.047 0.094,-0.116 1.157,0.160-0.081,0.162-0.186,0.149-0.238,0.131-0.255,0.109-0.243,0.087-0.221,0.067-0.186,0.048-0.152,0.034-0.119,0.020-0.088,1.097 1.731,0.895 0.953,0.709 0.479,0.533 0.152,0.377-0.060,0.253-0.182,-3.386-3.927,4.252 3.753,0.407-0.392,0.148-0.510,-0.021-0.535,-0.123-0.503,-0.171-0.438,-3.355-1.475,3.655 1.004,0.421-0.241,0.375-0.193,0.317-0.147,0.253-0.105,0.194-0.073,0.140-0.044,0.095-0.025,-4.240-0.581,8.093 0.634,1.682-0.062,0.793-0.118,0.181-0.140,-0.214-0.142,-0.438-0.133,-10.745-0.328,9.307 0.155,-0.757-0.113,-1.092-0.105,-1.234-0.093,-1.243-0.076,-1.162-0.062,8.217-1.271</inkml:trace>
</inkml:ink>
</file>

<file path=ppt/ink/ink7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550.000 379.000,'0.000'0.021,"0.000"0.035,0.000 0.040,0.000 0.042,0.000 0.041,0.000 0.037,0.000-0.110,0.050 0.346,0.075 0.148,0.085 0.124,0.082 0.100,0.076 0.076,0.063 0.056,0.050 0.036,0.080 0.012,0.333 0.452,0.978 1.341,0.598 0.698,0.496 0.542,0.393 0.401,0.295 0.279,0.212 0.183,-0.147-0.316,-0.150-0.343,-0.218-0.433,-0.243-0.452,-0.240-0.430,-0.219-0.382,-0.711-0.792,0.395 0.100,-0.050-0.321,-0.022-0.287,-0.001-0.244,0.011-0.198,0.020-0.154,0.021-0.115,-0.901-0.253,0.842 0.050,0.136-0.079,0.152-0.064,-0.003-0.061,-0.048-0.049,-0.073-0.037,-0.086-0.028,-0.090-0.018,0.349-0.152,0.185-0.228,0.126-0.259,0.080-0.264,0.042-0.246,0.017-0.219,-0.003-0.187,-0.007-0.152,-0.325 0.061,-0.378 0.130,-0.380 0.161,-0.354 0.170,-0.307 0.160,0.884-0.772,0.408-0.255,0.145 0.034,-0.028 0.203,-0.130 0.287,-0.179 0.311,-0.190 0.298,-0.183 0.263,-0.160 0.218,-0.132 0.171,-0.104 0.127,-1.314 0.132,1.728 0.375,0.358 0.390,0.260 0.331,0.177 0.265,0.112 0.206,0.061 0.151,-2.399-1.364,3.276 1.594,0.943 0.128,0.863 0.020,0.753-0.054,0.628-0.094,0.503-0.119,0.387-0.122,0.771-0.029,-0.843-0.301,-1.109-0.304,-1.168-0.278,-1.101-0.237,-0.962-0.191,-0.487-0.302,0.247-0.323,0.492-0.334,0.612-0.316,0.644-0.283,0.618-0.238,-0.184-0.019,-0.201 0.005,-0.451 0.088,-0.588 0.135,-0.641 0.158,-0.635 0.163,-1.797 0.552,1.094-0.345,-0.525 0.150,-0.452 0.126,-0.373 0.102,-0.297 0.079,-0.225 0.059,-0.164 0.041,-0.845-0.061</inkml:trace>
</inkml:ink>
</file>

<file path=ppt/ink/ink7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1936.000 663.000,'0.193'-1.723,"0.292"-1.450,0.327-1.159,0.318-0.878,0.284-0.630,0.239-0.425,-1.317 5.083,2.731-6.462,1.079-0.928,0.838-0.472,0.618-0.149,0.433 0.066,0.283 0.196,-0.443 1.011,-0.522 0.997,-0.669 1.099,-0.711 1.084,-0.685 0.992,-0.621 0.863,-2.090 2.288,1.641-1.445,2.800-1.842,1.165-0.303,0.915-0.106,0.687 0.032,0.491 0.118,0.330 0.166,0.203 0.186,0.466 0.354,0.682 0.408,0.745 0.429,0.735 0.413,0.679 0.373,0.595 0.324,0.716 0.307,-0.014 0.342,-0.198 0.305,-0.303 0.259,-0.347 0.212,-0.349 0.163,0.150 0.272,-0.829 0.286,-0.865 0.275,-0.811 0.245,-0.712 0.205,-0.590 0.165,-5.384-0.911,4.247 1.291,-0.538 0.283,-0.686 0.193,-0.736 0.122,-0.718 0.066,-0.658 0.025,-3.259-2.060,2.950 2.849,-0.371 0.510,-0.355 0.393,-0.316 0.291,-0.268 0.203,-0.219 0.133,-1.799-3.923,2.044 5.777,-0.135 0.775,-0.217 0.434,-0.248 0.187,-0.244 0.023,-0.220-0.079,-0.316-0.978,-0.232-0.669,-0.215-0.734,-0.187-0.716,-0.155-0.649,-0.123-0.556,-0.234-2.977,-0.097 0.125,-3.847 7.994,-2.274 1.929,-1.474 0.673,-0.853-0.154,-0.405-0.645,3.916-4.982,-3.899 3.691,0.097-0.634,0.300-0.673,0.402-0.647,0.437-0.578,0.424-0.491,4.438-3.973,-5.284 3.893,-0.573-0.277,-0.422-0.404,-0.291-0.453,-0.189-0.448,-0.109-0.409,-0.847-0.458,-0.199-0.857,-0.170-0.851,-0.136-0.771,-0.104-0.655,-0.076-0.524,7.203-0.241,-7.063-0.570,0.158-0.522,0.335-0.416,0.414-0.317,0.426-0.227,6.271 1.254,-4.321-1.175,0.886 0.031,0.964 0.106,0.949 0.147,0.875 0.165,0.766 0.165,2.062 0.766,-2.139-1.749,0.095-0.981,0.018-1.028,-0.031-0.963,-0.057-0.838,-0.067-0.689,0.532 0.569,0.346 0.218,0.402 0.375,0.412 0.448,0.385 0.460,0.341 0.436,0.295-1.271,0.324-0.711,0.267-0.485,0.212-0.302,0.158-0.167,0.114-0.068,0.024 0.891,0.042-0.064,0.027-0.086,0.017-0.094,0.009-0.097,0.002-0.089,0.012-0.248,-0.049 0.824,-0.058 0.998,-0.058 1.028,-0.056 0.966,-0.048 0.854,-0.041 0.715,0.914 0.070</inkml:trace>
</inkml:ink>
</file>

<file path=ppt/ink/ink7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2087.000 659.000,'0.000'-0.022,"0.000"-0.035,0.000-0.039,0.000-0.041,0.000-0.035,0.000-0.033,0.000-0.026,0.000 0.021,0.000-0.088,0.000-0.332,0.000-0.072,0.000-0.011,0.000 0.028,0.000 0.047,0.000 0.057,0.003 0.454,0.057-0.528,0.183-1.210,0.111-0.579,0.082-0.411,0.057-0.274,0.036-0.166,0.023-0.084,-0.437 2.697,0.655-3.239,0.085-0.058,0.029 0.103,-0.008 0.195,-0.030 0.235,-0.041 0.241,-0.045 0.226,-0.166 0.685,0.057-0.178,0.244-0.910,0.004-0.023,-0.030 0.083,-0.047 0.144,-0.055 0.168,-0.055 0.174,-0.572 2.290,0.608-2.070,-0.024 0.251,-0.070 0.323,-0.092 0.344,-0.101 0.334,-0.098 0.301,-0.285 0.847,0.552-1.021,0.137 0.101,0.085 0.191,0.045 0.226,0.018 0.231,-0.003 0.211,-0.012 0.181,-0.019 0.149,-0.020 0.115,-0.699-0.127,0.810 0.497,0.146 0.258,0.121 0.193,0.097 0.136,0.075 0.090,0.053 0.054,0.167 0.072,-0.014-0.074,-0.098-0.134,-0.140-0.159,-0.158-0.164,-0.156-0.153,-0.119-0.193,-0.111-0.215,-0.087-0.205,-0.063-0.181,-0.044-0.153,-0.030-0.122,-0.016-0.093,-0.008-0.068,-0.469 0.443,0.501-0.780,0.121-0.331,0.380-0.827,0.093-0.300,0.042-0.172,0.006-0.080,-0.016-0.013,-0.030 0.028,-0.978 2.100,1.151-2.294,0.034 0.092,-0.017 0.186,-0.044 0.227,-0.058 0.233,-0.096 0.310,-0.092 0.270,-0.124 0.285,-0.132 0.272,-0.129 0.245,-0.114 0.205,-0.099 0.168,-0.171 0.224,0.329 0.219,0.087 0.234,0.060 0.196,0.038 0.157,0.020 0.122,0.208 0.133,0.113 0.043,0.068 0.005,0.034-0.020,0.011-0.034,-0.006-0.041,-0.017-0.043,-0.020-0.039,0.003-0.039,-0.133-0.130,-0.147-0.140,-0.142-0.130,-0.128-0.116,-0.108-0.095,-0.087-0.076,-0.067-0.057,0.027-0.132,0.152-0.168,0.191-0.185,0.207-0.185,0.200-0.169,0.183-0.151,-0.439 0.271,0.147-0.111,0.938-0.682,0.181-0.175,0.083-0.109,0.012-0.057,-0.035-0.020,-0.064 0.006,-1.294 1.016,1.278-1.144,-0.168 0.109,-0.212 0.188,-0.227 0.225,-0.221 0.234,-0.201 0.224,-0.174 0.202,-0.139 0.214,-0.088 0.198,-0.058 0.180,-0.033 0.154,-0.017 0.129,-0.535-0.081,1.093 0.843,0.183 0.345,0.042 0.142,-0.046 0.008,-0.096-0.074,-0.117-0.117,-0.714-0.761,1.089 0.609,0.162-0.117,0.036-0.155,-0.048-0.169,-0.097-0.164,-0.122-0.150,-0.285-0.274,0.559-0.495,0.076-0.467,0.056-0.405,0.042-0.333,0.027-0.259,0.017-0.190,-0.329 0.294,-0.125 0.126,-0.143 0.178,-0.144 0.198,-0.137 0.200,-0.121 0.184,0.018 0.186,0.004 0.259,0.040 0.241,0.057 0.213,0.066 0.176,0.064 0.142,-0.226 0.028,0.207 0.115,-0.016 0.018,-0.045-0.014,-0.064-0.037,-0.071-0.048,-0.072-0.053,0.180 0.058,0.008 0.004,-0.035-0.011,-0.056-0.018,-0.069-0.022,-0.069-0.024,-0.065-0.021,-0.056-0.020,-0.048-0.015,-0.037-0.014,-0.028-0.009,-0.021-0.007,-0.002 0.005,-0.057-0.004,-0.062-0.003,-0.056-0.002,-0.050-0.002,-0.040 0.000,0.069 0.050,0.151 0.085,0.178 0.099,0.181 0.095,0.170 0.089,0.145 0.074,-0.045-0.016,-0.090-0.034,-0.135-0.056,-0.154-0.066,-0.152-0.066,-0.140-0.062,-0.070-0.053,-0.067-0.072,-0.037-0.066,-0.014-0.053,0.000-0.043,0.008-0.032,0.014-0.024,0.014-0.014,-0.209 0.023,0.167 0.071,0.009 0.026,0.012 0.007,0.014-0.006,0.015-0.013,0.013-0.018,-0.369-0.073,0.478 0.068,0.046 0.004,0.020 0.008,-0.001 0.012,-0.010 0.011,-0.018 0.011,-0.084-0.016,-0.030-0.010,-0.032-0.014,-0.029-0.016,-0.026-0.015,-0.021-0.014,0.000-0.010,-0.051-0.013,-0.051-0.010,-0.049-0.006,-0.040-0.006,-0.036-0.003,-0.025-0.002,-0.020-0.001,-0.014-0.001,-0.010 0.002,-0.004-0.001,0.173-0.005</inkml:trace>
</inkml:ink>
</file>

<file path=ppt/ink/ink7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2088.000 658.000,'0.007'0.000,"0.012"0.000,0.012 0.000,0.013 0.000,0.010 0.000,0.010 0.000,0.007 0.000,0.005 0.000,0.004 0.000,0.003 0.000,0.002 0.000,0.000 0.000,0.117-0.056,0.182-0.085,0.206-0.097,0.203-0.096,0.184-0.086,0.157-0.075,-0.910 0.393,1.531-0.818,0.420-0.287,0.311-0.208,0.217-0.143,0.141-0.091,-2.302 1.332,2.533-1.540,0.060-0.058,-0.141 0.084,-0.257 0.166,-0.313 0.209,-0.327 0.219,-0.311 0.211,-0.064-0.098,2.356-1.695,0.946-0.714,0.584-0.428,0.306-0.212,0.102-0.056,-0.041 0.054,-3.407 2.406,4.167-2.703,-0.204 0.255,-0.379 0.335,-0.460 0.359,-0.475 0.345,-0.446 0.308,-0.550 0.368,-0.573 0.376,-0.541 0.349,-0.480 0.308,-0.403 0.255,-0.323 0.205,-0.357 0.210,0.569-0.257,0.057 0.004,0.013 0.022,-0.012 0.031,-0.029 0.033,-0.036 0.032,-0.039 0.030,-0.036 0.025,-0.033 0.021,-0.027 0.016,-0.023 0.012,-0.249 0.107,-0.181 0.075,-0.204 0.084,-0.204 0.085,-0.189 0.077,-0.168 0.069,-0.142 0.059,-0.476 0.208,0.906-0.581,0.266-0.219,0.194-0.149,0.136-0.092,0.087-0.049,0.051-0.020,0.036-0.013,-0.164 0.113,-0.200 0.135,-0.207 0.136,-0.190 0.123,-0.163 0.106,-0.180 0.124,-0.065 0.053,-0.040 0.040,-0.021 0.027,-0.008 0.017,0.003 0.009,0.076-0.028,0.051-0.021,0.058-0.023,0.055-0.026,0.049-0.023,0.042-0.021,-0.736 0.362,0.694-0.384,0.042-0.047,0.024-0.031,0.008-0.017,0.000-0.007,-0.008 0.000,0.053-0.041,-0.113 0.061,-0.130 0.071,-0.131 0.072,-0.117 0.066,-0.104 0.058,-0.083 0.047,-0.039 0.029,-0.017 0.021,0.002 0.013,0.015 0.005,0.020-0.000,-0.034 0.053,0.153-0.021,0.040 0.025,0.020 0.024,0.006 0.024,-0.001 0.018,-0.072 0.009,-0.034-0.006,-0.036-0.011,-0.038-0.012,-0.033-0.014,-0.032-0.013,-0.025-0.012,-0.158 0.084,1.487-0.495</inkml:trace>
</inkml:ink>
</file>

<file path=ppt/ink/ink7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2276.000 537.000,'0.020'0.000,"0.031"0.000,0.037 0.000,0.037 0.000,0.037 0.000,0.030 0.000,0.029 0.000,0.078 0.000,0.125 0.000,0.140 0.000,0.144 0.000,0.135 0.000,0.121 0.000,0.126 0.013,-0.072 0.021,-0.124 0.022,-0.149 0.024,-0.152 0.021,-0.142 0.019,-0.125 0.015,-0.103 0.013,-0.084 0.008,-0.062 0.007,-0.046 0.005,-0.031 0.002,-0.037 0.072,-0.034 0.089,-0.028 0.100,-0.025 0.095,-0.017 0.085,-0.014 0.071,-0.155 0.140,-0.250 0.245,-0.283 0.268,-0.282 0.258,-0.259 0.235,-0.224 0.199,-0.135 0.152,0.121-0.122,0.204-0.197,0.234-0.226,0.232-0.223,0.210-0.200,-0.388 1.598</inkml:trace>
</inkml:ink>
</file>

<file path=ppt/ink/ink7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2320.000 539.000,'0.008'0.000,"0.013"0.000,0.015 0.000,0.013 0.000,0.014 0.000,0.010 0.000,0.010 0.000,0.007 0.000,0.005 0.000,0.004 0.000,0.219 0.012,0.328 0.020,0.366 0.020,0.360 0.021,0.322 0.019,0.272 0.016,0.220 0.012,-1.759-0.095,2.518 0.177,0.571 0.046,0.376 0.024,0.225 0.008,0.110-0.004,0.029-0.011,-0.359-0.021,-0.353-0.014,-0.417-0.014,-0.429-0.011,-0.409-0.011,-0.366-0.009,-1.494-0.133,3.146 0.676,1.182 0.391,0.660 0.247,0.356 0.153,0.136 0.081,-0.011 0.030,-0.106-0.005,-0.717-0.210,-0.164-0.072,-0.156-0.081,-0.140-0.082,-0.124-0.075,-0.101-0.069,-3.445-0.816,3.891 0.825,-0.212-0.099,-0.403-0.122,-0.494-0.125,-0.518-0.121,-0.494-0.106,-1.700-0.300,1.273 0.180,-0.463-0.106,-0.399-0.085,-0.323-0.067,-0.249-0.047,-0.182-0.034,-0.154 0.005,-0.027 0.026,0.006 0.037,0.028 0.041,0.038 0.042,0.045 0.039,-0.023 0.003,-0.028-0.007,-0.043-0.016,-0.052-0.023,-0.052-0.025,-0.051-0.027,-0.139-0.047,0.000-0.011,0.235 0.013,0.085-0.022,0.091-0.018,0.087-0.012,0.076-0.008,0.066-0.007,0.141 0.072,0.128 0.111,0.126 0.125,0.112 0.123,0.095 0.111,0.075 0.092,-0.160-0.037,-0.139-0.048,-0.170-0.071,-0.177-0.083,-0.170-0.082,-0.149-0.077,-0.124-0.069,-0.076-0.052,-0.052-0.040,-0.031-0.033,-0.018-0.022,-0.006-0.017,0.709-0.138</inkml:trace>
</inkml:ink>
</file>

<file path=ppt/ink/ink7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2453.000 545.000,'0.041'0.000,"0.062"0.000,0.071 0.000,0.071 0.000,0.064 0.000,0.057 0.000,0.044 0.000,0.037 0.000,0.026 0.000,0.019 0.000,0.011 0.000,0.009 0.000,0.027 0.000,-0.000 0.000,-0.005 0.000,-0.005 0.000,-0.006 0.000,-0.006 0.000,-0.380 0.021,0.316 0.108,1.456 0.607,0.487 0.273,0.211 0.149,0.016 0.056,-0.114-0.007,-0.195-0.052,-0.914-0.404,0.698 0.554,-0.342-0.037,-0.341-0.064,-0.313-0.080,-0.273-0.082,-0.225-0.077,-0.178-0.069,-0.348-0.720,0.128 0.471,-0.056 0.016,-0.136 0.457,-0.238 0.050,-0.229 0.030,-0.201 0.016,-0.167 0.004,-0.132-0.001,-0.099-0.021,-0.070-0.030,-0.045-0.033,-0.029-0.032,-0.014-0.029,-0.004-0.024,0.248-0.225,0.096-0.088,0.107-0.094,0.110-0.092,0.104-0.087,0.093-0.077,-0.503 0.463</inkml:trace>
</inkml:ink>
</file>

<file path=ppt/ink/ink7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2308.000 513.000,'-0.011'0.000,"-0.017"0.000,-0.019 0.000,-0.018 0.000,-0.017 0.000,-0.013 0.000,-0.011 0.000,-0.009 0.000,-0.093 0.157,-0.151 0.244,-0.172 0.279,-0.171 0.278,-0.157 0.258,-0.136 0.222,0.001 0.090,0.029 0.085,0.065 0.046,0.082 0.017,0.090-0.001,0.086-0.014,0.053 0.012,0.105-0.199,0.093-0.225,0.078-0.220,0.063-0.199,0.048-0.169,0.033-0.134,0.035-0.043,0.034-0.071,0.029-0.081,0.024-0.081,0.018-0.072,0.014-0.063,0.009-0.049,0.008-0.039,0.003-0.028,0.001-0.019,0.002-0.012,-0.001-0.007,-0.001-0.003,-0.001 0.000,-0.001 0.001,-0.001 0.002,0.000 0.003,-0.002 0.002,0.000 0.002,-0.001 0.002,0.001 0.002,-0.001 0.001,-0.001 0.001,0.001 0.000,0.000 0.001,0.000 0.000,-0.001 0.000,0.001 0.000,0.000 0.001,0.000-0.001,0.000-0.001,0.000 0.001,0.000 0.000,0.000 0.000,0.000 0.000,0.000-0.001,0.000 0.001,0.000 0.000,0.000-0.001,0.000 0.001,0.000-0.001,0.000-0.042,0.000-0.064,0.052-0.108,0.082-0.145,0.093-0.154,0.092-0.145,0.086-0.129,0.075-0.109,0.044-0.082,0.015-0.048,-0.001-0.024,-0.012-0.011,-0.017 0.001,-0.033 0.072,-0.053 0.139,-0.056 0.158,-0.053 0.156,-0.047 0.144,-0.039 0.123,-0.032 0.100,-0.010 0.133,0.017 0.135,0.028 0.134,0.033 0.122,0.032 0.108,0.031 0.088,0.028 0.070,-0.285-0.471,0.237 0.572,-0.026 0.079,0.004 0.224,-0.053 0.034,-0.052 0.005,-0.048-0.015,-0.040-0.024,-0.032-0.030,-0.030-0.018,-0.027-0.135,-0.022-0.180,-0.017-0.192,-0.012-0.181,-0.008-0.159,-0.006-0.132,-0.002-0.104,-0.002-0.076,0.000-0.055,0.001-0.037,0.000-0.020,0.002-0.012,0.001-0.003,0.000 0.002,0.002 0.003,0.000 0.006,0.002 0.075,-0.108-0.501,-0.022-0.246,0.005-0.194,0.017-0.144,0.027-0.103,0.028-0.068,0.028 0.134,0.022 0.183,0.020 0.220,0.015 0.225,0.012 0.209,0.008 0.180,0.005 0.149,0.004 0.116,0.002 0.086,0.001 0.061,-0.001 0.039,0.000 0.156,-0.012 0.308,-0.020 0.336,-0.020 0.334,-0.022 0.304,-0.018 0.264,-0.017 0.213,-0.014 0.168,-0.011-0.351,-0.041-0.096,-0.034-0.089,0.001-0.278,0.014-0.299,0.022-0.291,0.027-0.265,0.026-0.233,0.008-0.254,0.005-0.252,-0.002-0.219,-0.006-0.182,-0.009-0.143,-0.009-0.108,0.055 0.316,-0.037-0.447,0.014-0.032,0.013 0.016,0.017 0.047,0.013 0.064,0.014 0.069,0.010 0.015,0.013 0.156,0.011 0.155,0.007 0.139,0.007 0.119,0.003 0.095,0.002 0.072,0.002 0.052,0.000 0.034,-0.000 0.022,0.000 0.013,0.000 0.003,-0.002 0.001,0.001-0.002,-0.001-0.005,-0.001-0.005,0.000-0.004,-0.000-0.004,0.000-0.004,0.000-0.002,-0.001-0.003,0.001-0.001,0.000-0.001,-0.001 0.000,0.001-0.001,0.000 0.000,-0.001 0.000,0.001-0.000,0.000 0.001,-0.000-0.001,-0.001 0.001,0.001-0.001,0.000 0.001,-0.001 0.000,0.001 0.000,0.000 0.000,-0.001 0.000,0.001 0.000,0.000 0.000,-0.001 0.000,0.001 0.000,0.000 0.000,-0.001 0.000,0.001 0.000,0.000 0.000,-0.001 0.000,0.001 0.000,-0.000 0.000,-0.001 0.000,0.001 0.000,0.000 0.000,-0.001 0.000,0.001 0.000,0.000 0.000,-0.001 0.000,0.001 0.000,0.000 0.000,-0.001 0.000,0.001 0.000,0.000 0.000,-0.001 0.000,0.001 0.000,-0.000 0.000,0.000 0.000,-0.001 0.000,0.001 0.000,0.000 0.000,-0.001 0.000,0.001 0.000,0.000 0.000,-0.001 0.000,0.001 0.000,0.000 0.000,0.000 0.000,-0.001 0.000,0.001 0.000,-0.000 0.000,-0.001 0.000,0.001 0.000,0.000 0.000,0.000 0.000,-0.001 0.000,0.001 0.000,0.000 0.000,-0.001 0.000,0.001 0.000,0.000 0.000,-0.001 0.000,0.001 0.000,0.000 0.000,-0.001 0.000,0.001 0.000,-0.000 0.000,-0.001 0.000,0.001 0.000,0.000 0.000,-0.001 0.000,0.001 0.000,0.000 0.000,0.000 0.000,-0.001 0.000,0.001 0.000,0.000 0.000,-0.001 0.000,0.001 0.000,0.000 0.000,-0.001 0.000,0.001 0.000,0.000 0.000,0.000 0.000,-0.001 0.000,0.001 0.000,0.000 0.000,-0.001 0.000,0.001 0.000,0.000 0.000,-0.001 0.000,0.001 0.000,0.000 0.000,0.000 0.000,-0.001 0.000,0.001 0.000,0.000 0.000,-0.001 0.000,0.001 0.000,0.000 0.000,0.000 0.000,-0.001 0.000,0.001 0.000,0.000 0.000,-0.001 0.000,0.001 0.000,0.000 0.000,-0.001 0.000,0.001 0.000,-0.000 0.000,0.000 0.000,-0.001 0.000,0.001 0.000,0.000 0.000,-0.001 0.000,0.001 0.000,0.000 0.000,-0.001 0.000,0.001 0.000,0.000 0.000,0.082 0.000,0.129 0.000,0.152 0.000,0.153 0.000,0.143 0.000,0.126 0.000,0.106 0.000,0.040 0.011,0.049 0.019,0.033 0.021,0.020 0.022,0.008 0.020,0.004 0.019,-0.377-0.014,0.681 0.168,0.266 0.096,0.271 0.083,0.254 0.070,0.225 0.056,0.190 0.043,-1.493-0.348,2.115 0.546,0.232 0.039,0.098-0.015,0.008-0.050,-0.049-0.066,-0.083-0.072,-0.067-0.064,-0.256-0.088,-0.273-0.081,-0.257-0.070,-0.228-0.056,-0.189-0.043,-0.150-0.033,-0.114-0.022,-0.081-0.015,-0.054-0.008,-0.033-0.005,0.092 0.003,-0.084-0.002,-0.158 0.000,-0.188 0.000,-0.191-0.001,-0.174 0.002,-0.797-0.130,0.256 0.055,0.966 0.220,0.161 0.040,0.042 0.000,-0.038-0.023,-0.088-0.038,-0.114-0.044,-1.098-0.196,1.066 0.166,-0.072-0.012,-0.078-0.003,-0.075 0.006,-0.067 0.008,-0.058 0.012,-0.047 0.011,-0.284-0.072,0.372 0.079,0.106 0.006,0.465 0.082,0.144 0.020,0.110 0.017,0.081 0.017,0.055 0.013,0.036 0.011,0.020 0.008,-0.175-0.027,-0.176-0.023,-0.209-0.029,-0.217-0.031,-0.205-0.029,-0.186-0.028,-0.493-0.142,0.961 0.216,0.237 0.036,0.135 0.024,0.061 0.014,0.009 0.008,-0.026 0.003,-0.046-0.001,-0.055-0.004,-0.295-0.053,0.513 0.158,0.090 0.048,0.071 0.039,0.055 0.029,0.039 0.022,0.026 0.016,-1.753-0.537,1.821 0.529,-0.176-0.069,-0.229-0.078,-0.242-0.079,-0.230-0.070,-0.200-0.060,-0.235-0.052,-0.097-0.006,-0.067 0.006,-0.045 0.013,-0.025 0.017,-0.012 0.017,-0.003 0.018,0.004 0.015,-0.538-0.259,0.572 0.235,0.116 0.009,0.259 0.052,0.003-0.033,-0.049-0.044,-0.082-0.050,-0.096-0.047,-0.099-0.046,-0.611-0.116,0.628 0.072,0.005-0.033,0.005-0.027,0.008-0.020,0.006-0.014,0.007-0.010,-0.652 0.003,0.757-0.012,-0.055-0.002,-0.096 0.000,-0.111 0.000,-0.111 0.002,-0.101 0.002,-0.096 0.003,-0.062 0.001,-0.047 0.002,-0.035 0.002,-0.022 0.000,-0.015 0.001,-0.008 0.001,-0.003 0.000,-0.000 0.000,0.002 0.001,0.002-0.001,-0.128 0.000,1.547 0.002</inkml:trace>
</inkml:ink>
</file>

<file path=ppt/ink/ink7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2301.000 521.000,'0.000'-0.056,"0.000"-0.086,0.000-0.099,0.000-0.099,0.000-0.092,0.000-0.079,0.000-0.066,-0.086 0.006,-0.061 0.025,-0.040 0.043,-0.025 0.052,-0.011 0.055,-0.005 0.051,0.002 0.030,0.028 0.046,0.036 0.035,0.034 0.028,0.032 0.021,0.028 0.014,0.015 0.039,-0.002 0.020,-0.010 0.021,-0.012 0.019,-0.014 0.018,-0.014 0.015,-0.054 0.024,-0.054 0.033,-0.056 0.031,-0.053 0.030,-0.048 0.024,-0.040 0.022,0.135-0.038,-0.036 0.022,-0.302 0.171,-0.013 0.083,0.025 0.071,0.048 0.057,0.058 0.045,0.057 0.046,0.045 0.054,0.036 0.052,0.029 0.045,0.020 0.039,0.016 0.031,0.010 0.023,0.017 0.090,0.042 0.054,0.044 0.053,0.044 0.047,0.036 0.041,0.067-0.698,0.032 0.751,0.108 0.024,0.113 0.000,0.107-0.017,0.095-0.024,0.078-0.027,0.048-0.094,0.090-0.019,0.031-0.108,0.011-0.117,-0.003-0.113,-0.010-0.102,-0.013-0.086,-0.017-0.070,-0.110-0.086,-0.012-0.008,0.069 0.025,-0.061-0.064,-0.067-0.071,-0.064-0.069,-0.058-0.063,-0.048-0.052,-0.039-0.041,-0.029-0.033,-0.021-0.022,-0.015-0.015,-0.008-0.010,-0.114 0.050,0.055-0.081,0.020-0.048,0.109-0.210,0.044-0.130,0.036-0.120,0.028-0.103,0.022-0.085,-0.129 0.253,0.194-0.561,-0.014-0.083,-0.040-0.016,-0.054 0.026,-0.060 0.055,-0.057 0.067,-0.054 0.069,-0.061 0.264,-0.025 0.063,-0.022 0.061,-0.015-0.120,-0.022 0.075,-0.016 0.061,-0.009 0.047,-0.005 0.034,-0.002 0.023,-0.069 0.001,-0.104-0.004,-0.115-0.010,-0.113-0.013,-0.102-0.014,-0.026 0.045,0.013 0.064,0.038 0.078,0.051 0.077,0.055 0.072,0.052 0.061,0.195 0.101,-0.337-0.035,-0.030 0.038,0.015 0.026,0.039 0.018,0.050 0.011,0.054 0.006,0.051 0.002,-0.395 0.061</inkml:trace>
</inkml:ink>
</file>

<file path=ppt/ink/ink7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2305.000 521.000,'-0.021'-0.007,"-0.034"-0.011,-0.036-0.013,-0.037-0.012,-0.033-0.010,-0.027-0.010,-0.022-0.007,-0.018-0.006,-0.011-0.003,-0.009-0.004,-0.006-0.002,-0.002 0.000,0.013 0.009,0.005 0.010,0.006 0.012,0.007 0.011,0.005 0.011,0.064 0.014,-0.018 0.005,-0.082 0.000,-0.013 0.005,-0.004 0.004,0.000 0.003,0.006 0.001,-0.015 0.055,-0.066 0.057,-0.275 0.188,-0.083 0.130,-0.051 0.111,-0.025 0.094,-0.008 0.075,0.004 0.056,0.626-0.605,-0.822 1.041,0.014 0.187,0.079 0.093,0.113 0.029,0.122-0.014,0.117-0.038,0.124-0.157,0.077-0.081,0.061-0.081,0.048-0.075,0.035-0.065,0.022-0.054,0.109-0.584,-0.062 0.499,0.025-0.033,0.024-0.044,0.019-0.048,0.017-0.048,0.014-0.045,0.023 0.001,0.030-0.039,0.028-0.032,0.027-0.027,0.024-0.021,0.019-0.013,-0.066-0.310,0.214 0.356,0.104 0.004,0.088-0.015,0.071-0.026,0.054-0.031,0.041-0.033,-0.040-0.076,-0.023-0.059,-0.033-0.060,-0.041-0.058,-0.040-0.052,-0.039-0.044,-0.033-0.036,-0.018-0.027,-0.042-0.025,-0.039-0.016,-0.033-0.010,-0.029-0.007,-0.021-0.003,-0.161 0.013,0.205-0.012,0.044 0.001,0.030 0.002,0.022 0.001,0.013 0.002,0.009 0.002,0.057-0.009,0.041-0.015,0.047-0.018,0.043-0.018,0.041-0.017,0.034-0.016,0.029-0.012,0.057-0.085,0.027-0.114,0.021-0.126,0.017-0.123,0.012-0.113,-0.071-0.040,-0.032-0.074,-0.039-0.064,-0.041-0.051,-0.038-0.041,-0.035-0.030,-0.031-0.021,-0.186 0.348,0.195-0.450,-0.024 0.005,-0.036 0.044,-0.044 0.067,-0.045 0.075,-0.043 0.078,-0.043 0.035,-0.054 0.044,-0.052 0.033,-0.046 0.020,-0.037 0.011,-0.032 0.006,-0.023 0.001,-0.019 0.120,-0.009-0.145,-0.011 0.053,-0.005 0.073,-0.002 0.080,-0.001 0.077,0.000 0.070,0.002 0.061,0.008 0.173,-0.018-0.213,-0.019-0.022,-0.021-0.011,-0.022-0.005,-0.020-0.001,-0.017 0.003,-0.072-0.035,-0.065-0.020,-0.054-0.003,-0.044 0.007,-0.033 0.015,-0.024 0.017,-0.017 0.019,-0.010 0.017,0.104 0.047,-0.041-0.069,0.037 0.023,0.036 0.039,0.036 0.047,0.032 0.048,0.026 0.046,0.023 0.043,0.007 0.031,0.011 0.033,0.009 0.025,0.004 0.019,0.002 0.012,0.000 0.009,-0.418 0.080</inkml:trace>
</inkml:ink>
</file>

<file path=ppt/ink/ink7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2317.000 533.000,'0.011'0.000,"0.018"0.000,0.019 0.000,0.020 0.000,0.018 0.000,0.016 0.000,0.014 0.000,0.084 0.000,0.137 0.000,0.158 0.000,0.161 0.000,0.152 0.000,0.134 0.000,0.205 0.010,0.173 0.017,0.160 0.020,0.142 0.018,0.118 0.018,0.094 0.017,0.074 0.013,-0.037 0.008,0.003 0.010,-0.011 0.010,-0.022 0.008,-0.026 0.007,-0.027 0.004,0.020 0.014,0.663 0.091,0.242 0.056,0.148 0.048,0.074 0.041,0.021 0.033,-0.014 0.025,-2.285-0.360,4.132 0.780,1.302 0.265,1.136 0.208,0.946 0.155,0.750 0.108,0.569 0.072,-7.652-1.371,7.108 1.159,-0.546-0.166,-0.870-0.198,-1.019-0.208,-1.046-0.197,-0.990-0.179,-0.886-0.154,-0.560-0.109,-0.907-0.125,-0.729-0.087,-0.557-0.058,-0.402-0.035,-0.272-0.019,-0.171-0.006,-0.093 0.002,-0.039 0.005,-0.003 0.008,0.020 0.009,-0.165-0.023</inkml:trace>
</inkml:ink>
</file>

<file path=ppt/ink/ink7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2462.000 537.000,'0.041'0.000,"0.062"0.000,0.071 0.000,0.071 0.000,0.077 0.075,0.135 0.119,0.145 0.143,0.143 0.147,0.133 0.141,0.118 0.130,-0.773-0.583,1.270 1.097,0.100 0.167,-0.025 0.047,-0.097-0.029,-0.135-0.074,-0.845-0.880,0.868 0.851,-0.042-0.047,-0.068-0.054,-0.079-0.056,-0.077-0.051,-0.070-0.043,-0.166-0.150,-0.120-0.101,-0.121-0.104,-0.110-0.098,-0.097-0.085,-0.079-0.073,-0.082-0.081,-0.063-0.061,-0.055-0.051,-0.044-0.043,-0.035-0.033,-0.026-0.026,-0.064-0.058,-0.190 0.079,-0.191 0.069,-0.184 0.088,-0.163 0.089,-0.137 0.084,0.346-0.188,-0.708 0.463,-0.225 0.105,-0.180 0.055,-0.139 0.017,-0.101-0.006,0.854-0.441,-0.667 0.376,0.097-0.009,0.129-0.021,0.142-0.026,0.136-0.029,0.126-0.028,0.107-0.024,-1.909 2.060</inkml:trace>
</inkml:ink>
</file>

<file path=ppt/ink/ink7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2270.000 545.000,'0.000'-0.011,"0.000"-0.016,0.000-0.018,0.000-0.018,0.000-0.017,0.000-0.013,0.000-0.011,0.000-0.010,0.074 0.002,0.115-0.006,0.133-0.007,0.136-0.005,0.126-0.004,0.112-0.003,0.094-0.003,0.026 0.008,-0.018 0.016,-0.046 0.018,-0.061 0.020,-0.065 0.017,-0.063 0.015,-0.436 0.032,0.636-0.169,0.504-0.189,0.118-0.056,0.003 0.000,-0.067 0.032,-0.107 0.051,-0.123 0.061,-0.078 0.065,-0.065 0.051,-0.074 0.046,-0.075 0.039,-0.071 0.030,-0.061 0.023,-0.063 0.018,-0.031 0.010,-0.021 0.009,-0.011 0.004,-0.005 0.002,-0.002 0.000,0.002 0.000,0.024 0.000,-0.052-0.003,-0.060-0.002,-0.061-0.001,-0.055-0.002,-0.048-0.002,-0.054 0.013,-0.053 0.020,-0.046 0.024,-0.040 0.023,-0.032 0.022,-0.025 0.018,-0.019 0.123,-0.011 0.174,-0.009 0.189,-0.005 0.185,-0.001 0.164,0.004-0.314,-0.018 0.835,-0.020 0.194,-0.023 0.091,-0.022 0.020,-0.020-0.025,-0.017-0.052,-0.017-0.162,-0.029-0.051,-0.031-0.044,-0.029-0.037,-0.027-0.030,-0.021-0.023,-0.006-0.077,0.005-0.108,0.012-0.118,0.015-0.117,0.016-0.107,0.016-0.094,-0.508 1.329</inkml:trace>
</inkml:ink>
</file>

<file path=ppt/ink/ink7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2090.000 600.000,'0.000'-0.042,"0.000"-0.064,0.000-0.073,0.000-0.071,0.000-0.065,0.000-0.056,0.000 0.012,0.000-0.032,0.000-0.028,0.000-0.024,0.000-0.019,0.000-0.016,0.015-0.191,0.022-0.137,0.026-0.145,0.024-0.137,0.021-0.119,0.020-0.097,0.015 0.100,0.034 0.014,0.038 0.031,0.034 0.041,0.033 0.045,0.027 0.042,0.022 0.039,0.017 0.034,-0.279 0.767,0.334-0.910,0.021-0.023,0.090-0.015,0.134-0.046,0.148-0.045,0.142-0.043,0.126-0.037,-0.862 1.065,1.015-1.152,0.063-0.049,-0.008 0.004,-0.053 0.036,-0.076 0.056,-0.086 0.062,-0.085 0.152,0.018 0.077,0.042 0.075,0.055 0.067,0.059 0.058,0.058 0.047,0.054 0.039,-0.989 0.617,1.808-0.610,0.535 0.109,0.445 0.110,0.355 0.100,0.265 0.085,0.190 0.070,-0.635 0.081,-0.121 0.029,-0.162 0.020,-0.181 0.012,-0.178 0.007,-0.168 0.004,0.752-0.103,0.318-0.045,0.241-0.017,0.169 0.000,0.112 0.012,0.069 0.018,-0.035-0.036,-0.095-0.066,-0.125-0.079,-0.131-0.080,-0.127-0.075,-0.111-0.064,-0.518 0.044,-0.399 0.036,-0.430 0.055,-0.417 0.061,-0.381 0.063,-0.328 0.059,-0.788 0.278,0.818-0.438,0.093-0.102,0.087-0.059,0.077-0.029,0.066-0.005,0.054 0.009,0.233 0.044,1.110-0.263,0.217 0.040,-0.003 0.085,-0.133 0.101,-0.203 0.106,-1.244 0.297,-0.073 0.036,0.880-0.100,0.118 0.048,0.178 0.028,0.201 0.015,0.202 0.004,0.187-0.003,-0.166 0.025,-0.207 0.028,-0.286 0.032,-0.316 0.034,-0.317 0.031,-0.293 0.029,1.736 0.009</inkml:trace>
</inkml:ink>
</file>

<file path=ppt/ink/ink7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2316.000 543.000,'0.071'0.000,"0.117"0.000,0.378 0.000,0.328 0.000,0.308 0.000,0.272 0.000,0.224 0.000,0.178 0.000,0.181 0.034,0.126 0.053,0.095 0.059,0.069 0.057,0.046 0.053,-1.941-0.202,2.282 0.416,0.408 0.156,0.338 0.115,0.267 0.081,0.201 0.052,0.145 0.030,0.133 0.021,-0.342-0.087,-0.439-0.111,-0.460-0.115,-0.437-0.108,-0.385-0.095,-1.719-0.327,2.755 0.477,0.514 0.078,0.178 0.028,-0.050-0.007,-0.192-0.028,-0.269-0.040,-1.477-0.261,1.095 0.167,-0.405-0.097,-0.383-0.092,-0.337-0.083,-0.281-0.070,-0.223-0.056,-0.139-0.029,-0.079-0.009,-0.032 0.003,-0.002 0.010,0.017 0.015,0.027 0.015,0.084 0.049,0.052 0.059,-0.077 0.006,0.046 0.013,0.048 0.004,0.043-0.003,0.039-0.006,0.032-0.009,0.130-0.004,-0.057-0.034,-0.080-0.037,-0.086-0.035,-0.081-0.030,-0.072-0.025,-0.181-0.022,-0.072-0.011,-0.065-0.010,-0.057-0.007,-0.046-0.004,-0.037-0.003,-0.033-0.001,-0.079 0.000,-0.081 0.000,-0.074 0.001,-0.066 0.001,-0.055 0.001,-0.043 0.001,-0.032 0.001,-0.024 0.000,-0.140 0.002,0.311 0.014,0.152 0.023,0.146 0.025,0.129 0.025,0.107 0.022,0.085 0.018,-0.084 0.006,-0.075 0.010,-0.103 0.009,-0.111 0.007,-0.108 0.004,-0.098 0.004,-0.092-0.014,-0.075-0.018,-0.060-0.022,-0.048-0.023,-0.036-0.020,-0.026-0.020,-0.017-0.016,-0.010-0.011,-0.005-0.011,-0.002-0.007,0.201-0.043</inkml:trace>
</inkml:ink>
</file>

<file path=ppt/ink/ink7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2424.000 537.000,'0.092'0.033,"0.142"0.050,0.162 0.059,0.163 0.058,0.150 0.053,0.130 0.046,0.108 0.040,0.085 0.029,0.063 0.023,0.046 0.017,0.031 0.010,0.018 0.007,0.077 0.063,0.104 0.093,0.116 0.103,0.112 0.104,0.103 0.095,0.088 0.082,-0.020 0.018,-0.182-0.075,-0.231-0.109,-0.242-0.120,-0.229-0.117,-0.201-0.106,-0.418-0.287,-0.129-0.083,0.753 0.486,0.135 0.125,0.094 0.113,0.061 0.098,0.035 0.079,0.017 0.063,0.004 0.046,-0.227-0.150,-0.109-0.035,-0.045 0.040,-0.144-0.070,-0.132-0.075,-0.114-0.069,-0.097-0.062,-0.075-0.054,-0.056 0.012,-0.073-0.043,-0.058-0.035,-0.046-0.025,-0.031-0.018,-0.024-0.011,-0.031-0.093,-0.042-0.015,-0.043-0.014,-0.044-0.012,-0.041-0.011,-0.035-0.008,0.039-0.109,-0.069 0.032,-0.567 0.395,-0.355 0.171,-0.320 0.154,-0.274 0.129,-0.220 0.102,0.871-0.529,-0.816 0.494,0.074-0.071,0.127-0.109,0.149-0.124,0.149-0.126,0.141-0.116,0.123-0.100,0.247-0.118,0.093-0.030,-0.010 0.011,0.146-0.071,0.135-0.072,0.116-0.067,0.096-0.056,0.075-0.047,-0.175-0.109</inkml:trace>
</inkml:ink>
</file>

<file path=ppt/ink/ink7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368.000 823.000,'-0.084'-0.010,"-0.132"-0.017,-0.153-0.020,-0.154-0.018,-0.145-0.018,-0.127-0.017,-0.108-0.013,0.377 0.068,-0.918-0.032,-0.447 0.003,-1.359 0.007,-0.534 0.047,-0.367 0.053,-0.234 0.055,-0.131 0.052,-0.054 0.047,2.529-0.079,-3.895 0.394,-0.303 0.180,-0.055 0.139,0.107 0.101,0.200 0.069,0.243 0.045,4.637-0.832,-4.424 0.994,0.216 0.126,0.336 0.084,0.388 0.052,0.394 0.026,0.368 0.009,0.323-0.002,0.273-0.012,1.935-0.836,-1.898 1.230,0.246 0.062,0.353-0.072,0.397-0.151,0.395-0.192,0.364-0.203,0.318-0.196,0.901-0.847,-0.416 1.097,-0.303 2.170,0.162 0.704,0.176 0.299,0.172 0.020,0.156-0.163,0.205-0.323,0.219-0.401,0.215-0.423,0.194-0.406,0.168-0.363,0.138-0.312,0.108-0.253,0.489-0.047,0.402-0.056,0.316-0.061,0.239-0.058,0.170-0.051,0.116-0.044,0.844 0.210,0.659 0.135,0.492 0.078,0.351 0.036,0.232 0.006,0.140-0.014,0.396 0.001,0.265-0.086,0.260-0.096,0.239-0.096,0.204-0.086,0.168-0.076,0.131-0.063,-0.721-0.222,-0.131-0.084,-0.167-0.083,-0.178-0.075,-0.175-0.068,-0.163-0.056,-0.425-0.227,8.232 0.689,2.706-0.119,1.442-0.270,0.537-0.338,-0.068-0.357,-0.440-0.337,-0.634-0.299,-0.705-0.249,-0.691-0.199,-0.626-0.153,-0.535-0.109,-0.435-0.076,-0.484-0.142,-0.819-0.142,-0.820-0.142,-0.753-0.128,-0.647-0.111,-0.529-0.088,-1.729 0.207,-0.467-0.006,-0.416 0.005,-0.355 0.011,-0.294 0.014,-0.234 0.017,-0.337 0.047,-0.387 0.067,-0.394 0.074,-0.373 0.075,-0.336 0.069,-0.289 0.063,0.196-0.127,-0.430 0.024,-0.406 0.011,-0.356 0.003,-0.296-0.003,-0.234-0.006,-0.434 0.124,-0.400 0.131,-0.398 0.151,-0.368 0.150,-0.318 0.139,-0.263 0.121,-0.439 0.333,0.257-1.590,-0.115-0.655,-0.104-0.345,-0.089-0.116,-0.073 0.039,-0.056 0.138,-0.856-0.578,-1.196-1.646,-0.666-0.412,-0.403-0.017,-0.202 0.239,-0.058 0.392,0.040 0.462,-1.162 0.169,-1.105 0.239,-0.996 0.271,-0.854 0.270,-0.704 0.254,-0.555 0.224,6.943 2.228,-8.258-1.972,-0.515 0.324,-0.091 0.366,0.189 0.367,0.357 0.341,0.444 0.302,0.468 0.255,0.242 0.225,0.501 0.208,0.458 0.168,0.395 0.132,0.327 0.098,0.258 0.069,-1.078 0.154,-1.519 0.177,-1.805 0.185,-1.845 0.173,-1.725 0.154,-1.518 0.130,-1.267 0.103,0.954-0.045,0.582-0.004,0.945-0.026,1.117-0.038,1.150-0.044,1.090-0.045,0.979-0.043,6.637-0.690,-4.694 0.491,0.923-0.079,0.806-0.068,1.122-0.108,1.059-0.105,0.949-0.097,0.814-0.084,0.675-0.071,-1.861 0.334</inkml:trace>
</inkml:ink>
</file>

<file path=ppt/ink/ink7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506.000 895.000,'0.018'0.000,"1.141"0.147,1.320 0.161,1.164 0.128,1.012 0.105,0.834 0.079,0.657 0.058,0.492 0.040,0.350 0.026,0.233 0.014,0.141 0.007,0.073 0.001,0.024-0.003,5.031 0.173,2.836 0.056,1.138-0.028,-0.015-0.081,-0.741-0.108,-1.135-0.114,-0.604-0.112,-0.924-0.127,-0.755-0.114,-0.586-0.096,-0.435-0.077,-0.304-0.058,-1.367-0.043,-1.386-0.028,-1.502-0.017,-1.458-0.011,-1.315-0.005,-1.123-0.001,-1.281-0.082</inkml:trace>
</inkml:ink>
</file>

<file path=ppt/ink/ink7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473.000 1090.000,'0.065'0.000,"0.103"0.000,0.119 0.000,0.120 0.000,0.113 0.000,0.098 0.000,0.084 0.000,0.067 0.000,0.052 0.000,0.157 0.000,0.313 0.000,0.359 0.000,0.369 0.000,0.351 0.000,0.315 0.000,5.064 0.000,6.960-0.032,3.709-0.051,2.168-0.062,1.006-0.062,0.171-0.061,-0.395-0.055,-12.193 0.169,16.595-0.368,-0.371-0.041,-1.018 0.000,-1.321 0.025,-1.388 0.040,-1.309 0.042,-1.145 0.043,-0.945 0.038,-0.742 0.032,-0.553 0.026,-0.389 0.019,0.892 0.057,0.178 0.065,-0.505 0.069,-0.882 0.065,-1.040 0.058,-1.053 0.048,-1.709 0.025,-1.973 0.006,-1.969-0.002,-1.801-0.010,-1.548-0.013,-1.262-0.015,-3.168-0.045,0.862 0.009,3.643 0.017,0.378-0.011,0.037-0.009,-0.170-0.007,-0.284-0.005,-0.328-0.003,-0.327-0.002,-2.155 0.000,-0.141-0.001,9.752-0.015</inkml:trace>
</inkml:ink>
</file>

<file path=ppt/ink/ink7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1061.000 308.000,'0.094'-0.494,"0.145"-0.758,0.163-0.862,0.163-0.853,0.149-0.777,0.126-0.668,0.104-0.544,0.241-0.319,0.347-0.354,0.372-0.277,0.360-0.207,0.323-0.149,0.274-0.098,0.655-0.334,0.529 0.013,0.406 0.234,0.299 0.352,0.207 0.398,0.133 0.398,0.334 0.433,0.378 0.473,0.394 0.438,0.376 0.383,0.332 0.316,-5.551 2.644,6.185-1.993,0.598 0.441,0.321 0.456,0.118 0.435,-0.024 0.392,-0.113 0.336,-0.163 0.276,-0.246 0.250,-0.671 0.217,-0.737 0.173,-0.728 0.133,-0.665 0.096,-0.578 0.067,-3.575-0.475,1.791 0.526,8.532 3.291,2.489 1.610,1.188 1.102,0.270 0.697,-0.340 0.385,-0.511 0.629,-0.864 0.295,-1.434-0.208,-1.522-0.415,-1.458-0.513,-1.309-0.538,-1.114-0.510,-0.903-0.455,-0.705-0.386,-0.521-0.311,-0.368-0.241,-0.241-0.178,-0.448 1.081,1.044 4.106,-0.314 1.562,-0.580 0.787,-0.711 0.233,-0.739-0.138,-0.706-0.367,-1.248 0.912,-1.225-0.100,-1.082-0.475,-0.905-0.669,-0.724-0.741,-0.552-0.728,1.161-3.843,-0.185-0.488,-2.663 2.233,-0.974-1.069,-0.904-0.968,-0.786-0.824,-0.643-0.664,5.542-3.119,-7.695 2.093,-1.375-0.656,-0.905-0.628,-0.537-0.559,-0.264-0.474,2.668-0.584,-4.970-0.120,0.373-0.385,0.921-0.313,1.168-0.238,1.213-0.173,1.134-0.119,1.119-0.257,0.067-0.374,-0.190-0.402,-0.338-0.386,-0.402-0.348,4.972 0.851,-4.559-1.621,1.014-0.566,1.253-0.514,1.298-0.442,1.220-0.361,1.072-0.278,0.890-0.208,0.618-0.902,0.554-0.264,0.467 0.008,0.449 0.299,0.404 0.468,0.351 0.547,0.287 0.558,0.230 0.529,0.127 0.571,0.604 2.264,-2.108-7.483,-0.461-1.355,-0.225-0.498,-0.058 0.098,0.057 0.478,0.128 0.694,1.176 3.760,-0.984-2.803,0.257 0.855,0.306 0.922,0.317 0.901,0.300 0.824,0.271 0.718,0.231 0.599,0.358 1.033,0.147 0.374,0.136 0.337,0.080 0.129,0.135 0.387,0.109 0.332,0.082 0.272,0.062 0.216,0.043 0.165,-0.006 0.268,0.089-0.296,0.081-0.052,0.077-0.080,0.068-0.091,0.057-0.092,0.046-0.083,0.080-0.144,0.069-0.125,0.066-0.118,0.057-0.103,0.046-0.083,0.038-0.066,-0.043 0.074,-0.064 0.109,-0.078 0.136,-0.083 0.143,-0.076 0.133,-0.354 0.653,0.343-0.729,-0.014-0.002,-0.029 0.056,-0.035 0.086,-0.036 0.101,-0.033 0.099,-0.164 0.348,1.536-0.835</inkml:trace>
</inkml:ink>
</file>

<file path=ppt/ink/ink7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1244.000 372.000,'0.000'-0.009,"0.000"-0.313,0.000-0.323,0.000-0.222,0.000-0.160,0.000-0.111,0.000-0.068,0.000-0.037,0.000 0.111,0.000 0.013,0.000 0.068,0.000 0.103,0.000 0.117,0.000 0.122,-0.005 0.051,-0.008 0.162,-0.009 0.143,-0.009 0.117,-0.007 0.092,-0.006 0.069,-0.006 0.048,-0.004 0.031,-0.003 0.019,-0.001 0.009,-0.002 0.004,0.000-0.003,-0.001-0.003,0.001-0.005,-0.001-0.005,0.001-0.005,0.000-0.004,-0.051-0.007,-0.280-0.008,-0.170-0.019,-0.132-0.019,-0.096-0.020,-0.069-0.019,-0.043-0.016,-0.025-0.014,-3.050-0.466</inkml:trace>
</inkml:ink>
</file>

<file path=ppt/ink/ink7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1308.000 210.000,'0.000'0.053,"-0.030"0.277,-0.047 0.275,-0.055 0.276,-0.056 0.256,-0.054 0.228,-0.047 0.192,-0.041 0.155,-0.124 0.289,-0.150 0.264,-0.167 0.457,-0.124 0.405,-0.098 0.390,-0.076 0.347,-0.055 0.296,-0.038 0.237,-0.014 0.195,0.128-0.329,0.155-0.445,0.159-0.476,0.145-0.450,0.127-0.397,-0.276 3.410</inkml:trace>
</inkml:ink>
</file>

<file path=ppt/ink/ink7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1415.000 313.000,'0.000'0.006,"-0.021"0.244,-0.033 0.206,-0.038 0.184,-0.039 0.154,-0.036 0.124,-0.032 0.096,-0.027 0.071,0.113-0.609,-0.199 0.502,-0.126 0.129,-0.579 0.977,-0.241 0.232,-0.168 0.141,-0.108 0.074,-0.061 0.027,-0.030-0.003,0.156-0.266,0.173-0.280,0.203-0.312,0.201-0.307,0.186-0.278,0.159-0.236,0.327-0.496,-0.548 1.049,-0.126 0.215,-0.070 0.046,-0.026-0.061,0.001-0.127,0.020-0.158,0.029-0.164,0.033-0.157,0.394-0.472,0.015-0.038,-2.639 2.004</inkml:trace>
</inkml:ink>
</file>

<file path=ppt/ink/ink7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1440.000 403.000,'-0.062'0.087,"-0.094"0.132,-0.107 0.148,-0.103 0.145,-0.093 0.132,-0.080 0.110,-0.063 0.088,0.128-0.302,-0.138 0.069,-0.970 0.728,-0.283 0.101,-0.155 0.024,-0.061-0.028,-0.000-0.055,0.036-0.067,0.061-0.176,-0.033-0.103,-0.087-0.069,-0.072-0.065,-0.058-0.059,-0.044-0.049,-0.033-0.041,1.319-0.442,-1.705 0.459,-0.041-0.031,0.073-0.046,0.143-0.054,0.175-0.053,0.184-0.049,0.175-0.043,0.158-0.037,-0.353 0.238,-9.381 4.068</inkml:trace>
</inkml:ink>
</file>

<file path=ppt/ink/ink7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1300.000 483.000,'-0.328'1.132,"-0.239"0.815,-0.167 0.555,-0.106 0.346,-0.061 0.185,-0.027 0.068,-0.002-0.011,0.742-2.458,-0.761 2.763,0.088-0.104,0.099-0.172,0.095-0.200,0.088-0.200,0.075-0.184,0.096-0.370,0.059-0.222,0.052-0.211,0.043-0.190,0.033-0.160,0.026-0.132,-1.343 2.473</inkml:trace>
</inkml:ink>
</file>

<file path=ppt/ink/ink7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1110.000 429.000,'0.000'0.003,"-0.098"0.317,-0.154 0.409,-0.178 0.446,-0.181 0.436,-0.168 0.397,-0.149 0.344,-0.125 0.284,-0.101 0.225,-0.077 0.171,-0.095 0.083,-0.023-0.035,0.050-0.169,0.093-0.242,0.114-0.273,0.120-0.275,0.116-0.257,0.683-1.484,-3.018 7.357</inkml:trace>
</inkml:ink>
</file>

<file path=ppt/ink/ink7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1043.000 261.000,'0.006'0.003,"0.600"0.500,0.731 0.672,0.765 0.732,0.723 0.706,0.641 0.636,0.533 0.536,0.425 0.433,-1.839-1.769,0.524 0.430,0.066-0.031,1.461 1.118,-0.304-0.421,-0.440-0.504,-0.491-0.517,-0.484-0.483,-0.441-0.425,-0.380-0.349,-0.490-0.377,-0.431-0.307,-0.357-0.239,-0.279-0.173,-0.210-0.122,-0.148-0.077,-0.098-0.045,-0.058-0.021,-0.031-0.005,-0.009 0.007,-0.104-0.188</inkml:trace>
</inkml:ink>
</file>

<file path=ppt/ink/ink7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1097.000 173.000,'0.368'0.331,"0.356"0.372,0.322 0.371,0.276 0.341,0.226 0.299,0.179 0.250,-1.341-1.515,2.510 3.125,0.453 0.636,0.093 0.146,-0.145-0.178,-0.287-0.373,-0.355-0.469,-2.114-2.661,0.592 0.730,1.850 2.241,0.011-0.019,-0.142-0.193,-0.232-0.293,-0.273-0.339,-0.284-0.345,-1.253-1.496,1.024 1.191,-0.317-0.394,-0.299-0.366,-0.260-0.316,-0.218-0.263,-0.172-0.205,-0.129-0.153,0.174 0.034</inkml:trace>
</inkml:ink>
</file>

<file path=ppt/ink/ink7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1389.000 154.000,'-0.003'0.012,"-0.083"0.187,-0.112 0.191,-0.571 0.985,-0.360 0.572,-0.297 0.453,-0.229 0.341,-0.172 0.245,-0.119 0.164,-0.080 0.102,1.641-2.624,-1.003 1.773,-0.017 0.134,0.229-0.288,0.052 0.065,-0.493 1.321,0.147-0.143,0.150-0.256,0.141-0.312,0.126-0.331,0.109-0.322,0.366-0.932,-2.718 4.612</inkml:trace>
</inkml:ink>
</file>

<file path=ppt/ink/ink7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1351.000 161.000,'0.010'0.011,"0.017"0.016,0.019 0.019,0.020 0.019,0.017 0.018,0.017 0.017,0.013 0.013,0.198 0.267,0.278 0.382,0.308 0.427,0.301 0.415,0.269 0.375,-0.812-1.061,1.566 2.361,0.247 0.455,0.014 0.079,-0.137-0.166,-0.225-0.309,-0.262-0.380,-0.268-0.396,-0.252-0.378,-1.051-1.713,0.378 0.602,1.379 2.143,0.142 0.162,-0.053-0.131,-0.175-0.312,-0.241-0.408,-0.269-0.442,-0.266-0.432,-0.247-0.397,0.526 0.111</inkml:trace>
</inkml:ink>
</file>

<file path=ppt/ink/ink7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1412.000 152.000,'0.318'0.000,"1.046"0.054,0.477 0.082,0.230 0.094,0.057 0.094,-0.055 0.087,-0.121 0.073,-0.150 0.062,-0.160 0.047,-0.151 0.036,-0.159 0.031,-0.130 0.038,-0.110 0.034,-0.090 0.029,-0.070 0.024,-0.050 0.020,0.015 0.157,0.058 0.234,0.079 0.263,0.087 0.259,0.083 0.237,0.076 0.206,-0.090-0.035,-0.120-0.060,-0.155-0.117,-0.166-0.145,-0.163-0.152,-0.146-0.145,-0.127-0.131,-0.103-0.111,-0.472-0.027,-0.387 0.147,-0.681 0.497,-0.370 0.043,-0.245-0.028,-0.149-0.073,-0.077-0.093,-0.023-0.103,1.743-1.298,-1.976 1.356,0.005-0.054,0.161-0.138,0.251-0.183,0.295-0.201,0.300-0.198,0.283-0.182,0.907-0.575,-0.693 0.775,0.278 0.003,0.263-0.068,0.230-0.106,0.193-0.120,0.152-0.119,0.117-0.109,0.082-0.095,0.057-0.076,0.035-0.060,0.019-0.044,-0.296-0.078,0.465 0.129,0.137 0.038,0.113 0.029,0.088 0.020,0.065 0.015,0.049 0.009,0.031 0.005,0.004 0.003,-0.005 0.007,-0.015 0.004,-0.019 0.004,-0.020 0.004,-0.022 0.003,0.031 0.018,-0.100-0.025,-0.109-0.030,-0.108-0.031,-0.097-0.028,-0.082-0.025,-0.067-0.022,-0.447-0.151,0.437 0.122,-0.053-0.025,-0.073-0.022,-0.080-0.020,-0.077-0.015,-0.069-0.012,-0.059-0.009,-0.046-0.005,-0.037-0.005,-0.025-0.002,-0.018-0.001,-0.012 0.000,-0.006 0.000,-0.003 0.001,0.000 0.001,0.001 0.001,0.002 0.000,0.003 0.001,0.002 0.000,0.002 0.001,0.002 0.000,0.002 0.000,0.004 0.120</inkml:trace>
</inkml:ink>
</file>

<file path=ppt/ink/ink7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1517.000 462.000,'0.000'0.006,"0.000"1.237,0.000 0.722,0.000 0.358,0.000 0.099,0.000-0.070,0.000-0.171,0.000-0.224,0.000 0.344,0.000 0.517,0.000 0.643,0.000 0.661,0.000 0.618,0.047-0.020,0.057 2.161,0.022 0.478,0.006 0.008,-0.005-0.299,-0.012-0.476,-0.016-0.560,-0.017-0.574,-0.032-1.880,-0.008-0.359,-0.005 0.100,-0.017 0.538,-0.036-0.697,-0.035-0.627,-0.032-0.532,-0.026-0.424,-0.021-0.322,0.000-0.321,0.010-0.277,0.017-0.235,0.020-0.187,0.019-0.142,0.017-0.103,0.014-0.069,0.012-0.043,0.010-0.023,0.005-0.011,0.005 0.001,0.003 0.010,0.001 0.000,0.000 0.001,0.001 0.001,-0.001-0.001,0.001 0.001,-0.002 0.001,0.004-0.393</inkml:trace>
</inkml:ink>
</file>

<file path=ppt/ink/ink7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1553.000 512.000,'0.035'0.094,"0.055"0.145,0.061 0.163,0.061 0.163,0.055 0.149,0.048 0.126,0.039 0.104,0.089 0.230,0.096 0.250,0.099 0.254,0.092 0.234,0.079 0.203,-0.648-1.710,1.032 2.096,0.161 0.044,0.042-0.143,-0.035-0.249,-0.080-0.291,-0.100-0.293,-0.105-0.284,-0.152-0.314,-0.143-0.278,-0.128-0.228,-0.105-0.180,-0.083-0.134,-0.126-0.114,-0.070-0.088,-0.064-0.077,-0.055-0.064,-0.047-0.052,-0.037-0.039,0.003 0.058,0.387-1.063,0.184-0.470,0.111-0.282,0.055-0.141,0.017-0.040,-0.009 0.024,-0.025 0.064,-0.120 0.282,-0.089 0.176,-0.097 0.188,-0.098 0.183,-0.088 0.168,-0.199 0.684,-0.098-0.661,-0.258 0.081,-0.235 0.066,-0.202 0.053,-0.163 0.039,-0.127 0.027,-0.085 0.052,0.003 0.104,0.037 0.108,0.055 0.104,0.061 0.090,0.059 0.074,0.700 0.260,-0.667-0.168,0.028 0.060,0.043 0.051,0.053 0.039,0.052 0.032,0.047 0.022,0.043 0.016,0.033 0.010,0.027 0.006,0.020 0.001,0.015 0.002,0.033-0.002,0.045-0.002,0.048-0.002,0.046-0.002,0.039-0.002,0.035-0.001,0.026-0.003,-0.294-0.002</inkml:trace>
</inkml:ink>
</file>

<file path=ppt/ink/ink7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1637.000 494.000,'0.047'0.189,"0.061"0.358,0.023 0.275,0.006 0.231,-0.007 0.186,-0.014 0.144,-0.018 0.105,-0.017 0.074,0.022 0.216,0.045 0.199,0.054 0.204,0.059 0.195,0.055 0.169,0.050 0.144,0.055 0.012,0.034-0.216,0.025-0.285,0.017-0.304,0.010-0.291,0.006-0.257,0.004-0.217,-0.023-0.228,-0.029-0.188,-0.030-0.148,-0.025-0.109,-0.024-0.079,-0.001-0.100,-0.047-0.115,0.112-0.029,0.557-0.033,0.224-0.121,0.160-0.114,0.106-0.104,0.065-0.084,0.033-0.069,0.011-0.049,-0.002-0.037,-0.992 0.259,1.113-0.708,0.016-0.297,-0.078-0.226,-0.128-0.168,-0.152-0.116,-0.155-0.074,-0.143-0.043,-0.127-0.019,-0.607 1.124,0.309-1.489,-0.334-0.154,-0.340-0.094,-0.313-0.049,-0.270-0.016,-0.222 0.004,-0.172 0.017,-0.128 0.023,0.500 1.150,-0.342-0.659,0.088 0.262,0.110 0.292,0.115 0.291,0.112 0.272,0.102 0.238,0.087 0.200,0.072 0.163,-0.100 0.241,-0.179 0.285,-0.227 0.278,-0.238 0.254,-0.227 0.215,-0.201 0.178,-0.061 0.054,-0.051 0.044,-0.014 0.009,0.013-0.014,0.029-0.027,0.036-0.034,0.038-0.036,0.631-0.487,0.058-0.025,-2.967 3.227</inkml:trace>
</inkml:ink>
</file>

<file path=ppt/ink/ink7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1483.000 619.000,'0.021'0.000,"0.032"0.000,0.036 0.000,0.036 0.000,0.033 0.000,0.027 0.000,0.023 0.000,0.018 0.000,0.012 0.000,0.009 0.000,0.005 0.000,0.004 0.000,4.968 0.189,8.647 0.122,3.716-0.164,1.498-0.284,0.016-0.335,-0.893-0.334,-8.504 0.263,4.166-0.544,-1.519-0.186,-1.620-0.138,-1.582-0.099,-1.456-0.063,-1.279-0.039,-5.085 1.261,4.833-2.079,-0.974-0.473,-0.782-0.413,-0.598-0.341,-0.434-0.265,-0.294-0.197,-0.593 0.199,-0.322-0.205,-0.304-0.207,-0.271-0.194,-0.228-0.171,-0.185-0.145,-0.414 0.761,-0.202-0.909,-0.361-0.120,-0.360-0.041,-0.335 0.015,-0.298 0.050,-0.254 0.072,0.253 1.731,-0.685-1.855,-0.132 0.181,-0.047 0.309,0.011 0.377,0.048 0.394,0.070 0.383,0.853 2.013,-1.556-2.433,-0.443 0.152,-0.410 0.214,-0.359 0.233,-0.294 0.227,-0.232 0.202,0.257 0.577,-0.305 0.228,-0.331 0.220,-0.325 0.202,-0.301 0.177,-0.265 0.147,-1.323 0.062,-0.258 0.338,-0.156 0.334,-0.083 0.298,-0.028 0.253,0.004 0.201,0.085 0.272,0.126 0.289,0.138 0.275,0.134 0.241,0.121 0.201,0.099 0.155,0.157 0.082,-0.009 0.079,-0.036 0.052,-0.051 0.033,-0.055 0.017,1.322-0.372,-1.244 0.433,0.114 0.064,0.305 0.021,0.408-0.008,0.447-0.028,0.443-0.038,3.647-1.514,-3.618 2.122,0.625 0.202,0.692 0.085,0.676 0.004,0.611-0.044,0.518-0.072,0.418-0.081,0.320-0.082,0.236-0.075,0.161-0.063,0.104-0.052,0.058-0.040,0.181 2.290,0.239 1.241,0.254 0.543,0.237 0.069,0.209-0.220,0.172-0.377,0.010-1.035,0.103-0.562,0.089-0.557,0.071-0.514,0.057-0.447,0.042-0.372,0.030-0.298,1.413 0.910,0.944 0.583,0.450 0.185,0.101-0.084,-0.129-0.250,-0.267-0.338,-0.337-0.370,-0.355-0.361,-0.536-0.448,-0.474-0.380,-0.463-0.353,-0.423-0.310,-0.370-0.261,-0.307-0.210,-0.246-0.165,-0.599-0.869</inkml:trace>
</inkml:ink>
</file>

<file path=ppt/ink/ink7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1401.000 123.000,'-0.248'-0.037,"-0.378"-0.057,-0.423-0.063,-0.415-0.063,-0.374-0.056,-0.316-0.047,-0.254-0.038,-0.102 0.037,-0.227 0.049,-0.208 0.062,-0.180 0.067,-0.148 0.065,-0.117 0.059,-0.087 0.049,0.267 0.084,0.151 0.107,0.192 0.115,0.206 0.111,0.198 0.100,0.182 0.088,0.157 0.071,0.828-0.215,-0.968 0.545,-0.003 0.146,0.013 0.107,0.020 0.072,0.025 0.047,0.024 0.025,0.023 0.011,0.020 0.001,0.016-0.006,0.013-0.010,0.011-0.010,-0.031 0.313,-1.325 1.633,-0.040 0.577,0.258 0.280,0.415 0.075,0.473-0.055,0.465-0.129,0.576-0.680,0.317-0.195,0.273-0.188,0.230-0.173,0.183-0.148,0.140-0.126,0.472 0.696,0.445 0.353,0.387 0.166,0.325 0.034,0.259-0.053,0.199-0.105,0.146-0.130,1.310 0.939,0.906 0.344,0.689 0.135,0.496-0.003,0.336-0.085,0.211-0.130,0.113-0.146,-2.206-1.770,-0.001-0.129,2.141 1.112,-0.035-0.373,-0.107-0.380,-0.142-0.351,-0.154-0.306,-0.146-0.250,0.167-0.231,0.073-0.293,0.114-0.265,0.129-0.222,0.126-0.179,0.113-0.136,-1.063-0.336,-0.187-0.268,-0.218-0.289,-0.222-0.285,-0.213-0.264,-0.193-0.232,-0.778-0.145,0.396-0.514,-0.528-0.111,-0.548-0.003,-0.521 0.067,-0.466 0.108,-0.394 0.124,-1.019 1.034,0.863-1.816,-0.071-0.817,-0.035-0.812,-0.011-0.749,0.007-0.654,0.017-0.544,-0.233-0.289,-0.374-0.105,-0.439 0.023,-0.445 0.099,-0.420 0.145,-0.370 0.160,-0.311 0.160,-0.637 0.113,-0.795 0.074,-0.841 0.043,-0.806 0.021,-0.725 0.005,-0.621-0.005,-1.675-0.543,-0.464 0.237,0.076 0.484,0.401 0.594,0.569 0.613,0.622 0.573,5.261 2.661,-4.776-2.056,-0.237 0.174,-0.166 0.178,-0.105 0.170,-0.059 0.153,-0.027 0.133,-0.195 0.069,0.770 0.294,0.911 0.301,0.932 0.283,0.870 0.247,0.767 0.206,0.639 0.166,0.512 0.126,-1.643 0.595</inkml:trace>
</inkml:ink>
</file>

<file path=ppt/ink/ink7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445.000 693.000,'0.000'0.011,"0.000"0.016,0.000 0.021,0.000 0.022,0.000 0.019,0.000 0.019,0.000 0.093,0.000 0.094,0.000 0.097,0.000 0.091,0.000-0.392,0.000 0.406,0.000 0.027,0.000-0.005,0.000-0.026,0.000-0.039,0.000-0.043,0.000-0.320,0.098 0.584,0.154 0.237,0.178 0.232,-0.329-0.892,0.821 1.564,0.362 0.435,0.287 0.286,0.216 0.170,0.268 0.251,0.106 0.035,0.040-0.050,-0.010-0.101,-0.038-0.128,-0.053-0.133,-1.220-1.534,1.024 1.071,0.061-0.057,0.240 0.137,-0.160-0.239,-0.223-0.269,-0.250-0.273,-0.252-0.259,-1.040-0.915,1.186 0.828,0.287-0.033,0.150-0.111,0.144-0.082,0.128-0.059,-1.771-0.641,1.191 0.404,0.189 0.029,1.319 0.330,0.016-0.081,-0.157-0.121,-0.247-0.138,-1.271-0.297,-0.027-0.039,-0.020-0.036,0.827-0.022,-0.036-0.158,-0.050-0.159,-0.056-0.148,-0.055-0.132,0.289-0.369,0.126-0.384,0.151-0.388,-0.435 0.140,0.513-0.429,0.016-0.053,-0.075 0.045,-0.134 0.106,-0.160 0.141,-0.171 0.153,-1.179 0.825,1.511-0.868,0.204-0.016,0.803-0.288,0.324-0.017,0.277-0.005,0.228 0.005,-3.498 1.480,2.753-1.141,-0.254 0.135,-0.276 0.137,-0.386 0.174,-0.386 0.169,-0.362 0.156,-0.323 0.135,-0.238 0.123,-0.195 0.115,-0.138 0.100,-0.094 0.081,-0.056 0.064,-0.029 0.049,0.229 0.104,0.408 0.136,0.059 0.099,0.199 0.134,0.602 0.284,0.145 0.162,0.075 0.133,0.022 0.106,-0.180-0.022,-0.054 0.011,-0.071-0.012,0.282 0.134,-0.049-0.046,-0.037-0.054,-0.031-0.057,-0.021-0.053,-1.874-0.791,1.595 0.613,0.238 0.069,1.427 0.517,0.203 0.071,0.058 0.029,-0.043-0.003,-2.330-0.904,1.966 0.625,0.122-0.024,1.228 0.269,-0.174-0.167,-0.296-0.191,-0.350-0.190,-0.858-0.275,-0.224-0.136,-0.146-0.142,-0.191-0.151,-0.162-0.141,-0.134-0.123,-0.106-0.107,-1.222-0.038,1.610-0.715,0.812-0.661,0.314-0.398,0.886-0.687,-0.099-0.091,-0.257 0.060,-0.988 0.574,-0.332 0.201,-0.335 0.219,-0.314 0.218,-1.342 0.845,1.443-0.581,-0.012 0.198,0.437 0.066,-0.228 0.256,-0.270 0.216,-0.271 0.171,-1.799 0.240,0.953-0.070,-0.015 0.042,0.522 0.036,-0.093 0.048,-0.116 0.029,-0.122 0.017,-0.544 0.007,0.214 0.057,0.013 0.048,-0.077 0.026,0.163 0.059,0.933 0.231,0.134 0.057,0.026 0.022,-0.050-0.004,1.150 0.165,-0.838-0.193,0.114 0.018,1.320 0.220,-0.048-0.066,-0.161-0.094,-0.224-0.104,-1.420-0.238,0.877 0.022,0.139-0.058,1.059-0.027,0.172-0.068,0.112-0.053,0.067-0.041,-0.591-0.027,-0.206-0.016,-0.026 0.038,-0.041 0.074,0.013 0.091,0.044 0.100,0.065 0.097,0.799 0.332,0.993 0.310,2.863 0.661,0.300 0.112,-0.208-0.038,-0.507-0.126,-6.602-1.339,4.814 0.866,0.099-0.076,2.084 0.161,-0.186-0.215,-0.329-0.219,-0.389-0.203,-0.722-0.191,-0.317-0.134,-0.264-0.108,-0.213-0.083,1.400-0.062,-2.767-0.033,0.182-0.012,4.132-0.030,-0.088-0.016,-0.397-0.006,-0.559 0.001,-6.483 0.041,5.872-0.060,0.108-0.043,-0.274-0.014,0.192-0.007,0.217 0.002,0.221 0.008,0.434 0.007,-0.247 0.017,-0.381 0.017,-0.446 0.016,-5.652 0.053,5.792-0.014,-0.501 0.051,-0.593 0.054,-0.614 0.054,-0.584 0.049,-0.524 0.041,-0.214 0.059,-0.226 0.048,0.239 0.043,0.194 0.008,0.278-0.005,0.308-0.015,-0.424-0.078,0.406-0.036,0.678-0.050,-0.210-0.093,-0.401-0.097,-0.490-0.091,-0.513-0.082,-0.123-0.261,-0.442-0.134,-0.361-0.089,-0.391-0.041,-0.382-0.006,-0.352 0.015,-1.663 0.544,2.195-0.376,1.101-0.012,0.280 0.084,0.010 0.084,-0.168 0.079,-0.276 0.070,-0.329 0.061,-0.693 0.057,0.507 0.025,-0.377 0.019,-0.262-0.004,-0.269-0.015,-0.257-0.022,-0.470 0.008,-0.139-0.024,-0.114-0.036,0.160-0.076,-0.226-0.003,-0.216 0.017,-0.188 0.027,-0.238 0.018,-0.118-0.025,-0.010-0.916</inkml:trace>
</inkml:ink>
</file>

<file path=ppt/ink/ink7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1486.000 691.000,'0.000'0.012,"0.000"0.018,0.000 0.020,0.000 0.021,0.000 0.018,0.000 0.016,0.000 0.013,0.013-0.039,0.024 0.022,0.313 0.243,0.419 0.248,0.473 0.273,0.479 0.272,0.107 0.042,0.170 0.087,0.098 0.045,0.243 0.127,-0.029-0.046,-0.072-0.072,-0.098-0.087,-1.169-0.690,1.128 0.535,0.476 0.149,1.363 0.538,0.226 0.030,-0.011-0.055,-0.165-0.107,-0.259-0.137,-2.873-1.165,4.534 1.412,0.765 0.007,0.398-0.081,0.128-0.134,-0.053-0.158,-0.172-0.164,-4.946-0.967,6.178 0.546,2.010-0.079,6.504 0.064,1.532-0.224,0.532-0.226,-0.159-0.211,-0.599-0.185,-13.844 0.046,16.766-0.348,1.860-0.180,0.088-0.075,-0.516-0.014,-0.855 0.027,-0.996 0.050,-4.752 0.174,3.161-0.018,-1.157 0.081,-1.392 0.075,-1.442 0.066,-1.366 0.057,-2.365 0.051,-0.265 0.028,-0.004 0.022,0.823 0.050,-0.352 0.066,-0.441 0.072,-0.470 0.069,-5.543-0.116,5.316 0.168,0.420 0.024,1.511 0.051,-0.514-0.020,-0.817-0.035,-0.967-0.040,-1.009-0.045,-1.481-0.037,-0.411 0.009,1.501 0.065,-1.075-0.026,-1.066-0.035,-0.965-0.039,-1.613-0.062,-0.282-0.018,0.587-0.004,-0.532-0.025,-0.481-0.019,-0.408-0.014,-0.466-0.009,-0.353-0.006,-0.305-0.003,-0.250-0.002,-0.198 0.000,-0.145 0.001,-0.105 0.000,0.109-0.010</inkml:trace>
</inkml:ink>
</file>

<file path=ppt/ink/ink7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1387.000 836.000,'0.007'0.007,"0.012"0.012,0.013 0.013,0.013 0.013,0.012 0.012,0.009 0.009,0.009 0.009,0.007 0.007,0.004 0.004,0.003 0.003,0.003 0.003,0.014 0.002,0.029 0.009,0.033 0.011,0.033 0.011,0.032 0.010,0.026 0.009,0.106 0.057,0.105 0.062,0.111 0.067,0.103 0.065,0.090 0.056,-0.191-0.104,-0.004 0.010,-0.016 0.005,0.152 0.130,-0.032 0.013,-0.035 0.006,-0.033 0.003,-0.495-0.417,0.499 0.287,0.164 0.003,0.710 0.184,0.387 0.038,0.333 0.036,0.271 0.030,-2.005-0.550,1.256 0.271,0.266 0.022,1.830 0.290,0.383 0.006,0.195-0.017,0.059-0.032,-0.033-0.039,-1.564-0.261,0.068-0.030,1.647 0.106,-0.209-0.081,-0.345-0.077,-0.412-0.069,-0.432-0.059,-0.416-0.050,-1.125-0.054,0.108-0.011,-0.153-0.015,0.374-0.017,-0.309-0.016,-0.285-0.011,-0.246-0.005,-0.488 0.008,0.120-0.001,0.054 0.000,0.577-0.007,0.132 0.004,0.099 0.004,0.073 0.003,-1.068-0.003,0.453-0.059,-0.019-0.051,0.393-0.166,-0.106-0.094,-0.122-0.077,-0.126-0.058,-0.117-0.044,0.072-0.280,0.169-0.446,0.065-0.360,0.048-0.319,0.036-0.266,0.021-0.211,-0.655 1.006,0.400-1.281,-0.117-0.255,-0.122-0.194,-0.115-0.142,-0.102-0.096,-0.117-0.032,-0.117 0.114,-0.108 0.202,-0.095 0.241,-0.080 0.248,-0.063 0.236,-0.102 0.406,-0.099-0.404,-0.092-0.171,-0.204-0.520,-0.176 0.053,-0.167 0.136,-0.145 0.179,0.695 2.206,-1.015-1.898,-0.279 0.042,-0.208 0.073,-0.149 0.089,-0.098 0.094,-0.059 0.091,1.556 1.593,-1.484-1.277,-0.188 0.044,-0.474-0.154,-0.057 0.128,0.013 0.140,0.061 0.142,0.088 0.131,1.924 1.001,-1.507-0.673,-0.064 0.028,-0.740-0.222,0.002 0.091,0.056 0.103,0.087 0.102,0.103 0.097,2.046 0.592,-2.320-0.571,0.880 0.263,0.011 0.051,-0.919-0.088,0.183 0.114,0.235 0.103,0.247 0.087,0.495 0.089,0.415 0.046,-0.035 0.017,-0.965 0.028,0.066 0.056,0.137 0.053,0.171 0.046,1.172-0.067,-0.919 0.187,-0.150 0.142,-0.644 0.341,-0.076 0.209,-0.006 0.175,0.038 0.139,1.017-0.426,-0.239 0.247,0.040 0.095,-0.657 0.711,0.127 0.140,0.146 0.087,0.144 0.049,0.136 0.017,1.468-1.743,-0.764 0.985,-0.033 0.136,-0.837 1.447,-0.040 0.375,0.141 0.047,0.182-0.066,0.191-0.131,0.981-2.003,-0.298 0.923,0.114-0.021,-0.060 0.805,0.191 0.001,0.166-0.009,0.138-0.014,0.110-0.018,0.116-1.140,0.051-0.064,0.135 0.843,0.127-0.218,0.109-0.231,0.086-0.226,0.069-0.205,-0.134-0.585,0.061 0.027,0.448 0.663,0.198-0.002,0.180-0.038,0.155-0.062,0.130-0.073,0.106-0.074,-0.927-0.879,1.501 0.954,0.341-0.084,0.310-0.092,0.269-0.090,0.219-0.081,0.707-0.114,0.481-0.111,0.218-0.135,0.034-0.138,-0.087-0.131,-0.157-0.116,-0.192-0.099,-1.298-0.165,0.511-0.011,3.158 0.108,0.436-0.025,0.028-0.023,-0.239-0.020,-0.399-0.017,-1.138-0.013,-0.121 0.009,0.849 0.041,-0.287-0.023,-0.313-0.033,-0.311-0.037,-0.289-0.036,-0.252-0.031,-0.529-0.032,-0.537-0.027,-0.500-0.023,-0.440-0.016,-0.372-0.012,-0.421-0.008,-0.334-0.006,-0.297-0.003,-0.251-0.001,-0.205-0.001,-0.160 0.001,-0.120 0.001,-0.106 0.001,-0.086 0.001,-0.067 0.002,-0.052 0.001,-0.039-0.000,-0.026 0.001,-0.088 0.002,0.183-0.001,0.024 0.001,0.004 0.000,-0.008 0.000,-0.014 0.000,-0.018 0.000,0.246 0.001,0.629-0.001,0.234 0.000,0.089 0.001,-0.008-0.001,-1.167 0.000,0.817 0.000,0.143 0.000,1.279 0.017,0.622 0.027,0.576 0.028,0.497 0.030,0.407 0.026,-0.898 0.017,-0.789-0.021,0.152 0.010,2.123 0.103,-0.048 0.009,-0.237 0.001,-0.343-0.006,-0.390-0.008,-0.391-0.010,-2.204-0.135,2.632 0.106,0.128-0.031,0.038-0.032,-0.022-0.030,-2.646-0.065,2.059 0.025,-0.132-0.019,0.412-0.011,-0.226-0.016,-0.228-0.009,-0.212-0.008,-2.744 0.001,1.348 0.012,0.104 0.022,1.265 0.057,-0.023 0.020,-0.137 0.008,-0.203-0.004,-0.235-0.008,0.231-0.012,-0.288-0.044,-0.253-0.045,-0.208-0.042,-0.161-0.038,-0.121-0.030,-0.430-0.071,0.026-0.062,-0.031-0.034,0.344-0.102,-0.050-0.013,-0.057 0.000,-0.055 0.012,0.133-0.113,0.097-0.035,-0.173 0.016,-0.074-0.021,-0.103-0.020,-0.119-0.016,-0.121-0.012,-0.347 0.062,-0.017-0.090,0.238-0.309,-0.111-0.058,-0.132-0.017,-0.137 0.013,-0.131 0.032,-0.416 0.513,0.115-0.269,-0.037-0.050,0.141-0.701,-0.107-0.170,-0.098-0.137,-0.087-0.104,-0.071-0.078,-0.056 0.019,-0.045 0.080,-0.031 0.114,-0.202-0.288,-0.286-0.246,-0.308-0.304,-0.297-0.312,0.047 0.378,-0.017 0.135,0.033 0.210,0.063 0.241,0.078 0.248,0.502 0.994,-0.034-0.006,-0.310-0.373,-0.121-0.039,-0.861-0.735,-0.425-0.139,-0.400-0.121,-0.360-0.100,-0.311-0.080,2.469 1.763,-1.753-1.089,-0.285-0.070,-2.206-1.029,-0.439 0.013,-0.255 0.097,-0.116 0.142,-0.018 0.167,0.051 0.169,1.978 0.827,-2.312-0.540,0.215 0.257,0.375 0.260,0.455 0.244,0.476 0.218,-0.252 0.182,-0.459 0.159,-0.352 0.140,-0.379 0.099,-0.364 0.066,-0.327 0.041,-0.175 0.188,-0.124 0.155,0.555 0.113,0.765 0.078,0.833 0.050,0.811 0.028,3.241-0.359,-2.609 0.660,0.275 0.135,-0.126 0.212,-1.648 0.884,0.297 0.102,0.477-0.046,0.550-0.134,0.794-0.330,0.178-0.015,-0.080 0.166,0.198-0.016,0.175-0.020,0.150-0.020,0.121-0.020,0.504-0.277,-0.189 0.365,0.220-0.059,0.221-0.103,0.205-0.124,0.182-0.129,0.419-0.573,0.064-0.025,-0.088 0.405,0.110 0.007,0.087 0.016,0.067 0.022,0.048 0.023,0.032 0.024,0.025 0.199,0.032 0.150,0.012 0.018,-0.006 0.073,-0.015 0.054,-0.021 0.037,0.069-0.981,-0.076 0.941,-0.034 0.077,-1.193 8.564</inkml:trace>
</inkml:ink>
</file>

<file path=ppt/ink/ink7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121.000 260.000,'0.008'0.000,"0.013"0.000,0.015 0.000,0.015 0.000,0.014 0.000,0.012 0.000,0.011 0.000,0.008 0.000,0.007 0.000,0.088 0.018,0.135 0.030,0.154 0.032,0.156 0.035,0.068 0.058,0.137 0.097,0.177 0.104,0.101 0.066,0.075 0.047,0.053 0.033,0.684 0.120,1.051 0.168,1.226 0.191,1.258 0.192,-1.006-0.252,0.342 0.049,1.869 0.312,0.294-0.027,1.908 0.188,0.559-0.069,0.476-0.076,-1.880-0.330,-0.128-0.096,-0.194-0.095,0.306-0.043,0.139-0.051,0.219-0.030,0.261-0.016,1.464 0.080,1.340 0.080,1.483 0.097,1.481 0.105,1.404 0.006,1.236-0.020,1.658-0.027,0.139-0.118,-0.246-0.136,-0.483-0.136,-10.388-0.386,8.225-0.016,0.150-0.208,4.394-0.325,-1.572-0.227,-2.025-0.158,-2.144-0.098,-1.894-0.065,-0.604-0.112,0.247-0.230,-0.187-0.193,-0.059-0.187,0.024-0.168,-2.150 0.120,1.417-0.470,3.127-0.831,-0.311-0.131,-1.028 0.057,-1.428 0.176,-1.593 0.241,-8.177 2.037,8.126-4.006,-2.674 0.270,-0.777-0.446,0.715-1.981,-1.587 0.103,-1.475 0.397,-2.356 2.818,-0.374-0.001,-0.210-0.614,-0.462-0.047,-0.453-1.594,-0.716 0.054,-0.583 0.131,-0.457 0.176,-0.343 0.191,-0.394 0.175,-0.401 0.152,-0.380 0.129,-0.337 0.102,-0.288 0.079,-3.414-2.009,0.487 1.347,-1.655-0.540,-4.386-2.206,-0.775 0.141,0.033 0.502,0.570 0.716,0.894 0.810,6.514 3.356,-9.435-3.100,-3.561 0.220,-1.610 0.844,-1.161 0.814,-0.787 0.724,13.596 1.925,-4.513-0.262,-0.539 0.214,-12.140 0.051,-0.343 0.827,0.522 0.740,1.006 0.622,1.215 0.498,10.347-0.563,-9.735 1.739,0.605 0.618,0.797 0.454,0.844 0.313,0.801 0.200,4.995-0.981,0.128 0.109,0.185 0.046,-2.218 0.709,0.580-0.063,0.676-0.111,0.696-0.137,5.424-1.510,-1.039 0.431,0.489 0.003,-3.153 1.421,1.783-0.242,1.845-0.327,1.734-0.353,5.721-2.832,-2.870 1.943,0.869-0.052,0.532 0.274,0.855-0.148,0.689-0.166,0.535-0.167,0.400-0.160,0.226-1.208,0.506 1.818,0.468 0.358,0.300 0.127,0.185 0.041,0.099-0.015,0.035-0.049,-0.006-0.174,-0.037-0.168,-0.089-0.234,-0.119-0.259,-0.128-0.255,-0.125-0.234,-0.836-1.542,0.684 0.980,0.797 0.835,0.464 0.333,1.018 0.889,0.195-0.014,-0.001-0.188,-0.127-0.283,-0.197-0.324,-0.228-0.326,6.169 3.776</inkml:trace>
</inkml:ink>
</file>

<file path=ppt/ink/ink7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404.000 402.000,'0.020'0.000,"0.032"0.000,0.035 0.000,0.035 0.000,0.034 0.017,0.022 0.027,0.016 0.028,0.009 0.030,0.006 0.026,-0.133-0.068,0.317 0.225,0.323 0.141,0.328 0.124,0.218 0.062,0.156 0.029,0.102 0.006,0.145 0.024,0.285 0.083,0.309 0.096,0.302 0.097,0.275 0.091,0.236 0.079,0.665 0.123,0.515 0.010,0.505-0.015,0.457-0.029,0.390-0.035,0.314-0.037,-4.795-0.925,6.034 0.723,0.887-0.212,0.404-0.265,0.062-0.274,-0.159-0.264,-0.289-0.236,-0.412-0.128,-1.069-0.076,-0.634-0.102,-0.641-0.091,-0.606-0.079,-0.543-0.066,-0.468-0.052,-2.149 0.491,1.026-0.401,-0.153-0.051,0.905-0.583,-0.560 0.012,-0.561 0.070,-0.513 0.097,-1.109 0.813,0.583-0.647,-0.102-0.066,0.195-0.493,0.020-0.257,0.055-0.250,0.070-0.226,-0.632 1.050,0.008-0.064,0.640-1.335,-0.083 0.040,-0.124 0.156,-0.138 0.210,-0.873 1.917,0.478-1.211,-0.029-0.148,0.079-1.158,-0.281-0.327,-0.315-0.263,-0.315-0.203,-0.291-0.148,-0.094 0.758,-0.691-1.074,-0.482 0.150,-0.438 0.217,-0.372 0.239,-0.299 0.231,1.183 1.577,-1.622-1.128,-0.096 0.387,0.026 0.401,0.099 0.376,0.135 0.330,0.628 0.500,-1.321-0.089,-0.246 0.246,-0.142 0.218,-0.067 0.179,-0.015 0.141,0.016 0.107,1.981 0.078,0.011 0.018,-1.463 0.062,0.187 0.086,0.253 0.081,0.277 0.075,1.824-0.151,-0.956 0.134,-0.069 0.018,-0.978 0.139,-0.083 0.021,-0.034 0.011,-0.000 0.005,0.023-0.002,1.239-0.181,-0.037-0.018,-1.249 0.102,0.181-0.058,0.280-0.058,0.325-0.053,0.333-0.049,1.237-0.076,-1.882 0.114,-0.146 0.000,-0.237 0.041,-0.067 0.052,-0.033 0.059,-0.006 0.058,0.008 0.053,0.843-0.101,-0.396 0.079,0.170 0.013,0.183 0.013,0.183 0.013,0.167 0.010,0.146 0.010,1.634-0.373,-1.901 0.617,0.093 0.106,0.182 0.058,0.223 0.020,0.231-0.001,0.215-0.017,0.189-0.025,0.976-0.696,-0.889 0.900,0.120 0.086,0.202-0.072,0.108 0.014,0.099 0.004,0.085-0.007,0.070-0.009,0.054-0.013,0.042-0.013,0.124-0.458,-0.766 2.081,0.054-0.130,-0.058 0.217,-0.235 0.861,0.094-0.025,0.143-0.150,0.163-0.217,0.164-0.245,0.126-0.147,0.154-0.431,0.125-0.417,0.098-0.376,0.072-0.317,0.063-0.299,0.054-0.246,0.043-0.199,0.033-0.157,0.024-0.115,0.017-0.082,-0.058-0.096,0.019 0.004,0.074 0.054,0.069 0.058,0.205 0.181,0.103 0.098,0.082 0.084,0.064 0.070,0.047 0.056,-0.246-0.238,0.027 0.009,0.363 0.288,-0.026-0.039,-0.065-0.063,-0.084-0.073,-0.091-0.074,-0.512-0.414,0.559 0.408,2.243 1.280</inkml:trace>
</inkml:ink>
</file>

<file path=ppt/ink/ink7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118.000 285.000,'0.000'0.018,"0.000"0.031,0.032 0.087,0.049 0.044,0.056 0.030,0.057 0.017,0.051 0.009,-0.073-0.077,0.424 0.186,0.377 0.050,0.398 0.031,0.379 0.017,0.336 0.007,-1.656-0.364,1.612 0.158,3.490 0.121,1.930-0.034,1.593-0.032,1.265-0.031,0.963-0.027,0.700-0.022,1.308 0.012,0.883 0.023,3.152 0.085,2.322 0.078,2.308 0.081,2.102 0.076,1.795 0.065,0.406-0.069,1.167-0.106,0.951-0.135,0.740-0.142,0.549-0.136,-12.799-0.105,-0.217-0.116,11.471-0.512,-1.603-0.316,-2.016-0.246,-2.113-0.182,-2.006-0.127,-5.370 0.242,4.388-0.667,-0.907-0.130,-0.855-0.070,-0.749-0.027,-0.620 0.001,-4.580 0.581,1.745-0.276,-1.658 0.225,-1.841 0.265,-1.825 0.274,-1.679 0.260,-1.462 0.230,-4.019 0.520,7.715-1.259</inkml:trace>
</inkml:ink>
</file>

<file path=ppt/ink/ink7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353.000 432.000,'0.846'0.000,"1.283"0.000,1.431 0.000,1.394 0.000,1.247 0.000,1.046 0.000,-2.714 0.000,5.298 0.000,1.425 0.000,0.966 0.000,0.603 0.000,0.327 0.000,-0.255 0.000,0.766-0.069,-0.684-0.104,-0.881-0.119,-0.923-0.115,-0.873-0.104,-6.610 0.307,4.783-0.400,-0.929-0.048,-0.971-0.013,-0.928 0.008,-0.829 0.022,-0.707 0.030,-0.577 0.032,-2.163 0.342,2.098-0.396,-0.403 0.062,-0.428 0.088,-0.404 0.094,-1.834 0.317,1.548-0.200,-0.227 0.073,-0.255 0.061,-0.249 0.049,-0.227 0.037,-0.195 0.027,-0.158 0.018,-0.123 0.011,-0.092 0.007,-0.064 0.002,-0.042 0.001,-0.024-0.003,0.586 0.036</inkml:trace>
</inkml:ink>
</file>

<file path=ppt/ink/ink7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351.000 625.000,'0.424'0.026,"3.517"-0.025,4.314-0.096,7.450-0.168,3.482-0.116,2.009-0.092,0.918-0.067,0.152-0.048,-8.825 0.213,7.282-0.280,-0.928-0.058,-1.362-0.047,-1.563-0.037,-1.596-0.025,-1.516-0.019,-8.056 0.463,3.726-0.327,-0.590-0.028,2.992-0.392,-1.564 0.034,-1.522 0.069,-1.372 0.084,-2.030 0.229,-0.891 0.106,-0.550 0.054,-0.933 0.105,-0.790 0.088,-0.642 0.069,-0.500 0.054,-0.370 0.039,-1.306-0.217</inkml:trace>
</inkml:ink>
</file>

<file path=ppt/ink/ink7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764.000 814.000,'0.009'0.009,"0.015"0.015,0.016 0.016,0.017 0.017,0.016 0.016,0.014 0.014,0.012 0.012,0.009 0.009,0.098 0.120,0.123 0.157,0.134 0.172,0.129 0.165,-0.463-0.571,0.689 0.710,0.369 0.345,1.443 1.237,0.861 0.560,0.751 0.418,0.624 0.294,0.498 0.195,0.659 0.131,-1.528-1.208,0.335 0.009,1.960 0.801,0.186-0.212,-0.001-0.283,-0.122-0.309,-0.198-0.309,2.080-0.002,1.288-0.267,1.055-0.277,0.829-0.260,0.623-0.234,0.447-0.196,-2.833-0.516,0.915-0.140,6.072-0.092,0.343-0.377,-0.317-0.356,-0.714-0.319,-0.918-0.268,-12.415 0.603,6.624-0.582,8.145-1.339,0.035-0.613,-0.577-0.456,-0.913-0.319,-1.051-0.209,-6.985 1.548,-0.453-0.018,3.851-1.588,-1.657-0.084,-1.673-0.036,-1.561-0.003,-1.374 0.017,-1.880 0.582,-0.725-0.145,-0.652-0.106,-0.388-1.531,-1.071-0.054,-0.873 0.043,-0.678 0.099,-0.449 1.030,-0.549-0.210,-1.485-1.667,-0.458 0.248,-0.194 0.446,-0.015 0.524,1.390 1.821,-0.090 0.067,-1.724-1.188,-0.736-0.063,-0.761-0.081,-0.721-0.084,-0.644-0.084,-0.544-0.073,-0.444-0.065,-0.344-0.052,-3.718-0.741,-3.630-0.642,-1.186 0.233,-0.188 0.500,0.437 0.618,0.784 0.639,7.239 1.851,-5.977-0.887,0.938 0.543,1.160 0.506,1.209 0.441,1.142 0.367,4.552 0.511,-0.015 0.093,-4.555 0.058,0.490 0.237,0.515 0.180,0.764 0.137,0.879 0.100,0.890 0.068,5.384-0.319,-4.891 0.561,0.458 0.118,0.572 0.050,0.611 0.001,0.595-0.031,0.550-0.049,2.766-0.588,-2.022 0.510,-0.375 0.185,-1.927 0.684,-0.603 0.298,-0.458 0.233,-0.332 0.175,-0.227 0.126,5.280-1.862,-6.081 2.600,0.347 0.229,0.688 0.052,0.848-0.063,0.880-0.131,0.833-0.163,0.533 0.540,0.434 0.499,0.420 0.373,0.379 0.265,0.325 0.176,0.267 0.106,0.714-1.971,0.002 0.583,0.133 0.092,-0.000 1.100,0.186-0.291,0.155-0.424,0.124-0.489,0.098-0.500,0.093-2.427,-0.058 1.664,0.009 0.026,-0.019 1.089,0.019-0.273,0.018-0.366,0.016-0.395,0.035-0.482,0.042-0.347,0.045-0.306,0.045-0.259,0.040-0.207,0.034-0.163,0.028-0.118,0.035-0.080,0.023-0.069,0.018-0.048,0.013-0.029,0.010-0.016,0.006-0.006,-0.113-0.104,1.094 0.802,0.499 0.328,0.322 0.191,0.183 0.091,0.087 0.024,0.056-0.080,0.248 0.039,-0.116-0.169,-0.207-0.206,-0.247-0.213,-0.249-0.195,-0.910-0.408,0.480 0.122,-0.245-0.121,-0.237-0.094,-0.212-0.067,-0.180-0.046,-0.147-0.031,-0.356-0.112,0.320 0.186,-0.044 0.033,-0.044 0.013,-0.040 0.001,-0.033-0.009,-0.027-0.012,0.359 0.536</inkml:trace>
</inkml:ink>
</file>

<file path=ppt/ink/ink7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691.000 835.000,'4.860'0.000,"4.741"0.000,2.656 0.000,2.054 0.000,1.268 0.000,0.669 0.000,0.231 0.000,3.392 0.000,-0.208 0.000,-0.611 0.000,-1.354 0.000,-1.747 0.000,-1.887 0.000,-5.492 0.000,0.289 0.000,6.870 0.000,0.439 0.000,0.072 0.000,-0.168 0.000,-0.309 0.000,-0.377 0.000,-12.331 0.000,12.278 0.000,-1.236 0.000,-1.622 0.000,-1.738 0.000,-1.674 0.000,-1.501 0.000,8.663 0.000</inkml:trace>
</inkml:ink>
</file>

<file path=ppt/ink/ink7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692.000 841.000,'0.502'0.000,"0.805"0.000,0.952 0.000,0.989 0.000,0.953 0.000,0.864 0.000,-2.601 0.000,5.830-0.011,1.999-0.019,1.639-0.021,1.290-0.022,0.975-0.020,0.704-0.019,-11.734 0.086,15.229-0.236,2.214-0.139,1.494-0.132,0.921-0.117,0.484-0.102,0.165-0.082,-6.895 0.195,-0.445-0.038,5.928-0.359,-1.516-0.026,-1.687 0.003,-1.674 0.020,-1.540 0.031,-6.929 0.424,-0.512 0.018,3.306-0.243,-1.506 0.099,-1.505 0.111,-1.408 0.113,-1.253 0.105,-1.069 0.096,-1.074 0.084,-0.780 0.064,1.864 0.243</inkml:trace>
</inkml:ink>
</file>

<file path=ppt/ink/ink7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713.000 844.000,'0.092'0.000,"0.142"0.000,0.162 0.000,0.163 0.000,0.150 0.000,0.130 0.000,-0.608 0.000,0.694 0.012,2.890 0.051,1.644 0.026,3.852 0.102,1.967 0.097,1.489 0.099,1.072 0.094,0.729 0.084,0.718 0.012,0.306-0.035,0.021-0.062,-0.166-0.076,-0.271-0.077,-0.318-0.074,-3.049-0.140,4.164-0.147,-0.692-0.172,-0.889-0.143,-0.927-0.116,-0.870-0.088,-0.756-0.063,-2.721 0.113,-0.817 0.039,-0.790 0.055,-0.723 0.062,-0.632 0.064,-1.396 0.082,-0.633 0.041,-0.627 0.039,4.891 0.060</inkml:trace>
</inkml:ink>
</file>

<file path=ppt/ink/ink7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796.000 870.000,'0.828'-0.048,"1.281"-0.073,1.461-0.085,1.459-0.085,1.340-0.076,-5.079 0.296,6.661-0.296,0.961 0.000,0.405 0.013,0.011 0.022,-0.244 0.025,-0.394 0.027,-6.843 0.223,5.357-0.139,0.548-0.009,3.488-0.077,0.002 0.020,-0.394 0.030,-0.628 0.036,-0.738 0.036,-3.519 0.048,0.031-0.008,4.905-0.103,-0.318 0.014,-0.554 0.027,-0.649 0.031,-0.654 0.033,-3.940 0.062,3.463-0.017,-0.725 0.024,-0.883 0.019,-0.904 0.013,-0.839 0.010,-1.052 0.007,-0.818 0.004,-0.738 0.001,-0.631 0.002,-0.512 0.000,-0.400-0.001,-1.151 0.013</inkml:trace>
</inkml:ink>
</file>

<file path=ppt/ink/ink7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400.000 922.000,'-0.047'0.000,"-0.079"0.000,-0.289 0.172,-0.269 0.262,-0.261 0.294,-0.232 0.290,-0.195 0.261,0.502-0.341,-0.825 1.292,-0.213 0.638,-0.145 0.538,-0.092 0.438,-0.048 0.343,-0.020 0.255,1.262-2.474,-0.842 1.906,-0.104 0.345,-0.713 1.845,-0.014 0.306,0.053 0.144,0.097 0.026,0.119-0.052,0.716-1.967,-0.102 0.266,-1.257 3.396,-0.056 0.098,0.047-0.184,0.114-0.360,0.147-0.447,0.841-2.194,0.087-0.151,-0.342 1.517,0.346-0.118,0.378-0.099,0.375-0.083,0.350-0.065,0.309-0.048,0.308-3.405,0.422 4.770,0.427-0.133,0.298-0.426,0.193-0.572,0.112-0.613,0.053-0.588,-1.141-4.142,0.715 1.879,1.051 1.635,0.338-0.204,0.237-0.286,0.154-0.320,0.090-0.322,-0.739-1.243,0.350-0.014,2.542 1.292,0.527-0.202,0.247-0.263,0.053-0.284,-0.078-0.276,-0.154-0.249,-4.471-1.673,5.268 1.538,0.543-0.126,0.379-0.131,0.248-0.126,0.143-0.113,0.067-0.096,0.013-0.079,-0.023-0.062,-1.174-0.231,4.488 0.417,2.324 0.021,2.303 0.006,2.085-0.005,1.767-0.011,1.419-0.014,-0.830-0.236,-0.176-0.171,-0.965-0.197,-1.399-0.199,-1.573-0.187,-1.570-0.163,-0.229-0.343,0.982-0.635,-0.167-0.698,-0.158-0.680,-0.140-0.614,-0.115-0.519,-6.679 1.298,5.577-2.135,-1.321-0.380,-1.531-0.228,-1.527-0.114,-1.393-0.034,-1.255-0.217,-1.246-0.159,-1.503-0.033,-0.948-0.747,-0.829-0.848,-0.691-0.848,-0.553-0.787,-0.645 1.113,-0.934-2.522,-0.948-0.281,-0.875-0.006,-0.760 0.170,-0.634 0.271,-0.989 0.081,-0.246 1.051,-0.399 0.564,-0.254 0.635,-0.140 0.639,-0.056 0.602,0.005 0.538,1.982 2.092,-4.543-2.678,-1.675-0.196,-1.627-0.221,-1.467-0.222,-1.252-0.204,-1.019-0.176,0.349 0.405,1.179 0.738,1.609 0.889,1.751 0.915,1.704 0.859,1.540 0.755,4.351 1.653,-5.422-0.989,-3.230-0.167,-0.971 0.211,-0.272 0.251,0.213 0.262,0.526 0.253,4.237 0.517,-0.402 0.099,-8.171-0.055,-0.397 0.403,0.200 0.370,0.545 0.317,0.712 0.256,7.334-0.249,0.321 0.083,-3.338 0.458,1.190 0.098,1.280 0.047,1.260 0.009,1.171-0.017,1.597-0.117,-0.405 0.367,1.298-0.106,1.108-0.149,0.895-0.163,0.686-0.154,0.500-0.138,1.466 0.744</inkml:trace>
</inkml:ink>
</file>

<file path=ppt/ink/ink7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444.000 1017.000,'0.047'0.000,"0.072"0.000,0.083 0.000,0.080 0.000,0.075 0.000,0.063 0.000,0.052 0.000,-0.072 0.000,0.141 0.000,0.530 0.025,0.386 0.040,0.380 0.048,0.351 0.049,0.310 0.049,-1.925-0.162,3.669 0.383,0.853 0.136,0.574 0.107,0.353 0.079,0.188 0.054,0.070 0.037,-0.617-0.191,2.637 0.137,0.747-0.076,0.389-0.099,0.130-0.111,-0.043-0.107,-0.153-0.098,-0.456-0.085,-0.618-0.070,-0.673-0.056,-0.663-0.042,-0.604-0.030,-0.523-0.021,-4.650 0.000,5.386-0.126,0.676-0.096,0.515-0.082,0.376-0.067,0.259-0.052,0.164-0.039,-6.800 0.367,4.236-0.274,-0.301-0.007,22.142-2.027</inkml:trace>
</inkml:ink>
</file>

<file path=ppt/ink/ink7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374.000 1102.000,'0.006'0.000,"0.167"0.000,0.477 0.000,0.481 0.000,1.337 0.000,0.938 0.000,0.824 0.000,0.689 0.000,0.550 0.000,-2.054 0.026,2.519 0.095,0.079 0.071,-0.178 0.059,-0.337 0.050,-0.417 0.039,-2.041-0.113,-0.081 0.018,2.378 0.210,0.664 0.022,0.780 0.001,0.798-0.008,0.750-0.016,0.665-0.018,-7.152-0.345,8.339 0.467,0.589 0.073,0.103 0.038,-0.223 0.013,-0.419-0.003,-0.519-0.015,2.498 0.135,1.590 0.038,1.106-0.013,0.714-0.044,0.412-0.061,0.187-0.069,-0.523-0.138,0.283-0.080,0.133-0.075,-0.580-0.078,-0.782-0.070,-0.869-0.059,-0.874-0.050,-3.592-0.046,-0.376-0.019,2.500-0.016,-1.060-0.021,-1.118-0.012,-1.083-0.009,-0.986-0.002,-0.343-0.003,-0.422 0.001,-0.926 0.003,-0.872 0.004,-0.765 0.005,-0.636 0.003,-0.503 0.004,3.598 0.003</inkml:trace>
</inkml:ink>
</file>

<file path=ppt/ink/ink7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364.000 1188.000,'0.012'0.000,"0.020"0.000,0.020 0.000,0.021 0.000,0.019 0.000,0.016 0.000,0.012 0.000,0.502 0.020,0.770 0.032,0.874 0.035,0.867 0.035,-2.490-0.098,2.282 0.063,0.581 0.001,3.564 0.039,1.336-0.016,1.022-0.019,0.742-0.019,0.508-0.019,-4.483-0.028,4.411 0.002,0.828-0.008,0.683-0.008,0.542-0.005,0.414-0.005,0.302-0.002,-10.462 0.000,13.964-0.003,-0.223-0.002,-1.170 0.001,-1.655-0.001,-1.814 0.001,-1.762 0.001,-8.202-0.001,12.864-0.120,1.937-0.082,0.522-0.061,-0.394-0.043,-0.925-0.029,-1.175-0.017,-6.895 0.135,3.269-0.147,-1.422 0.008,-1.501 0.027,-1.456 0.040,-1.332 0.046,-1.166 0.045,2.107-0.176</inkml:trace>
</inkml:ink>
</file>

<file path=ppt/ink/ink7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401.000 1018.000,'0.012'0.000,"0.018"0.000,0.020 0.000,0.021 0.000,0.018 0.000,0.016 0.000,0.013 0.000,0.076 0.000,0.113 0.000,0.126 0.000,0.124 0.000,0.112 0.000,-0.498 0.000,0.071 0.003,1.998 0.052,1.038 0.029,2.722 0.074,1.258 0.038,0.883 0.028,0.579 0.019,-2.736-0.084,0.235-0.009,2.790-0.002,0.701-0.077,0.643-0.088,0.565-0.088,0.477-0.085,0.387-0.076,-4.202 0.068,0.017-0.029,4.965-0.228,-0.559-0.045,-0.817-0.021,-0.918-0.005,-0.916 0.007,-5.663 0.306,6.223-0.427,-0.299-0.035,-0.423-0.016,-0.465-0.002,-0.449 0.007,-2.497 0.166,0.663-0.106,-0.937 0.061,-0.967 0.082,-0.918 0.087,-0.817 0.085,-0.692 0.078,0.083-0.002</inkml:trace>
</inkml:ink>
</file>

<file path=ppt/ink/ink7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1656.000 859.000,'-0.008'0.000,"-0.011"0.000,-0.014 0.000,-0.013 0.000,-0.012 0.000,-0.009 0.000,-0.009 0.000,-0.006 0.000,-0.005 0.000,-0.003 0.000,-0.002 0.000,-0.039 0.000,-0.063 0.000,-0.072 0.000,-0.072 0.000,-0.066 0.000,0.041 0.000,-0.139 0.000,-0.042 0.000,-0.024 0.000,-0.011 0.000,-0.001 0.000,0.003 0.000,0.323 0.000,-0.617 0.000,-0.140 0.000,-0.101 0.000,-0.070 0.000,-0.045 0.000,0.994 0.000,-1.038 0.000,-0.192 0.000,-0.178 0.000,-0.094 0.000,-0.054 0.000,-0.026 0.000,-0.002 0.000,1.424 0.000,-0.782 0.000,0.007 0.000,-0.737 0.000,0.110 0.000,0.142 0.000,0.155 0.000,0.149 0.000,0.123 0.000,-0.059 0.000,-0.095 0.000,-0.140 0.000,-0.158 0.000,-0.156 0.000,0.739 0.000,-0.977 0.000,-0.030 0.000,0.033 0.000,0.067 0.000,0.084 0.000,0.086 0.000,0.296 0.011,0.141 0.019,0.142 0.021,0.132 0.022,0.119 0.020,0.099 0.019,0.107 0.000,0.059-0.004,0.043-0.010,0.031-0.013,0.020-0.014,0.012-0.014,-0.026-0.011,0.023-0.012,-0.073 0.001,-0.130 0.011,-0.157 0.016,-0.161 0.017,-0.154 0.018,-0.137 0.017,1.154-0.088,-1.334 0.198,-0.020 0.054,0.038 0.029,0.074 0.008,0.088-0.004,0.588-0.140,-0.560 0.088,-0.061 0.000,-0.043 0.005,-0.026 0.008,-0.015 0.009,-0.005 0.010,1.225-0.229,-1.751 0.274,-0.085 0.005,0.034 0.003,0.102-0.001,0.137 0.000,0.146-0.001,1.109-0.218,-0.930 0.159,0.000-0.021,0.005-0.018,0.008-0.019,0.011-0.015,0.010-0.014,-0.152-0.016,-0.203 0.015,-0.013 0.019,0.018 0.027,0.036 0.030,0.045 0.030,0.384-0.083,-0.534 0.092,-0.020 0.038,0.036 0.045,0.064 0.044,0.080 0.040,0.802-0.179,-0.475 0.232,0.097 0.052,0.099 0.040,0.095 0.030,0.085 0.021,0.075 0.013,0.573-0.351,-0.835 0.829,-0.114 0.260,-0.079 0.196,-0.052 0.140,-0.031 0.097,-0.015 0.059,-0.152 0.156,-0.305 0.301,-0.355 0.338,-0.362 0.339,-0.342 0.317,-0.305 0.279,-0.260 0.237,1.327-1.450,-2.112 2.257,-0.024 0.215,0.111 0.141,0.185 0.082,0.214 0.038,0.476-0.374,0.025 0.553,0.282 0.323,0.271 0.353,0.243 0.342,0.207 0.306,0.164 0.257,0.467-0.613,0.280 0.044,0.287 0.019,0.275-0.001,0.245-0.011,0.271-0.848,0.072 1.887,0.165-0.032,0.123-0.191,0.084-0.279,0.055-0.309,0.038-0.781,0.032-0.628,0.023-0.648,0.016-0.612,0.010-0.543,0.007-0.460,0.002-0.373,0.377 0.719,0.306 0.343,0.244 0.189,0.184 0.077,0.134 0.002,0.090-0.044,-0.083-0.730,0.891 1.065,0.651 0.428,0.631 0.390,0.578 0.336,0.502 0.281,-1.624-2.099,0.135-0.011,2.637 2.327,0.360-0.150,0.233-0.234,0.135-0.270,0.060-0.273,-2.748-2.111,-0.134-0.153,1.962 1.250,-0.374-0.362,-0.393-0.340,-0.375-0.303,-0.339-0.258,-0.293-0.210,-3.093-1.903,2.134 1.363,0.064 0.086,1.476 0.998,0.405 0.262,0.409 0.240,0.382 0.207,0.340 0.173,0.405 0.172,-0.020-0.116,-0.128-0.188,-0.188-0.222,-0.214-0.225,-0.213-0.212,-0.734-0.603,1.744 0.560,-0.193-0.331,-0.460-0.403,-0.593-0.416,-0.629-0.393,-2.235-0.722,-0.176-0.090,1.007 0.177,-0.460-0.186,-0.434-0.153,-0.386-0.122,-0.328-0.092,-0.268-0.067,-1.188-0.152,2.236 0.435,0.753 0.190,0.636 0.143,0.514 0.105,0.394 0.072,-1.892-0.379,2.566 0.522,-0.055-0.045,-0.299-0.106,-0.423-0.136,-0.467-0.143,-0.457-0.136,-0.413-0.122,-0.352-0.100,-2.481-0.283,2.696 0.251,0.191-0.032,0.086-0.042,0.013-0.043,-0.034-0.044,-0.061-0.039,3.201-0.033,1.815-0.027,0.547-0.050,0.361-0.058,-0.010-0.063,-0.250-0.059,-0.390-0.054,0.313-0.225,-0.308-0.278,-0.253-0.300,-0.199-0.291,-0.149-0.262,-0.107-0.224,-0.399-0.234,-0.614-0.163,-0.466-0.192,-0.503-0.156,-0.495-0.121,-0.453-0.089,-0.396-0.064,0.484-1.252,0.045-0.945,-0.033-0.803,-0.076-0.647,-0.100-0.501,-0.105-0.369,-3.992 5.918,4.268-6.786,0.014-0.285,-0.066-0.064,-0.110 0.076,-0.129 0.159,-0.130 0.194,-0.707 0.985,-0.312 0.200,-0.326 0.174,-0.313 0.143,-0.281 0.113,-0.244 0.088,-0.304-0.838,-0.567-0.692,-0.581-0.807,-0.546-0.815,-0.481-0.758,-0.403-0.662,-0.321-0.550,-0.459 1.065,-0.660 0.211,-0.712 0.338,-0.704 0.403,-0.651 0.419,-0.575 0.404,3.353 6.838,-6.209-8.151,-1.293 0.228,-0.706 0.574,-0.283 0.745,0.004 0.793,0.184 0.761,-1.938 0.024,-1.409 0.048,-0.576 0.355,0.006 0.529,0.386 0.606,0.607 0.616,9.700 3.779,-11.140-3.775,-0.290 0.292,-0.053 0.297,0.096 0.277,0.186 0.243,0.225 0.203,-0.352 0.039,-0.884-0.100,1.023 0.334,1.427 0.407,1.548 0.417,1.492 0.385,1.582 0.383,1.727 0.391,1.558 0.342,1.316 0.280,1.053 0.218,0.800 0.162,0.578 0.097,0.373 0.049,0.237 0.018,0.133-0.001,0.060-0.016,0.008-0.020,0.524-0.269</inkml:trace>
</inkml:ink>
</file>

<file path=ppt/ink/ink7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748.000 809.000,'0.000'0.008,"0.000"0.013,0.000 0.013,0.000 0.014,0.000 0.012,0.000 0.010,0.000 0.008,0.000 0.006,0.000 0.004,0.000 0.002,0.000 0.003,0.074 0.205,0.157 0.348,0.176 0.331,0.176 0.308,0.160 0.267,0.137 0.218,-0.308-0.740,0.738 0.987,0.212 0.098,0.143 0.038,0.088-0.005,0.046-0.029,0.019-0.041,-0.202-0.329,-0.027-0.158,-0.031-0.169,-0.031-0.168,-0.028-0.153,1.331 0.539,0.520 0.112,0.101-0.073,-0.164-0.177,-0.310-0.225,-0.374-0.237,-0.379-0.221,-0.462-0.350,-0.238-0.328,-0.192-0.330,-0.147-0.309,-0.108-0.270,-0.075-0.228,-0.072-0.145,-0.066-0.083,-0.056-0.037,-0.047-0.004,-0.037 0.017,-0.028 0.029,-0.197 0.314,0.585-1.026,0.242-0.331,0.203-0.221,0.165-0.138,0.130-0.071,0.095-0.024,0.068 0.007,0.045 0.030,-0.614 0.807,-0.063 0.053,0.448-0.645,-0.263 0.340,-0.280 0.380,-0.267 0.376,-0.240 0.344,-0.201 0.298,-0.165 0.242,-0.125 0.192,-0.092 0.142,-0.064 0.102,-0.042 0.067,0.058 0.085,0.116 0.089,0.144 0.086,0.150 0.077,0.142 0.066,0.126 0.052,0.106 0.041,0.247 0.147,0.230 0.155,0.229 0.162,0.207 0.152,0.176 0.133,-1.622-1.027,1.578 0.966,0.053-0.008,-0.012-0.052,-0.053-0.080,-0.076-0.090,-0.086-0.091,-1.411-0.702,1.479 0.683,-0.148-0.111,-0.200-0.129,-0.216-0.130,-0.212-0.121,-0.190-0.104,-0.083-0.144,-0.035-0.161,0.009-0.156,0.037-0.140,0.050-0.118,0.054-0.094,0.054-0.073,0.156-0.152,0.154-0.108,0.108-0.046,0.070-0.008,0.041 0.020,-0.091 0.093,-0.101 0.088,-0.125 0.100,-0.133 0.099,-0.131 0.090,-0.117 0.081,-0.103 0.066,0.168 0.044,0.014 0.072,-0.026 0.060,-0.046 0.046,-0.055 0.034,-0.055 0.025,-0.152 0.014,-0.045 0.007,-0.040 0.005,-0.035 0.002,-0.028 0.001,-0.022-0.001,0.045-0.011,0.012-0.021,0.018-0.022,0.022-0.023,0.022-0.021,0.020-0.017,0.018-0.014,-0.061-0.058,-0.028-0.031,-0.033-0.008,-0.036 0.010,-0.036 0.019,0.039 0.021,0.017 0.025,-0.013 0.031,-0.022 0.028,-0.027 0.024,-0.026 0.019,-0.047 0.016,1.396 0.057</inkml:trace>
</inkml:ink>
</file>

<file path=ppt/ink/ink7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1600.000 976.000,'0.006'0.000,"0.009"0.000,0.011 0.000,0.010 0.000,0.009 0.000,0.009 0.000,0.005 0.000,0.006 0.000,0.003 0.000,0.002 0.000,0.003 0.000,-0.000 0.000,0.000 0.000,0.001 0.000,0.217 0.052,0.332 0.078,0.371 0.088,0.366 0.088,0.329 0.077,-0.547-0.139,1.610 0.266,0.574 0.030,0.422-0.002,0.295-0.021,0.190-0.034,0.110-0.036,0.053-0.036,-3.562-0.335,2.163 0.164,0.019-0.028,1.456 0.026,-0.117-0.079,-0.193-0.075,-0.225-0.067,-0.230-0.057,-0.211-0.045,-2.820 0.068,2.985-0.091,0.055-0.004,-0.023 0.007,-0.069 0.013,-0.091 0.014,-0.100 0.017,-0.337 0.014,-0.286 0.013,-0.304 0.011,-0.294 0.007,-0.264 0.007,-0.228 0.005,-0.141 0.004,-0.316 0.002,-0.289 0.001,-0.245 0.001,-0.200 0.000,-0.151 0.000,-0.111 0.005</inkml:trace>
</inkml:ink>
</file>

<file path=ppt/ink/ink7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1876.000 1334.000,'0.208'-0.015,"0.315"-0.022,0.351-0.026,0.343-0.024,0.306-0.021,0.257-0.020,0.361 0.075,0.598 0.110,0.632 0.131,0.603 0.133,0.539 0.124,0.455 0.108,1.019 0.137,0.884 0.096,0.859 0.077,0.772 0.058,0.653 0.043,-7.435-0.784,7.923 0.727,-0.357-0.091,-0.544-0.093,-0.881-0.108,-1.043-0.114,-1.076-0.107,7.370 0.173</inkml:trace>
</inkml:ink>
</file>

<file path=ppt/ink/ink7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1588.000 1075.000,'0.141'-0.047,"0.109"-0.018,0.139-0.016,0.564-0.059,0.333 0.000,0.282 0.010,0.226 0.018,0.174 0.018,0.016 0.023,0.046 0.016,0.016 0.016,-0.006 0.011,-0.019 0.011,-0.026 0.007,-0.126-0.041,0.892-0.063,0.170-0.021,0.049-0.002,-0.035 0.008,-0.083 0.017,-0.106 0.018,0.239 0.043,0.294 0.047,0.200 0.051,0.125 0.050,0.070 0.045,0.027 0.040,-0.001 0.032,0.232 0.067,-0.433 0.028,-0.499 0.019,-0.496 0.011,-0.450 0.007,-0.380 0.003,1.532 0.873</inkml:trace>
</inkml:ink>
</file>

<file path=ppt/ink/ink7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1607.000 1163.000,'0.129'0.028,"0.202"0.043,0.233 0.049,0.237 0.052,0.222 0.047,0.195 0.042,0.164 0.035,0.133 0.029,1.703 0.036,1.019-0.008,0.584-0.017,0.269-0.023,0.055-0.023,-4.171-0.238,4.968 0.194,0.564-0.021,0.300-0.019,0.113-0.014,-0.015-0.011,-0.094-0.008,19.855 0.407</inkml:trace>
</inkml:ink>
</file>

<file path=ppt/ink/ink7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1613.000 1242.000,'0.018'0.000,"0.658"0.000,0.536 0.000,0.466 0.000,0.384 0.000,0.308 0.000,0.234 0.000,0.172 0.000,0.118 0.000,0.265 0.000,0.214 0.000,0.213 0.000,0.196 0.000,0.170 0.000,-2.235-0.012,3.169-0.085,0.274-0.048,-0.031-0.031,-0.227-0.018,-0.341-0.007,-0.388-0.002,-0.394 0.003,-2.288 0.121,1.930-0.104,-0.489 0.027,-0.485 0.031,-0.444 0.028,-0.384 0.026,-0.316 0.022,1.032 0.037</inkml:trace>
</inkml:ink>
</file>

<file path=ppt/ink/ink7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444.000 927.000,'-0.003'0.000,"-0.006"0.000,-0.312 0.110,-0.302 0.174,-0.220 0.292,-0.202 0.375,-0.163 0.397,-0.127 0.384,-0.093 0.349,-0.067 0.302,-0.134 0.781,0.077 0.474,0.107 0.454,0.144 0.359,0.158 0.271,0.157 0.195,0.144 0.133,0.126 0.082,0.106 0.045,0.367-2.968,-0.452 4.733,-0.068 0.637,-0.077 0.374,-0.080 0.181,-0.072 0.048,-0.073-0.249,-0.054-0.517,-0.041-0.592,-0.030-0.587,-0.022-0.534,-0.014-0.453,-0.008-0.366,-0.003-0.279,-0.002-0.204,0.074-0.161,-0.110 0.660,-0.133 0.827,-0.140 0.879,-0.134 0.853,-0.120 0.776,-0.219 1.311,0.168-0.494,0.237-0.851,0.257-0.992,0.247-0.991,0.219-0.898,0.217-1.037,0.171-0.848,0.142-0.744,0.111-0.619,0.084-0.489,0.059-0.367,0.041-0.262,0.023-0.175,0.013-0.108,0.005-0.056,-0.002-0.019,-0.004 0.003,-0.005 0.018,-0.007 0.025,-0.098 0.341,-0.053 0.115,-0.022-0.022,-0.001-0.100,0.011-0.141,0.018-0.152,0.020-0.145,0.020-0.129,0.019-0.105,0.014-0.085,0.013-0.063,0.009-0.044,-0.016 0.038,-0.029 0.083,-0.035 0.104,-0.036 0.107,-0.031 0.099,-0.028 0.086,-0.847 2.120</inkml:trace>
</inkml:ink>
</file>

<file path=ppt/ink/ink7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687.000 978.000,'0.008'0.000,"0.013"0.000,0.015 0.000,0.013 0.000,0.014 0.000,0.011 0.000,0.008 0.000,0.008 0.000,0.005 0.000,0.004 0.000,-0.006 0.013,0.068 0.024,0.291 0.083,0.191 0.056,0.171 0.046,0.147 0.040,0.121 0.029,0.097 0.023,0.341 0.029,0.323-0.009,0.340-0.019,0.328-0.021,0.294-0.024,0.252-0.023,-1.060-0.111,2.468 0.044,0.739-0.081,0.606-0.084,0.472-0.075,0.350-0.067,0.245-0.054,0.161-0.042,-2.245 0.076,0.271 0.004,2.952 0.027,0.208 0.148,-0.018 0.168,-0.159 0.170,-0.235 0.155,-0.262 0.135,-6.097-0.528,6.556 0.762,-0.409 0.036,-0.181 0.024,-0.370-0.024,-0.474-0.053,-0.513-0.071,-0.503-0.077,-3.257-0.423,3.578 0.557,-0.604 0.012,-0.611 0.010,-0.559 0.009,-0.477 0.007,-0.384 0.004,-0.295 0.003,-0.214 0.002,-0.145 0.002,-0.091 0.000,-0.052-0.001,-2.005-0.743,1.875 0.804,-0.110 0.028,-0.188-0.020,-0.226-0.051,-0.231-0.066,-0.214-0.069,-0.172-0.041,-0.246-0.091,-0.217-0.085,-0.179-0.074,-0.142-0.058,-0.105-0.047,-0.184-0.249,0.153 0.278,-0.007 0.073,-0.012 0.073,-0.013 0.066,-0.016 0.059,-0.013 0.049,-0.014 0.040,-0.046-0.127,-0.017 0.009,-0.017 0.005,-0.011 0.386,-0.049 0.220,-0.047 0.238,-0.044 0.228,-0.036 0.204,-0.029 0.171,-0.019-0.200,-0.033-0.076,-0.034-0.119,-0.030-0.139,-0.028-0.143,-0.022-0.134,-0.212 0.068,-0.239-0.072,-0.256-0.040,-0.247-0.019,-0.215-0.003,-0.181 0.005,-0.196-0.052,-0.370 0.037,-0.387 0.046,-0.367 0.045,-0.327 0.042,-0.275 0.037,2.134-0.849,-2.687 1.009,-0.037-0.006,0.142-0.066,0.242-0.095,0.281-0.106,0.285-0.104,0.489-0.193,0.287-0.125,0.263-0.119,0.229-0.107,0.189-0.092,0.152-0.074,0.128-0.070,0.102-0.064,0.079-0.052,0.060-0.044,0.040-0.033,0.027-0.025,-0.128 0.006,-0.093 0.008,-0.110 0.016,-0.111 0.019,-0.104 0.020,-0.089 0.019,0.030 0.010,0.193-0.009,0.240-0.015,0.249-0.018,0.229-0.019,0.200-0.015,0.408-0.138,-0.346 0.084,0.033-0.028,0.049-0.028,0.056-0.024,0.056-0.023,0.052-0.017,-0.512-0.048</inkml:trace>
</inkml:ink>
</file>

<file path=ppt/ink/ink7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818.000 1071.000,'0.053'0.000,"0.174"0.000,0.111 0.000,0.083 0.000,0.060 0.000,0.039 0.000,0.025 0.000,0.013 0.000,0.004 0.000,0.402 0.268,0.424 0.256,0.527 0.305,0.221 0.171,0.107 0.110,0.026 0.062,-0.029 0.027,-0.059 0.003,-1.187-0.617,0.757 0.529,1.634 1.238,0.080 0.203,-0.175-0.001,-0.325-0.129,-0.396-0.201,-0.444-0.147,-0.343-0.001,-0.466-0.160,-0.399-0.142,-0.322-0.119,-0.248-0.095,-0.211-0.673,-0.186 0.812,-0.319 0.180,-0.318 0.167,-0.291 0.146,-0.252 0.123,-0.207 0.095,-0.164 0.074,1.273-1.994,-1.713 1.918,-0.530 0.116,-0.746 0.172,-0.456-0.126,-0.359-0.191,-0.271-0.219,-0.194-0.222,-0.132-0.210,-0.786-0.149,-0.386-0.191,-0.126-0.194,0.051-0.184,0.162-0.163,0.225-0.140,0.247-0.113,0.246-0.089,-0.397-0.012,0.321-0.091,-0.264-0.052,-0.658-0.031,0.177-0.068,0.314-0.063,0.379-0.052,0.389-0.045,1.309 0.007,-0.373 0.050,0.692 0.001,0.661-0.009,0.589-0.019,0.497-0.020,0.401-0.020,0.312 0.051</inkml:trace>
</inkml:ink>
</file>

<file path=ppt/ink/ink7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421.000 991.000,'-0.105'-0.065,"-0.162"-0.103,-0.186-0.115,-0.186-0.116,-0.172-0.108,-0.148-0.092,-0.022 0.005,-0.058-0.002,-0.033 0.014,-0.017 0.029,-0.006 0.032,0.003 0.035,0.466 0.259,-2.661-0.461,-1.320 0.064,-1.027 0.147,-0.762 0.186,-0.533 0.194,-0.348 0.185,0.696 0.228,0.153 0.282,0.232 0.290,0.269 0.279,0.273 0.249,0.257 0.216,4.274-1.276,-4.731 2.011,-0.190 0.498,-0.041 0.372,0.059 0.266,0.119 0.177,0.150 0.108,0.161 0.055,0.621-0.322,0.532-0.295,0.586-0.362,0.582-0.381,0.543-0.368,0.483-0.339,1.759-1.370,-1.114 1.256,-1.076 1.783,0.018 0.479,0.150 0.195,0.229-0.006,0.267-0.141,0.273-0.219,0.206 0.367,0.477-0.115,0.453-0.071,0.401-0.038,0.332-0.015,0.265 0.001,-0.275-3.142,1.781 3.417,0.926 0.010,0.620-0.208,0.377-0.328,0.196-0.379,0.067-0.379,-0.020-0.352,-0.005-0.304,-0.067-0.289,-0.074-0.238,-0.071-0.188,-0.064-0.142,-0.599-0.277,-0.280-0.139,-0.308-0.132,-0.306-0.118,-0.287-0.101,-0.255-0.085,-0.062-0.052,-0.183-0.079,-0.166-0.066,-0.144-0.052,-0.117-0.040,-0.095-0.031,-0.066-0.018,-0.087-0.016,-0.074-0.013,-0.061-0.006,-0.048-0.005,-0.036 0.000,-0.025-0.001,-0.060 0.004,-0.079 0.004,-0.086 0.006,-0.081 0.004,-0.074 0.006,-0.061 0.003,-0.107 0.461</inkml:trace>
</inkml:ink>
</file>

<file path=ppt/ink/ink7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1578.000 874.000,'0.000'0.012,"0.000"0.020,0.000 0.020,0.000 0.021,0.000 0.019,0.000 0.016,0.000 0.012,0.000 0.010,0.000 0.007,0.000 0.005,0.000 0.003,0.000 0.002,0.000 0.000,0.000 0.000,-0.013 0.010,-0.024 0.135,-0.078 0.730,-0.041 0.588,-0.026 0.570,-0.017 0.521,-0.009 0.451,-0.002 0.376,0.167-2.777,-0.161 3.484,0.008 0.279,0.008 0.055,0.009-0.092,0.008-0.183,0.007-0.229,0.007-0.242,0.000 0.969,0.025 0.984,0.027 1.171,0.024 1.184,0.024 1.090,0.046-7.500,-0.024 7.472,0.013 0.105,0.009-0.213,0.008-0.400,0.004-0.491,0.004-0.512,-0.001-3.328,0.001-0.250,-0.032 2.710,-0.052-0.523,-0.059-0.449,-0.059-0.363,-0.053-0.281,0.109-2.368,-0.090 2.419,0.062 0.104,0.075 0.096,0.079 0.084,0.073 0.066,0.064 0.053,0.051 0.038,0.041 0.027,0.029 0.016,0.022 0.010,0.013 0.005,-0.177-3.660,0.130 3.040,-0.029-0.263,-0.033-0.355,-0.034-0.388,-0.031-0.380,-0.027-0.346,-0.049-2.066,0.005 0.655,0.051 1.267,0.065-0.002,0.081-0.028,0.086-0.044,0.085-0.052,0.076-0.050,0.066-0.050,-0.204-1.210,-0.007-0.049,-0.015-0.059,-0.020-0.065,0.108 0.758,-0.063-0.182,-0.063-0.188,-0.061-0.180,-0.054-0.164,-0.046-0.141,-0.031 0.125,-0.041-0.120,-0.027-0.093,-0.018-0.067,-0.011-0.045,-0.006-0.028,0.017-1.074,0.071 1.184,0.039 0.072,0.017 0.006,-0.001-0.036,-0.009-0.060,-0.015-0.070,-0.013 0.052,-0.020-0.012,-0.019 0.003,-0.014 0.013,-0.013 0.017,-0.009 0.018,-0.007-0.053,-0.005-0.048,-0.002-0.059,-0.002-0.058,-0.001-0.055,0.001-0.089,0.007 0.541,0.012-0.026,0.014-0.152,0.013-0.213,0.014-0.235,0.009-0.227,0.009-0.204,0.007-0.172,0.004-0.137,0.004-0.106,0.002-0.076,0.251-0.395</inkml:trace>
</inkml:ink>
</file>

<file path=ppt/ink/ink7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1553.000 897.000,'0.583'-0.186,"2.432"-0.730,1.366-0.371,0.895-0.213,0.532-0.099,0.263-0.022,0.079 0.029,-0.137 0.240,0.935 0.059,1.097 0.059,1.127 0.056,1.068 0.047,0.957 0.041,0.817 0.032,-9.480 0.841,10.635-0.726,1.184 0.079,3.851-0.054,0.479 0.098,0.001 0.090,-0.293 0.072,-0.452 0.060,-0.511 0.043,-1.536 0.061,-2.041 0.064,-2.181 0.061,-2.083 0.055,-1.849 0.047,-1.550 0.036,-4.933 0.178,7.284-0.429,1.430-0.111,0.674-0.030,0.136 0.022,-0.225 0.058,-0.442 0.074,-0.553 0.081,-0.768 0.074,-1.282 0.077,-1.335 0.066,-1.274 0.056,-1.139 0.044,-0.968 0.033,-0.748 0.033,-0.756 0.030,-0.574 0.024,-0.412 0.018,-0.280 0.013,-0.173 0.009,-0.093 0.006,-0.037 0.003,0.001 0.002,0.024-0.001,0.037 0.000,0.083 0.424,0.104 0.650,0.109 0.735,0.102 0.726,0.090 0.659,0.074 0.564,0.018-0.198,0.248 2.462,0.038 0.693,-0.014 0.336,-0.047 0.091,-0.062-0.070,-0.205-2.435,0.249 5.106,-0.019 1.187,-0.053 0.609,-0.069 0.196,-0.077-0.083,-0.075-0.257,-0.223-9.191,0.130 9.706,-0.076 0.009,-0.070-0.303,-0.059-0.479,-0.048-0.557,-0.039-0.566,0.084-8.087,-0.122 5.184,-0.056-0.006,-0.254 3.503,-0.142-0.261,-0.120-0.405,-0.097-0.465,-0.076-0.463,0.540-5.652,-0.526 4.603,0.031-0.588,0.066-0.739,0.086-0.783,0.092-0.761,0.090-0.693,0.408-3.578,-0.441 4.129,0.042 0.005,0.053-0.035,0.053-0.059,0.050-0.067,0.173-2.265,-0.075 1.689,0.058-0.499,0.052-0.544,0.044-0.525,0.035-0.470,0.027-0.398,0.028-1.538,-0.006 1.261,0.010-0.096,0.008-0.075,0.004-0.054,0.003-0.040,-0.001-0.025,-0.000-0.088,-0.002-0.069,-0.001-0.074,-0.002-0.071,-0.001-0.064,-0.002-0.057,-0.001-0.046,-0.001-0.037,-0.001-0.037,0.000-0.101,-0.001-0.106,0.000-0.100,0.000-0.090,-0.001-0.076,0.001-0.062,-0.001-0.048,-0.023-0.047,-0.040-0.037,-0.044-0.033,-0.044-0.025,-0.043-0.021,-0.037-0.014,-0.228-0.035,-0.333-0.046,-0.375-0.048,-0.375-0.047,-0.347-0.043,-0.305-0.037,-0.674-0.110,-0.862-0.151,-0.920-0.163,-0.886-0.162,-0.802-0.147,-0.689-0.128,-0.563-0.105,4.409 0.729,-4.853-0.594,-0.030 0.100,0.359 0.129,0.594 0.140,0.711 0.138,0.744 0.128,3.213 0.260,-5.032-0.350,-1.388-0.130,-1.419-0.161,-1.328-0.168,-1.166-0.159,-0.972-0.141,11.067 1.037,-11.026-1.013,-0.024 0.045,0.448 0.101,0.723 0.132,0.856 0.142,0.880 0.139,4.456 0.321,0.283 0.053,-2.795-0.064,0.617 0.105,0.597 0.088,0.547 0.073,0.478 0.055,0.400 0.042,2.452 0.024,-16.721 0.314</inkml:trace>
</inkml:ink>
</file>

<file path=ppt/ink/ink7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490.000 932.000,'-2.686'-0.485,"-1.726"-0.279,-0.984-0.129,-0.444-0.024,-0.069 0.045,0.174 0.083,3.527 0.512,-3.329-0.031,-0.128 0.457,-0.087 0.484,-0.053 0.471,-0.029 0.427,-0.010 0.370,0.003 0.307,2.030-0.601,-0.415 0.373,-4.074 2.576,-0.771 1.059,0.114 0.533,0.488 0.259,0.685 0.064,0.752-0.062,0.738-0.136,0.353 0.699,0.661 0.506,0.543 0.591,0.424 0.588,0.313 0.534,0.219 0.454,1.778-4.187,-0.958 3.639,0.347-0.039,0.389-0.301,0.394-0.453,0.368-0.520,0.366 0.708,0.582-0.302,0.462-1.071,0.357-0.767,0.278-0.794,0.206-0.748,0.148-0.660,0.975 0.279,1.200 0.720,1.205 0.681,1.133 0.613,1.013 0.529,0.866 0.437,-3.944-4.172,6.767 5.072,0.972-0.335,0.442-0.668,0.069-0.829,-0.174-0.874,-0.318-0.836,-8.874-3.844,11.900 3.019,2.105-0.858,1.721-0.808,1.342-0.713,1.000-0.595,0.707-0.478,0.938-0.581,-0.131-0.599,-0.362-0.547,-0.473-0.471,-0.502-0.385,-0.479-0.299,-4.939 0.278,2.490-0.806,-0.269-0.392,-0.411-0.325,-0.482-0.262,-0.496-0.200,-0.475-0.148,-12.148 3.324,15.374-5.049,-0.364-0.633,-0.857-0.417,-1.078-0.251,-1.116-0.126,-1.038-0.041,-3.477 1.276,-1.524 0.185,-1.561 0.196,-1.485 0.191,-1.340 0.176,-1.157 0.153,-1.279-0.703,-1.662-0.342,-1.538-0.425,-1.342-0.444,-1.111-0.421,-0.881-0.376,-0.667-0.315,-0.583-0.214,-0.038 0.561,0.148 0.733,0.253 0.774,0.293 0.736,-0.904 0.295,-6.285-3.586,-3.093-0.456,-2.203 0.211,-1.470 0.593,-0.895 0.768,-0.469 0.804,-0.170 0.753,0.023 0.654,0.139 0.535,0.196 0.416,0.211 0.306,0.269 0.638,1.362 0.731,1.996 0.740,2.202 0.682,2.132 0.586,1.897 0.475,-11.063 1.865</inkml:trace>
</inkml:ink>
</file>

<file path=ppt/ink/ink7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1700.000 851.000,'-0.053'-0.015,"-2.212"-0.477,-1.753-0.275,-1.466-0.165,-1.173-0.083,-0.892-0.024,-0.650 0.014,3.174 0.566,-4.243 0.309,-0.050 0.703,0.308 0.686,0.509 0.621,0.595 0.533,0.603 0.435,5.895-2.255,-5.564 3.109,-0.033 0.744,0.060 0.582,0.116 0.436,0.143 0.311,0.153 0.208,5.157-4.688,-6.878 6.991,0.171 0.228,0.674-0.412,0.920-0.760,0.984-0.904,0.938-0.910,3.680-4.396,-0.076 0.151,-5.251 8.206,-0.990 2.354,-0.441 1.392,-0.049 0.665,0.215 0.140,0.378-0.219,4.140-7.864,-3.648 8.542,0.799-0.610,0.883-1.003,0.877-1.189,0.813-1.226,0.712-1.168,0.600-1.046,0.784 0.273,0.974 0.340,0.940 0.683,0.843 0.846,0.717 0.882,0.582 0.834,0.738 0.098,0.780-0.374,0.744-0.640,0.662-0.756,0.561-0.770,0.451-0.719,0.316-1.040,0.262-1.099,0.188-1.077,0.124-0.978,0.078-0.841,0.039-0.690,0.015-0.537,-1.895-1.248,7.259 0.556,1.822-0.399,2.524-0.292,0.000-0.386,-0.618-0.314,-0.933-0.242,-1.042-0.178,-1.014-0.121,-8.810-0.053,7.320-0.160,0.642-0.156,2.024-0.300,0.240-0.283,0.013-0.275,-0.131-0.248,-0.215-0.213,-0.253-0.176,-5.815 0.575,5.110-1.260,-0.336-0.582,-0.613-0.552,-0.760-0.498,-0.807-0.428,-0.788-0.355,-4.266 1.629,-0.401-0.171,2.348-2.301,-1.152-0.161,-1.137-0.005,-1.056 0.098,-0.934 0.162,-0.794 0.192,-2.698 4.275,2.414-5.907,-0.337-0.811,-0.264-0.558,-0.196-0.352,-0.139-0.198,-0.092-0.081,-0.055-0.004,-0.432 0.978,-0.454 1.712,-0.071-0.281,0.147-5.427,-0.792-0.562,-0.877-0.267,-0.865-0.059,-0.794 0.080,-0.690 0.161,-0.573 0.203,-0.676 0.706,-0.912 0.303,-0.931 0.294,-0.879 0.268,-0.784 0.232,-0.669 0.192,-0.009 0.750,0.492 1.144,0.758 1.289,0.878 1.292,0.896 1.205,0.844 1.063,0.752 0.899,-4.005-1.143,-3.241-0.791,-2.649-0.624,-2.072-0.473,-1.543-0.337,-1.092-0.229,-1.487-0.194,0.407 0.542,0.806 0.687,0.974 0.710,0.991 0.663,0.911 0.575,7.458 1.810,-4.109-0.570,1.675 0.579,1.776 0.529,1.713 0.459,1.544 0.379,1.323 0.302,1.083 0.228,1.563-0.018,-0.632 2.343</inkml:trace>
</inkml:ink>
</file>

<file path=ppt/ink/ink7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1588.000 981.000,'0.024'0.000,"0.037"0.000,0.044 0.000,0.042 0.000,0.039 0.000,0.035 0.000,0.028 0.000,0.023 0.000,0.016 0.000,0.013 0.000,0.008 0.000,0.005 0.000,0.002 0.000,0.555 0.000,0.856 0.000,0.977 0.000,0.979 0.000,0.902 0.000,0.781 0.000,-4.289 0.003,5.990 0.227,1.709 0.199,0.150 0.098,-0.379 0.042,-0.662 0.004,-0.778-0.019,-0.774-0.031,-2.086-0.177,-0.014-0.008,-0.592-0.056,5.791 0.344</inkml:trace>
</inkml:ink>
</file>

<file path=ppt/ink/ink7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1609.000 1061.000,'0.105'0.000,"0.165"0.000,0.191 0.000,0.193 0.000,0.181 0.000,0.159 0.000,0.134 0.000,-0.370 0.000,0.813-0.021,0.449-0.035,0.456-0.040,0.434-0.042,0.390-0.041,0.336-0.037,-1.974 0.110,2.948-0.198,0.543-0.020,0.382 0.010,0.252 0.025,0.150 0.036,0.070 0.039,-2.127 0.067,2.214-0.099,-0.455 0.009,-0.615 0.024,-0.678 0.029,-0.672 0.033,-0.623 0.031,3.432-0.072</inkml:trace>
</inkml:ink>
</file>

<file path=ppt/ink/ink7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1566.000 1154.000,'0.089'0.009,"0.138"0.014,0.157 0.015,0.157 0.016,0.143 0.015,0.123 0.011,0.102 0.011,0.080 0.008,0.060 0.006,-0.478-0.042,1.773 0.186,0.779 0.053,0.572 0.015,0.399-0.010,0.261-0.027,0.149-0.035,-2.550-0.147,3.196 0.092,-0.222-0.067,-0.411-0.064,-0.493-0.060,-0.510-0.049,-0.477-0.040,-1.896 0.052,1.368-0.060,-0.189-0.001,-0.200 0.006,-0.193 0.010,-0.178 0.012,-0.155 0.012,0.168 0.088,-0.138 0.057,-0.207 0.028,-0.236 0.009,-0.233-0.004,-0.214-0.012,-0.185-0.016,-0.153-0.017,-0.119-0.017,-0.090-0.015,-0.063-0.012,-0.096-0.025,1.896-0.001</inkml:trace>
</inkml:ink>
</file>

<file path=ppt/ink/ink7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1604.000 1143.000,'-0.091'0.214,"-0.045"0.142,-0.017 0.087,0.006 0.044,0.015 0.015,0.022-0.003,0.023-0.013,0.022-0.021,0.019-0.020,0.015-0.021,0.012-0.016,0.031-0.328,0.443 0.499,0.269 0.082,0.169 0.017,0.090-0.028,0.036-0.054,-0.004-0.064,-0.795-0.423,1.666 0.546,0.545 0.005,0.396-0.037,0.274-0.063,0.173-0.070,0.099-0.072,-2.022-0.307,3.072-0.221,0.300-0.345,0.029-0.271,-0.140-0.203,-0.227-0.144,-0.262-0.095,-0.745 0.146,-0.042-0.019,0.017-0.010,0.051-0.003,0.073 0.001,0.081 0.005,-1.994 0.576,2.548-0.953,-0.062-0.211,-0.228-0.175,-0.317-0.137,-0.351-0.105,-0.346-0.075,-0.835 0.307,0.053-0.707,-0.420-0.226,-0.376-0.195,-0.322-0.160,-0.261-0.126,-0.206-0.095,-0.152-0.068,-0.119-0.087,-0.100 1.439,-0.027 0.064,-0.058-1.123,-0.078 0.269,-0.069 0.296,-0.055 0.290,-0.046 0.266,-0.033 0.229,0.234 1.410,-0.434-1.349,-0.207 0.037,-0.201 0.035,-0.187 0.032,-0.160 0.026,-0.135 0.022,-0.282-0.069,-0.188 0.043,-0.169 0.047,-0.144 0.045,-0.117 0.039,-0.089 0.032,-0.136 0.097,-0.152 0.127,-0.150 0.135,-0.136 0.129,-0.117 0.114,-0.093 0.097,0.511 0.178,0.203 0.094,0.250 0.090,0.263 0.083,0.257 0.070,0.234 0.060,1.106 0.105,-1.126-0.032,-1.676 0.007,-0.469 0.029,-0.176 0.022,0.029 0.014,0.165 0.008,0.242 0.005,1.165 0.017,-1.826 0.278,0.018 0.306,0.109 0.317,0.154 0.297,0.170 0.262,0.165 0.215,0.543-0.020,0.251 0.123,0.251 0.104,0.233 0.085,0.206 0.065,0.173 0.050,0.047 0.205,0.308-0.203,0.295-0.251,0.259-0.260,0.215-0.243,0.170-0.208,-0.182 0.220,-0.419 0.803,-0.150 0.262,-0.043 0.075,0.027-0.056,0.073-0.136,0.276-0.466,-0.005 0.180,0.148-0.154,0.145-0.160,0.131-0.153,0.116-0.138,0.098-0.122,0.202-0.749,0.420 0.834,0.380 0.043,0.311 0.022,0.243 0.005,0.182-0.005,0.132-0.013,0.537 0.208,0.457 0.171,0.100-0.031,-0.020-0.072,-0.092-0.090,-0.125-0.092,-0.479-0.310,-0.277-0.187,-0.293-0.194,-0.281-0.186,-0.254-0.168,-0.219-0.145,-0.182-0.119,-0.142-0.094,-0.107-0.072,-0.076-0.051,-0.052-0.036,-0.031-0.022,-0.017-0.013,-0.047 0.047,0.835 0.303,0.417 0.188,0.232 0.111,0.097 0.049,0.005 0.009,-0.057-0.019,4.060 1.696</inkml:trace>
</inkml:ink>
</file>

<file path=ppt/ink/ink7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1575.000 920.000,'-0.386'0.015,"-0.407"0.022,-0.383 0.026,-0.334 0.024,-0.275 0.021,-0.216 0.019,0.289 0.013,-0.532 0.091,-0.126 0.064,-0.040 0.054,0.023 0.046,0.060 0.038,0.083 0.029,1.763-0.358,-1.859 0.614,0.091 0.193,0.158 0.166,0.189 0.138,0.196 0.109,0.190 0.084,1.206-1.104,-1.244 1.829,0.163 0.331,0.190 0.193,0.188 0.093,0.175 0.021,0.148-0.024,0.453-1.715,-0.204 1.526,0.104 0.151,0.090 0.141,0.076 0.123,0.061 0.106,0.048 0.086,0.037-1.137,0.012-0.007,-0.059 1.594,-0.105 0.067,-0.132 0.036,-0.136 0.014,-0.131-0.003,-0.123-0.613,-0.446 1.108,-0.126 0.181,-0.024 0.074,0.044-0.001,0.083-0.047,0.102-0.074,0.867-3.457,-0.281 4.650,0.523 0.691,0.491 0.411,0.435 0.204,0.366 0.055,0.295-0.045,0.579 1.023,0.161 0.023,-0.045-0.313,-0.166-0.496,-0.227-0.565,-0.247-0.560,-0.362-1.080,-0.262-0.777,-0.246-0.764,-0.217-0.698,-0.183-0.607,-0.149-0.502,-0.214-1.236,0.166 1.597,0.009 0.355,0.032 0.185,0.046 0.111,0.052 0.057,0.053 0.018,-0.121-0.969,0.415 1.791,0.178 0.479,0.148 0.369,0.116 0.275,0.089 0.191,0.062 0.125,-0.793-2.965,0.746 3.124,-0.088-0.057,-0.129-0.232,-0.147-0.329,-0.146-0.364,-0.136-0.363,-0.132-0.467,-0.119-0.503,-0.102-0.485,-0.084-0.441,-0.066-0.379,-0.049-0.312,-0.016-0.168,0.009-0.028,0.021 0.048,0.031 0.091,0.032 0.115,0.032 0.122,0.029 0.116,0.020 0.341,-0.013 0.058,-0.024-0.068,-0.027-0.141,-0.029-0.176,-0.028-0.183,0.023 1.947</inkml:trace>
</inkml:ink>
</file>

<file path=ppt/ink/ink7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1985.000 903.000,'0.014'0.000,"0.023"0.000,0.024 0.000,0.024 0.000,0.022 0.000,0.018 0.000,0.016 0.000,0.010 0.000,0.009 0.000,0.005 0.000,0.004 0.000,0.002 0.000,0.113 0.000,0.263 0.000,1.047 0.000,0.900 0.000,0.856 0.000,0.754 0.000,-1.720 0.000,0.171 0.000,1.932 0.010,0.096 0.016,-0.077 0.018,-0.186 0.018,-0.242 0.019,-0.261 0.015,-0.257 0.014,-0.112 0.087,-0.351 0.114,-0.334 0.124,-0.296 0.124,-0.249 0.112,-0.199 0.096,-0.202 0.131,-0.174 0.147,-0.147 0.145,-0.122 0.132,-0.094 0.115,-0.070 0.092,-0.049 0.074,-0.125 0.042,-0.156 0.028,-0.167 0.014,-0.160 0.005,-0.144-0.003,-0.123-0.007,-0.099-0.008,-0.077-0.009,-0.111-1.325,-0.655 1.842,-0.446 0.180,-0.284 0.006,-0.160-0.101,-0.069-0.164,-0.008-0.188,0.034-0.190,0.946-1.069,-0.580 0.484,-0.083 0.006,-0.785 0.527,-0.188 0.011,-0.148-0.007,-0.113-0.017,-0.081-0.024,-0.056-0.024,-0.113 0.024,0.113-0.094,0.149-0.104,0.160-0.099,0.152-0.091,0.136-0.075,0.114-0.062,0.172-0.065,0.312-0.130,0.321-0.131,0.296-0.119,0.257-0.101,0.209-0.083,0.326 0.083,0.355 0.214,0.359 0.263,0.333 0.272,0.290 0.258,-0.743-0.927,1.061 1.305,0.188 0.242,0.115 0.161,0.062 0.099,0.022 0.050,-0.004 0.016,-0.021-0.006,-0.224-0.183,-0.130-0.009,-0.145-0.006,-0.147-0.003,-0.138 0.000,-0.122 0.002,0.010 0.300,-0.182-0.242,-0.162-0.287,-0.136-0.288,-0.110-0.260,-0.082-0.222,-0.058-0.178,-0.040-0.135,-0.024-0.099,-0.013-0.067,-0.004-0.041,-0.226 0.340,-0.585 7.079,-0.477 2.634,-0.360 0.840,-0.257-0.337,-0.173-1.032,-0.104-1.374,1.170-5.780,-1.637 4.065,-0.050-1.405,0.106-1.284,0.191-1.098,0.225-0.889,0.229-0.683,0.208-0.500,0.179-0.343,0.144-0.220,0.113-0.123,0.080-0.057,0.051 0.611,0.014 0.657,0.169 0.352,0.202 0.193,0.206 0.081,0.189 0.003,0.139-1.571,0.242 1.488,0.214 0.036,0.168-0.032,0.124-0.074,0.088-0.097,0.059-0.105,-0.460-1.226,1.049 1.925,0.233 0.296,0.116 0.186,0.037 0.102,-0.020 0.041,-0.050 0.001,-0.185-0.195,-0.256-0.305,-0.278-0.346,-0.273-0.349,-0.245-0.320,-0.211-0.278,-0.563 0.005,-0.572-0.062,-0.522-0.064,-0.449-0.060,-0.365-0.052,-0.284-0.045,1.505-0.897,-1.307 0.812,0.111 0.102,0.184 0.117,0.218 0.117,0.225 0.112,0.215 0.097,0.047 0.217,0.097-0.031,0.048-0.073,0.011-0.090,-0.009-0.096,-0.025-0.091,-0.030-0.080,0.904-1.324,-1.082 1.103,-0.461 0.138,-0.973 0.465,-0.285-0.062,-0.107-0.148,0.015-0.191,0.092-0.205,0.135-0.199,-7.186 1.791</inkml:trace>
</inkml:ink>
</file>

<file path=ppt/ink/ink7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1601.000 1073.000,'0.015'0.000,"0.427"0.000,0.416 0.000,1.287-0.028,0.981-0.043,0.887-0.048,0.755-0.048,0.610-0.043,0.469-0.037,-2.330 0.081,3.154-0.223,0.597-0.106,0.417-0.097,0.273-0.083,0.158-0.067,0.075-0.053,0.015-0.040,-0.024-0.029,-0.035 0.015,0.408-0.010,0.491-0.003,0.513-0.001,0.491 0.002,0.442 0.003,0.561-0.038,0.684-0.001,-0.528 0.121,-0.685 0.139,-0.722 0.141,-0.680 0.128,-0.698 0.084,-0.478 0.045,-0.375 0.020,-0.279 0.002,-0.195-0.008,-0.130-0.014,-4.353 0.140,4.393-0.233,-0.690-0.004,-0.935 0.026,-1.000 0.044,-0.949 0.051,-0.835 0.049,-0.636 0.040,-0.191 0.012,-0.045 0.005,0.054-0.001,0.111-0.006,0.141-0.007,7.094-0.415</inkml:trace>
</inkml:ink>
</file>

<file path=ppt/ink/ink8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1593.000 1010.000,'0.176'0.000,"0.272"0.000,0.307 0.000,0.304 0.000,0.278 0.000,0.239 0.000,0.194 0.000,4.509 0.321,3.617 0.320,2.653 0.301,1.845 0.266,1.188 0.229,0.678 0.187,-8.941-0.841,13.406 1.748,1.122 0.354,0.199 0.186,-0.402 0.065,-0.759-0.019,-0.932-0.068,-0.712-0.103,-2.564-0.435,-2.668-0.479,-2.511-0.464,-2.203-0.418,-1.828-0.354,-4.807-0.573,3.244-0.115,-0.981-0.325,-0.935-0.209,-0.833-0.121,-0.703-0.056,-0.567-0.011,-0.438 0.020,0.452-1.484</inkml:trace>
</inkml:ink>
</file>

<file path=ppt/ink/ink8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1576.000 1024.000,'4.430'0.188,"3.511"0.126,8.021 0.273,2.648 0.057,0.967-0.009,-0.137-0.046,-0.789-0.067,-1.114-0.070,-1.967-0.228,-0.886-0.271,-0.734-0.294,-0.584-0.283,-0.442-0.256,0.636-0.582,-0.992-0.265,-1.437-0.079,-1.578 0.037,-1.521 0.107,-1.353 0.138,7.156-2.789</inkml:trace>
</inkml:ink>
</file>

<file path=ppt/ink/ink8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1553.000 1037.000,'0.705'0.000,"1.085"0.000,1.229 0.000,1.219 0.000,1.111 0.000,0.954 0.000,0.778 0.000,-5.627-0.006,9.049-0.207,2.645-0.163,1.920-0.138,1.318-0.112,0.831-0.087,0.458-0.065,-10.341 0.435,11.106-0.693,-0.751-0.122,-1.243-0.080,-1.466-0.044,-1.502-0.022,-1.414-0.002,-7.348 0.775,6.898-0.897,-0.749 0.017,-0.840 0.064,-0.830 0.090,-0.762 0.099,-0.657 0.097,-0.542 0.088,-2.495 0.353,-0.075 0.037,21.708-2.155</inkml:trace>
</inkml:ink>
</file>

<file path=ppt/ink/ink8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1870.000 1006.000,'-0.037'0.000,"-0.057"0.000,-0.065 0.000,-0.062 0.000,-0.057 0.000,-0.049 0.000,-0.039 0.000,-0.030 0.000,-0.022 0.000,-0.015 0.000,-0.010 0.000,-0.005 0.000,-0.003 0.000,0.000 0.000,0.001 0.000,0.001 0.000,0.132 0.000,-0.125 0.000,-0.899 0.000,-0.548 0.030,-0.309 0.048,-0.174 0.052,-0.080 0.054,-0.012 0.048,0.030 0.042,0.054 0.035,0.064 0.025,-0.198 0.197,-0.024 0.127,0.163 0.064,0.267 0.021,0.317-0.011,0.323-0.028,0.305-0.040,0.270-0.042,0.256-0.064,0.225-0.075,0.192-0.075,0.156-0.069,0.120-0.062,0.089-0.051,0.063-0.042,0.042-0.032,0.023-0.023,0.070-0.013,0.093-0.003,0.100 0.001,0.099 0.004,0.090 0.007,0.078 0.008,0.380 0.057,0.545 0.087,0.611 0.098,0.608 0.097,0.561 0.092,0.491 0.080,0.408 0.067,-0.026-0.010,-0.303-0.057,-0.457-0.085,-0.523-0.095,-0.525-0.095,-0.489-0.089,-0.975-0.139,2.635 0.046</inkml:trace>
</inkml:ink>
</file>

<file path=ppt/ink/ink8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1831.000 1024.000,'-0.062'-0.012,"-0.094"-0.020,-0.107-0.020,-0.103-0.021,-0.093-0.019,-0.080-0.016,-0.063-0.012,-0.362-0.075,-0.647-0.133,-0.746-0.152,-0.757-0.155,-0.713-0.147,-0.635-0.129,-0.540-0.112,1.567 0.365,-0.312-0.004,-0.279 0.015,-3.624-0.377,-0.020 0.170,0.347 0.197,0.547 0.194,0.625 0.181,0.626 0.154,0.573 0.127,0.495 0.099,1.657 0.010,0.103 0.045,-1.012 0.142,0.153 0.046,0.149 0.023,0.134 0.005,0.116-0.004,0.093-0.012,0.075-0.014,0.056-0.017,1.459-0.175,-4.299 0.355,-0.541 0.018,0.247-0.034,0.703-0.063,0.921-0.076,0.972-0.076,0.918-0.070,0.805-0.060,0.667-0.048,0.524-0.039,0.391-0.027,0.277-0.020,0.183-0.012,0.109-0.006,0.057-0.004,0.017-0.001,-0.006 0.001,-0.021 0.002,-0.331 0.011,2.131-0.044,1.499-0.051,1.303-0.060,1.072-0.059,0.843-0.054,0.630-0.047,0.448-0.037,-0.969 0.026,0.240-0.028,1.209-0.183,0.419-0.139,-0.759-0.035,-0.994 0.007,-1.053 0.028,-1.000 0.043,-2.396 0.281,1.453-0.231,-0.240-0.003,-0.232 0.005,-0.214 0.007,-0.185 0.012,-0.155 0.011,0.039-0.022,-0.556 0.088,-0.582 0.097,-0.546 0.094,-0.474 0.083,-0.388 0.069,-0.302 0.054,-0.221 0.042,-0.155 0.028,-0.098 0.020,-0.059 0.011,-0.254 0.006,-0.357 0.002,-0.389-0.001,-0.371-0.001,-0.329-0.004,-0.275-0.001,-0.218-0.004,-0.164-0.002,-0.116-0.002,-0.079-0.001,-0.047-0.002,-3.176 0.042,-2.385 0.065,-1.554 0.076,-0.908 0.077,-0.428 0.073,-0.090 0.063,0.135 0.054,6.770-0.247,-6.846 0.509,1.000 0.087,1.224 0.028,1.259-0.010,1.176-0.033,1.025-0.044,1.332-0.120,0.728-0.053,0.625-0.050,0.514-0.046,0.406-0.039,0.309-0.032,0.176-0.008,0.376-0.073,0.325-0.073,0.263-0.066,0.204-0.056,0.149-0.045,0.102-0.035,0.066-0.024,0.038-0.017,0.017-0.010,0.003-0.006,-0.005-0.003,-0.010 0.000,-0.013 0.002,-0.011 0.001,-0.012 0.003,-0.009 0.002,-0.007 0.002,-0.007 0.001,-0.004 0.002,-0.003 0.001,-0.002 0.000,0.000 0.001,-0.002 0.000,0.001 0.001,-0.000-0.001,0.000 0.000,0.000 0.001,0.001-0.001,0.001 0.001,-0.001-0.001,0.001 0.000,0.000 0.000,0.000 0.000,0.000 0.000,0.000 0.000,0.000 0.000,0.001 0.000,-0.001 0.000,0.000 0.000,0.000 0.000,0.000 0.000,0.001 0.000,-0.001 0.000,0.000 0.000,0.000 0.000,0.000 0.000,-0.000 0.000,0.000 0.000,0.000 0.000,0.001 0.000,-0.001 0.000,0.000 0.000,-0.046 0.000,-0.077 0.000,-0.089 0.000,-0.092 0.000,-0.086 0.000,-0.079 0.000,-0.066 0.000,-0.013 0.000,0.017 0.000,0.038 0.000,0.048 0.000,0.051 0.000,0.052 0.000,-0.025 0.000,-0.001 0.023,-0.018 0.036,-0.018 0.043,-0.017 0.043,-0.015 0.042,-0.013 0.037,0.267-0.130,-0.374 0.177,-0.015 0.022,0.011 0.017,0.025 0.012,0.035 0.009,0.035 0.006,0.082-0.021,0.064-0.002,0.063-0.004,0.062-0.003,0.053-0.005,0.048-0.003,0.037-0.004,0.063 0.039,0.080 0.010,0.076 0.011,0.069 0.010,0.058 0.009,0.065-0.002,0.069-0.002,0.065-0.004,0.056-0.006,0.047-0.005,0.036-0.005,-0.222-0.164,0.485 0.125,0.239 0.015,0.233 0.022,0.208 0.025,0.180 0.025,0.145 0.025,-1.488-0.337,2.286 0.459,0.439 0.032,0.305 0.000,0.193-0.021,0.110-0.031,0.049-0.036,0.078-0.062,0.088-0.075,0.087-0.075,0.080-0.070,0.069-0.060,0.055-0.049,0.041-0.042,0.690-0.023,0.809-0.020,0.829-0.011,0.788-0.010,0.703-0.004,0.018-0.003,-0.432 0.000,-0.694 0.000,-0.819 0.002,-0.844 0.001,-0.800 0.003,-3.547 0.007,2.365-0.003,3.039-0.001,0.190 0.002,-0.229 0.001,-0.476 0.001,-0.602 0.001,-0.638 0.001,-0.552 0.000,-0.673 0.000,-0.597 0.001,-0.503 0.000,-0.404-0.001,-0.312 0.001,-0.306-0.001,-0.279 0.000,-0.240 0.001,-0.198-0.001,-0.153 0.000,-0.117 0.000,-0.008 0.000,0.077 0.000,0.119 0.000,0.137 0.000,0.138 0.000,0.131 0.000,-0.121 0.000,0.171 0.000,0.901 0.000,0.497 0.000,0.455 0.000,0.396 0.000,0.329 0.000,0.026 0.000,-0.289 0.000,-0.276 0.000,-0.328 0.000,-0.338 0.000,-0.321 0.000,-0.289 0.000,2.442 0.000</inkml:trace>
</inkml:ink>
</file>

<file path=ppt/ink/ink8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1867.000 1016.000,'0.305'0.000,"0.183"0.000,0.093 0.000,0.025 0.000,-0.016 0.000,-0.044 0.000,-0.058 0.000,0.908 0.000</inkml:trace>
</inkml:ink>
</file>

<file path=ppt/ink/ink8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430.000 414.000,'0.034'0.000,"0.053"0.000,0.059 0.000,0.057 0.000,0.053 0.000,0.128 0.000,0.411 0.013,0.481 0.022,0.517 0.027,0.517 0.028,1.208 0.085,0.431 0.066,0.253 0.061,0.120 0.056,-1.173-0.139,0.686 0.019,4.209 0.192,1.487 0.031,1.116 0.015,0.793 0.005,0.531-0.002,1.627-0.053,0.026-0.116,-0.679-0.133,-1.081-0.136,-1.258-0.126,-1.280-0.111,-5.636 0.061,8.064-1.377,-4.112 0.203,0.578-0.455,4.149-1.539,0.097-0.571,-0.343-0.375,-0.630-0.220,-2.649 0.773,-0.694 0.051,-0.705 0.042,-0.687 0.036,1.497-1.323,-1.357 0.383,-1.228 0.465,-1.057 0.486,-2.158 1.575,0.624-0.725,-0.679 0.379,-0.593 0.359,-0.499 0.321,-0.405 0.277,-0.316 0.228,-0.381 0.659,-0.077-0.582,-0.326-0.160,-0.599-0.562,-0.495-0.197,-0.426-0.145,-0.348-0.103,1.626 1.775,-1.563-1.339,-0.456-0.172,-1.740-0.989,-0.609-0.117,-0.425-0.018,-0.277 0.049,-0.160 0.090,1.487 0.901,-0.086 0.114,-2.592-0.836,0.139 0.300,0.304 0.291,0.376 0.257,4.910 1.575,-3.713-0.947,-1.026-0.079,-4.696-0.607,-1.663 0.134,-1.209 0.224,-0.831 0.261,-0.525 0.269,-0.508 0.269,1.201 0.337,1.543 0.305,1.626 0.258,1.541 0.209,1.359 0.161,5.008-0.209,-4.752 0.839,-1.298 0.576,-3.073 1.019,-0.763 0.524,-0.308 0.362,1.354-0.213,0.938-0.168,1.127-0.267,1.167-0.311,0.970 0.021,0.229 0.212,-0.666 0.722,0.770 0.151,0.830 0.078,0.800 0.026,3.644-2.245,-1.562 1.913,0.522 0.134,-0.115 1.279,0.983-0.413,0.860-0.580,0.708-0.632,0.444-1.669,0.120-0.175,0.286 0.615,0.250-0.501,0.155-0.415,0.086-0.330,-0.341-0.512,1.218 0.389,0.381-0.069,0.184-0.065,0.047-0.056,-0.041-0.047,-0.092-0.036,4.587 0.742</inkml:trace>
</inkml:ink>
</file>

<file path=ppt/ink/ink8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1403.000 869.000,'-1.178'-0.566,"-0.633"-0.270,-0.699-0.281,-2.917-1.121,-1.282-0.350,-0.945-0.192,-0.655-0.075,6.698 2.312,-5.655-1.663,-0.712 0.011,-2.192-0.308,-0.108 0.229,0.220 0.277,0.419 0.289,0.522 0.279,3.224 0.645,-0.169 0.106,-3.454-0.023,0.160 0.368,0.402 0.369,0.541 0.342,0.599 0.306,0.137 0.362,0.854 0.226,0.816 0.161,0.731 0.110,0.623 0.065,0.509 0.035,0.597-0.066,0.007 0.152,-1.533 1.208,-1.069 1.059,-1.166 1.108,-1.124 1.040,3.589-2.213,-0.141 0.563,-3.295 4.378,0.598 0.716,0.920 0.239,1.056-0.085,1.067-0.286,1.049-0.732,0.960-0.963,0.833-1.041,0.689-1.014,0.548-0.922,0.415-0.794,1.824 1.995,0.497-0.496,0.655 0.404,0.898 0.607,0.649 0.045,0.562-0.090,0.474-0.181,-0.657-1.273,0.321-0.162,-0.445-0.801,0.337-0.089,4.516 2.574,0.106-0.630,-0.328-0.728,-0.569-0.730,-7.008-3.605,6.078 2.349,0.966-0.133,5.424 0.804,1.663-0.436,1.221-0.456,0.846-0.428,-14.567-2.086,7.444 0.742,0.678-0.144,10.731 0.270,-0.096-0.559,-1.114-0.509,-1.639-0.435,-1.821-0.354,-8.360 0.151,-0.473-0.102,7.097-1.036,0.413-0.642,0.700-0.594,0.814-0.514,-1.328-0.084,-0.829-0.059,-1.478 0.154,-1.784 0.277,-1.851 0.337,-1.754 0.350,-1.565 0.333,-5.653 1.543,6.851-2.767,-0.077-0.440,-0.590-0.081,-0.868 0.149,-0.968 0.283,-4.700 2.621,1.039-0.878,1.368-1.821,-0.303-0.536,0.557-2.529,-0.916-0.397,-0.914-0.077,-0.845 0.136,-0.738 0.261,-1.309-0.458,-0.858 0.443,-0.798 0.033,-0.659 0.125,-0.522 0.183,-0.399 0.207,0.351 1.274,-0.999-0.397,-5.195-3.467,-1.907-0.122,-1.343 0.244,-0.881 0.443,-0.523 0.529,6.291 3.485,-6.168-2.151,0.049 0.629,0.438 0.661,0.654 0.632,0.746 0.567,10.139 2.937,-11.684-2.602,0.905 0.638,1.512 0.609,1.743 0.537,1.727 0.445,1.564 0.351,5.485 0.605,-10.168-0.133,-2.942 0.333,-2.257 0.374,-0.231 0.336,0.597 0.288,1.066 0.234,4.493-0.217,0.888 0.086,-0.203 0.247,1.305 0.020,1.243-0.013,1.124-0.036,0.976-0.049,2.021-0.396,0.162 0.042,-1.907 0.833,0.832-0.114,0.861-0.200,0.803-0.233,0.701-0.236,0.102 0.951</inkml:trace>
</inkml:ink>
</file>

<file path=ppt/ink/ink8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1033.000 1253.000,'-0.165'-0.024,"-0.274"-0.038,-0.748-0.145,-0.757-0.166,-0.772-0.179,-0.727-0.174,-0.649-0.160,0.296 0.116,-1.429-0.169,-0.254 0.082,-0.090 0.118,0.021 0.128,0.090 0.128,0.128 0.117,-0.502 0.165,-0.409 0.170,-0.205 0.171,-0.057 0.160,0.044 0.139,0.106 0.120,5.031-0.439,-4.256 0.470,-0.178 0.098,-2.323 0.506,0.184 0.223,0.378 0.184,0.462 0.149,0.470 0.112,0.435 0.079,0.374 0.053,0.304 0.033,0.234 0.018,0.172 0.006,0.845 0.108,0.570 0.274,0.646 0.242,0.647 0.204,0.599 0.164,0.526 0.125,0.440 0.094,0.653-2.597,0.100 3.561,0.608 0.350,0.497 0.146,0.383 0.011,0.281-0.073,0.081-0.556,0.188-0.264,0.162-0.281,0.132-0.269,0.104-0.244,0.079-0.207,0.056-0.171,0.038-0.134,0.023-0.100,1.959 1.029,1.300 0.415,0.906 0.117,0.587-0.078,0.340-0.189,0.162-0.242,0.037-0.253,-0.041-0.239,-0.925-0.644,0.260-0.262,0.341-0.255,0.377-0.234,0.374-0.204,0.348-0.171,3.159-0.176,0.744-0.443,0.096-0.442,-0.307-0.403,-0.525-0.342,-0.609-0.277,-0.609-0.212,-0.555-0.154,-0.473-0.106,-0.382-0.068,-0.295-0.037,-2.121-0.505,-0.100-0.681,1.060-1.721,-0.950-0.864,-1.105-0.669,-1.124-0.497,-1.051-0.349,-1.802 2.548,-0.032-3.545,-1.147 0.331,-0.915 0.631,-0.695 0.760,-0.500 0.774,-0.611 0.734,-0.562 0.431,-0.411 0.451,-0.286 0.433,-0.182 0.387,-0.105 0.330,-0.047 0.270,-1.109-0.231,-0.680-0.092,-0.351 0.002,-0.118 0.065,0.041 0.097,0.140 0.113,-0.359 0.016,-0.049 0.099,0.581 0.285,0.773 0.326,0.830 0.323,0.799 0.296,0.100 0.271,-9.572 0.278</inkml:trace>
</inkml:ink>
</file>

<file path=ppt/ink/ink8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400.000 401.000,'0.006'0.000,"0.010"0.000,0.011 0.000,0.010 0.000,0.011 0.000,0.008 0.000,0.007 0.000,0.005 0.000,0.005 0.000,0.002 0.000,0.003 0.000,0.000 0.000,0.002 0.000,0.082 0.055,0.136 0.087,0.156 0.100,0.160 0.101,-0.478-0.261,0.962 0.706,0.282 0.258,0.177 0.160,0.097 0.089,0.039 0.035,-0.003-0.003,0.864 0.459,0.682 0.215,0.108-0.073,0.028-0.085,-0.113-0.142,-0.193-0.165,-1.117-0.640,0.157 0.004,0.532 0.140,0.130-0.027,1.476 0.337,0.167-0.144,0.078-0.162,0.012-0.163,-0.870-0.283,-0.390-0.156,0.113-0.076,0.784-0.065,-0.056-0.155,-0.136-0.155,-0.184-0.148,0.578-0.305,-1.324-0.004,0.039-0.162,1.391-0.587,-0.024-0.233,-0.091-0.160,-0.126-0.101,-0.140-0.057,-0.293 0.019,-0.155-0.030,-0.145-0.025,-0.126-0.018,-0.105-0.012,-0.087-0.009,-0.424 0.283,0.262-0.069,0.523-0.221,-0.158 0.120,-0.302 0.173,-0.380 0.202,-0.408 0.207,-0.952 0.487,-0.149 0.087,0.010 0.020,-0.161 0.104,0.089 0.044,-0.141 0.155,-0.095 0.134,-0.055 0.113,-0.064 0.108,0.162 0.163,0.082 0.145,0.307 0.211,0.234 0.132,0.238 0.103,0.224 0.076,-1.585-0.744,1.529 0.691,0.259 0.086,0.913 0.326,0.239 0.017,0.142-0.027,0.069-0.052,0.017-0.066,-0.141-0.116,-0.234-0.139,-0.275-0.145,-0.281-0.135,-0.265-0.122,-0.233-0.103,-0.945-0.197,-0.072-0.033,0.007-0.031,0.068-0.026,1.117 0.013,0.027-0.059,-0.069-0.043,-1.857-0.026,2.027-0.007,0.186-0.017,0.173-0.008,0.226-0.001,0.401 0.000,0.373 0.003,-0.327 0.004,-0.081 0.004,-0.168 0.003,-0.218 0.003,-0.912 0.004,0.518 0.002,0.175 0.000,1.355 0.001,0.181 0.001,0.083 0.002,0.012 0.001,-0.035 0.000,-3.479-0.002,2.907-0.053,0.893-0.072,-0.343-0.044,-0.497-0.029,-0.560-0.019,-0.558-0.011,-1.721 0.128,0.417-0.068,0.297-0.073,-0.191 0.001,0.120-0.071,-0.237-0.015,-0.199-0.013,-0.161-0.014,-0.122-0.011,-0.164-0.002,-0.083-0.036,-0.070-0.041,-0.056-0.042,-0.043-0.038,-0.030-0.036,-0.404 0.436,0.494-0.776,0.039-0.268,0.025-0.245,0.017-0.212,0.009-0.176,0.004-0.139,-0.561 1.519,0.495-2.866,-0.128-0.437,-0.129-0.214,-0.137 0.032,-0.133 0.192,-0.121 0.281,-0.010 2.705,-0.388-2.087,-0.322-0.221,-0.145 0.327,-0.266-0.078,-1.212-1.678,-0.302 0.178,-0.122 0.321,0.006 0.392,0.195 0.679,0.562 0.807,-0.063 0.081,-2.431-1.548,-0.732 0.124,-0.686 0.115,-0.599 0.096,5.332 2.638,-3.340-1.479,-0.365-0.014,-3.197-1.056,-0.333 0.082,-0.050 0.135,0.129 0.159,5.082 1.706,-3.852-1.073,-0.500 0.013,-1.555-0.245,0.110 0.178,0.368 0.215,0.513 0.227,0.577 0.218,0.583 0.200,-0.910 0.032,-0.127 0.205,-0.313 0.166,-0.399 0.130,-0.418 0.093,7.464 0.568,-6.625-0.166,-0.978 0.209,-0.610 0.198,-3.351 0.333,0.621 0.208,1.113 0.137,1.324 0.081,2.441-0.110,0.888-0.007,-0.200 0.300,0.205 0.336,-0.040 0.388,-0.196 0.394,5.706-1.727,-4.345 1.631,0.191 0.171,-1.160 0.873,0.811-0.006,0.885-0.116,0.859-0.174,3.416-2.294,-1.997 1.672,0.318 0.084,-0.363 0.969,0.500-0.024,0.417-0.103,0.335-0.140,1.029-1.893,-0.203 0.611,0.058 0.069,-0.324 1.309,0.114-0.046,0.094-0.152,0.074-0.206,0.058-0.227,0.537-1.968,-0.334 1.570,0.005 0.829,0.191-0.029,0.191-0.108,0.176-0.148,0.150-0.160,-0.010-1.049,0.230 0.330,0.214 0.120,0.627 0.874,0.172-0.111,0.056-0.225,-0.022-0.284,0.266 0.026,0.179-0.077,-0.245-0.396,0.071-0.044,0.058-0.031,0.051-0.018,0.039-0.009,-1.481-1.199,2.791 1.824,0.427 0.134,0.048-0.056,-0.200-0.171,-0.342-0.235,-0.410-0.255,-0.171-0.135,6.016 3.047</inkml:trace>
</inkml:ink>
</file>

<file path=ppt/ink/ink8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1109.000 742.000,'0.000'-0.018,"0.000"-0.031,-0.020-0.072,-0.032-0.021,-0.035 0.000,-0.035 0.010,0.092 0.108,-0.163-0.053,-0.077 0.008,-0.296-0.016,-0.058 0.021,-0.001 0.019,0.033 0.014,0.484 0.026,-0.499-0.011,0.020 0.007,0.047 0.007,0.057 0.003,0.060 0.002,0.253-0.002,-0.194 0.002,-0.072 0.000,-0.353-0.029,-0.136-0.045,-0.108-0.055,-0.082-0.054,-0.057-0.052,0.274 0.074,-0.208-0.023,-1.469-0.224,-0.460-0.071,-0.302-0.055,-0.177-0.040,-0.087-0.026,-0.436-0.046,-0.270 0.007,0.110 0.038,0.330 0.055,0.431 0.058,0.455 0.057,0.517 0.125,-0.258 0.052,-0.460 0.079,-0.567 0.093,-0.609 0.098,-0.598 0.095,0.703 0.067,-4.056 0.324,-1.315 0.189,-3.634 0.392,-0.746 0.159,-0.228 0.097,0.106 0.050,4.151-0.406,0.283-0.041,-1.317 0.109,0.828-0.096,0.907-0.101,0.897-0.097,0.830-0.088,-0.347 0.211,0.162 0.138,0.787 0.033,0.919-0.018,0.927-0.044,0.859-0.060,3.413-0.736,-1.864 0.550,-0.666 0.304,-0.130 0.132,-1.361 0.609,0.081 0.086,0.203 0.015,0.271-0.032,0.866-0.302,0.224-0.033,0.239-0.047,-0.402 0.317,0.317-0.054,0.279-0.053,0.237-0.048,1.538-0.973,-0.930 0.745,0.088 0.059,-0.262 0.436,0.244 0.014,0.257-0.023,0.244-0.043,0.607-0.748,0.072 0.005,0.073 0.015,-0.171 0.645,0.122 0.006,0.098-0.019,0.075-0.036,0.054-0.043,0.139-0.354,0.037 0.044,0.023 0.821,0.183-0.019,0.186-0.079,0.168-0.107,0.146-0.116,0.039-0.363,0.100-0.105,0.091-0.095,0.081-0.083,0.069-0.070,0.056-0.055,-0.444-0.566,0.422 0.427,1.224 1.177,0.246 0.152,0.052-0.018,-0.070-0.120,-0.141-0.172,-1.767-1.610,0.546 0.421,1.461 0.998,0.334 0.136,1.353 0.712,0.276-0.042,0.120-0.136,0.014-0.182,-3.658-1.848,2.809 1.263,0.220-0.025,1.064 0.276,0.178-0.088,0.093-0.102,0.032-0.104,-0.010-0.099,-1.379-0.456,0.125-0.011,2.450 0.542,-0.184-0.144,-0.380-0.176,-0.462-0.177,-1.739-0.403,0.331 0.032,3.277 0.455,0.907-0.025,0.709-0.066,0.528-0.085,0.370-0.089,-2.453-0.319,1.631-0.014,-0.037-0.158,-0.122-0.159,-0.171-0.145,-0.190-0.129,-0.191-0.108,-6.563 0.063,7.618-0.343,-0.300-0.200,-0.527-0.160,-0.624-0.120,-0.628-0.088,-4.392 0.532,5.250-0.940,0.308-0.192,-0.140-0.084,-0.415-0.008,-0.563 0.041,-0.615 0.069,-4.053 0.899,1.442-0.431,0.287-0.188,2.999-1.129,-0.136-0.189,-0.471-0.046,-0.657 0.053,-0.734 0.111,-1.790 0.607,-0.348-0.047,0.399-0.607,-0.597 0.068,-0.550 0.122,-0.484 0.148,-0.410 0.160,-0.229-0.049,-0.357 0.202,-0.271 0.133,-0.227 0.124,-0.180 0.108,-0.140 0.091,-0.102 0.075,-0.088 0.727,-0.341-1.051,-0.233-0.047,-0.163 0.049,-0.108 0.107,-0.064 0.135,0.222 0.462,0.434 0.589,-1.971-1.742,-0.880-0.454,-0.923-0.358,-1.277-0.552,-1.334-0.559,-1.304-0.534,-0.664-0.038,-3.666-1.364,-0.944 0.073,0.730 0.692,0.611 0.572,0.925 0.649,1.074 0.655,7.828 2.621,-6.262-1.638,-0.053 0.374,-3.202-0.050,0.262 0.585,0.433 0.477,0.495 0.370,1.370 0.350,0.346 0.280,-22.056 2.659</inkml:trace>
</inkml:ink>
</file>

<file path=ppt/ink/ink8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804.000 962.000,'0.000'-0.006,"0.000"-0.009,0.000-0.011,0.000-0.011,0.000-0.010,0.000-0.008,0.000-0.007,0.000-0.006,0.000-0.004,0.000-0.004,0.000-0.001,0.000-0.001,0.000-0.001,-0.030-0.076,-0.048-0.136,-0.037-0.121,-0.013-0.050,0.000-0.015,0.009 0.008,0.014 0.024,0.013-0.632,0.037 0.062,0.008-0.268,-0.003-0.887,0.015-0.244,0.010-0.118,0.009-0.027,0.008 0.033,0.006 1.984,-0.014-1.433,-0.022-0.462,-0.057-2.122,-0.020-0.391,-0.006-0.078,0.004 0.137,0.010 0.271,0.087 3.615,0.153-4.570,0.326-0.822,0.309-0.127,0.277 0.036,0.234 0.133,0.188 0.180,-0.602 2.810,1.015-2.565,0.348 0.137,0.321 0.181,0.277 0.188,0.227 0.182,0.177 0.158,0.593 0.232,0.212 0.506,-0.039 0.635,-0.192 0.659,-0.269 0.621,-0.295 0.543,-2.551 1.549,1.065-0.283,5.029-0.579,1.550 0.315,0.895 0.266,0.409 0.216,0.066 0.168,-7.745 0.194,6.746-0.051,4.186 0.041,0.345 0.014,-0.170-0.022,-0.470-0.043,-0.614-0.052,-2.980 0.031,2.400-0.071,-0.066-0.047,-0.204-0.049,-0.275-0.047,-0.299-0.042,-0.295-0.036,-0.256-0.040,-0.260-0.027,-0.704 0.003,-0.949 0.022,-1.054 0.033,-1.055 0.038,-3.454 0.219,3.341-0.290,-0.367-0.013,-0.564 0.021,-0.659 0.042,-0.681 0.055,-0.651 0.059,-2.343 0.234,5.552-0.516</inkml:trace>
</inkml:ink>
</file>

<file path=ppt/ink/ink8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1082.000 782.000,'0.042'0.000,"0.064"0.000,0.073 0.000,0.071 0.000,0.065 0.000,0.056 0.000,0.045 0.033,0.111 0.053,0.122 0.063,0.120 0.064,-0.594-0.164,0.996 0.366,0.337 0.227,0.458 0.302,0.157 0.166,0.064 0.112,-0.004 0.072,-0.045 0.037,-0.869-0.479,0.887 0.898,-0.245 0.136,-0.297 0.077,-0.304 0.032,-0.280 0.002,-0.457-0.468,-0.129 0.534,-0.274-0.108,-0.217-0.166,-0.162-0.186,-0.117-0.182,0.188-0.845,-0.328 1.301,-0.080 0.276,-0.048 0.153,-0.024 0.063,-0.006 0.001,0.005-0.039,-0.026-0.012,-0.041 0.005,-2.348 6.760</inkml:trace>
</inkml:ink>
</file>

<file path=ppt/ink/ink8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1296.000 700.000,'-0.626'-0.147,"-0.538"-0.084,-0.551-0.064,-0.400-0.027,-0.306-0.008,-0.221 0.007,-0.151 0.013,1.091 0.115,-2.072-0.147,-0.964 0.040,-0.975 0.065,-0.903 0.076,-0.787 0.075,3.018 0.082,-0.117 0.061,-3.906 0.470,-0.254 0.507,-0.065 0.516,0.061 0.478,3.849-0.719,0.129 0.189,-3.195 1.703,0.846 0.188,0.949-0.022,0.932-0.147,0.839-0.212,3.498-2.417,-0.048 0.064,-3.538 3.185,-0.718 0.969,-2.329 2.745,-0.112 0.607,0.281 0.162,0.501-0.129,5.510-6.637,-4.641 6.353,0.625-0.184,0.690-0.368,0.683-0.458,0.627-0.482,0.545-0.463,1.093-1.947,0.261-0.067,-0.037 1.808,0.609-0.205,0.541-0.251,0.456-0.261,0.366-0.245,0.519-0.310,0.329-0.606,0.375-0.307,0.330-0.327,0.275-0.322,0.223-0.297,-0.617-0.945,0.305-0.032,2.816 1.031,0.913-0.290,0.697-0.339,0.507-0.343,0.348-0.318,-0.796-0.501,4.189-0.126,1.339-0.450,0.931-0.421,0.600-0.368,0.347-0.303,-5.842 0.207,5.244-0.576,-0.187-0.117,-0.703-0.016,-1.005 0.050,-1.137 0.091,-1.155 0.113,-7.282 0.802,0.159-0.019,11.580-1.332,2.410-0.330,2.403-0.428,0.510-0.256,-0.174-0.194,-0.613-0.141,-10.719 1.633,7.444-1.695,-0.468-0.375,3.754-1.648,-2.486 0.037,-2.719 0.288,-2.617 0.414,-3.935 0.959,-1.014-0.157,-0.014-1.448,-1.542-0.355,-1.321-0.296,-1.077-0.234,-0.838-0.178,-0.636 1.363,-0.538-0.794,-0.463 0.290,-0.357 0.376,-0.263 0.406,-0.185 0.397,0.467 1.581,-0.209 0.036,-1.640-1.422,-0.975-0.184,-0.971-0.212,-0.904-0.217,-0.804-0.205,-0.684-0.186,4.026 2.682,-5.215-2.841,-0.259 0.235,0.124 0.425,0.369 0.523,0.511 0.555,0.569 0.540,4.166 1.605,-3.390-0.605,-0.608 0.428,-2.754 0.352,-0.757 0.572,-0.546 0.474,-0.372 0.379,-0.234 0.289,1.994 0.096,-1.880 0.453,0.581 0.132,0.883 0.035,1.021-0.028,1.040-0.069,6.421-1.167,-5.916 1.342,0.477 0.092,1.218-0.155,1.195-0.214,1.080-0.231,0.917-0.223,-0.222 0.737</inkml:trace>
</inkml:ink>
</file>

<file path=ppt/ink/ink8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1296.000 797.000,'1.225'0.094,"1.861"0.133,0.846 0.047,0.366 0.008,0.036-0.016,-0.174-0.032,-0.293-0.037,2.522-0.555,1.854-0.385,1.045-0.262,0.440-0.162,0.010-0.088,-0.276-0.030,-7.417 1.010,10.037-1.201,0.621 0.091,0.226 0.144,-0.036 0.166,-0.196 0.163,-0.275 0.149,-0.147 0.185,0.586 0.106,-1.158 0.133,-1.523 0.111,-1.616 0.087,-1.536 0.066,6.840 0.274</inkml:trace>
</inkml:ink>
</file>

<file path=ppt/ink/ink8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960.000 1258.000,'-0.209'-0.030,"-0.337"-0.048,-0.405-0.043,-0.254-0.013,-0.177 0.001,-0.113 0.011,-0.067 0.015,-0.066 0.071,-0.137 0.095,-0.145 0.107,-0.140 0.109,-0.128 0.100,-0.110 0.089,-0.092 0.076,-0.443 0.195,-0.177 0.139,-0.158 0.130,-0.136 0.114,-0.108 0.093,1.972-0.627,-1.499 0.824,-0.252 0.293,-1.373 1.159,0.130 0.382,0.331 0.260,0.440 0.163,0.481 0.089,0.234 1.152,0.682 0.164,0.613-0.115,0.518-0.272,0.411-0.345,0.313-0.358,0.249-1.766,0.229 1.916,0.375 0.269,0.372 0.214,0.338 0.167,0.292 0.120,0.240 0.085,0.369 0.061,0.277-0.328,0.244-0.400,0.201-0.408,0.158-0.380,-2.388-2.889,2.012 1.780,0.363-0.147,0.798 0.074,0.208-0.312,0.091-0.324,0.012-0.310,-0.047-0.283,0.023-0.341,0.339-0.177,2.435-0.131,0.616-0.324,0.447-0.277,0.305-0.221,-1.734-0.147,0.448-0.243,1.908-0.484,0.299-0.272,0.120-0.212,-0.001-0.158,-0.083-0.113,-3.521 0.674,-0.070-0.112,2.620-1.075,-0.575-0.257,-0.706-0.199,-0.751-0.150,-0.734-0.105,-2.208 1.089,-0.335-0.042,0.755-1.270,-0.773 0.044,-0.695 0.119,-0.597 0.159,-0.495 0.178,-0.393 0.176,-0.395-0.157,-0.401 0.093,-0.332 0.056,-0.260 0.030,-0.197 0.011,-0.140-0.003,0.828 2.156,-2.324-3.204,-0.763-0.398,-0.378-0.022,-0.102 0.222,0.082 0.359,0.193 0.424,2.831 2.550,-4.016-2.783,-0.807 0.111,-0.689 0.193,-0.558 0.226,-0.431 0.228,-0.317 0.209,-0.028 0.373,0.326 0.373,-0.039 0.244,0.057 0.235,0.116 0.212,0.148 0.185,0.160 0.155,3.844 0.412,-4.181-0.122,0.062 0.260,0.261 0.268,0.375 0.252,0.427 0.230,0.433 0.196,0.486 0.217,0.489 0.217,0.459 0.202,0.411 0.180,0.352 0.153,0.290 0.126,1.027-0.542,-0.792 0.686,-0.034 0.161,-0.962 0.983,0.329-0.060,0.424-0.184,0.442-0.241,2.191-2.235,-1.129 1.308,0.266-0.165,0.099 0.073,0.321-0.253,0.273-0.237,0.221-0.210,0.173-0.178,0.133-0.085,0.102-0.099,0.066-0.058,0.036-0.032,0.015-0.009,0.002 0.003,-0.017-0.064,-0.011-0.016,-0.012-0.021,-0.012-0.019,-0.013-0.020,-0.011-0.016,-0.000 1.073</inkml:trace>
</inkml:ink>
</file>

<file path=ppt/ink/ink8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1101.000 1347.000,'0.007'0.015,"0.012"0.022,0.012 0.026,0.013 0.024,0.010 0.021,0.010 0.020,0.007 0.013,0.005 0.012,0.004 0.008,0.003 0.005,0.002 0.003,0.001 0.002,0.059 0.120,0.077 0.124,0.078 0.109,0.070 0.088,0.064 0.072,0.051 0.053,-0.376-0.572,0.339 0.491,0.110 0.137,0.642 0.843,0.160 0.154,0.075 0.040,0.016-0.035,-0.023-0.081,0.224 0.106,0.207 0.040,0.236 0.063,0.236 0.073,0.215 0.074,0.185 0.067,-2.205-1.730,2.243 1.621,0.108-0.037,-0.039-0.142,-0.133-0.201,-0.186-0.229,-0.211-0.232,-1.337-0.721,1.454 0.408,-0.152-0.329,-0.183-0.302,-0.187-0.261,-0.176-0.215,-0.154-0.169,-0.601 0.037,0.746-0.531,-0.018-0.148,-0.093-0.047,-0.134 0.020,-0.150 0.063,-0.777 0.576,0.467-0.420,0.044-0.078,0.788-0.886,0.311-0.511,0.311-0.516,0.283-0.479,0.245-0.417,-0.693 0.791,0.671-0.943,-0.267 0.322,-0.328 0.433,-0.336 0.466,-0.311 0.446,-0.408 0.561,-0.263 0.377,-0.234 0.336,-0.199 0.284,-0.160 0.232,-0.126 0.180,-0.082 0.232,0.079 0.207,0.499 0.730,0.328 0.580,0.306 0.501,0.268 0.410,0.219 0.319,-1.582-2.210,0.909 1.143,0.142 0.085,1.192 1.165,0.192-0.052,0.084-0.159,0.008-0.219,-0.043-0.245,-0.907-0.892,0.171-0.066,1.980 0.678,0.129-0.315,-0.065-0.328,-0.182-0.310,-0.239-0.273,-1.576-0.383,1.682-0.115,-0.013-0.407,-0.074-0.399,-0.108-0.364,-0.119-0.311,-1.265 0.312,-0.108-0.093,0.535-0.487,-0.202-0.083,-0.196-0.038,-0.184-0.005,-0.160 0.017,-0.137 0.029,-1.429 1.257,1.641-1.320,0.065 0.088,0.011 0.143,-0.022 0.169,-0.045 0.174,-0.053 0.165,-0.080 0.152,-0.199 0.174,-0.215 0.156,-0.212 0.132,-0.193 0.107,-0.168 0.084,-0.733 0.107,0.453 0.082,0.081 0.097,0.900 0.410,0.267 0.181,0.201 0.102,0.144 0.048,0.097 0.009,0.059-0.015,0.359-0.025,0.138-0.069,-0.049-0.110,-0.160-0.122,-0.219-0.124,-0.529-0.219,0.300-0.117,-0.094-0.145,-0.135-0.126,-0.154-0.106,-0.157-0.085,-0.149-0.066,-0.079-0.063,-0.193 0.002,-0.180 0.023,-0.159 0.037,-0.133 0.040,-0.108 0.043,-0.525 0.263,1.246-0.273,0.324 0.015,0.114 0.030,-0.029 0.041,-0.123 0.044,-0.172 0.043,-0.390 0.056,-0.118 0.025,0.024 0.013,-0.173 0.026,-0.159 0.019,-0.139 0.015,-0.115 0.011,-0.163-0.014,-0.021-0.028,0.908-0.804</inkml:trace>
</inkml:ink>
</file>

<file path=ppt/ink/ink8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398.000 396.000,'0.008'0.015,"0.011"0.024,0.015 0.028,0.013 0.027,0.012 0.026,0.012 0.022,0.010 0.019,0.006 0.014,0.007 0.011,0.003 0.009,0.067 0.042,0.107 0.067,0.120 0.076,0.123 0.075,-0.404-0.360,0.681 0.600,0.138 0.112,0.129 0.089,0.094 0.053,0.065 0.024,0.041 0.004,-0.989-0.774,0.786 0.541,0.104 0.033,0.789 0.397,-0.011-0.078,0.159 0.035,0.131 0.031,0.105 0.026,-0.741-0.406,0.052-0.016,0.378 0.120,0.114-0.003,1.486 0.512,0.081-0.031,-0.034-0.051,-0.104-0.059,-0.576-0.243,-0.150-0.106,-0.145-0.108,-0.130-0.102,-0.112-0.093,-0.093-0.077,-0.236-0.113,-0.058-0.075,0.436-0.050,0.351-0.078,-0.256-0.145,0.140-0.148,0.111-0.166,0.085-0.167,-0.804-0.031,0.808-0.412,0.049-0.217,0.577-0.481,-0.059-0.214,-0.105-0.155,-0.130-0.108,0.147-0.237,-0.317 0.127,-0.330 0.189,-0.309 0.210,-0.271 0.206,-0.223 0.186,-1.589 1.099,1.148-0.654,0.248 0.001,1.116-0.303,0.126 0.164,-0.031 0.200,-0.128 0.209,-1.194 0.346,-0.032 0.107,0.799 0.188,0.652 0.324,0.201 0.283,0.130 0.239,0.073 0.193,0.031 0.153,0.925 0.391,0.267 0.072,0.262 0.016,0.235-0.022,0.198-0.041,0.159-0.050,0.931-0.282,-1.623-0.473,0.176-0.096,2.481 0.122,0.074-0.158,-0.089-0.134,-0.186-0.105,-2.716-0.184,1.781 0.059,0.039-0.033,1.677-0.001,-0.051-0.082,-0.125-0.080,-0.163-0.074,-0.176-0.066,-1.618-0.068,1.753-0.156,0.407-0.125,0.472-0.113,0.478-0.093,0.448-0.077,-0.245-0.001,-0.667 0.049,-0.890 0.075,-0.967 0.088,-0.945 0.089,-0.861 0.084,-3.936 0.219,4.040-0.209,0.556-0.043,0.225-0.039,1.016-0.099,-0.424-0.009,-0.624 0.008,-0.714 0.018,-2.185 0.173,-0.307 0.020,1.025-0.097,-0.686 0.044,-0.618 0.031,-0.530 0.020,-0.435 0.013,0.150-0.545</inkml:trace>
</inkml:ink>
</file>

<file path=ppt/ink/ink8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856.000 563.000,'-0.013'0.000,"-0.024"0.000,-0.030-0.013,-0.035-0.024,-0.157-0.072,-0.056-0.022,-0.030-0.006,-0.013 0.007,-0.012 0.036,0.044 0.016,-0.058-0.017,-0.479-0.115,-0.065-0.003,-0.001 0.017,0.038 0.028,0.111 0.023,-0.107-0.028,-0.293-0.072,-0.020-0.022,0.029-0.010,0.053-0.005,0.258 0.089,-0.111 0.018,-0.379-0.006,-0.164 0.032,-0.140 0.031,-0.116 0.029,-0.092 0.023,-0.151 0.021,-0.101 0.064,0.030 0.089,0.057 0.094,0.069 0.090,0.072 0.082,-0.038 0.073,-0.029 0.044,-0.049 0.028,-0.058 0.016,-0.058 0.006,-0.055 0.001,0.391-0.114,0.205-0.039,0.042 0.015,-0.323 0.140,0.159 0.013,0.179 0.006,0.181 0.000,0.536-0.176,-0.127 0.151,0.120 0.013,-0.025 0.127,0.105 0.007,0.079-0.002,0.054-0.007,0.035-0.010,0.185-0.190,0.038-0.005,-0.098 0.206,0.060-0.052,0.046-0.063,0.037-0.064,0.075-0.041,0.037 0.082,0.017 0.204,0.044 0.092,0.036 0.069,0.030 0.053,0.048-0.762,0.060 0.794,0.078 0.126,0.135 0.265,0.110 0.030,0.101-0.018,0.086-0.049,0.074-0.067,-0.495-1.005,0.321 0.488,0.030-0.065,0.025-0.068,0.018-0.071,0.414 0.176,0.020-0.178,-0.002-0.155,-0.018-0.128,-0.148-0.120,0.260-0.045,-0.041-0.065,-0.076-0.044,-0.090-0.026,-0.092-0.016,-0.153 0.008,-0.132 0.009,0.029 0.001,0.451-0.015,0.154 0.006,0.147 0.005,0.132 0.006,0.115 0.006,-0.386-0.010,0.012-0.029,0.363-0.088,-0.027-0.076,-0.046-0.074,-0.057-0.068,-0.062-0.060,-0.364 0.057,-0.055-0.056,0.315-0.295,-0.119-0.032,-0.112 0.009,-0.100 0.033,-0.084 0.044,-0.202 0.155,0.117-0.185,0.007-0.119,0.013-0.135,0.016-0.138,0.017-0.130,0.017-0.115,-0.446 0.760,0.261-0.499,0.010-0.050,0.247-0.528,-0.050 0.034,-0.072 0.087,-0.079 0.112,-0.400 0.854,0.148-0.406,-0.019 0.027,0.066-0.277,-0.059 0.016,-0.063 0.008,-0.062 0.007,-0.057 0.003,-0.155 0.927,0.107-1.088,-0.052 0.115,-0.042 0.158,-0.028 0.174,-0.020 0.169,-0.014 0.150,-0.013 0.142,-0.013 0.124,-0.013 0.102,-0.011 0.081,-0.008 0.061,-0.006 0.043,-0.006 0.028,-0.002 0.018,-0.003 0.009,0.000 0.004,-0.002-0.002,0.001-0.002,0.014-0.012,-0.026-0.002,-1.042 0.032</inkml:trace>
</inkml:ink>
</file>

<file path=ppt/ink/ink8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1128.000 577.000,'0.026'0.000,"0.048"0.000,0.173 0.000,0.092 0.000,0.063 0.000,0.040 0.000,0.023 0.000,0.054 0.000,0.000 0.000,-0.007 0.000,-0.012 0.000,-0.013 0.000,-0.014 0.000,-0.011 0.000,-0.003 0.000,-0.175 0.000,0.012 0.000,2.198 0.000</inkml:trace>
</inkml:ink>
</file>

<file path=ppt/ink/ink8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856.000 622.000,'-0.011'0.000,"-0.019"0.000,-0.021 0.000,-0.022 0.000,-0.020 0.000,-0.019 0.000,0.077 0.000,-0.329 0.000,-0.189 0.000,-0.362 0.000,-0.132 0.000,-0.063 0.000,-0.012 0.000,0.661 0.000,-0.550 0.024,-0.086 0.038,-0.228 0.093,-0.009 0.096,0.027 0.098,0.049 0.094,0.063 0.085,0.424-0.121,-0.011 0.092,-0.335 0.389,-0.094 0.234,-0.874 1.103,-0.469 0.683,-0.457 0.620,-0.408 0.529,2.781-3.300,-3.536 4.094,-0.450 0.359,-0.239 0.082,-0.089-0.095,0.011-0.196,4.023-4.079,-3.807 3.660,0.127-0.220,0.285-0.328,0.365-0.371,0.388-0.372,0.377-0.347,1.951-1.765,-0.846 1.077,0.061 0.298,-0.968 2.161,0.264 0.382,0.291 0.155,0.281 0.005,1.368-3.254,-0.765 2.341,0.060 0.152,-0.521 2.138,0.021 0.328,0.012 0.223,0.005 0.141,0.922-3.420,0.021-0.093,-0.649 2.366,0.165-0.666,0.192-0.760,0.193-0.758,0.178-0.697,0.094-0.043,-0.319 1.563,-0.010 0.317,0.050 0.016,0.086-0.177,0.104-0.289,0.551-2.742,-0.525 2.846,0.031 0.237,-0.026 0.681,0.094-0.049,0.102-0.152,0.101-0.209,0.271-2.108,0.016 0.122,-0.070 2.108,0.013 1.881,0.085 0.722,0.089 0.444,0.083 0.230,0.078 0.073,0.047-6.851,0.079 3.964,0.077 0.023,0.265 3.408,0.110-0.505,0.064-0.710,0.029-0.797,0.003-0.801,-0.348-3.864,0.368 2.636,0.319 1.184,0.132-0.312,0.107-0.402,0.083-0.430,0.062-0.415,-1.075-3.925,0.803 2.492,0.140 0.100,0.981 2.102,0.177-0.093,0.077-0.244,0.008-0.314,-0.034-0.331,-1.961-3.805,1.724 2.911,0.249 0.156,0.927 0.969,0.467 0.155,0.437 0.098,0.384 0.054,-0.586-0.953,-0.998-1.191,0.000-0.139,2.211 1.692,-0.322-0.634,-0.439-0.657,-0.479-0.620,-2.520-1.748,1.543 0.729,0.039-0.230,1.331 0.109,0.235-0.367,0.206-0.312,0.171-0.251,0.136-0.191,-3.276-0.322,3.241-0.142,-0.181-0.383,-0.280-0.355,-0.315-0.308,-0.311-0.252,-0.734-0.003,-0.334-0.095,-0.315-0.065,-0.283-0.038,-0.240-0.020,-0.197-0.007,-0.154 0.003,-0.364 0.069,0.521-0.790,3.255-4.556,0.939-1.815,0.443-1.131,0.101-0.616,-5.478 8.453,3.162-5.476,0.093-0.685,2.552-6.227,-0.406-0.770,-0.612-0.191,-0.682 0.175,-0.664 0.382,-0.593 0.471,-0.718 0.965,-0.629 0.782,-0.567 0.760,-0.480 0.682,-0.385 0.575,-1.062 8.495,0.526-9.107,-0.388-0.456,-0.362 0.057,-0.322 0.381,-0.270 0.561,-0.672 0.997,-1.440-3.509,-0.859-0.347,-0.628 0.175,-0.430 0.498,-0.276 0.666,1.469 4.118,0.033 0.516,-1.592-2.498,0.160 1.149,0.214 1.084,0.230 0.956,0.221 0.800,2.559 3.713,-2.651-3.134,0.025 0.516,0.112 0.561,0.159 0.545,0.173 0.491,0.172 0.420,2.920 2.291,-1.673-1.153,0.053 0.174,-0.603-0.183,0.178 0.277,0.202 0.248,0.206 0.214,0.194 0.178,1.677 0.616,-1.864-0.449,0.202 0.181,0.189 0.132,0.227 0.106,0.237 0.082,0.227 0.062,0.081 0.050,0.216 0.034,0.169 0.017,0.128 0.006,0.089-0.002,0.059-0.006,0.130 0.028,-0.063 0.061,0.004 0.032,0.009 0.022,0.011 0.012,0.012 0.006,0.012 0.000,-3.113 0.700</inkml:trace>
</inkml:ink>
</file>

<file path=ppt/ink/ink8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1144.000 652.000,'-1.031'0.074,"-0.815"0.123,-0.340 0.123,-0.073 0.117,0.099 0.103,0.194 0.084,1.576-0.455,-2.586 2.872,-0.539 1.355,-0.182 0.715,0.056 0.253,0.206-0.061,0.287-0.258,-1.057 4.618,-0.515 3.275,-0.092 1.972,0.185 0.992,0.349 0.293,0.427-0.178,0.915-2.310,0.171 0.532,-0.484 4.621,0.396-0.439,0.394-0.897,0.364-1.113,0.315-1.159,0.307-1.276,0.364-1.839,0.259-0.714,0.252-0.667,0.229-0.593,0.202-0.506,0.160-3.560,0.119-0.121,0.336 2.848,0.206-0.742,0.149-0.871,0.100-0.903,0.062-0.864,0.033-0.785,-0.366-2.494,2.398 4.641,0.653 0.108,0.184-0.426,-0.115-0.714,-0.291-0.830,-2.173-3.170,-0.626-0.887,3.358 3.819,0.035-0.368,-0.249-0.550,-0.401-0.612,-0.464-0.603,-0.462-0.545,-0.550-0.741,0.472 0.091,2.203 0.847,0.529-0.041,0.233-0.138,0.022-0.195,-0.123-0.220,-0.973-0.535,0.186-0.147,2.180 0.023,-0.012-0.406,-0.189-0.389,-0.287-0.350,-0.329-0.301,-3.559 0.189,-0.005-0.161,3.452-1.978,-0.180-1.138,-0.302-0.943,-0.359-0.751,-0.369-0.573,-0.347-0.416,-3.339 4.948,3.433-6.923,-0.081-1.217,-0.187-0.796,-0.243-0.468,-0.260-0.222,-0.251-0.051,-0.414-1.088,-0.394-0.301,-0.424 0.470,-0.415 0.942,-0.380 1.185,-0.333 1.259,-0.777 4.309,-0.785-5.297,-0.803-1.789,-2.093-8.161,-0.672-0.415,-0.197 0.928,0.118 1.688,2.680 10.854,-1.239-4.274,0.026 0.592,-0.770-1.996,0.222 1.310,0.275 1.321,0.292 1.249,0.284 1.120,0.244 1.256,-0.072 0.371,-0.857-0.978,-0.284 0.289,-0.279 0.207,-0.253 0.138,-0.221 0.086,-0.181 0.044,0.248 0.502,0.291 0.500,0.383 0.570,0.415 0.573,0.408 0.539,0.373 0.477,0.327 0.404,0.354 0.422,0.315 0.375,0.284 0.332,0.244 0.283,0.202 0.231,0.043 0.845</inkml:trace>
</inkml:ink>
</file>

<file path=ppt/ink/ink8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1127.000 547.000,'-0.021'-0.021,"-0.035"-0.035,-0.040-0.040,-0.080-0.057,-0.074-0.041,-0.073-0.032,-0.064-0.025,-0.055-0.019,-0.045-0.012,-0.035-0.009,-0.066 0.024,-0.106 0.031,-0.116 0.036,-0.111 0.039,-0.103 0.036,-0.088 0.032,0.636 0.072,-0.458 0.046,-0.078 0.063,-0.485 0.210,-0.036 0.191,0.011 0.187,0.043 0.171,0.060 0.150,1.127-0.780,-1.175 1.271,0.010 0.324,0.019 0.252,0.024 0.190,0.025 0.133,0.023 0.088,0.021 0.054,1.074-2.015,-1.149 2.496,0.105 0.130,0.170-0.011,0.198-0.096,0.199-0.142,0.430-1.170,0.220 1.534,0.450-0.011,0.402-0.114,0.333-0.167,0.267-0.184,-0.138-0.819,0.588 0.263,0.287-0.157,0.240-0.151,0.190-0.140,0.146-0.122,0.106-0.100,-1.587-0.928,2.080 0.864,-0.050-0.169,-0.207-0.183,-0.287-0.179,-0.315-0.162,-0.310-0.137,-0.921-0.323,0.016-0.045,1.154-0.016,0.470-0.242,0.504-0.245,0.493-0.231,0.445-0.203,0.267-0.376,0.292-0.396,-0.336-0.191,-0.469-0.098,-0.513-0.033,-0.492 0.008,-1.483 0.738,0.787-1.084,-0.396-0.289,-0.337-0.265,-0.273-0.229,-0.209-0.186,-0.556 1.320,0.170-1.207,-0.173 0.069,-0.283 0.258,-0.288-0.005,-0.303-0.028,-0.293-0.041,-0.270-0.046,-0.284-0.148,-0.103 0.195,-0.030 0.250,0.019 0.264,0.048 0.255,0.972 1.514,-1.297-1.430,-0.281-0.087,-0.654-0.432,0.048 0.202,0.197 0.287,0.279 0.320,0.309 0.318,0.495 0.432,-0.134 0.037,0.180 0.214,0.139 0.161,0.102 0.115,0.073 0.076,0.371 0.098,0.017 0.020,-0.318-0.002,0.032 0.039,0.028 0.026,0.026 0.016,0.022 0.008,-1.477 0.117</inkml:trace>
</inkml:ink>
</file>

<file path=ppt/ink/ink8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1093.000 1266.000,'-0.118'-0.052,"-0.183"-0.082,-0.208-0.093,-0.210-0.092,-0.193-0.086,-0.167-0.075,0.285 0.151,-0.037 0.009,-0.451-0.119,0.042 0.060,0.086 0.069,0.106 0.068,0.837 0.198,-0.949-0.095,-0.308 0.030,-0.653 0.021,-0.339 0.030,-0.270 0.025,-0.207 0.017,-0.152 0.014,-0.107 0.008,1.804-0.002,-2.592 0.098,-0.003 0.133,0.135 0.148,0.207 0.142,0.233 0.128,0.842-0.062,-0.531 0.227,-0.094 0.098,-0.081 0.070,-0.068 0.048,-0.056 0.029,-0.043 0.015,2.705-0.843,-2.296 0.809,-0.035 0.097,-0.363 0.268,0.216 0.050,0.283 0.019,0.310-0.006,0.308-0.021,0.496-0.173,0.153 0.045,-0.184 0.424,0.100 0.190,0.062 0.196,0.033 0.188,0.012 0.168,0.099 0.096,0.165 0.011,0.192-0.035,0.195-0.060,0.185-0.074,0.163-0.078,0.254 0.075,0.300 0.138,0.306 0.181,0.289 0.197,0.257 0.193,0.219 0.178,0.177 0.154,0.140 0.129,0.548 0.283,0.323-0.168,0.328-0.126,0.263-0.190,0.202-0.218,0.149-0.223,1.016 0.189,0.374-0.295,0.186-0.337,0.053-0.337,-0.030-0.307,-3.817-1.528,2.798 0.745,0.651-0.093,3.363 0.255,0.784-0.221,0.402-0.205,0.130-0.181,-0.051-0.150,-0.161-0.119,1.339-0.135,0.807-0.137,0.445-0.124,0.182-0.108,0.005-0.089,-4.732 0.030,5.100-0.319,0.123-0.145,-0.150-0.106,-0.311-0.072,-0.391-0.047,-0.414-0.025,-6.457 0.530,3.477-0.348,0.165-0.057,3.950-0.464,-0.676 0.015,-1.009 0.069,-1.137 0.097,-7.419 0.863,6.354-0.886,-0.936 0.023,-0.979 0.059,-0.927 0.077,-0.822 0.082,-0.691 0.079,-0.519-0.386,0.429-0.506,2.189-1.621,-0.174-0.358,-0.543-0.047,-0.727 0.154,-0.787 0.265,-2.314 2.028,1.003-1.765,-0.805 0.055,-0.753 0.083,-0.668 0.094,-0.566 0.094,-0.460 0.090,-0.359 0.079,-2.104-1.160,-1.173-0.340,-1.231-0.448,-1.007-0.296,-0.793-0.176,-0.602-0.085,6.410 3.915,-9.977-4.888,-2.423-0.321,-0.246 0.637,0.527 0.877,0.956 0.947,1.135 0.911,3.453 1.347,-0.831 0.457,0.642 0.605,0.647 0.491,0.610 0.380,0.545 0.285,0.467 0.202,4.918-0.633,-8.048 1.364,-1.126 0.325,-0.424 0.161,0.050 0.045,0.343-0.031,0.502-0.077,-0.134 0.069,-0.085 0.037,0.162-0.027,0.311-0.066,0.380-0.087,0.279-0.048,1.245-0.259,0.811-0.183,0.881-0.201,0.870-0.201,0.807-0.189,0.713-0.166,-5.206 0.409</inkml:trace>
</inkml:ink>
</file>

<file path=ppt/ink/ink8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1010.000 1340.000,'0.000'0.011,"0.000"0.018,0.000 0.019,0.000 0.020,0.000 0.018,0.000 0.016,0.000 0.014,0.022 0.140,0.034 0.192,0.038 0.208,0.036 0.202,-0.106-0.691,0.100 0.635,0.060 0.243,0.156 0.756,0.046 0.213,0.020 0.097,-0.003 0.016,-0.015-0.039,-0.303-1.649,0.509 2.052,0.047-0.109,0.049-0.061,0.021-0.137,-0.001-0.176,-0.012-0.193,-0.023-0.192,-0.384-0.946,0.493 0.993,-0.050-0.224,-0.076-0.244,-0.087-0.234,-0.085-0.210,-0.218-0.370,0.195 0.201,-0.035-0.097,-0.042-0.087,-0.044-0.074,-0.043-0.059,-0.037-0.045,-0.211-0.186,0.303 0.121,0.172-0.096,0.203-0.126,0.210-0.136,0.197-0.130,0.175-0.119,0.163-0.338,0.118-0.318,0.082-0.282,0.051-0.238,0.029-0.193,0.011-0.149,0.001-0.111,-1.409 1.654,1.682-2.017,-0.017 0.001,-0.110 0.119,-0.158 0.186,-0.175 0.207,-0.170 0.207,-0.325 0.421,-0.148 0.221,-0.136 0.216,-0.120 0.197,-0.103 0.175,-0.083 0.147,-0.389 0.272,0.224-0.047,0.030 0.111,0.379 0.359,0.140 0.321,0.127 0.275,0.110 0.223,0.092 0.175,0.117 0.085,-0.060-0.104,-0.076-0.120,-0.119-0.162,-0.135-0.176,-0.138-0.175,-0.631-0.556,0.336 0.245,0.005-0.040,0.405 0.116,0.012-0.138,-0.003-0.129,-0.010-0.111,-0.016-0.094,-0.379-0.040,0.350-0.189,-0.017-0.140,-0.028-0.121,-0.035-0.099,-0.035-0.078,-0.005-0.001,-0.068 0.089,-0.023 0.066,-0.026 0.078,-0.025 0.080,-0.023 0.077,-0.020 0.069,-0.294 0.148,0.524 0.030,0.076 0.100,0.024 0.071,-0.010 0.050,-0.034 0.032,-0.045 0.017,-0.618-0.170,1.401 0.600,0.327 0.159,0.148 0.037,0.023-0.038,-0.053-0.082,-0.093-0.099,-0.413-0.235,0.525-0.028,-0.044-0.159,-0.119-0.156,-0.159-0.142,-0.169-0.122,-0.163-0.100,-0.255-0.066,-0.152-0.085,-0.139-0.081,-0.123-0.070,-0.100-0.058,0.948-2.629</inkml:trace>
</inkml:ink>
</file>

<file path=ppt/ink/ink8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857.000 561.000,'-0.003'0.000,"-0.111"0.000,-0.092 0.000,-0.080 0.000,-0.067 0.000,-0.054 0.000,-0.041 0.000,-0.031 0.000,-0.021 0.000,0.390 0.000,-0.759 0.041,-0.340 0.064,-0.316 0.076,-0.279 0.078,-0.238 0.075,-0.167 0.073,0.048 0.040,0.127 0.024,0.167 0.012,0.182 0.004,0.177-0.002,0.162-0.005,1.040-0.326,-2.256 2.374,-0.811 1.488,-0.130 0.631,0.169 0.176,0.337-0.119,0.414-0.288,0.835-1.260,-0.247 0.785,0.395-0.429,0.379-0.462,0.336-0.441,0.282-0.390,0.422-1.433,-0.014 0.991,0.205-0.308,0.143-0.310,0.093-0.286,0.055-0.249,0.144-0.213,0.179-0.153,0.178-0.115,0.166-0.085,0.145-0.059,0.121-0.037,0.097-0.022,0.031-0.014,0.012-0.018,-0.059-0.018,-0.101-0.014,-0.124-0.013,-0.131-0.010,-0.754 0.107,0.684-0.366,0.056-0.227,0.391-0.615,-0.010-0.288,-0.051-0.198,-0.072-0.128,-0.079-0.072,-0.194 0.137,-0.128 0.018,-0.129 0.032,-0.119 0.039,-0.105 0.040,-0.088 0.038,-0.175 0.545,0.018-0.932,-0.099-0.164,-0.096-0.082,-0.086-0.024,-0.073 0.016,-0.061 0.039,0.045 0.837,-0.191-0.911,-0.036 0.120,-0.007 0.177,0.013 0.200,0.025 0.199,0.030 0.186,0.043 0.149,-0.453-2.383</inkml:trace>
</inkml:ink>
</file>

<file path=ppt/ink/ink8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114.000 238.000,'0.031'0.015,"0.047"0.024,0.053 0.027,0.052 0.026,0.048 0.023,0.040 0.021,0.033 0.015,0.025 0.014,0.018 0.008,0.013 0.007,0.008 0.004,0.062 0.105,0.136 0.183,0.154 0.211,0.158 0.213,-0.687-0.699,0.593 0.575,0.224 0.161,1.104 0.916,0.307 0.201,0.159 0.089,0.051 0.008,-0.023-0.047,-0.959-0.801,0.063 0.007,0.176 0.051,0.261 0.082,1.554 0.857,0.254 0.029,0.084-0.045,-0.034-0.091,0.636 0.153,-1.229-0.743,0.270-0.016,2.322 0.621,1.144 0.072,1.159 0.080,1.091 0.079,-0.759-0.369,0.464-0.062,0.254-0.115,2.467 0.241,-0.255-0.267,-0.482-0.272,-0.590-0.253,-1.565-0.347,-0.462-0.201,0.556-0.262,-0.285-0.386,-0.200-0.379,-0.131-0.349,-0.077-0.302,-0.037-0.251,-6.644 0.899,6.506-1.279,-0.106-0.227,-0.240-0.129,-0.308-0.059,-0.332-0.006,-0.324 0.025,-0.295 0.047,-0.257 0.055,-2.254 0.733,0.104 0.056,0.796-0.074,0.045 0.112,1.520-0.116,-0.394 0.212,-0.537 0.198,-0.597 0.175,-0.596 0.150,-0.562 0.123,-1.460 0.127,1.763 0.019,-0.027 0.076,0.003 0.048,0.022 0.028,0.030 0.012,0.035 0.003,-3.393-0.057,4.150-0.051,0.459-0.167,0.296-0.187,0.174-0.183,0.081-0.165,-4.843 0.590,5.257-1.191,-0.061-0.398,-0.323-0.282,-0.452-0.188,-0.495-0.114,-4.112 1.881,3.321-2.048,-0.182-0.300,-0.242-0.203,-0.267-0.125,-0.267-0.064,-0.248-0.020,-1.733 1.701,1.309-2.041,-0.076-0.381,0.669-1.880,-0.412 0.026,-0.453 0.284,-0.440 0.418,-0.772 1.167,-0.257-0.182,-0.175-1.373,-0.395 0.182,-0.333 0.340,-0.264 0.408,0.112 2.780,-0.538-1.614,-0.513-0.390,-1.174-1.769,-0.389 0.048,-0.145 0.322,0.022 0.480,0.132 0.549,2.190 3.279,-2.397-2.644,-1.002-0.136,-1.232-0.162,-2.152-0.689,-0.564 0.246,-0.125 0.378,0.171 0.437,2.846 1.385,-2.101-0.476,-0.525 0.190,-2.487-0.139,-1.043 0.308,-0.972 0.296,-0.861 0.268,-2.903 0.128,-0.337 0.357,0.645 0.316,1.181 0.259,1.401 0.204,1.406 0.153,9.462 0.157,-6.617 0.267,-1.014 0.303,-4.644 0.734,-1.003 0.492,-0.566 0.417,-0.240 0.342,-0.007 0.269,12.711-2.180,-15.110 3.126,0.313 0.264,1.037 0.034,1.424-0.119,1.567-0.205,1.542-0.247,10.266-2.784,-11.138 3.951,0.726 0.269,0.860 0.060,1.247-0.205,1.415-0.362,1.429-0.442,1.967-0.600,0.943 0.012,0.819 0.121,0.688 0.191,0.802 0.008,0.767-0.383,0.388 0.030,0.067 1.114,0.524-0.250,0.413-0.346,0.313-0.384,0.206-0.800,0.137-0.514,0.129-0.158,0.393 0.720,0.244-0.259,0.187-0.219,0.137-0.177,-0.694-1.303,0.745 1.028,0.084-0.100,0.059-0.114,0.040-0.114,0.022-0.108,0.010-0.094,-0.756-0.713,0.477 0.356,0.128 0.061,0.953 0.658,0.010-0.051,-0.118-0.127,-0.193-0.169,-0.226-0.183,2.991 1.638</inkml:trace>
</inkml:ink>
</file>

<file path=ppt/ink/ink8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307.000 972.000,'-0.022'0.000,"-0.034"0.000,-0.038 0.000,-0.036 0.000,-0.001-0.005,0.013-0.007,0.023-0.009,0.026-0.008,0.027-0.008,0.025-0.006,0.022-0.006,0.018-0.004,0.014-0.003,0.010-0.001,0.008-0.003,0.005 0.000,0.002-0.001,0.003 0.001,-0.001-0.001,0.001 0.001,-0.001 0.000,-0.052 0.045,0.055-0.081,0.036-0.025,0.085-0.058,0.040 0.002,0.025 0.017,0.016 0.022,-0.076 0.039,0.020-0.019,0.298-0.087,0.287-0.022,0.316-0.013,0.311-0.005,0.287 0.000,-0.936 0.150,0.783-0.039,1.770-0.073,0.644-0.006,0.430-0.012,0.259-0.015,0.129-0.015,0.036-0.017,-2.717 0.146,2.295-0.158,0.065-0.007,1.169-0.073,-0.077 0.015,-0.151 0.023,-0.189 0.026,-0.199 0.027,-0.189 0.025,0.730 0.048,0.454 0.062,0.247 0.063,0.093 0.061,-0.010 0.056,-1.704 0.038,0.415 0.073,3.676 0.228,0.163 0.074,-0.226 0.026,-0.442-0.004,-3.880-0.218,-0.064 0.007,2.872 0.171,-0.047-0.036,-0.083-0.052,-0.098-0.060,-0.102-0.060,-0.053-0.054,0.264-0.042,-0.431-0.045,-0.487-0.036,-0.480-0.027,-0.434-0.017,-1.458-0.009,-1.014-0.002,-0.067-0.002,1.830-0.008,-0.270-0.001,-0.307-0.001,-0.308 0.002,-1.600 0.006,-0.042 0.001,-0.031 0.000,1.185-0.001,-0.196 0.001,-0.239 0.002,-0.247 0.002,-0.235 0.000,-0.744 0.001,-0.041 0.001,0.647-0.001,-0.085 0.002,-0.093-0.001,-0.089 0.000,-1.456 0.000,0.764 0.001,0.064-0.001,0.908 0.001,0.000-0.001,-0.079 0.000,-0.125 0.000,-0.145 0.001,-0.104-0.001,-0.144 0.000,-0.190 0.000,-0.204 0.000,-0.201 0.000,-0.183 0.000,-0.161 0.000,-0.133 0.000,0.010 0.000</inkml:trace>
</inkml:ink>
</file>

<file path=ppt/ink/ink8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290.000 777.000,'0.016'0.000,"0.024"0.000,0.029 0.000,0.028 0.000,0.025 0.000,0.023 0.000,0.018 0.000,0.015 0.000,0.010 0.000,0.008 0.000,-0.051 0.000,0.023 0.000,0.300 0.000,0.298 0.000,0.323 0.000,0.315 0.000,0.283 0.000,0.242 0.000,-1.538 0.000,2.422 0.000,0.629 0.000,0.486 0.000,0.358 0.000,0.248 0.000,0.225 0.074,-0.132 0.047,-0.187 0.037,-0.313 0.024,-0.373 0.014,-0.387 0.008,-0.370 0.002,-2.286-0.152,2.389 0.227,0.917 0.112,5.085 0.498,1.574 0.108,0.926 0.015,0.444-0.042,0.101-0.080,-0.124-0.094,-0.261-0.098,-9.404-0.565,10.604 0.451,-0.217-0.130,-0.643-0.116,-0.853-0.101,-0.914-0.082,-0.875-0.064,-0.781-0.047,-5.330-0.033,5.266-0.007,-0.331-0.018,-0.674-0.009,-0.845-0.006,-0.892-0.001,-0.855 0.002,-0.107-0.055,-0.001-0.018,-0.039 0.006,-0.064 0.022,-0.073 0.031,-0.076 0.033,0.461 0.045,-0.269 0.037,-0.298 0.032,-0.288 0.024,-0.257 0.017,-0.216 0.013,-0.657-0.020,-0.509-0.019,-0.416-0.016,-0.408-0.019,-0.376-0.017,-0.329-0.017,-0.472-0.025,-0.036-0.006,0.296 0.003,-0.096-0.010,-0.090-0.008,-0.080-0.005,-0.067-0.004,-0.073-0.002,-0.071 0.000,-0.066-0.002,-0.056 0.001,-0.046 0.001,-0.037 0.000,-0.028 0.000,0.260-0.002</inkml:trace>
</inkml:ink>
</file>

<file path=ppt/ink/ink8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588.000 758.000,'0.056'0.000,"0.084"0.000,0.096 0.000,0.092 0.000,0.083 0.000,0.071 0.000,0.056 0.000,0.043 0.000,0.031 0.000,0.021 0.000,0.012 0.000,-0.519 0.000,0.690 0.000,0.152 0.000,0.102 0.000,0.061 0.000,0.032 0.000,0.002 0.009,-0.049 0.013,-0.065 0.017,-0.073 0.016,-0.072 0.016,-0.066 0.014,-0.058 0.011,-0.048 0.011,-0.261-0.042,0.312 0.054,0.041 0.032,0.027 0.036,0.013 0.037,0.006 0.036,-0.285-0.060,0.011 0.018,0.471 0.215,-0.097-0.003,-0.139-0.029,-0.151-0.041,-0.146-0.046,-0.130-0.044,-0.110-0.040,-0.086-0.033,-0.065-0.026,-0.048-0.021,-0.031-0.014,-0.020-0.009,-0.011-0.007,-0.003-0.003,0.000-0.001,0.002-0.001,-0.003 0.015,-0.003 0.036,-0.004 0.043,-0.005 0.044,-0.003 0.040,-0.005 0.037,-0.003 0.030,-0.004-0.094,-0.001 0.060,-0.022 0.376,-0.039 0.149,-0.043 0.117,-0.045 0.092,-0.042 0.066,-0.037 0.046,0.175-0.929,-0.358 1.072,-0.159 0.064,-0.144 0.038,-0.128 0.018,-0.104 0.004,-0.084-0.005,0.817-1.146,-1.037 1.296,-0.055 0.013,0.016-0.039,0.058-0.069,0.081-0.080,0.088-0.084,0.007 0.042,0.044-0.057,0.061-0.108,0.064-0.131,0.064-0.136,-1.714 1.461</inkml:trace>
</inkml:ink>
</file>

<file path=ppt/ink/ink8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1442.000 516.000,'0.000'0.000</inkml:trace>
</inkml:ink>
</file>

<file path=ppt/ink/ink8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320.000 567.000,'0.005'0.000,"0.008"0.000,0.009 0.000,0.008 0.000,0.009 0.000,0.007 0.000,0.005 0.000,0.005 0.000,0.003 0.000,0.002 0.000,0.002 0.000,0.001 0.000,0.001 0.000,-0.001 0.000,0.001 0.000,-0.001 0.000,0.059 0.000,0.103 0.000,0.119 0.000,0.124 0.000,0.117 0.000,0.104 0.000,0.265 0.000,0.206 0.000,0.198 0.000,0.174 0.000,0.148 0.000,0.118 0.000,0.112 0.000,0.374 0.000,0.086 0.000,0.017 0.000,-0.023 0.000,-0.432 0.000,0.034 0.000,0.226 0.011,0.219 0.016,0.246 0.021,0.251 0.022,0.235 0.019,0.212 0.019,-1.801-0.049,3.763 0.174,0.762 0.027,0.476-0.008,0.259-0.025,0.107-0.036,-3.107-0.096,2.878 0.036,-0.309-0.033,-0.418-0.030,-0.449-0.023,-0.433-0.018,-0.384-0.014,-0.640-0.021,-0.312-0.025,-0.267-0.026,-0.218-0.024,-0.171-0.022,-0.130-0.018,-1.226 0.048,-0.013 0.001,1.482-0.049,0.633-0.006,0.722-0.005,0.730-0.007,0.686-0.006,0.609-0.005,1.345 0.002,0.353 0.017,-0.163 0.019,-0.482 0.021,-0.650 0.021,-0.709 0.018,-3.867 0.035,3.080-0.014,-0.576 0.012,-0.561 0.010,-0.506 0.006,-0.436 0.004,-0.359 0.004,-0.258-0.011,-0.174-0.018,-0.109-0.022,-0.058-0.024,-0.022-0.021,0.004-0.019,-1.931 0.090,2.353-0.090,0.092 0.007,-0.119 0.012,-0.250 0.013,-0.318 0.015,-0.340 0.014,-1.538 0.038,1.392-0.123,-0.300-0.026,-0.259-0.004,-0.215 0.013,-0.169 0.021,-0.125 0.025,-0.089 0.023,-0.080 0.035,0.057 0.010,0.035 0.010,0.276-0.008,0.129-0.008,0.130-0.015,0.120-0.018,0.104-0.017,0.088-0.017,-0.874 0.067,1.021-0.067,0.023 0.010,-0.032 0.013,-0.067 0.015,-0.082 0.015,-0.089 0.014,-0.003 0.000,-0.110-0.004,-0.099-0.010,-0.087-0.011,-0.070-0.012,-0.055-0.010,-0.040-0.010,-0.029-0.007,0.028 0.001,-0.063 0.013,-0.098 0.016,-0.113 0.017,-0.110 0.016,-0.098 0.013,0.386 0.011</inkml:trace>
</inkml:ink>
</file>

<file path=ppt/ink/ink8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621.000 557.000,'0.052'0.000,"0.084"0.000,0.096 0.000,0.099 0.000,0.094 0.000,0.084 0.000,0.070 0.000,0.059 0.000,0.068 0.000,0.079 0.000,0.078 0.000,0.072 0.000,0.063 0.000,0.053 0.000,-0.832 0.003,0.962 0.080,0.062 0.075,-0.041 0.065,-0.075 0.055,-0.089 0.043,-0.089 0.034,-0.406-0.126,0.022 0.040,0.529 0.342,0.020 0.078,-0.013 0.040,-0.034 0.012,-0.044-0.003,-0.835-0.598,0.759 0.821,-0.077 0.230,-0.105 0.208,-0.112 0.178,-0.109 0.145,-0.098 0.113,-0.162-0.021,-0.190-0.104,-0.192-0.146,-0.178-0.163,-0.156-0.160,-0.130-0.146,-0.281 0.014,-0.147-0.023,-0.063-0.021,-0.007-0.018,0.028-0.015,0.049-0.013,0.261-0.259,-0.186 0.211,0.100-0.100,0.115-0.119,0.111-0.119,0.101-0.111,0.107-0.102,0.094-0.080,0.080-0.064,0.067-0.048,0.052-0.035,0.039-0.025,0.178 0.263</inkml:trace>
</inkml:ink>
</file>

<file path=ppt/ink/ink8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661.000 998.000,'-0.103'-0.011,"-0.164"-0.019,-0.191-0.021,-0.196-0.022,-0.187-0.020,-0.167-0.019,-0.585 0.025,-0.595 0.072,-0.617 0.087,-0.577 0.089,-0.506 0.085,-0.418 0.072,0.110 0.041,0.240 0.034,0.369 0.022,0.422 0.013,0.420 0.005,1.514-0.200,-2.784 0.747,-0.639 0.308,-0.339 0.216,-0.118 0.139,0.034 0.083,0.131 0.037,0.508 0.431,-0.155 0.655,-1.054 1.571,0.401 0.562,0.571 0.333,0.634 0.159,0.631 0.037,1.600-2.314,0.232-0.146,-0.443 1.641,0.524-0.451,0.430-0.452,0.339-0.422,0.256-0.371,0.288-1.257,0.158 0.850,0.240-0.136,0.209-0.141,0.177-0.135,0.142-0.123,0.112-0.105,-0.414-1.091,1.368 1.543,0.664 0.184,0.587 0.124,0.493 0.075,0.398 0.040,0.308 0.015,-0.848-0.824,0.361-0.033,2.060 0.567,0.443-0.269,0.270-0.317,0.142-0.328,0.044-0.312,0.956-0.236,-0.166-0.402,-0.235-0.348,-0.257-0.284,-0.248-0.222,-0.217-0.163,-1.133-0.040,1.923-0.273,0.054-0.128,-0.279-0.087,-0.470-0.053,-0.557-0.029,-0.573-0.011,-0.306-0.276,-0.751-0.292,-0.688-0.322,-0.592-0.314,-0.480-0.282,-1.756 1.470,1.102-1.931,-0.248-0.463,-0.230-0.370,-0.200-0.281,-0.168-0.205,-0.137-0.143,-0.855 3.439,0.734-4.024,-0.131-0.079,-0.144 0.191,-0.139 0.354,-0.128 0.435,-0.112 0.460,-0.241 2.844,-0.181-4.094,-0.409-0.402,-0.361-0.073,-0.302 0.135,-0.238 0.251,-0.182 0.301,0.277 1.267,-0.170 0.025,-0.587-0.649,-0.113 0.323,-0.042 0.388,0.007 0.401,0.036 0.378,0.817 1.097,-1.128-0.537,-0.395 0.239,-0.397 0.223,-0.372 0.201,-0.331 0.172,-0.283 0.141,-0.347 0.167,-0.093 0.219,-0.021 0.217,0.026 0.200,0.057 0.175,0.071 0.148,1.727 0.046,0.008 0.096,0.030 0.080,-2.146 0.524,0.465 0.059,0.572-0.028,0.586-0.080,2.201-0.557,-0.440 0.138,0.137-0.026,-0.468 0.160,0.342-0.088,0.318-0.090,0.283-0.085,0.239-0.078,0.197-0.067,0.250-0.126</inkml:trace>
</inkml:ink>
</file>

<file path=ppt/ink/ink8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1384.000 947.000,'0.278'0.043,"0.445"0.068,0.526 0.081,0.535 0.092,0.613 0.109,1.467 0.255,1.111 0.198,1.031 0.184,0.899 0.160,0.745 0.133,-2.700-0.488,5.133 0.764,0.776 0.015,0.257-0.071,-0.087-0.120,-0.296-0.140,-2.385-0.409,2.687 0.053,0.089-0.200,-0.018-0.183,-0.086-0.158,-0.121-0.128,-0.134-0.102,1.053-0.052,0.969-0.013,0.625 0.010,0.357 0.023,0.160 0.030,0.021 0.033,-11.156-0.149,11.123 0.102,-0.160-0.084,-0.524-0.103,-0.723-0.111,-0.806-0.106,-0.804-0.099,-8.675 0.284,7.862-0.446,-0.965-0.100,-1.098-0.069,-1.106-0.044,-1.038-0.022,-0.920-0.009,-2.809 0.365,3.874-1.154,-0.101-0.251,-0.449-0.069,-0.635 0.052,-0.700 0.125,-0.688 0.158,-2.801 1.238,1.138-0.814,0.489-1.713,-0.700-1.163,-0.714-1.171,-0.674-1.098,-0.602-0.971,-0.513-0.824,-0.945-1.868,-0.504 0.030,-0.261 0.612,-0.085 0.913,0.025 1.019,0.551 2.313,-1.645-1.028,-1.537 0.008,-1.695-0.138,-1.672-0.222,-1.536-0.258,-1.333-0.262,-0.638 0.323,-0.847 0.285,-0.677 0.392,-0.516 0.436,-0.378 0.432,-0.261 0.403,-1.241 0.311,0.795 0.938,1.034 0.948,1.094 0.875,1.039 0.757,0.919 0.620,4.877 0.368,-0.380 0.357,-6.088 1.440,-1.339 0.933,-1.079 0.753,-0.831 0.582,-0.612 0.432,-0.427 0.301,13.666-3.937,-16.171 5.263,0.569 0.342,1.468 0.020,1.894-0.181,1.990-0.286,8.896-3.885,-5.500 3.376,1.767-0.311,1.674-0.458,1.490-0.518,1.264-0.518,1.026-0.480,1.957-2.078,-1.263 2.150,0.617-0.185,0.481-0.030,0.467-0.078,0.426-0.104,0.375-0.115,0.312-0.115,0.397 0.065,0.348-0.143,0.304-0.135,0.255-0.120,0.203-0.103,0.156-0.082,0.114-0.066,0.048-0.143,0.146-0.041,0.145-0.031,0.137-0.021,0.119-0.015,-0.419-0.382,9.564 5.785</inkml:trace>
</inkml:ink>
</file>

<file path=ppt/ink/ink8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1770.000 914.000,'0.006'0.000,"0.008"0.000,0.010 0.000,0.009 0.000,0.009 0.000,0.007 0.000,0.007 0.000,0.004 0.000,0.003 0.000,0.003 0.000,0.002 0.000,0.000 0.000,0.001 0.000,-0.001 0.000,0.001 0.000,0.119 0.070,0.185 0.107,0.206 0.120,0.206 0.120,0.186 0.109,0.159 0.092,0.125 0.146,0.425 0.356,0.626 0.473,0.317 0.238,0.216 0.150,0.135 0.082,0.074 0.034,-1.799-1.244,2.033 1.304,-0.055-0.131,-0.188-0.220,-0.256-0.263,-0.285-0.268,-0.279-0.254,-0.189-0.193,-0.382-0.242,-0.352-0.198,-0.300-0.156,-0.246-0.113,-0.190-0.081,-0.139-0.051,-0.052-0.106,0.030-0.137,0.066-0.143,0.084-0.138,0.087-0.122,0.085-0.105,0.193-0.176,0.146-0.109,0.088-0.041,0.046 0.004,0.015 0.034,-0.006 0.051,-0.035 0.073,-0.131 0.146,-0.146 0.154,-0.149 0.145,-0.134 0.130,-0.173 0.146,0.195 0.045,0.103 0.096,0.128 0.080,0.132 0.062,0.124 0.045,0.108 0.032,-0.467-0.038,0.825 0.174,0.161 0.053,0.096 0.030,0.048 0.012,0.014 0.001,-0.008-0.006,-0.022-0.011,-0.026-0.012,-0.030-0.013,-0.026-0.010,-0.998-0.212,2.171 0.128,0.616-0.054,0.301-0.060,0.076-0.058,-0.077-0.052,-0.171-0.047,-0.219-0.038,-2.779 0.046,2.907-0.092,-0.326-0.029,-0.394-0.018,-0.400-0.014,-0.373-0.008,-0.323-0.004,0.110-0.099,0.118-0.066,0.111-0.040,0.100-0.020,0.082-0.007,0.067 0.003,-0.121 0.046,-0.101 0.050,-0.129 0.055,-0.137 0.056,-0.130 0.050,-0.117 0.043,-0.603 0.031,0.964-0.084,0.025-0.005,-0.085 0.011,-0.143 0.018,-0.171 0.024,-0.473 0.039,0.140 0.002,-0.158 0.019,-0.149 0.016,-0.132 0.012,-0.111 0.011,-0.091 0.007,-0.394 0.005,0.553 0.002,0.116 0.003,0.102 0.002,0.089 0.001,0.070-0.001,0.054 0.000,-0.088-0.001,0.032 0.000,0.031-0.001,0.025-0.001,0.024 0.000,0.017-0.001,-0.374-0.001,0.087 0.001,0.797-0.001,0.181 0.000,0.130 0.001,0.091-0.002,0.057 0.001,0.031 0.000,-0.740-0.053,1.419-0.241,-0.047-0.166,-0.177-0.129,-0.242-0.098,-0.260-0.070,-1.454 0.457,1.132-0.692,-0.286-0.071,-0.275-0.007,-0.244 0.032,-0.202 0.051,-0.160 0.061,-0.176 0.151,-0.125 0.131,-0.105 0.132,-0.085 0.124,-0.066 0.109,-0.047 0.089,-0.034 0.073,-0.020 0.053,-0.012 0.040,-0.006 0.025,-0.001 0.016,0.003 0.010,0.003 0.002,0.004 0.000,0.006-0.002,0.003-0.004,0.004-0.004,-0.005-0.007,0.032-0.003,0.242 0.013,0.305 0.019,0.343 0.024,0.345 0.024,0.322 0.023,-0.025-0.013,0.687 0.023,0.112-0.009,0.000-0.015,-0.071-0.017,-0.112-0.016,-0.129-0.016,-1.730-0.039,1.633 0.011,-0.070-0.030,-0.068-0.031,-0.062-0.029,-0.054-0.025,-0.045-0.023,-0.031-0.009,-0.114 0.006,-0.119 0.014,-0.114 0.016,-0.102 0.018,-0.085 0.016,-0.944 0.046,1.764 0.088,0.824 0.193,0.780 0.221,0.694 0.226,0.592 0.211,0.485 0.190,0.715 0.161,-0.076-0.045,-0.104-0.076,-0.244-0.117,-0.321-0.137,-0.350-0.140,-0.342-0.132,-3.715-0.508,3.471 0.363,-0.464-0.124,-0.515-0.106,-0.510-0.088,-0.468-0.068,-0.408-0.051,-1.651-0.042,1.587 0.000,-0.076-0.023,-0.090-0.013,-0.095-0.007,-0.090-0.002,-0.080 0.002,-1.250 0.027,1.026-0.017,0.120 0.002,0.366 0.014,0.110 0.024,0.076 0.027,0.051 0.028,0.031 0.028,-0.510 0.036,0.395 0.119,2.531 0.512,0.946 0.266,0.704 0.197,0.498 0.140,0.329 0.090,-0.884-0.229,2.895 0.441,0.310-0.102,0.008-0.164,-0.176-0.186,-0.274-0.185,-3.802-0.494,3.681 0.241,-0.066-0.132,-0.302-0.133,-0.429-0.123,-0.479-0.107,-0.476-0.091,-5.599-0.158,6.223 0.063,-0.043-0.079,-0.188-0.065,-0.259-0.050,-0.281-0.038,-0.273-0.024,-0.674 0.006,0.130-0.035,-0.366-0.032,-0.349-0.036,-0.309-0.035,-0.258-0.030,-2.971 0.201,2.706-0.172,-0.215 0.011,-0.366 0.014,-0.435 0.018,-0.449 0.016,-0.422 0.015,-2.072 0.173,2.266-0.178,0.085-0.026,0.013-0.037,-0.031-0.038,-0.058-0.039,-0.072-0.034,-2.184 0.312,1.563-0.303,-0.119-0.049,0.074-0.169,-0.265-0.121,-0.276-0.122,-0.267-0.116,-0.244-0.105,-0.447 0.343,-0.089-0.030,0.097-0.731,-0.166-0.259,-0.121-0.257,-0.082-0.240,-0.054-0.207,-0.044-0.249,-0.114-0.398,-0.154-0.271,-0.161-0.235,-0.154-0.195,-0.139-0.154,-0.019 0.663,-0.522-1.540,-0.185-0.024,-0.110 0.151,-0.056 0.243,-0.018 0.276,0.008 0.272,0.286 0.820,0.132 0.353,0.148 0.349,0.147 0.322,0.139 0.284,0.119 0.601,-1.108-1.357,-0.368-0.172,-0.125 0.055,0.041 0.188,0.137 0.262,0.191 0.284,-0.009 0.356,-0.499-0.196,-1.471-0.756,-0.517-0.043,-0.328 0.069,-0.182 0.139,-0.072 0.177,1.667 0.838,-0.066 0.073,-2.547-0.653,-0.276 0.202,-0.195 0.194,-0.129 0.174,-0.077 0.150,-0.038 0.122,0.701 0.175,-3.033-0.336,-1.285-0.053,-1.133-0.033,-0.948-0.018,-0.757-0.007,-0.578-0.001,-0.422 0.006,0.209 0.138,4.176 0.455,-0.019 0.114,-5.472-0.085,0.093 0.221,0.296 0.176,0.395 0.137,0.423 0.098,6.112 0.060,-6.563 0.005,-0.153-0.009,0.084-0.032,0.226-0.042,0.292-0.045,0.311-0.044,8.443 0.121,-7.380-0.028,0.495 0.139,0.863 0.167,1.043 0.176,1.089 0.169,1.044 0.151,0.536 0.185,0.226 0.185,-0.017 0.174,-0.173 0.157,-0.265 0.133,-0.304 0.109,-0.309 0.086,-0.777 0.064,-0.020-0.163,0.089-0.216,0.149-0.233,0.177-0.222,1.577-0.256,-1.317 0.094,0.266-0.015,0.517-0.005,0.650-0.001,0.697 0.003,0.684 0.006,3.305-0.445,-3.056 0.612,0.766 0.006,0.714-0.022,0.625-0.036,0.515-0.041,0.406-0.043,0.477-0.130,0.194-0.061,0.135-0.058,0.089-0.056,0.052-0.047,0.025-0.041,1.051-0.338,-0.876 0.183,-0.130-0.033,-0.808 0.065,0.061-0.046,0.182-0.031,0.242-0.022,0.258-0.014,0.247-0.007,0.221-0.003,0.185 0.000,0.147 0.002,0.114 0.002,0.356-0.142,-0.349 0.196,-0.115 0.099,-0.301 0.276,-0.023 0.123,0.041 0.089,0.081 0.059,0.102 0.037,0.110 0.018,0.431-0.727,-0.300 1.080,0.122 0.171,0.111 0.090,0.096 0.032,0.080-0.007,0.064-0.032,-0.044-1.222,0.163 1.357,0.051 0.032,0.018-0.029,-0.006-0.066,-0.021-0.085,-0.028-0.091,-0.152-1.132,0.400 1.920,0.279 0.494,0.294 0.396,0.278 0.304,0.243 0.223,0.203 0.152,0.006-0.211,-0.022-0.223,-0.070-0.285,-0.096-0.304,-0.103-0.290,-0.101-0.261,-0.572-0.967,0.387 0.553,-0.096-0.213,-0.121-0.244,-0.131-0.249,-0.130-0.236,-0.118-0.211,0.616-0.076</inkml:trace>
</inkml:ink>
</file>

<file path=ppt/ink/ink8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1778.000 915.000,'0.074'0.000,"0.115"0.000,-0.041 0.000,0.037 0.000,0.560 0.030,0.507 0.044,0.520 0.051,0.484 0.049,0.417 0.044,0.341 0.036,-1.216-0.102,0.245 0.019,2.510 0.190,0.575 0.017,0.340-0.004,0.167-0.017,0.048-0.025,-3.499-0.215,4.781 0.169,1.332-0.007,1.234-0.001,1.073 0.005,0.888 0.007,0.703 0.007,-9.777-0.240,11.073 0.220,0.866 0.001,0.230 0.001,-0.199 0.001,-0.464 0.001,-0.604 0.002,-0.654 0.000,-7.530-0.169,3.619 0.072,-0.327-0.016,3.293 0.046,-1.519-0.043,-1.637-0.042,-1.572-0.037,-1.401-0.031,-1.177-0.023,2.743-0.075</inkml:trace>
</inkml:ink>
</file>

<file path=ppt/ink/ink8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2096.000 902.000,'0.027'0.026,"0.115"0.106,0.094 0.077,0.085 0.067,0.073 0.052,0.060 0.042,0.046 0.032,0.036 0.021,-0.420-0.336,0.715 0.437,0.175 0.064,0.112 0.041,0.063 0.024,0.027 0.012,0.885 0.106,1.244 0.106,1.381 0.097,1.368 0.085,1.258 0.072,1.095 0.057,0.912 0.044,0.724 0.032,-3.573-0.505,2.898 0.217,0.478-0.071,2.529 0.064,0.106-0.137,-0.137-0.134,-0.287-0.125,-0.367-0.109,-0.390-0.091,-8.982-0.300,9.926 0.204,-0.003-0.078,-0.341-0.065,-0.532-0.051,-0.616-0.039,-0.624-0.028,-6.102-0.013,6.602 0.001,-0.187 0.009,-0.405 0.019,-0.509 0.022,-0.533 0.023,-0.508 0.021,-1.089 0.002,-0.959-0.004,-0.980-0.009,-0.919-0.013,-0.817-0.014,-0.686-0.012,-0.373 0.061,-0.300 0.039,-0.382 0.009,-0.336-0.006,-0.279-0.017,-0.224-0.020,1.423 0.144</inkml:trace>
</inkml:ink>
</file>

<file path=ppt/ink/ink8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293.000 982.000,'0.000'-0.042,"0.000"-0.066,0.000-0.076,0.000-0.078,0.000-0.072,0.000-0.064,0.000-0.053,0.011-0.142,0.016-0.119,0.022-0.076,0.020-0.043,0.020-0.018,0.019 0.000,-0.037 0.484,0.317-0.618,0.194-0.057,0.166-0.046,0.138-0.036,0.108-0.025,0.083-0.019,0.341-0.146,0.339-0.113,0.230-0.014,0.168 0.026,0.115 0.047,0.074 0.060,0.043 0.060,0.018 0.058,0.062 0.081,0.195 0.038,0.388 0.001,0.102 0.111,0.050 0.114,0.013 0.109,-0.011 0.095,-1.785 0.418,3.857-0.220,1.306 0.115,0.940 0.111,0.637 0.099,0.396 0.084,0.213 0.068,-5.189-0.014,6.589 0.072,0.022 0.017,-0.351-0.001,-0.553-0.008,-0.629-0.014,-0.624-0.017,-1.267-0.008,-0.444 0.007,-0.369 0.010,-0.296 0.013,-0.225 0.013,-0.166 0.014,0.042 0.073,3.094 0.188,1.051 0.084,0.684 0.045,0.402 0.022,0.193 0.001,-2.535-0.147,2.141 0.024,-1.064-0.141,-1.263-0.151,-1.284-0.145,-1.185-0.129,-1.028-0.109,-0.990-0.042,-0.684-0.020,-0.543 0.001,-0.408 0.015,-0.293 0.023,-0.198 0.026,-0.121 0.025,-0.227 0.073,0.017 0.023,0.384-0.009,-0.078 0.038,-0.111 0.034,-0.119 0.028,-0.115 0.020,-0.102 0.016,-0.121 0.010,-0.099 0.007,-0.086 0.004,-0.071 0.001,-0.058 0.000,-0.400-0.006,0.388 0.005,-0.001 0.000,-0.015-0.002,-0.022-0.001,-0.025 0.000,-0.027-0.002,-0.024 0.000,-0.010-0.001,-0.036 0.000,-0.037-0.001,-0.030 0.000,-0.028 0.000,-0.020-0.001,0.026 0.001,0.094 0.000,0.117 0.000,0.124 0.000,0.121-0.001,0.112 0.001,-0.429 0.000,0.641 0.011,0.077 0.017,0.023 0.020,-0.012 0.021,-0.036 0.020,-0.050 0.019,-0.796-0.085,0.848 0.101,-0.099-0.007,-0.126-0.013,-0.134-0.017,-0.128-0.017,-0.115-0.017,-0.096-0.014,0.221-0.009</inkml:trace>
</inkml:ink>
</file>

<file path=ppt/ink/ink8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598.000 946.000,'0.137'0.051,"0.212"0.080,0.245 0.092,0.245 0.092,0.228 0.085,0.198 0.074,0.165 0.062,0.131 0.050,0.100 0.036,-0.126-0.055,-0.106-0.053,-0.144-0.070,-0.159-0.076,-0.159-0.076,-0.147-0.068,-0.149-0.051,-0.148-0.034,-0.131-0.024,-0.112-0.012,-0.094-0.006,-0.073 0.000,-0.055 0.003,-0.066 0.076,-0.064 0.104,-0.056 0.114,-0.048 0.114,-0.037 0.103,-0.028 0.089,-0.019 0.072,-0.014 0.055,-0.009 0.043,-0.003 0.028,-0.002 0.018,-0.059-0.115,-0.360 0.430,-0.204 0.095,-0.161 0.045,-0.121 0.011,-0.086-0.011,-0.057-0.024,1.076-1.093,-1.427 1.171,-0.129-0.018,-0.010-0.075,0.062-0.101,0.102-0.110,0.119-0.105,0.203-0.137,0.236-0.143,0.239-0.137,0.219-0.119,0.190-0.101,0.154-0.079,0.359 0.189</inkml:trace>
</inkml:ink>
</file>

<file path=ppt/ink/ink8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1370.000 723.000,'0.033'0.000,"0.053"0.000,0.058 0.000,0.060 0.000,0.055 0.000,0.048 0.000,0.040 0.000,-0.189 0.000,0.623 0.103,0.374 0.157,0.351 0.177,0.310 0.174,0.256 0.156,0.195 0.105,0.070 0.037,0.013-0.001,-0.024-0.020,-0.044-0.033,-0.050-0.037,-1.263-0.462,2.901 0.861,1.532 0.242,1.429 0.149,1.265 0.078,1.071 0.026,0.869-0.008,-3.681-0.707,0.101-0.088,4.246 0.265,-0.628-0.393,-0.947-0.393,-1.083-0.367,-1.089-0.323,-1.012-0.269,-0.443-0.547,-0.688-0.302,-0.639-0.139,-0.557-0.028,-0.461 0.046,-1.435 0.703,1.032-0.423,-0.192 0.214,-0.164 0.217,-0.134 0.201,-0.106 0.176,-0.077 0.147,-0.095 0.142,0.008 0.122,0.031 0.105,0.042 0.088,0.047 0.070,0.047 0.052,-1.692-0.209,4.510 0.612,2.920 0.281,2.916 0.221,2.686 0.162,2.327 0.115,1.922 0.077,0.650-0.266,0.105-0.305,-0.618-0.338,-1.035-0.338,-1.226-0.310,-1.257-0.270,-6.179 0.037,-0.317-0.083,4.574-0.423,-0.057-0.157,0.062-0.106,0.135-0.069,0.174-0.037,0.188-0.016,2.540-0.175,0.237 0.022,-0.374 0.065,-0.721 0.089,-0.874 0.095,-0.895 0.090,0.759-0.002,0.207 0.022,-0.152 0.038,-0.360 0.043,-0.456 0.043,-0.480 0.039,-5.359 0.343,5.276-0.297,-0.341 0.057,-0.607 0.073,-0.727 0.079,-0.742 0.074,-0.284 0.067,-0.220 0.065,-0.061 0.056,0.043 0.043,0.102 0.034,0.131 0.024,0.140 0.017,1.714 0.035,1.684 0.018,0.800 0.018,0.163 0.017,-0.273 0.015,-0.544 0.012,-7.630 0.019,8.318-0.005,-0.605 0.008,-0.857 0.006,-0.952 0.004,-0.945 0.002,-0.869 0.001,-1.172 0.001,-0.869-0.001,-0.791 0.000,-0.687-0.001,-0.570-0.001,-0.455 0.000,-0.350-0.001,-0.485 0.000,-0.250-0.001,-0.207 0.000,-0.160-0.001,-0.124 0.000,-0.088 0.000,-2.756-0.008,0.879-0.078,3.536-0.761,0.004-0.472,-0.386-0.345,-0.586-0.239,-0.656-0.153,-0.638-0.088,-0.753-0.097,-0.646-0.207,-0.581-0.215,-0.494-0.202,-0.397-0.178,-0.304-0.148,-0.160 0.416,-0.166 0.072,-0.135 0.103,-0.110 0.119,-0.084 0.119,-0.060 0.114,-0.118-0.012,0.038 0.284,0.066 0.293,0.081 0.277,0.081 0.246,0.077 0.206,-0.165 0.285,-4.594-2.489,-1.990-0.847,-1.001-0.342,-0.290 0.009,0.194 0.239,0.494 0.370,0.656 0.431,3.688 1.873,-3.500-0.856,-1.479-0.106,-5.785-0.830,-8.000-0.739,-2.090 0.423,-0.871 0.530,-0.039 0.556,0.489 0.528,0.780 0.470,-3.492 0.311,-0.438 0.275,0.633 0.177,1.229 0.106,1.482 0.050,1.508 0.013,1.389-0.010,1.197-0.023,0.975-0.031,0.754-0.030,0.555-0.030,4.621 0.462,-1.731 0.289,-8.060 0.515,-0.499 0.333,0.602 0.221,1.276 0.132,1.629 0.064,1.747 0.017,14.993-1.102,-15.607 1.191,0.338-0.089,0.596-0.160,0.717-0.193,0.740-0.200,0.701-0.190,9.793-0.416,-10.241 0.271,0.408-0.003,0.861 0.045,1.088 0.074,1.152 0.084,1.110 0.088,0.998 0.081,1.653 0.005,1.400 0.009,1.383-0.011,1.277-0.020,1.121-0.027,0.939-0.029,-1.499 0.622,-0.792 0.338,-0.510 0.187,-0.293 0.077,-0.135 0.004,-0.026-0.042,0.411 0.207,0.245 0.174,0.531 0.019,0.680-0.083,0.729-0.144,0.713-0.172,2.711-1.567,-2.348 1.995,0.516 0.024,0.499-0.125,0.453-0.210,0.387-0.246,0.316-0.252,0.246-0.234,0.185-0.205,0.139-0.162,0.131-0.241,0.093-0.211,0.062-0.174,0.038-0.137,0.020-0.101,0.007-0.072,-0.001-0.046,-0.006-0.028,-0.009-0.013,-0.008-0.005,-0.009 0.003,-0.008 0.005,-0.006 0.007,-0.005 0.008,-0.004 0.007,-0.002 0.006,-0.002 0.005,-0.001 0.004,-0.001 0.002,0.000 0.003,0.001 0.001,-0.001 0.001,0.001 0.000,0.000 0.001,0.000-0.001,0.000 0.000,0.001 0.000,0.000-0.001,0.000 0.001,0.000-0.001,0.000 0.000,0.000 0.000,0.000 0.000,0.000-0.001,0.000 0.001,0.000 0.014,0.000 0.023,0.000 0.025,0.000 0.025,0.000 0.022,0.000-0.033,0.013 0.194,0.021 0.119,0.022 0.106,0.024 0.092,0.021 0.074,0.019 0.058,0.022-0.069,0.046-0.020,0.050-0.033,0.050-0.042,0.047-0.044,0.042-0.042,0.086 0.014,-0.013-0.084,-0.035-0.082,-0.043-0.072,-0.043-0.060,-0.042-0.049,-0.035-0.036,-0.029-0.026,-0.023-0.017,-0.016-0.010,-0.012-0.007,-0.007-0.001,0.351 0.148</inkml:trace>
</inkml:ink>
</file>

<file path=ppt/ink/ink8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2165.000 825.000,'-2.293'-0.930,"-1.745"-0.577,-1.263-0.310,-0.862-0.116,-0.540 0.013,-0.299 0.094,-0.439 0.140,0.267 0.338,0.402 0.352,0.444 0.332,0.431 0.289,0.385 0.238,3.532 0.143,-3.261 0.565,0.289 0.496,0.379 0.418,0.401 0.334,0.381 0.254,0.611 0.121,0.340 0.439,0.502 0.343,0.484 0.312,0.435 0.269,0.369 0.219,0.549-1.572,0.200 2.254,0.697 0.406,0.682 0.361,0.614 0.302,0.516 0.239,0.413 0.180,-0.237-0.977,-0.043-0.439,-0.120-0.531,-0.162-0.552,-0.179-0.528,-0.177-0.476,-1.278-1.905,1.736 1.439,3.578 2.068,1.315 0.283,0.690-0.032,0.239-0.235,-0.066-0.347,-3.207-1.650,0.030-0.171,3.819 0.795,0.732-0.453,0.729-0.410,0.670-0.352,0.584-0.291,0.723-0.272,0.069-0.316,-0.353-0.318,-0.597-0.299,-0.710-0.262,-0.731-0.221,-0.687-0.178,0.084-0.704,-1.007-0.457,-1.227-0.295,-1.257-0.169,-1.174-0.079,-1.022-0.015,-0.865-0.021,-0.811 0.101,-0.642 0.120,-0.484 0.119,-0.342 0.110,-0.230 0.094,-1.525-3.963</inkml:trace>
</inkml:ink>
</file>

<file path=ppt/ink/ink8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1532.000 450.000,'-0.126'0.736,"-0.125"0.565,-0.112 0.412,-0.100 0.286,-0.081 0.182,-0.065 0.104,-0.049 0.045,0.002 0.759,0.123 0.307,0.157 0.121,0.161-0.006,0.151-0.082,0.343-0.255,0.446 0.061,0.486 0.095,0.474 0.110,0.432 0.111,0.373 0.105,0.307 0.093,2.194 0.757,1.621 0.201,1.192-0.087,0.831-0.260,0.536-0.350,0.311-0.377,-0.864-0.799,-0.015-0.501,-0.060-0.503,-0.084-0.473,-0.097-0.422,-0.098-0.363,0.978-0.665,-0.594-0.839,-0.679-0.815,-0.672-0.728,-0.607-0.614,-0.518-0.490,-0.416-0.372,-4.710 3.201,3.577-3.524,-0.383-0.601,-0.442-0.450,-0.451-0.321,-0.429-0.214,-0.386-0.131,-1.051 2.025,0.542-3.139,-0.631 0.321,-0.608 0.576,-0.547 0.686,-0.462 0.700,-0.373 0.650,-0.287 0.566,-0.209 0.468,-0.145 0.369,-0.092 0.277,-0.052 0.196,-0.096 0.711,-0.599-0.043,-2.860-0.942,-1.475 0.066,-1.194 0.135,-0.917 0.165,-0.670 0.171,5.628 1.318,-7.279-0.885,0.174 0.441,0.841 0.435,1.165 0.393,1.255 0.332,1.194 0.265,1.049 0.202,0.869 0.143,0.679 0.098,0.507 0.060,0.355 0.032,-4.284 2.144</inkml:trace>
</inkml:ink>
</file>

<file path=ppt/ink/ink8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2161.000 814.000,'-1.178'-0.074,"-0.906"0.022,-0.793 0.072,-0.641 0.103,-0.496 0.117,-0.369 0.117,-0.261 0.109,0.763 0.040,0.014 0.156,-1.313 0.637,0.161 0.392,0.221 0.353,0.237 0.298,0.227 0.238,2.717-1.588,-2.609 1.913,0.197 0.196,0.336 0.088,0.397 0.015,0.402-0.033,0.377-0.061,0.429 1.224,0.579 0.908,0.554 0.723,0.488 0.548,0.407 0.394,0.067-5.608,0.530 5.954,0.382 0.331,0.275 0.032,0.186-0.158,0.116-0.271,0.062-0.322,0.212-0.609,0.372-0.446,0.420-0.434,0.424-0.400,0.394-0.346,0.350-0.290,0.296-0.231,0.135-0.316,-0.183-0.536,-0.302-0.557,-0.351-0.531,-0.361-0.475,-0.338-0.405,-1.967-1.036,2.789 0.454,5.456 0.263,1.571-0.248,0.439-0.256,-0.315-0.242,-0.776-0.217,-4.170-0.105,-0.140-0.132,4.150-0.806,-0.422-0.600,-0.486-0.537,-0.482-0.449,-0.437-0.360,-4.745 1.518,5.862-4.747,0.036-1.521,-0.555-0.831,-0.879-0.335,-1.016 0.005,-1.021 0.217,-1.518 0.400,-1.289 0.139,-1.266 0.300,-1.160 0.381,-1.013 0.408,-0.847 0.399,-0.679 0.364,-0.850 0.296,-0.958 0.119,-0.951 0.041,-0.877-0.012,-0.773-0.045,5.243 4.658,-3.950-3.080,-0.195 0.111,-2.333-1.318,0.556 0.713,0.837 0.809,0.957 0.813,0.961 0.754,0.802 0.607,0.927 0.602,0.790 0.473,0.637 0.353,0.494 0.254,0.362 0.167,0.252 0.102,0.162 0.053,0.819 0.895</inkml:trace>
</inkml:ink>
</file>

<file path=ppt/ink/ink8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1894.000 1005.000,'-0.424'0.026,"-1.604"0.101,-1.016 0.064,-0.760 0.046,-0.538 0.035,-0.356 0.021,-0.215 0.014,-0.109 0.007,0.530-0.014,0.401 0.006,0.484 0.005,0.508 0.006,0.486 0.004,0.441 0.003,-0.935 0.507,-0.597 0.336,-0.604 0.283,-0.498 0.212,-0.396 0.149,-0.302 0.100,-0.219 0.058,0.057 0.012,0.280-0.038,0.387-0.060,0.431-0.070,0.428-0.073,0.398-0.070,0.350-0.060,0.369-0.012,0.157 0.125,0.096 0.165,0.049 0.180,0.014 0.180,-0.008 0.168,0.051 0.081,0.271-0.156,0.322-0.233,0.335-0.269,0.317-0.273,0.285-0.256,0.245-0.228,-0.189 1.680,0.018 1.190,0.134 0.810,0.199 0.506,0.224 0.274,0.264-1.162,0.174-0.151,0.398 1.230,0.418-0.312,0.379-0.324,0.324-0.303,0.263-0.265,-1.382-3.461,2.284 3.768,0.667 0.073,0.512-0.093,0.374-0.186,0.259-0.228,0.165-0.235,0.414-0.318,0.535-0.341,0.562-0.328,0.532-0.291,0.471-0.246,0.393-0.196,-1.482-0.666,2.928 0.221,0.557-0.353,0.349-0.351,0.191-0.320,0.078-0.272,-4.302-0.309,4.759-0.354,0.156-0.429,-0.137-0.386,-0.312-0.327,-0.397-0.267,-0.419-0.207,-0.401-0.153,-5.582 1.184,2.586-0.755,-0.043-0.122,2.236-0.923,-0.674-0.069,-0.831 0.020,-0.870 0.073,-0.831 0.102,-0.745 0.115,-3.483 1.901,2.540-1.801,-0.667 0.145,-0.611 0.214,-0.534 0.241,-0.445 0.244,-0.358 0.229,-0.275 0.202,-0.393 0.761,0.147-2.238,-0.180-0.750,-0.112-0.433,-0.064-0.202,-0.028-0.046,-0.004 0.054,0.020 0.661,-0.004 0.065,-0.005 0.050,-0.005 0.040,-0.005 0.027,-0.004 0.020,-0.977-1.131,-0.856-0.460,-0.722-0.204,-0.581-0.027,-0.447 0.086,-0.328 0.151,3.252 3.687,-3.894-3.507,-0.437 0.197,-0.195 0.359,-0.024 0.441,0.089 0.464,0.156 0.446,0.189 0.403,0.538 0.458,0.424 0.354,0.451 0.317,0.440 0.271,0.403 0.225,0.353 0.179,1.757 0.227,-0.913-0.029,-4.670 0.011,-0.968 0.102,-0.139 0.059,0.384 0.030,0.670 0.007,0.791-0.005,0.797-0.015,0.734-0.016,0.632-0.019,0.517-0.017,0.401-0.014,-21.035-0.012</inkml:trace>
</inkml:ink>
</file>

<file path=ppt/ink/ink8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308.000 984.000,'-0.033'-0.033,"-0.053"-0.053,-0.058-0.058,-0.060-0.060,-0.055-0.055,-0.048-0.048,-0.040-0.040,0.213 0.201,-0.235-0.336,-0.014-0.075,-0.011-0.048,-0.007-0.031,-0.004-0.017,-0.031-0.082,0.017-0.048,0.030-0.051,0.047-0.031,0.053-0.020,0.056-0.009,0.051-0.002,0.147 0.705,-0.094-1.016,0.040-0.187,0.033-0.136,0.025-0.091,0.018-0.058,0.013 0.013,0.018 0.121,0.022 0.181,0.021 0.205,0.019 0.206,0.017 0.192,0.015 0.168,0.011 0.141,0.114 0.084,0.162 0.060,0.180 0.032,0.179 0.009,0.163-0.005,0.016 0.012,0.047-0.009,0.019-0.010,0.002-0.011,-0.011-0.010,-0.019-0.009,0.164-0.006,0.123 0.000,0.092 0.002,0.064 0.002,0.044 0.004,0.025 0.004,0.012 0.004,-0.141 0.021,1.197-0.084,1.061 0.041,1.142 0.063,1.103 0.074,0.993 0.073,0.844 0.068,0.587 0.118,-0.066 0.137,-0.311 0.135,-0.435 0.126,-0.475 0.107,-0.461 0.087,-1.065-0.019,-0.443 0.030,-0.405 0.020,-0.354 0.009,-0.294 0.004,-0.236-0.001,0.793 0.267,1.053 0.295,0.526 0.144,0.382 0.085,0.258 0.045,0.163 0.015,-4.340-0.989,4.874 0.986,-0.045-0.102,-0.253-0.135,-0.356-0.143,-0.383-0.135,-0.368-0.118,-0.323-0.097,-0.267-0.075,-0.211-0.057,-0.156-0.039,-0.110-0.025,0.351-0.106,0.133-0.081,-0.227-0.085,-0.438-0.083,-0.532-0.073,-0.553-0.063,-0.410-0.047,-0.612-0.042,-0.535-0.031,-0.441-0.021,-0.344-0.011,-0.257-0.007,-0.231-0.001,-0.126 0.000,-0.086 0.002,-0.054 0.002,-0.030 0.003,-0.011 0.003,-0.001 0.002,0.009 0.002,0.010 0.002,-0.037 0.001,-0.024 0.001,-0.030 0.001,-0.032 0.000,-0.030 0.000,-0.028 0.001,0.002-0.001,0.020 0.001,0.030-0.001,0.033 0.001,0.035-0.001,0.032 0.001,-0.282-0.001,0.741 0.000,0.230 0.000,0.141 0.000,0.076 0.000,0.025 0.000,-0.007 0.000,-0.029 0.000,-0.854 0.000,1.000 0.000,-0.043 0.000,-0.088 0.000,-0.107 0.000,-0.113 0.000,-0.344 0.000,0.258-0.017,-0.052-0.026,-0.043-0.030,-0.031-0.029,-0.023-0.026,-0.457 0.055,0.288-0.049,-0.049-0.008,-0.063-0.009,-0.066-0.007,-0.067-0.006,-0.062-0.005,-0.276 0.090,0.651-0.096,0.079 0.022,-0.007 0.025,-0.059 0.025,-0.086 0.023,-0.096 0.020,-0.094 0.017,-0.085 0.012,-0.071 0.010,-0.059 0.006,-0.044 0.004,-0.033 0.003,-0.055 0.001,-0.030 0.000,-0.029 0.000,-0.023 0.000,-0.020-0.002,-0.015 0.001,0.415 0.002</inkml:trace>
</inkml:ink>
</file>

<file path=ppt/ink/ink8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2066.000 1148.000,'0.260'0.012,"0.397"0.020,0.445 0.020,0.435 0.021,0.393 0.019,0.332 0.016,0.266 0.012,-2.032-0.089,2.757 0.301,0.972 0.139,2.082 0.242,0.867 0.081,0.566 0.032,0.334 0.000,0.164-0.019,-5.081-0.519,7.050 0.362,1.143-0.189,0.807-0.199,0.533-0.189,0.320-0.164,0.162-0.136,-1.116-0.043,0.133-0.033,0.158-0.011,0.160 0.003,0.152 0.014,0.135 0.018,-4.949 0.122,4.529-0.054,-0.328 0.035,-0.638 0.034,-0.802 0.033,-0.860 0.027,-0.844 0.024,-5.012 0.037,6.112 0.069,0.113 0.140,-0.182 0.158,-0.364 0.158,-0.453 0.147,-0.482 0.130,-0.467 0.110,-0.535 0.072,-0.912-0.004,-0.602 0.022,-1.285-0.116,-1.178-0.134,-1.006-0.131,-0.815-0.117,-0.626-0.099,-0.498-0.119,-0.256-0.066,-0.175-0.056,-0.110-0.048,-0.060-0.036,-0.025-0.028,-0.016-0.026,-0.022-0.022,-0.019-0.016,-0.012-0.011,-0.010-0.006,-0.005-0.004,-0.005 0.000,-0.001-0.001,-0.001 0.002,0.000 0.001,0.002 0.002,0.000 0.002,0.001 0.001,0.001 0.001,0.001 0.001,0.000 0.000,0.001 0.002,0.001-0.001,0.000 0.001,0.000 0.000,0.000 0.000,0.000-0.001,0.000 0.001,0.001-0.261,-0.001-0.410,0.000-0.470,0.000-0.470,0.000-0.434,0.000-0.378,0.000-0.314,-0.080-0.536,-0.122-0.578,-0.142-0.577,-0.139-0.531,-0.129-0.459,0.195 2.148,-0.092-0.253,-0.681-2.678,-0.444-0.513,-0.447-0.355,-0.420-0.230,-0.375-0.129,-0.322-0.057,1.768 4.278,-2.604-5.108,0.002 0.603,0.212 0.909,0.328 1.032,0.377 1.025,0.377 0.943,1.710 2.479,-1.794-1.515,-0.315 0.476,-0.384 0.331,-0.397 0.214,-0.373 0.124,-0.330 0.056,-0.447 0.063,-0.484 0.063,-0.470 0.055,-0.426 0.049,-0.362 0.040,-0.296 0.031,-0.417 0.064,-0.072 0.149,0.004 0.161,0.054 0.157,0.077 0.139,0.086 0.117,5.974 0.486,-6.804-0.383,-0.605 0.026,-0.331-0.001,-0.130-0.016,0.005-0.024,0.089-0.029,-0.313 0.145,0.026 0.273,0.016 0.316,0.009 0.315,0.005 0.289,0.001 0.248,-0.002 0.202,-0.002 0.156,-0.004 0.114,-0.002 0.081,-0.004 0.052,0.942 0.300,0.573 0.221,0.874 0.052,1.010-0.062,1.026-0.132,0.968-0.166,0.860-0.180,1.787-0.786,-2.703 2.625,-0.041 0.551,0.234 0.104,0.390-0.184,0.456-0.353,0.463-0.429,1.660-1.745,-1.010 3.842,0.583 0.645,0.564 0.105,0.505-0.237,0.428-0.431,0.345-0.516,0.265-0.526,0.194-0.489,0.133-0.427,0.085-0.353,0.049-0.278,-0.715-1.730,0.940 1.750,0.037-0.221,-0.045-0.338,-0.091-0.386,-0.114-0.381,-0.117-0.350,-0.111-0.300,-0.097-0.247,1.589-0.276</inkml:trace>
</inkml:ink>
</file>

<file path=ppt/ink/ink8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305.000 794.000,'0.000'-0.006,"0.000"-0.008,0.000-0.011,0.000-0.010,0.000-0.008,0.000-0.009,0.000-0.007,0.000-0.004,0.000-0.005,0.000-0.002,0.000-0.002,0.000-0.001,0.000 0.000,0.000-0.001,0.000-0.028,0.000-0.050,0.011-0.114,0.016-0.173,0.022-0.193,0.020-0.195,0.020-0.183,0.019-0.164,0.016 0.299,0.235-0.854,0.090-0.018,0.046 0.114,0.016 0.187,-0.003 0.217,-0.016 0.221,-0.372 0.800,0.549-0.540,1.383-0.870,0.462-0.043,0.186 0.099,0.003 0.177,-0.110 0.210,-1.004 0.594,2.150-0.203,0.850 0.264,0.762 0.240,0.641 0.205,0.514 0.165,-2.464 0.016,4.102 0.196,1.075 0.070,0.781 0.030,0.538 0.001,0.341-0.016,0.190-0.026,-8.848-0.291,9.207 0.219,0.245-0.065,-0.025-0.067,-0.201-0.065,-0.300-0.058,-0.345-0.051,-0.350-0.041,-0.787-0.018,-0.368-0.010,-0.339-0.001,-0.297 0.006,-0.249 0.008,-0.204 0.011,1.185 0.019,-0.367 0.036,-0.388 0.038,-0.365 0.035,-0.320 0.030,-0.262 0.025,-4.982-0.077,3.221 0.063,-0.797-0.008,-0.862-0.012,-0.844-0.013,-0.775-0.014,-0.676-0.014,-1.245-0.029,0.629 0.014,-0.346-0.010,-0.244-0.008,-0.160-0.006,-0.094-0.005,-0.047-0.002,-0.011-0.003,-0.365 0.003,2.496-0.025</inkml:trace>
</inkml:ink>
</file>

<file path=ppt/ink/ink8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690.000 792.000,'0.012'-0.400,"0.018"-0.532,0.020-0.570,0.021-0.547,0.018-0.488,0.016-0.410,0.013-0.330,0.023 0.163,0.046-0.033,0.052 0.021,0.051 0.059,0.049 0.076,0.042 0.083,-0.131 1.188,0.018 0.100,0.238-0.691,0.070 0.345,0.065 0.348,0.055 0.327,0.045 0.290,0.036 0.246,0.323 0.154,0.253 0.165,0.238 0.110,0.208 0.068,0.174 0.034,0.137 0.013,0.228-0.075,0.501-0.146,0.553-0.172,0.546-0.176,0.502-0.166,0.435-0.146,0.459-0.088,0.443-0.042,0.396-0.011,0.341 0.010,0.277 0.023,0.217 0.030,1.240 0.068,0.986 0.212,1.034 0.233,0.977 0.225,0.862 0.204,0.717 0.172,-0.759 0.120,-0.938 0.080,-1.227 0.054,-1.314 0.031,-1.265 0.014,-1.132 0.003,-4.886-0.181,1.973 0.150,9.852 0.893,2.191 0.263,0.653 0.076,-0.349-0.047,-0.937-0.119,-1.223-0.151,-2.576-0.239,-1.378-0.123,-1.323-0.112,-1.196-0.094,-1.031-0.078,-0.854-0.060,-4.070-0.340,3.471 0.256,-0.598-0.069,-0.625-0.064,-0.600-0.055,-0.540-0.047,-0.466-0.038,0.716-0.151</inkml:trace>
</inkml:ink>
</file>

<file path=ppt/ink/ink8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1128.000 416.000,'-1.180'-0.116,"-1.013"-0.119,-0.837-0.112,-0.664-0.101,-0.903-0.099,-0.677-0.079,-0.947-0.075,-0.402 0.013,-0.249 0.042,-0.130 0.057,-0.044 0.064,1.061 0.141,-1.740 0.028,0.363 0.166,0.527 0.167,0.586 0.153,0.579 0.134,0.989 0.306,-1.015 0.585,-0.015 0.423,0.132 0.349,0.222 0.281,0.265 0.215,0.279 0.159,1.738-0.761,-0.491 0.498,0.038 0.154,-1.518 1.395,0.463-0.115,0.558-0.273,0.573-0.353,0.704-0.503,0.511-0.347,0.456-0.223,0.385-0.130,0.313-0.058,0.243-0.009,0.705-1.442,0.171 2.005,0.506 0.543,0.636 0.895,0.409 0.186,0.287-0.003,0.187-0.129,0.110-0.206,-1.098-2.046,1.820 1.957,0.749 0.255,2.856 1.533,1.638 0.086,1.454-0.068,1.222-0.157,-3.242-1.916,0.414-0.170,3.954 0.849,0.787-0.368,0.602-0.368,0.440-0.341,0.303-0.303,-10.922-2.092,14.461 1.751,9.361 0.517,1.865-0.234,-0.252-0.325,-1.589-0.360,-2.327-0.356,-14.410-1.044,6.562-0.138,7.801-0.581,1.393-0.633,9.914-1.268,-1.354-0.636,-2.560-0.375,-3.078-0.185,-3.130-0.051,-16.449 2.069,14.477-2.579,-1.171-0.286,-1.350-0.147,-1.352-0.045,-12.183 2.539,6.294-1.838,0.126-0.372,4.609-1.921,-1.588-0.052,-2.086 0.195,-2.269 0.345,-2.237 0.420,-4.904 1.876,-0.913 0.009,0.430-1.890,-2.261 0.112,-1.981 0.177,-1.662 0.207,-1.342 0.212,-0.229 1.205,-0.877-0.062,-3.179-1.505,-1.454-0.024,-1.096 0.052,-0.787 0.098,-0.532 0.118,-4.598-0.775,2.778 1.405,-1.541-0.093,-7.848-1.397,-2.361 0.220,-1.770 0.350,-1.265 0.412,9.762 1.817,-0.105 0.241,-12.508-0.820,1.665 0.777,0.833 0.578,1.204 0.514,1.367 0.435,-1.653 0.481,10.761 0.262,0.297 0.126,-7.977 0.297,1.779 0.135,2.096 0.053,2.163-0.003,2.058-0.042,-26.613 1.230</inkml:trace>
</inkml:ink>
</file>

<file path=ppt/ink/ink8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1100.000 415.000,'0.106'-0.059,"0.162"-0.090,0.185-0.103,0.183-0.101,0.166-0.092,0.144-0.081,0.116-0.064,-0.438 0.232,0.027-0.037,0.779-0.476,0.238-0.100,0.217-0.064,0.186-0.036,-1.268 0.668,0.554-0.244,0.164-0.042,1.876-0.759,0.376-0.116,0.203-0.065,0.080-0.027,-2.552 1.048,0.888-0.353,0.163-0.067,2.371-0.917,0.018 0.047,-0.206 0.147,-0.329 0.195,-0.377 0.208,-0.373 0.200,0.226 0.044,0.344-0.011,0.249 0.002,0.167 0.009,0.103 0.014,-1.762 0.441,2.388-0.384,0.176 0.094,0.025 0.117,-0.077 0.124,-0.134 0.117,-0.162 0.107,-3.093 0.289,1.172-0.092,0.124-0.006,2.185-0.188,-0.165-0.007,-0.354 0.000,-0.453 0.006,-0.489 0.008,-3.292 0.366,1.473-0.205,-0.206 0.002,6.839-1.813</inkml:trace>
</inkml:ink>
</file>

<file path=ppt/ink/ink8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136.000 263.000,'0.835'0.686,"0.753"0.572,0.731 0.453,0.581 0.277,0.471 0.162,0.366 0.074,0.273 0.010,0.450 0.024,0.433-0.021,0.433-0.030,0.406-0.033,0.362-0.033,0.309-0.031,4.536 0.309,4.559 0.116,4.346 0.008,3.916-0.064,-6.394-1.473,8.848-0.727,1.533-1.007,7.187-1.541,-1.824-0.997,-3.015-0.694,-3.557-0.445,-21.340 3.490,20.539-5.385,-3.299-0.605,-3.124-0.509,-2.739-0.403,-2.263-0.304,-1.772-0.218,-6.338 3.932,-0.651 0.189,2.437-2.753,-2.011 0.968,-1.724 1.010,-1.400 0.943,-2.370 3.342,0.757-1.467,-0.398 0.272,-0.388 0.458,-0.248 0.170,-0.565-0.388,-0.609 0.277,-0.520 0.208,-0.425 0.148,-1.154-0.090,0.574 0.329,-0.295-0.014,-2.157-0.455,-0.167 0.069,0.087 0.104,0.233 0.115,3.892 0.789,-2.250-0.484,-0.510-0.140,-3.385-0.813,-1.242-0.329,-1.037-0.273,-0.837-0.220,-0.648-0.168,8.427 2.037,-6.480-1.507,-0.304 0.004,-4.058-0.745,0.551 0.285,0.949 0.355,1.130 0.372,1.166 0.358,0.188 0.408,1.243 0.408,0.660 0.293,0.725 0.256,0.721 0.213,0.677 0.172,0.411 0.151,0.855 0.056,0.785 0.011,0.684-0.022,0.566-0.039,0.451-0.049,0.344-0.050,0.578-0.176,-0.702 0.263,-0.249 0.117,-12.596 5.203</inkml:trace>
</inkml:ink>
</file>

<file path=ppt/ink/ink8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136.000 286.000,'0.345'0.000,"0.885"0.000,0.796 0.000,2.198 0.000,1.381 0.000,1.155 0.000,0.919 0.000,-1.362 0.000,0.528 0.000,1.858 0.000,0.774 0.000,0.688 0.000,0.585 0.000,0.484 0.000,-5.761 0.000,8.454 0.000,6.540 0.000,1.216 0.000,-0.053 0.000,-0.860 0.000,-1.315 0.000,-8.375 0.000,-0.534 0.000,1.260-0.054,-0.349-0.093,4.331-0.355,-0.739-0.313,-0.785-0.301,-0.758-0.274,-0.684-0.234,-1.983 0.061,-1.371 0.046,-1.443 0.108,-1.396 0.140,-1.280 0.153,-1.116 0.152,-0.374-0.066,-0.597 0.049,-0.601 0.101,-0.565 0.126,-0.500 0.133,-0.424 0.131,-0.444-0.268</inkml:trace>
</inkml:ink>
</file>

<file path=ppt/ink/ink8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477.000 1054.000,'-0.071'-0.047,"-0.117"-0.079,-0.270-0.165,-0.174-0.096,-0.139-0.069,-0.104-0.046,0.702 0.406,-1.177-0.436,-0.477-0.027,-0.436-0.005,-0.378 0.008,-0.312 0.018,-0.247 0.020,-0.326 0.026,-0.162 0.051,-0.113 0.055,-0.073 0.051,-0.043 0.045,-0.021 0.039,0.220 0.082,-2.334 0.111,-0.592 0.228,-0.271 0.245,-0.054 0.234,0.085 0.209,1.887-0.115,0.056 0.120,0.022 0.123,-1.206 0.477,-0.409 0.327,-0.468 0.328,-0.473 0.309,4.055-1.174,-6.925 3.525,-0.437 0.952,0.299 0.499,0.737 0.174,0.957-0.045,1.019-0.178,0.981-0.249,0.821 0.525,1.119 0.496,0.998 0.616,0.836 0.636,0.669 0.596,1.137-0.325,1.102-0.361,1.101-0.300,1.051-0.423,0.945-0.475,0.813-0.476,0.668-0.444,0.222-0.843,0.495-0.419,0.831-0.233,0.473-0.494,0.394-0.458,0.318-0.405,-1.596-1.268,2.313 0.146,1.197-0.180,6.063 0.409,1.263-0.380,0.600-0.351,0.130-0.308,-0.181-0.257,3.052-0.234,0.117-0.278,0.708-0.235,0.168-0.223,-0.200-0.201,-0.434-0.172,-0.558-0.144,-7.105 0.086,8.030-0.629,-0.289-0.325,-0.549-0.281,-0.679-0.235,-0.719-0.189,-0.692-0.145,-0.628-0.107,-6.717 0.698,4.858-1.278,-1.292-0.206,-1.576-0.066,-1.673 0.030,-1.629 0.095,-0.550-1.203,-2.157-0.947,-1.851-1.070,-1.501-1.050,-1.155-0.944,-0.843-0.796,-1.432 1.240,-2.135-4.507,-1.537-0.437,-1.109 0.282,-0.752 0.692,-0.469 0.878,-0.255 0.911,-0.301 1.532,-1.320 0.448,-1.494 0.305,-1.496 0.193,-1.387 0.104,7.317 4.512,-10.781-4.555,-1.077 0.703,-0.390 0.863,0.066 0.888,0.342 0.830,0.482 0.725,13.452 2.859,-10.660-1.469,-4.925 0.284,-0.697 0.842,-0.150 0.802,0.213 0.716,0.427 0.611,6.211-0.126,0.566 0.201,-4.396 0.935,0.801 0.293,0.729 0.197,0.631 0.122,0.522 0.065,5.455-1.093,-5.080 1.066,0.492-0.143,0.796-0.233,0.944-0.278,0.975-0.288,3.300-0.658,0.436-0.138,-1.137 0.106,1.048-0.217,1.064-0.194,1.010-0.164,0.911-0.137,2.896-0.373,-7.492 1.385</inkml:trace>
</inkml:ink>
</file>

<file path=ppt/ink/ink8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372.000 465.000,'-0.069'0.218,"-0.111"0.346,-0.128 0.403,-0.131 0.414,-0.125 0.392,-0.111 0.349,-0.096 0.299,-0.175 0.629,-0.124 0.503,-0.111 0.484,-0.096 0.430,-0.076 0.366,-0.061 0.294,1.123-4.078,-1.582 5.651,-0.393 1.495,-0.285 1.194,-0.198 0.918,-0.125 0.675,-0.070 0.471,1.030-2.939,0.075 1.405,0.146 1.144,-0.321 11.197,1.269 0.416,1.333-0.959,1.261-1.727,1.111-2.054,0.924-2.083,0.606-3.037,0.845-2.001,0.781-1.828,0.684-1.581,0.569-1.307,-2.482-2.823,5.010 0.984,0.821-1.481,0.376-1.403,0.068-1.243,-0.128-1.042,-2.549-0.793,1.113-1.692,-0.569-1.262,-0.711-1.085,-0.761-0.898,-0.743-0.714,-0.684-0.549,-3.612 4.294,2.817-6.645,-0.891-0.972,-0.921-0.537,-0.878-0.218,-0.788 0.006,-0.676 0.151,-0.829 6.933,-0.233-3.843,-0.502-0.178,-0.904-3.158,-0.494 0.714,-0.282 1.034,-0.127 1.174,-0.016 1.186,0.816 3.313,-0.039 0.196,-9.930-21.603</inkml:trace>
</inkml:ink>
</file>

<file path=ppt/ink/ink8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1823.000 1004.000,'-0.079'0.000,"-0.141"0.000,-0.303 0.000,-0.308 0.000,-1.548 0.000,-1.015 0.000,-0.890 0.000,-0.735 0.000,4.062 0.000,-2.494 0.026,-0.603 0.048,-4.307 0.291,-0.999 0.276,-0.539 0.277,-0.206 0.257,0.023 0.225,-0.273 0.409,0.345 0.440,0.023 0.576,0.082 0.579,0.115 0.542,0.129 0.479,3.727-1.507,0.052 0.186,-4.055 2.852,0.509 0.335,0.668 0.134,0.714-0.001,0.689-0.087,0.618-0.133,2.307-1.668,0.150 0.356,-1.104 2.295,0.573 0.264,0.629 0.062,0.626-0.077,0.396 1.022,0.950-0.265,1.236-0.892,1.131-0.042,1.111 0.027,1.014 0.070,0.881 0.092,1.212 0.174,1.226 0.152,0.767-0.380,0.531-0.492,0.341-0.524,0.194-0.500,0.162-0.654,0.260-0.626,0.651-0.395,0.662-0.353,0.626-0.303,0.559-0.249,-0.733-0.771,2.267-0.034,0.757-0.385,1.562-0.314,0.752-0.402,0.630-0.358,0.508-0.303,-9.142-0.479,10.053-0.032,0.921-0.337,1.078-0.370,0.416-0.353,0.216-0.320,0.066-0.280,-0.036-0.233,1.178-0.319,-0.930-0.074,-1.118-0.005,-1.153 0.038,-1.094 0.064,-0.972 0.075,-1.530 0.074,0.641-0.240,1.156-0.411,-0.282-0.242,-0.562-0.206,-0.707-0.167,-0.754-0.130,-2.577 0.250,-3.068 0.654,-0.372-0.062,3.351-1.507,-1.404 0.086,-1.467 0.193,-1.407 0.247,-1.275 0.268,-4.261 2.449,3.026-2.687,-1.155 0.063,-0.850-0.042,-0.695-0.020,-0.551-0.004,-0.416 0.004,-0.351 2.621,-0.613-3.818,-0.948-0.640,-0.990-0.619,-0.938-0.477,-0.839-0.352,-0.715-0.246,-0.587-0.160,-0.461-0.094,-0.582-0.028,-0.303 0.359,-0.215 0.451,-0.143 0.474,-0.087 0.454,4.195 3.244,-6.516-3.091,-2.406-0.181,-2.320-0.147,-2.113-0.114,-1.841-0.085,-1.541-0.060,15.546 4.589,-17.782-4.369,-0.184 0.465,0.924 0.617,1.600 0.679,1.949 0.677,2.052 0.632,5.163 1.255,-11.257 0.326,-0.258 1.124,1.060 0.858,1.761 0.620,2.027 0.422,2.009 0.263,4.353-0.564,-2.364 0.486,1.457-0.189,1.680-0.266,1.684-0.293,1.554-0.287,-6.491 1.019</inkml:trace>
</inkml:ink>
</file>

<file path=ppt/ink/ink8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1707.000 1185.000,'0.000'0.010,"0.000"0.014,0.000 0.018,0.000 0.017,0.000 0.017,0.000 0.013,0.000 0.012,0.000 0.009,0.000 0.021,0.000 0.129,0.000 0.054,0.000 0.035,0.000 0.019,0.000 0.009,0.000 0.001,0.006-0.293,0.233 0.868,0.130 0.261,0.126 0.262,0.104 0.196,0.081 0.139,0.062 0.092,0.793 1.003,0.372 0.302,0.174 0.073,0.038-0.070,-0.046-0.149,-0.095-0.185,-0.235-0.461,-0.028-0.200,-0.006-0.186,0.005-0.164,0.016-0.136,0.018-0.110,0.020-0.084,-0.002-0.088,-0.207-0.239,-0.245-0.247,-0.247-0.234,-0.227-0.205,-0.196-0.170,-0.059-0.145,0.018-0.123,0.071-0.094,0.096-0.070,0.103-0.047,0.099-0.031,0.088-0.017,-0.628 0.087,0.602-0.185,0.120-0.081,0.365-0.190,0.058-0.096,0.009-0.077,-0.023-0.057,-0.043-0.041,-0.051-0.029,-1.162 0.664,1.350-0.922,0.030-0.173,-0.032-0.141,-0.068-0.109,-0.087-0.079,-0.093-0.056,-0.032-0.056,-0.052 0.028,-0.035 0.048,-0.024 0.059,-0.012 0.060,-0.006 0.055,0.000 0.050,-0.525 0.637,0.122-0.086,0.009 0.028,0.415-0.350,-0.095 0.128,-0.131 0.139,-0.139 0.134,-0.133 0.120,-0.118 0.103,-0.060 0.117,-0.031 0.127,-0.007 0.118,0.011 0.102,0.019 0.083,0.023 0.064,0.024 0.047,-0.094 0.080,0.097 0.114,0.110 0.114,0.368 0.341,0.085 0.199,0.039 0.168,0.006 0.137,-0.016 0.105,-0.027 0.077,0.032 0.151,0.055 0.141,0.016 0.065,-0.009 0.011,-0.028-0.025,-0.035-0.047,-0.967-1.364,1.308 1.655,0.169 0.087,0.095 0.006,0.041-0.047,0.005-0.076,-0.020-0.091,-0.034-0.092,-0.151-0.266,-0.020-0.174,-0.012-0.182,-0.008-0.175,-0.001-0.160,0.000-0.139,-0.574-0.310,0.812-0.080,-0.032-0.466,-0.072-0.487,-0.088-0.461,-0.096-0.409,-0.175-0.160,-0.188-0.027,-0.191 0.071,-0.178 0.126,-0.157 0.151,-0.130 0.156,-0.104 0.145,0.766-1.240,0.491-0.774,0.258-0.374,0.090-0.088,-0.026 0.104,-0.099 0.223,-0.088 0.196,-0.277 0.498,-0.292 0.508,-0.277 0.476,-0.248 0.418,-0.208 0.348,-0.167 0.278,-0.129 0.211,-0.095 0.153,-0.065 0.104,-0.042 0.066,-0.023 0.036,0.244 0.420,0.315 0.552,0.336 0.589,0.321 0.567,0.288 0.509,0.242 0.431,-0.634-1.216,1.004 1.517,0.083-0.009,-0.025-0.150,-0.093-0.228,-0.128-0.264,-0.143-0.266,-1.475-2.047,1.395 1.867,-0.133-0.259,-0.168-0.309,-0.179-0.320,-0.172-0.301,-0.154-0.267,-0.157-0.239,-0.147-0.203,-0.130-0.165,-0.108-0.128,-0.089-0.095,-0.067-0.068,-0.151-0.019,0.128-0.047,0.031-0.056,0.280-0.373,0.241-0.441,0.250-0.466,0.237-0.440,0.208-0.387,0.301-0.410,0.370-0.441,0.368-0.406,0.338-0.350,0.289-0.287,0.236-0.224,-0.038 0.246,-0.415 0.611,-0.198 0.313,-0.020 0.143,-0.362 0.538,-0.360 0.527,-0.333 0.481,-0.292 0.415,-0.621 0.546,-0.055 0.111,0.419 0.136,0.067 0.398,0.110 0.377,0.131 0.339,0.137 0.290,0.129 0.238,0.117 0.188,-1.416-1.234,1.734 1.536,0.319 0.281,0.676 0.479,0.176-0.027,0.076-0.144,0.005-0.204,-0.039-0.228,-0.063-0.224,-2.633-1.465,2.568 0.999,0.046-0.332,-0.022-0.332,-0.065-0.308,-0.087-0.273,-0.096-0.230,-0.047-0.207,-0.175-0.158,-0.178-0.115,-0.167-0.082,-0.148-0.053,-0.123-0.032,-0.101-0.015,-0.024 0.030,-0.064 0.092,-0.047 0.112,-0.033 0.114,-0.023 0.106,-0.012 0.095,-0.008 0.078,-0.997 0.115,2.206-0.064,0.373-0.003,0.077-0.023,-0.111-0.032,-0.218-0.038,-0.262-0.036,-0.271-0.032,-0.249-0.029,-1.134 0.143,0.428-0.101,-0.201-0.023,-0.086-0.043,-0.239 0.006,-0.210 0.017,-0.181 0.021,-0.145 0.023,-0.113 0.022,0.438-0.523</inkml:trace>
</inkml:ink>
</file>

<file path=ppt/ink/ink8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1218.000 222.000,'-0.147'0.000,"-0.231"0.000,-0.267 0.000,-0.271 0.000,-0.253 0.000,-0.223 0.000,-0.629 0.353,-0.476 0.334,-0.340 0.294,-0.231 0.249,-0.142 0.202,-0.443 0.538,-0.440 0.778,-0.179 0.728,-0.078 0.682,-0.008 0.600,0.036 0.500,0.061 0.399,-0.060 0.562,0.026 0.390,0.018 0.332,0.009 0.271,0.006 0.208,0.000 0.153,-0.001 0.106,0.168 0.173,0.151 0.404,0.168 0.440,0.167 0.426,0.154 0.385,0.661-0.620,0.584-0.158,0.643-0.252,0.637-0.296,0.587-0.305,0.516-0.288,0.431-0.259,1.018 0.749,0.722-0.195,0.505-0.482,0.329-0.621,0.194-0.662,0.091-0.634,-2.060-3.426,2.499 2.491,0.363-0.542,0.242-0.584,0.146-0.570,0.073-0.523,0.020-0.454,0.043-0.644,0.053-0.722,0.057-0.725,0.057-0.674,0.050-0.597,0.044-0.505,1.606-2.291,0.476-1.623,0.171-1.241,-0.027-0.900,-0.145-0.614,-0.203-0.386,-4.365 5.585,4.631-7.140,-0.226-0.336,-0.514 0.251,-0.645 0.591,-0.670 0.747,-1.611 2.503,0.350-1.563,-0.589 0.274,-0.584 0.331,-0.534 0.345,-0.467 0.329,-0.386 0.293,-0.862-0.396,-1.183-0.082,-1.226-0.166,-1.150-0.200,-1.007-0.206,-0.834-0.193,-0.677 0.193,-0.231 0.823,-0.032 0.977,0.087 0.986,0.155 0.899,0.179 0.771,0.799 0.875,0.653 0.635,0.695 0.549,0.668 0.454,0.597 0.356,-0.854 1.286</inkml:trace>
</inkml:ink>
</file>

<file path=ppt/ink/ink8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2215.000 266.000,'-0.278'-0.238,"-0.370"-0.238,-0.404-0.221,-0.398-0.194,-0.366-0.164,-0.321-0.132,-0.269-0.103,1.179 0.739,-3.399-0.744,-1.037 0.295,-0.627 0.411,-0.317 0.452,-0.099 0.448,0.051 0.410,2.611-0.107,-2.984 1.021,0.324 0.417,0.514 0.289,0.591 0.185,0.593 0.106,4.045-2.107,-4.519 3.827,-0.250 1.711,-0.162 1.662,-0.094 1.495,-0.047 1.265,-0.011 1.017,0.964-0.204,0.779 0.530,1.314-0.780,1.325-1.056,1.221-1.139,1.055-1.094,0.862-0.975,1.743-0.410,1.224-0.745,0.813-0.838,0.491-0.819,0.255-0.739,-3.687-2.136,3.900 0.876,0.300-0.682,0.066-0.637,-0.087-0.562,-0.183-0.477,-0.232-0.388,-0.214-0.486,-0.189-0.517,-0.156-0.502,-0.128-0.457,-0.098-0.396,-0.073-0.330,-4.120 2.690,5.205-5.172,-0.182-1.173,-0.583-0.647,-0.780-0.267,-0.841-0.010,-0.808 0.150,-0.721 0.236,-1.157 0.593,-1.201 0.120,-1.225 0.071,-1.146 0.037,-1.016 0.011,-0.854-0.006,-0.690-0.017,1.771 2.784,-1.274-1.195,-0.077 0.268,-0.726-0.453,0.469 0.723,0.610 0.761,0.657 0.735,0.645 0.665,0.592 0.577,-1.216-0.601</inkml:trace>
</inkml:ink>
</file>

<file path=ppt/ink/ink8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1228.000 334.000,'0.084'-0.021,"0.128"-0.032,0.145-0.036,0.144-0.036,0.129-0.033,0.112-0.027,0.089-0.023,0.071-0.018,0.050-0.012,0.036-0.009,0.023-0.005,0.013-0.004,0.802-0.037,1.221-0.053,1.376-0.060,1.357-0.059,1.232-0.053,1.050-0.046,0.154 0.034,-0.049 0.053,-0.300 0.071,-0.431 0.078,-0.480 0.074,-5.396 0.202,13.898-0.403,5.463-0.186,3.818-0.171,2.484-0.149,1.450-0.121,0.687-0.098,-5.916 0.145,4.430-0.278,-0.103-0.040,-0.515 0.008,-0.753 0.038,-0.863 0.054,-0.883 0.065,-19.434 0.936,23.846-0.983,0.390 0.128,-0.441 0.153,-0.928 0.159,-1.161 0.149,-1.216 0.131,-20.792 0.420,21.519-0.267,0.194 0.100,-0.620 0.083,-1.090 0.066,-1.315 0.051,-1.358 0.037,-2.319 0.014,-1.789 0.001,-1.736-0.009,-1.581-0.015,-1.371-0.017,-1.138-0.018,-0.908-0.016,-4.136 0.005,4.318-0.095,-0.409-0.020,-0.805-0.002,-1.012 0.012,-1.088 0.019,-1.067 0.024,-4.381 0.086,15.079-0.245</inkml:trace>
</inkml:ink>
</file>

<file path=ppt/ink/ink8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1932.000 287.000,'0.024'0.000,"0.201"0.000,0.120 0.000,0.082 0.000,0.052 0.000,0.028 0.000,0.013 0.000,-0.001 0.000,3.020 0.683,2.022 0.500,1.259 0.346,0.688 0.220,0.282 0.127,0.010 0.056,-0.881-0.214,-0.222-0.080,-0.236-0.096,-0.231-0.103,-0.208-0.097,0.008-0.061,-0.792-0.232,-0.842-0.234,-0.795-0.214,-0.697-0.182,-0.577-0.148,-0.611-0.069,-0.577-0.014,-0.506 0.018,-0.419 0.037,-0.326 0.047,-0.243 0.045,-0.172 0.043,-0.111 0.037,0.050-0.027,-0.178 0.137,-0.622 0.425,-0.374 0.235,-0.332 0.195,-0.280 0.157,-0.225 0.118,0.309-0.322,-1.057 0.448,-0.202-0.013,-0.072-0.053,0.017-0.079,0.071-0.084,0.101-0.085,-0.455 0.112,0.133-0.100,0.340-0.163,0.434-0.186,0.455-0.183,0.425-0.165,-4.252 1.789</inkml:trace>
</inkml:ink>
</file>

<file path=ppt/ink/ink8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285.000 89.000,'-0.209'-0.015,"-0.337"-0.024,-0.404-0.029,-0.426-0.030,-0.089-0.005,-0.297-0.035,-0.599-0.047,-0.279-0.010,-0.840-0.047,0.076 0.020,0.233 0.029,0.317 0.032,0.349 0.033,0.341 0.031,0.312 0.026,0.272 0.022,0.223 0.018,-3.561 0.190,-2.414 0.222,-1.461 0.228,-0.740 0.216,-0.217 0.194,1.750-0.012,0.230 0.183,-2.386 0.946,-0.024 0.630,-0.060 0.615,-0.079 0.553,4.547-1.585,0.119 0.110,-3.799 2.152,0.587 0.138,0.692-0.005,0.701-0.094,0.651-0.143,3.017-1.818,-0.573 0.700,-0.014 0.318,-1.782 2.187,0.317 0.337,0.431 0.142,0.473 0.009,2.142-2.402,-0.214 0.807,0.281 0.061,-0.326 1.501,0.549-0.213,0.524-0.325,0.475-0.380,0.413-0.393,0.886-3.944,-0.291 2.761,0.251-0.049,0.516 1.754,0.585-0.299,0.499-0.370,0.404-0.383,-0.233-1.331,0.176-0.238,0.686 0.188,0.458-0.283,0.466-0.253,0.439-0.217,0.395-0.178,0.339-0.142,-1.196-0.827,4.241 0.639,1.241-0.370,0.901-0.353,0.614-0.316,0.386-0.263,-4.282-0.369,1.803-0.171,0.746-0.227,6.260-0.582,-0.070-0.279,-0.812-0.140,-1.183-0.044,-8.279 0.781,4.105-0.401,0.501-0.043,3.989-0.349,0.804-0.024,0.611 0.000,0.442 0.019,0.304 0.028,-0.378-0.024,1.099-0.145,5.205-0.525,0.240-0.088,-0.344-0.024,-0.693 0.016,-0.864 0.042,-8.034 0.750,7.040-0.871,-1.709 0.080,-2.136 0.156,-2.252 0.193,-2.161 0.203,-8.504 1.174,9.191-1.557,-0.723-0.050,-1.751 0.124,-0.806-0.066,-0.755-0.073,-0.669-0.069,-1.855 0.274,-1.055 0.155,-0.480-0.042,0.608-0.893,-1.017 0.113,-0.862 0.189,-0.691 0.219,-0.530 0.216,-0.510 1.088,-0.160-0.984,-0.393-0.033,-0.352 0.021,-0.306 0.055,-0.251 0.075,0.946 1.190,-2.130-1.574,-0.781-0.245,-0.660-0.162,-0.387-0.005,-0.230 0.067,-0.109 0.112,-0.023 0.134,-0.287 0.005,0.227 0.190,0.283 0.184,0.297 0.164,0.286 0.140,0.256 0.115,1.398 0.495,-0.152-0.029,-3.094-0.760,-2.289-0.396,-2.522-0.427,-2.503-0.421,-2.320-0.385,-2.272-0.247,5.021 1.086,0.021 0.116,-4.056-0.494,0.788 0.352,1.039 0.370,1.133 0.358,5.238 0.727,-2.068-0.061,0.778 0.209,-1.963 0.073,1.655 0.267,1.557 0.197,1.357 0.136,4.476 0.048,-0.904 0.017,0.262 0.018,-1.087 0.062,0.731 0.039,0.692 0.029,0.619 0.023,0.530 0.016,0.443 0.759</inkml:trace>
</inkml:ink>
</file>

<file path=ppt/ink/ink8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619.000 312.000,'-0.533'0.000,"-0.811"0.000,-0.915 0.000,-0.896 0.000,-0.809 0.000,2.344 0.024,-3.351 0.232,-0.460 0.183,-0.131 0.156,0.091 0.132,0.225 0.103,2.170-0.264,0.019 0.105,-1.659 0.594,0.368 0.067,0.469-0.020,0.500-0.074,0.491-0.106,1.703-0.650,-0.630 0.326,-0.368 0.270,-0.060 0.134,-1.366 1.079,-0.184 0.452,-0.131 0.404,-0.087 0.341,1.701-1.385,-1.555 1.926,0.172 0.334,0.279 0.187,0.326 0.079,0.334 0.004,0.312-0.043,1.969-3.672,-1.171 2.995,0.090 0.632,0.321-0.191,0.292-0.337,0.254-0.412,0.212-0.440,0.380-2.488,-0.148 2.503,0.203-0.254,0.227-0.150,0.207-0.286,0.178-0.260,0.146-0.219,0.732 0.072,0.906 0.096,1.056 0.164,1.051 0.151,0.974 0.134,0.857 0.113,0.723 0.092,-0.125-0.192,-0.237-0.200,-0.454-0.257,-0.572-0.279,-0.613-0.275,-0.600-0.256,-3.412-1.085,1.591 0.263,4.867 0.367,1.642-0.244,2.941-0.275,0.591-0.390,-0.003-0.367,-0.394-0.327,-0.630-0.280,-0.746-0.232,-3.975 0.158,4.518-1.477,-1.003-0.404,-1.218-0.181,-1.254-0.025,-1.177 0.074,-1.306 0.252,-0.937 0.160,-0.801 0.164,-0.652 0.155,-0.510 0.137,-0.165-0.207,0.188-0.532,0.392-0.881,-0.263-0.080,-0.383 0.125,-0.426 0.240,-0.470 0.488,-0.348 0.355,-0.660 0.200,-0.771-0.071,-0.819-0.171,-0.797-0.228,-0.726-0.246,-1.156-0.539,-0.758-0.108,-0.620-0.034,-0.482 0.015,-0.357 0.046,-0.251 0.058,-0.163 0.064,-2.799-0.838,-1.273-0.161,-0.318 0.218,0.293 0.432,0.642 0.525,6.348 2.297,-5.316-1.277,1.210 0.650,0.711 0.417,0.813 0.368,0.828 0.312,0.788 0.254,0.340 0.196,0.709 0.173,0.784 0.117,0.592 0.072,0.518 0.044,0.436 0.020,0.352 0.006,0.827 0.464</inkml:trace>
</inkml:ink>
</file>

<file path=ppt/ink/ink8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180.000 400.000,'0.011'0.000,"0.018"0.000,0.019 0.000,0.020 0.000,0.018 0.000,0.016 0.000,0.014 0.000,0.190 0.027,0.817 0.087,0.430 0.052,0.276 0.036,0.162 0.022,0.074 0.013,-1.539-0.176,4.076 0.509,1.709 0.231,1.198 0.170,1.676 0.236,0.483 0.081,0.141 0.033,-0.094 0.001,-7.592-1.039,7.774 0.911,0.889-0.014,3.537 0.223,0.133-0.120,-0.333-0.142,-0.604-0.145,-0.734-0.137,-0.012-0.077,-0.938-0.117,-0.634-0.087,-0.727-0.083,-0.739-0.073,-0.696-0.065,-3.622-0.159,-0.139-0.026,3.486 0.038,-0.572-0.090,-0.644-0.080,-0.637-0.070,-0.583-0.057,12.513-0.685</inkml:trace>
</inkml:ink>
</file>

<file path=ppt/ink/ink8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560.000 496.000,'-0.146'-0.027,"-0.150"-0.019,-0.650-0.146,-0.160-0.034,-0.139-0.019,-0.065 0.002,-0.012 0.017,0.024 0.025,1.018 0.159,-0.566-0.072,-0.009 0.013,-0.699-0.039,0.055 0.038,0.093 0.031,0.110 0.025,0.109 0.021,0.196 0.062,0.105 0.086,0.095 0.094,0.084 0.095,0.068 0.085,0.053 0.075,0.250-0.077,0.006 0.181,-0.233 0.928,0.048 0.206,0.058 0.031,0.057-0.078,0.051-0.140,0.069-0.426,-0.141 0.261,-0.178 0.262,-0.836 1.639,-0.266 0.229,-0.136-0.000,-0.045-0.146,1.501-2.678,-1.237 1.983,-0.038-0.036,-0.593 0.810,0.151-0.297,0.212-0.345,0.229-0.345,1.092-1.569,-0.195 0.394,0.089-0.035,-0.228 0.940,0.236 0.076,0.200 0.092,0.163 0.096,0.125 0.089,0.095-0.525,0.050 0.719,0.050-0.100,0.029-0.164,0.014-0.191,0.002-0.191,-0.029-1.222,-0.016-0.402,0.142 1.955,0.069 0.192,0.092 0.067,0.103-0.025,0.103-0.084,0.099-0.118,0.228 0.246,0.020-0.369,-0.139-0.641,0.008-0.241,0.007-0.213,0.008-0.181,0.009-0.148,-0.408-0.503,0.366 0.273,0.081-0.012,0.601 0.280,0.251 0.010,0.229 0.012,0.201 0.013,0.164 0.010,-0.817-0.382,1.112 0.335,0.291-0.007,0.256-0.022,0.218-0.027,0.178-0.032,0.140-0.031,-2.830-0.630,3.447 0.548,0.164-0.080,-0.080-0.082,-0.235-0.081,-0.321-0.072,-0.360-0.063,-2.665-0.266,0.050 0.000,3.516 0.211,1.012-0.019,3.187 0.040,0.965-0.051,0.540-0.054,0.232-0.048,-6.317-0.099,7.116-0.030,-0.461-0.148,-0.835-0.153,-0.989-0.141,-0.992-0.122,-0.905-0.100,-0.994-0.460,-0.757-0.322,-0.594-0.279,-0.600-0.202,-0.565-0.140,-0.502-0.088,-1.250 0.755,-0.156-0.079,0.585-1.409,-0.464-0.254,-0.416-0.183,-0.352-0.121,-0.285-0.075,-0.306 1.142,-0.144-0.027,-0.196-0.707,-0.162 0.145,-0.116 0.206,-0.076 0.234,-0.047 0.237,0.402 1.766,-0.341-1.122,-0.078-0.103,-0.058-0.088,-0.442-1.090,-0.065 0.023,-0.025 0.122,0.004 0.178,0.023 0.205,0.864 1.869,-0.561-0.982,-0.103 0.030,-0.950-0.915,-0.268 0.103,-0.199 0.123,-0.140 0.127,0.752 0.785,-0.632-0.221,-0.340 0.003,-2.116-0.744,-0.386 0.084,-0.152 0.117,0.004 0.128,0.101 0.124,0.150 0.111,-1.143-0.145,-0.509 0.058,-0.174 0.143,0.042 0.184,1.950 0.482,0.028 0.090,-1.346-0.087,0.270 0.156,0.340 0.143,0.358 0.121,0.341 0.099,3.097 0.255,-2.034-0.109,0.494 0.065,0.524 0.053,0.507 0.045,0.466 0.035,0.409 0.025,0.540 0.017,-0.578 0.013,0.148 0.012,0.173 0.005,0.174 0.001,0.164 0.000,0.141-0.003,-0.776 0.039</inkml:trace>
</inkml:ink>
</file>

<file path=ppt/ink/ink8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495.000 583.000,'0.008'0.008,"0.013"0.013,0.015 0.015,0.013 0.013,0.014 0.014,0.011 0.011,0.008 0.008,0.008 0.008,0.005 0.005,0.004 0.004,-0.028 0.042,-0.006 0.113,0.026 0.177,0.029 0.117,0.037 0.093,0.041 0.072,0.038 0.054,0.097 0.080,0.192 0.276,0.731 1.120,0.571 0.714,0.536 0.647,0.467 0.550,0.387 0.443,-0.279-0.514,-0.070-0.231,-0.153-0.348,-0.195-0.399,-0.208-0.405,-0.203-0.381,-0.668-0.904,1.414 0.982,-0.033-0.263,-0.211-0.310,-0.302-0.311,-0.332-0.287,-1.213-0.798,1.289 0.457,-0.028-0.195,-0.136-0.184,-0.193-0.167,-0.219-0.142,-0.216-0.116,-0.199-0.091,-0.473-0.043,0.513-0.453,0.116-0.491,0.162-0.499,0.176-0.456,-0.113-0.063,0.250-0.495,0.600-0.988,0.139-0.229,0.047-0.047,-0.015 0.076,-0.054 0.151,-0.724 1.106,-0.076 0.160,0.331-0.380,-0.214 0.378,-0.224 0.383,-0.220 0.362,-0.202 0.326,-0.852 0.963,0.753-0.660,-0.164 0.285,-0.154 0.228,-0.138 0.175,-0.116 0.129,-0.094 0.088,-0.073 0.058,-0.097-0.028,0.689 0.214,0.506 0.271,0.270 0.236,0.154 0.210,0.068 0.176,-1.159-0.696,0.591 0.446,0.108 0.130,0.679 0.559,0.079 0.079,0.016 0.010,-0.027-0.041,-0.052-0.067,0.116 0.050,0.044-0.068,0.047-0.093,0.048-0.105,0.043-0.105,0.037-0.096,0.031-0.084,-0.046-0.157,-0.096-0.142,-0.174-0.144,-0.214-0.135,-0.224-0.122,-0.217-0.103,-0.828-0.161,1.050 0.003,0.133-0.125,0.079-0.125,0.038-0.114,0.008-0.102,-0.013-0.086,-0.856 0.164,1.485-0.490,0.489-0.190,1.776-0.605,0.256-0.091,-0.014 0.013,-0.190 0.080,-0.292 0.120,-3.645 1.160,3.297-1.040,-0.415 0.157,-0.447 0.176,-0.436 0.173,-0.397 0.161,-0.347 0.142,-0.288 0.119,-1.524 0.331,1.154-0.195,-0.229 0.079,-0.224 0.065,-0.203 0.053,-0.180 0.040,0.402 0.294</inkml:trace>
</inkml:ink>
</file>

<file path=ppt/ink/ink8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218.000 596.000,'0.033'0.007,"0.050"0.009,0.059 0.013,0.058 0.010,0.053 0.012,0.047 0.009,0.038 0.008,0.030 0.005,0.023 0.006,0.017 0.002,0.010 0.003,0.007 0.001,-0.028 0.042,0.662 0.273,0.280 0.122,0.184 0.068,0.109 0.030,0.053 0.002,-0.790-0.285,1.194 0.406,1.851 0.592,0.849 0.230,1.517 0.416,0.442 0.059,0.173-0.024,-0.017-0.080,-0.141-0.112,1.045 0.010,0.050-0.231,-0.961-0.375,-0.261-0.219,-0.304-0.207,-0.315-0.189,-3.349-0.373,2.048 0.068,0.028-0.112,1.643-0.140,-0.348-0.183,-0.476-0.153,-0.525-0.121,-0.524-0.093,-3.581 0.381,3.783-0.896,-0.087-0.444,-0.479-0.312,-0.566-0.229,-0.575-0.160,-0.536-0.104,-0.855 0.495,-0.246-0.030,-0.209-0.031,0.009-0.577,-0.229-0.122,-0.180-0.112,-0.133-0.100,-0.376 1.486,0.250-1.860,-0.026-0.431,0.078-1.509,-0.090-0.004,-0.093 0.247,-0.088 0.380,-0.234 3.595,0.110-2.449,-0.039-0.006,-0.096-0.908,-0.156-0.072,-0.165-0.055,-0.157-0.042,-0.140-0.028,-0.006 0.931,-0.310-0.420,-0.209 0.235,-0.196 0.272,-0.174 0.280,-0.149 0.266,-0.122 0.241,0.976 1.514,-1.775-1.624,-0.378 0.231,-0.304 0.235,-0.236 0.213,-0.171 0.184,1.447 0.845,-2.186-0.663,-0.056 0.185,0.177 0.205,0.302 0.199,0.352 0.179,2.913 0.726,-0.869-0.132,-2.959-0.235,-0.767 0.119,-1.901 0.085,-0.220 0.159,0.104 0.131,0.290 0.105,-0.490 0.457,-0.296 0.452,-0.196 0.474,-0.118 0.447,-0.061 0.389,-0.021 0.321,3.783-1.134,0.000 0.069,-3.324 1.371,0.622-0.086,0.819-0.209,0.871-0.269,0.826-0.280,1.927-0.819,-0.288 0.195,-0.201 0.126,-2.719 1.462,0.142 0.028,0.431-0.131,0.579-0.217,3.853-2.207,-2.880 1.880,0.558-0.188,0.562-0.241,0.525-0.258,0.464-0.251,0.395-0.229,0.783-0.724,-0.424 0.949,0.250 0.277,0.295 0.314,0.304 0.315,0.285 0.295,0.255 0.256,0.214 0.217,-0.558-2.499,0.860 2.818,0.094-0.209,0.014-0.355,-0.035-0.412,-0.063-0.413,-0.110-0.446,0.089-0.126,0.045-0.180,0.058-0.119,0.061-0.071,0.058-0.037,-0.983-0.875,0.974 0.694,0.278 0.093,1.025 0.501,0.369 0.088,0.253 0.038,0.159 0.005,0.089-0.016,-0.723-0.356,0.550 0.241,-0.167-0.095,-0.273-0.141,-0.328-0.165,-0.338-0.168,3.239 1.226</inkml:trace>
</inkml:ink>
</file>

<file path=ppt/ink/ink8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129.000 639.000,'0.086'-0.021,"0.136"-0.035,0.162-0.040,0.125-0.025,0.220-0.046,0.335-0.057,0.147-0.008,0.084 0.010,0.039 0.019,0.005 0.027,0.102-0.050,0.409-0.097,1.692-0.274,0.974-0.102,0.888-0.059,0.771-0.029,0.641-0.005,-2.414 0.303,0.155 0.004,3.520-0.261,0.755 0.055,0.680 0.070,0.589 0.074,0.485 0.073,-3.926 0.195,0.054 0.008,5.222-0.205,-0.064-0.015,-0.285-0.018,-0.400-0.018,-0.440-0.017,-2.443 0.050,1.359-0.158,-0.748-0.003,-0.939 0.033,-1.002 0.051,-0.971 0.062,-0.887 0.063,-2.922 0.251,3.268-0.311,0.006-0.012,-0.219 0.015,-0.352 0.031,-0.421 0.041,-0.439 0.043,-3.164 0.308,2.917-0.202,0.272 0.043,1.312-0.025,-0.369 0.034,-0.595 0.018,-0.687 0.008,4.619-0.473</inkml:trace>
</inkml:ink>
</file>

<file path=ppt/ink/ink8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219.000 771.000,'-0.010'0.010,"-0.016"0.016,-0.017 0.017,-0.019 0.019,-0.015 0.015,-0.014 0.014,-0.012 0.012,-0.009 0.009,0.013 0.041,0.009 0.078,0.011 0.089,0.013 0.091,0.014 0.087,0.037-0.073,0.028 0.132,0.097 0.736,0.079 0.255,0.065 0.167,0.053 0.099,0.040 0.047,0.443 0.998,0.250 0.482,0.241 0.531,0.185 0.404,0.136 0.293,0.094 0.201,0.061 0.127,-1.006-2.793,0.551 1.568,-0.039-0.085,0.343 1.010,-0.179-0.482,-0.199-0.554,-0.201-0.563,-0.187-0.533,-0.333-1.019,0.000-0.086,0.411 0.732,0.030-0.284,0.024-0.273,0.016-0.247,0.011-0.208,-0.131-0.330,0.373 0.067,0.035-0.163,-0.015-0.154,-0.046-0.137,-0.063-0.114,-0.296-0.111,0.186-0.101,-0.082-0.156,-0.089-0.155,-0.084-0.141,-0.076-0.122,-0.064-0.099,0.287-0.494,0.226-0.382,0.157-0.268,0.102-0.175,0.060-0.103,0.026-0.049,-0.149 0.170,0.257-0.417,0.458-0.749,0.090-0.221,0.000-0.090,-0.060 0.003,-0.095 0.065,-1.538 2.589,2.662-3.799,0.081 0.169,0.121 0.079,-0.026 0.259,-0.125 0.364,-0.181 0.411,-2.360 2.581,1.181-1.200,-0.115 0.192,0.873-0.618,-0.389 0.592,-0.379 0.533,-0.339 0.455,-0.291 0.370,-0.235 0.288,-0.231 0.241,-0.057 0.237,0.186 0.515,0.163 0.469,0.201 0.444,0.211 0.391,-0.458-0.730,0.133 0.173,0.847 1.186,0.142 0.112,0.053-0.023,-0.011-0.110,-0.052-0.162,-1.624-2.091,1.121 1.347,-0.023-0.115,0.454 0.403,-0.202-0.313,-0.240-0.318,-0.250-0.302,-0.239-0.271,-0.105-0.246,-0.114-0.302,-0.060-0.264,-0.021-0.221,0.004-0.175,0.021-0.133,-0.068-0.146,0.269-0.362,0.119-0.228,0.093-0.180,0.070-0.133,0.050-0.098,0.034-0.064,-0.755 0.837,1.061-1.295,0.143-0.141,0.094-0.034,0.057 0.036,0.028 0.078,0.008 0.103,-1.584 1.565,1.618-1.398,-0.060 0.204,-0.118 0.230,-0.148 0.234,-0.155 0.218,-0.151 0.193,-1.113 0.579,1.002-0.286,-0.020 0.227,0.238 0.336,-0.071 0.352,-0.082 0.302,-0.082 0.245,-0.807-0.592,0.251 0.364,0.021 0.117,0.450 0.701,0.027 0.087,0.003 0.001,-0.010-0.055,-0.020-0.091,-0.411-0.573,0.022-0.007,0.637 0.624,0.079-0.079,0.058-0.105,0.038-0.114,0.025-0.110,-0.261-0.280,-0.068-0.133,-0.081-0.136,0.001-0.092,-0.125-0.140,-0.122-0.120,-0.112-0.099,-0.292-0.238,0.249-0.310,0.050-0.266,0.135-0.329,-0.047-0.126,-0.079-0.042,-0.095 0.016,-0.102 0.054,0.311-0.438,0.247-0.285,0.225-0.225,0.196-0.170,0.162-0.121,0.129-0.083,-0.508 0.660,0.113-0.083,0.774-0.791,-0.061 0.144,-0.163 0.242,-0.215 0.286,-0.233 0.294,-0.166 0.223,-0.305 0.340,-0.276 0.299,-0.237 0.245,-0.189 0.194,-0.147 0.145,-0.106 0.102,-0.061 0.052,0.115 0.166,0.078 0.209,0.084 0.217,0.081 0.203,0.073 0.177,-0.052 0.023,0.059 0.118,0.051 0.033,0.059 0.011,0.059-0.007,-0.629-0.925,0.471 0.565,0.079 0.024,0.501 0.412,0.172 0.040,0.142 0.023,0.110 0.007,0.084 0.000,0.001-0.023,-0.203-0.178,-0.133-0.131,-0.156-0.149,-0.161-0.151,-0.153-0.142,-0.139-0.127,-0.078-0.106,-0.141-0.127,-0.120-0.106,-0.095-0.083,-0.073-0.062,-0.054-0.045,-0.123 0.061,0.089-0.180,0.032-0.135,0.134-0.363,0.042-0.144,0.028-0.087,0.018-0.045,0.009-0.013,0.101-0.112,0.260-0.487,0.060-0.096,-0.004 0.014,-0.049 0.086,-0.072 0.128,-0.433 0.915,0.476-0.776,-0.078 0.278,-0.092 0.264,-0.094 0.234,-0.085 0.194,-0.074 0.154,-0.060 0.116,-0.045 0.082,-0.034 0.054,-0.024 0.033,-0.014 0.018,0.038 0.074,-0.037 0.001,0.031 0.041,0.205 0.204,0.059 0.077,0.037 0.050,0.023 0.031,-0.020-0.029,-0.017-0.036,-0.025-0.046,-0.027-0.051,-0.024-0.047,-0.024-0.043,0.854 0.408</inkml:trace>
</inkml:ink>
</file>

<file path=ppt/ink/ink8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513.000 783.000,'0.000'0.014,"0.000"0.021,0.000 0.025,0.000 0.023,0.000 0.022,0.000 0.019,0.000 0.015,0.000 0.011,0.000 0.009,0.000 0.005,0.000 0.005,0.000 0.001,0.024-0.049,0.232 0.700,0.224 0.531,0.189 0.413,0.162 0.325,0.130 0.242,0.100 0.175,-0.069-0.444,0.473 0.677,0.052-0.088,-0.034-0.186,-0.086-0.231,-0.111-0.244,-0.118-0.230,-0.291-0.535,0.087 0.034,0.651 0.645,0.076-0.083,0.012-0.139,-0.031-0.163,-1.329-1.218,2.210 1.669,0.360 0.113,0.102-0.050,-0.063-0.145,-0.160-0.192,-0.208-0.204,-2.079-1.219,3.410 0.940,0.735-0.294,0.260-0.357,-0.063-0.374,-0.264-0.356,-0.374-0.319,-1.477-0.009,-0.206-0.170,0.545-0.549,-0.396-0.225,-0.375-0.157,-0.332-0.103,-0.283-0.062,-1.318 1.357,0.995-1.274,0.894-1.267,0.349-0.508,1.011-1.247,0.131 0.027,-0.026 0.288,-0.126 0.433,-2.189 2.439,1.303-1.212,-0.131 0.343,0.650-0.217,-0.390 0.638,-0.400 0.561,-0.368 0.463,-1.702 0.779,1.310-0.343,-0.194 0.222,-0.196 0.164,-0.183 0.112,-0.163 0.073,-0.135 0.041,-0.649-0.082,0.394 0.200,0.013 0.142,0.369 0.435,0.216 0.261,0.240 0.220,0.239 0.181,0.223 0.139,-0.013-0.092,0.626 0.370,0.204-0.001,0.113-0.079,0.047-0.125,-0.001-0.148,-0.032-0.154,0.309-0.004,-0.302-0.258,-0.343-0.241,-0.338-0.209,-0.303-0.170,-0.257-0.132,-0.001-0.106,0.439 0.011,2.133 0.171,0.587-0.005,0.289-0.021,0.086-0.027,0.220 0.053,0.038 0.030,-0.174 0.008,-0.289-0.008,-0.338-0.016,-0.337-0.020,-1.583-0.171,-0.086-0.024,1.162 0.087,-0.071-0.013,-0.064 0.000,-0.053 0.007,-0.044 0.010,-0.908-0.147,1.060 0.018,0.469-0.018,3.354 0.057,0.461-0.051,0.085-0.048,-0.148-0.040,-5.028-0.058,3.628 0.085,0.103 0.011,1.511 0.009,-0.151-0.049,-0.262-0.061,-0.304-0.062,-3.509-0.026,-0.156-0.055,2.200-0.259,-0.623-0.150,-0.648-0.115,-0.613-0.088,-0.544-0.059,-1.612 0.309,0.983-0.427,-0.145-0.119,-0.067-0.113,-0.016-0.099,0.020-0.083,0.042-0.069,-1.564 0.801,0.621-0.351,0.049-0.049,1.013-0.640,-0.038-0.066,-0.109-0.027,-0.151 0.002,-0.166 0.020,-1.817 1.320,0.955-0.766,-0.042-0.036,0.706-0.787,-0.195-0.018,-0.216 0.026,-0.216 0.055,-0.203 0.069,-0.528 0.697,-0.016-0.013,0.389-0.755,-0.087-0.039,-0.099-0.017,-0.103-0.001,-0.097 0.009,-0.593 1.536,0.547-2.035,-0.102-0.095,-0.093-0.044,-0.095 0.046,-0.089 0.101,-0.082 0.130,-0.068 0.140,-0.133 1.239,-0.251-1.952,-0.276-0.260,-0.230-0.164,-0.182-0.092,-0.136-0.039,0.620 2.139,-0.445-1.034,-0.119-0.019,-0.428-0.627,-0.016 0.246,0.052 0.322,0.098 0.354,0.118 0.351,0.203 0.495,-0.112 0.075,-0.709-0.328,-0.294 0.087,-0.267 0.072,-0.230 0.055,-0.192 0.041,-0.153 0.030,2.291 0.925,-2.931-1.075,-0.284-0.038,-0.093 0.023,0.038 0.062,0.120 0.081,0.166 0.089,2.849 0.878,-3.950-1.043,-0.351 0.036,-0.158 0.076,-0.026 0.095,0.055 0.098,2.136 0.421,-2.345-0.338,-0.286 0.036,-0.139 0.058,-0.035 0.069,0.037 0.073,0.080 0.068,4.529 0.460,-5.583-0.471,0.101 0.063,0.497 0.081,0.709 0.086,0.783 0.082,0.771 0.073,0.244 0.059,-0.905 0.000,-2.675-0.041,-0.527 0.019,-0.087 0.022,0.214 0.025,0.399 0.023,0.495 0.023,3.858 0.047,-4.811-0.008,0.222 0.044,0.434 0.042,0.532 0.038,0.551 0.033,1.538-0.021,-0.711 0.021,0.245-0.009,0.244-0.013,0.229-0.016,0.203-0.015,0.171-0.015,2.370-0.022,-2.559 0.084,-0.254 0.021,-0.210 0.005,-0.168-0.006,-0.130-0.012,-0.095-0.016,2.853-0.065,-1.885 0.022,-0.083-0.009,-1.235 0.013,0.341 0.006,0.486 0.011,0.551 0.016,0.562 0.016,0.328 0.021,0.403 0.012,0.304 0.009,0.222 0.007,0.152 0.004,0.094 0.002,1.562-0.134,-1.386 0.110,-0.449 0.035,-2.812 0.185,-0.914 0.014,-0.615-0.019,-0.374-0.039,-0.196-0.050,-0.631-0.019,0.352-0.037,0.479-0.027,0.511-0.018,0.488-0.011,0.428-0.007,1.034-0.005,0.573 0.021,0.562 0.024,0.512 0.026,0.443 0.025,0.366 0.022,1.657-0.211,-0.044 0.007,-2.554 0.379,-0.509 0.075,-0.894 0.134,0.049-0.002,0.265-0.035,0.378-0.050,2.370-0.349,-0.557 0.102,0.139-0.011,-0.907 0.184,0.539-0.076,0.516-0.081,0.458-0.079,0.385-0.070,0.307-0.058,0.233-0.047,0.168-0.036,0.114-0.025,0.070-0.017,0.040-0.011,0.014-0.006,0.001-0.002,-0.010 0.000,-0.014 0.001,-0.017 0.003,-0.017 0.002,-0.014 0.002,-0.012 0.003,-0.011 0.002,-0.007 0.001,-0.006 0.001,-0.004 0.001,-0.003 0.001,-0.001 0.000,-0.001 0.001,0.000-0.001,0.001 0.001,0.008 0.005,0.011 0.007,0.013 0.009,0.012 0.009,0.011 0.008,0.010 0.005,0.007 0.006,0.005 0.004,0.005 0.003,0.002 0.001,0.002 0.002,0.001 0.000,0.000 0.001,0.000-0.001,0.000 0.001,0.000-0.001,-0.001-0.000,0.202-0.010,0.055-0.014,0.113-0.005,0.288 0.019,0.121 0.022,0.085 0.027,0.057 0.028,-0.828-0.102,1.067 0.126,0.119 0.010,0.066 0.005,0.028 0.002,0.002-0.002,-0.016-0.001,-0.024-0.004,-0.544-0.072,0.786 0.078,0.218 0.045,0.189 0.057,0.158 0.059,0.126 0.057,-0.847-0.126,0.077 0.019,1.244 0.225,0.013 0.002,-0.085-0.021,-0.142-0.035,-0.169-0.039,-0.120-0.027,-0.417-0.066,-0.422-0.064,-0.389-0.056,-0.336-0.048,-0.274-0.038,-0.211-0.027,-0.155-0.021,-0.109-0.012,-0.069-0.009,-0.040-0.004,-0.019-0.002,-0.004 0.001,0.005 0.000,0.010 0.003,0.013 0.002,0.012 0.002,0.012 0.001,0.011 0.002,0.008 0.001,0.007 0.020,0.004 0.043,0.002 0.192,0.003 0.229,0.002 0.244,0.000 0.234,0.000 0.209,-0.001-0.686,0.002 1.396,0.000 0.272,-0.001 0.114,-0.001 0.009,-0.000-0.058,-0.047-0.524,-0.051 0.282,-0.022-0.093,-0.008-0.143,0.004-0.166,0.010-0.172,0.015-0.165,0.077-0.971,-0.026 1.637,0.051 0.545,0.121 1.091,0.137 0.349,0.141 0.164,0.132 0.033,0.118-0.056,0.061-0.192,0.005-0.348,-0.026-0.391,-0.046-0.395,-0.055-0.368,-0.057-0.325,-0.054-0.276,0.456 0.924,0.289 0.448,0.167 0.142,0.078-0.063,0.016-0.190,-0.314-0.807,-0.020-0.222,0.184 0.076,-0.005-0.221,-0.004-0.181,-0.002-0.142,0.000-0.110,-0.001-0.077,-0.044-0.091,-0.147-0.165,-0.175-0.173,-0.179-0.165,-0.171-0.148,-0.153-0.129,-0.059 0.282</inkml:trace>
</inkml:ink>
</file>

<file path=ppt/ink/ink8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198.000 696.000,'-0.028'0.014,"-0.043"0.021,-0.048 0.025,-0.048 0.023,-0.043 0.022,-0.037 0.019,0.201-0.095,-0.311 0.510,-0.227 0.542,-0.216 1.053,-0.101 1.135,-0.047 1.159,-0.006 1.096,0.020 0.980,0.117 1.446,0.156 1.276,0.227 0.046,0.209-0.323,0.183-0.518,0.148-0.594,-0.021-3.671,0.105 2.149,0.017-0.782,-0.004-0.821,-0.017-0.788,-0.026-0.706,-0.027-0.603,0.142 2.308</inkml:trace>
</inkml:ink>
</file>

<file path=ppt/ink/ink8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180.000 687.000,'0.011'0.000,"0.016"0.000,0.019 0.000,0.019 0.000,0.018 0.000,0.017 0.000,0.013 0.000,0.166 0.000,0.377 0.000,0.266 0.000,0.220 0.000,0.175 0.000,0.132 0.000,0.212 0.014,0.071 0.021,0.039 0.025,0.014 0.023,0.000 0.022,-0.011 0.019,-1.261-0.068,1.752 0.210,5.428 0.615,3.069 0.297,7.489 0.692,2.419 0.112,1.140-0.037,0.213-0.133,-0.420-0.189,-16.863-1.278,15.497 0.902,0.804-0.153,4.071-0.048,0.518-0.207,0.221-0.191,0.006-0.168,-0.135-0.143,2.885-0.107,-0.556-0.149,-1.289-0.146,-1.660-0.132,-1.778-0.115,-1.721-0.094,-0.705-0.178,-1.407-0.173,-0.660-0.199,-0.578-0.191,-0.486-0.171,-0.394-0.148,-0.303-0.120,-10.042 0.911,6.955-0.706,-0.334 0.043,3.986-0.370,-1.719 0.188,-1.923 0.204,-1.873 0.196,-4.052 0.397,-0.816 0.076,-0.108 0.015,-1.221 0.114,-1.160 0.109,-1.048 0.098,-0.907 0.085,-0.559 0.066,-0.888 0.090,-0.655 0.071,-0.459 0.051,-0.297 0.035,-0.175 0.022,-0.083 0.012,-0.023 0.006,0.016 0.001,0.039-0.002,0.048-0.003,0.050-0.005,0.046-0.004,0.039-0.004,0.032-0.002,0.026-0.004,0.017-0.001,0.013-0.002,0.008-0.001,0.004 0.000,-0.000 0.153,0.001 0.281,0.042 1.116,0.061 1.317,0.070 1.389,0.069 1.323,-0.198-4.534,0.169 3.773,0.023 0.740,0.121 4.075,-0.044 0.612,-0.069 0.117,-0.079-0.203,-0.079-0.386,-0.150-2.369,-0.210 1.563,-0.167-0.530,-0.132-0.629,-0.103-0.646,-0.075-0.609,0.059-1.612,-0.367 1.123,-0.056-0.768,-0.007-0.777,0.021-0.719,0.040-0.618,0.288-1.119,-0.213 0.257,0.065-0.434,0.076-0.377,0.074-0.311,0.068-0.245,0.059-0.183,0.040-0.224,-0.001-0.120,0.012-0.100,0.020-0.081,0.025-0.064,0.091-0.101,-0.498 0.092,-0.167-0.021,-0.105-0.030,-0.054-0.034,-0.020-0.035,0.006-0.033,0.880-0.098,-0.195-0.009,-6.649-0.298,-3.563-0.360,-7.288-0.649,-3.587-0.390,-2.484-0.287,-1.596-0.198,4.473 0.444,0.024 0.137,0.084 0.159,0.908 0.221,1.086 0.222,1.137 0.210,1.101 0.189,6.169 0.274,0.010 0.062,-9.334 0.032,-1.603 0.200,-1.583 0.175,-1.445 0.144,-1.242 0.115,0.340-0.018,-0.386-0.066,-0.183-0.103,-0.042-0.121,0.055-0.121,0.111-0.114,10.463 0.030,-7.946-0.093,1.679-0.012,2.198 0.005,2.403 0.016,2.383 0.022,2.219 0.026,7.153 0.082,-5.966-0.035,-0.117 0.017,-3.157 0.005,1.172 0.022,1.507 0.018,1.595 0.013,8.555 0.010,-5.143-0.024,0.669-0.036,-0.726-0.079,1.316-0.044,1.232-0.034,1.078-0.023,-1.091-0.824</inkml:trace>
</inkml:ink>
</file>

<file path=ppt/ink/ink8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1283.000 608.000,'0.000'-0.008,"0.000"-0.013,0.000-0.015,0.000-0.013,0.000-0.014,0.000-0.011,0.000-0.008,0.000-0.008,0.000-0.005,0.000-0.004,0.025 0.011,0.038 0.011,0.044 0.011,0.232 0.000,0.349-0.009,0.399-0.016,0.404-0.018,0.380-0.017,-0.574 0.046,0.145 0.002,1.627-0.045,0.656 0.015,0.603 0.017,0.524 0.017,0.433 0.018,-1.901 0.027,0.327 0.005,3.815-0.003,1.201 0.011,1.025 0.006,0.836 0.007,0.654 0.003,-1.144 0.002,5.163 0.002,1.729 0.000,1.337 0.001,0.985 0.000,0.688-0.001,-8.081 0.024,7.655 0.070,-0.694 0.026,-1.337 0.010,-1.668-0.004,-1.765-0.011,-1.710-0.016,-6.864-0.051,6.801 0.060,2.024 0.011,10.732 0.071,1.914-0.010,0.607-0.020,-0.259-0.026,-0.778-0.028,-6.120-0.087,7.235-0.196,-1.366-0.228,-1.804-0.220,-1.908-0.196,-1.802-0.165,-1.576-0.131,-4.464 0.159,-1.252 0.007,-1.133 0.025,-0.980 0.038,-0.818 0.043,-1.871 0.123,0.801-0.084,-1.225 0.096,-1.279 0.112,-1.225 0.113,-1.104 0.108,-0.951 0.096,-2.222 0.176,2.533-0.075,0.003 0.073,-0.002 0.053,-0.005 0.036,-0.007 0.025,-0.007 0.013,-0.775-0.049,16.875-0.761</inkml:trace>
</inkml:ink>
</file>

<file path=ppt/ink/ink8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1300.000 717.000,'0.059'0.000,"0.091"0.000,0.100 0.000,0.097 0.000,0.088 0.000,0.074 0.000,1.147 0.013,1.328 0.024,6.592 0.110,3.506 0.073,2.664 0.059,1.927 0.048,1.310 0.034,-7.307-0.154,10.967 0.101,1.581-0.081,0.857-0.094,0.335-0.096,-0.019-0.089,-0.239-0.079,2.785-0.152,0.848-0.103,-0.328-0.066,-1.038-0.037,-1.402-0.017,-5.817 0.088,7.400-0.148,-0.349 0.047,-0.734 0.073,-0.906 0.084,-0.933 0.081,-15.510 0.176,9.345-0.130,-0.258-0.030,4.688-0.141,-1.351-0.055,-1.594-0.045,-1.619-0.036,-1.505-0.026,-2.395 0.047,-2.835 0.073,-1.958 0.042,-1.888 0.044,-1.724 0.042,-1.501 0.037,-1.260 0.033,-2.281-0.477</inkml:trace>
</inkml:ink>
</file>

<file path=ppt/ink/ink8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1342.000 806.000,'1.296'0.057,"2.051"0.091,2.404 0.107,2.467 0.109,2.339 0.103,2.095 0.092,-9.911-0.439,16.846 0.639,3.330 0.038,2.044-0.014,1.081-0.048,0.397-0.063,-0.058-0.066,-11.112-0.294,13.557 0.023,1.745-0.266,1.221-0.284,0.797-0.272,0.467-0.242,-13.624 0.197,16.305-0.763,-1.094-0.200,-2.132-0.095,-2.584-0.026,-2.638 0.020,-12.793 0.729,9.365-0.593,-3.440 0.208,-3.570 0.236,-3.331 0.235,-2.890 0.210,-2.366 0.179,4.162 0.248</inkml:trace>
</inkml:ink>
</file>

<file path=ppt/ink/ink8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1351.000 897.000,'1.237'0.012,"12.212"0.104,7.847 0.056,5.774 0.035,4.011 0.018,2.590 0.005,1.498-0.001,-4.363-0.037,-2.479-0.024,-3.124-0.028,-3.325-0.027,-3.227-0.026,-2.938-0.023,-2.545-0.019,-6.603-0.077,20.864-0.621,5.858-0.355,2.574-0.188,0.316-0.071,-1.124 0.009,-15.224 0.567,12.396-0.362,-3.193 0.168,-3.738 0.176,-3.785 0.165,-3.518 0.147,-3.073 0.124,-3.327 0.101,-2.612 0.072,-2.272 0.054,-1.887 0.037,-1.501 0.025,-1.144 0.015,-3.655 0.215</inkml:trace>
</inkml:ink>
</file>

<file path=ppt/ink/ink8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1341.000 981.000,'0.035'-0.003,"1.596"0.042,1.431 0.128,4.177 0.435,2.789 0.401,2.354 0.382,1.887 0.338,1.440 0.283,-12.699-1.623,16.090 1.890,1.764 0.011,0.573-0.159,-0.219-0.253,-0.694-0.291,-2.333-0.548,7.603 0.009,-0.012-0.272,-1.359-0.232,-2.096-0.187,-2.388-0.145,-8.971-0.123,-0.219-0.030,6.616-0.074,1.069-0.111,1.281-0.107,1.338-0.098,1.292-0.088,1.178-0.072,-13.198 0.245,19.439-0.765,-0.150-0.240,-1.380-0.159,-2.016-0.096,-2.228-0.048,-19.624 1.272,17.389-1.314,-3.035 0.073,-3.235 0.122,-3.066 0.139,-2.691 0.138,-2.225 0.124,-6.202 0.829,9.161-2.267</inkml:trace>
</inkml:ink>
</file>

<file path=ppt/ink/ink8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1596.000 597.000,'0.009'0.000,"0.012"0.000,0.017 0.000,0.014 0.000,0.015 0.000,0.012 0.000,0.010 0.000,0.009 0.000,0.005 0.000,0.000 0.000,0.033 0.000,0.111 0.043,0.106 0.068,0.113 0.081,0.109 0.085,0.100 0.080,0.086 0.074,-0.162-0.039,0.845 0.600,0.429 0.262,0.387 0.193,0.332 0.135,0.271 0.087,-1.092-0.678,0.061-0.022,1.622 0.640,0.217-0.100,0.150-0.115,0.094-0.116,0.053-0.108,0.024-0.095,-0.477-0.219,-0.045-0.109,-0.046-0.107,-0.046-0.099,-0.042-0.087,0.142-0.125,1.484-0.051,0.514-0.128,0.331-0.124,0.189-0.111,0.083-0.097,0.009-0.080,-0.040-0.064,-3.504 0.142,4.176-0.631,-0.007-0.264,-0.242-0.188,-0.373-0.126,-0.431-0.075,-0.434-0.039,-4.201 1.200,3.831-1.353,-0.424 0.015,-0.477 0.108,-0.473 0.158,-0.437 0.176,-0.382 0.179,-0.424 0.243,-0.167 0.178,-0.106 0.166,-0.058 0.151,-0.023 0.127,0.004 0.107,0.368 0.170,0.156 0.182,0.168 0.171,0.162 0.149,0.144 0.123,0.121 0.099,0.098 0.072,-0.230-0.107,0.058-0.072,0.055-0.096,0.050-0.106,0.044-0.106,0.774-0.085,0.509-0.073,0.325-0.056,0.182-0.042,0.078-0.028,0.003-0.019,-0.044-0.011,0.126-0.006,-0.659-0.020,-0.743-0.020,-0.734-0.018,-0.663-0.016,-1.834-0.030,1.763-0.186,-0.123-0.207,-0.138-0.195,-0.135-0.169,-0.122-0.140,-0.101-0.107,-0.740 0.408,0.410-0.494,-0.108-0.092,-0.113-0.060,-0.108-0.033,-0.097-0.015,-0.085-0.002,-0.569 1.009,0.347-1.695,-0.289-0.490,-0.312-0.403,-0.301-0.316,-0.273-0.238,-0.235-0.171,0.720 2.866,-1.265-3.301,-0.238 0.029,-0.094 0.213,0.003 0.315,0.065 0.352,0.097 0.349,-1.958-1.490,-1.369-0.797,-0.888-0.299,-0.518 0.036,-0.244 0.244,-0.052 0.357,1.231 1.328,-1.257-0.236,0.160 0.523,0.334 0.520,0.428 0.483,0.456 0.424,0.446 0.358,2.874 0.817,-3.086-0.527,0.255 0.240,0.336 0.196,0.361 0.155,0.347 0.115,0.140-0.008,-2.253-0.184,-1.226-0.057,-1.061-0.027,-0.876-0.003,-0.694 0.009,-0.526 0.019,-0.380 0.022,0.722 0.073,0.663 0.066,0.860 0.071,0.929 0.070,0.911 0.063,5.191 0.171,-3.659 0.076,-0.162 0.234,-2.734 0.663,0.667 0.354,0.962 0.227,1.060 0.128,1.030 0.057,2.740-1.015,-1.770 1.426,0.576 0.103,0.523-0.050,0.452-0.138,0.369-0.186,0.456-0.486,0.101-0.012,0.011 0.146,0.127-0.126,0.116-0.149,0.098-0.155,0.080-0.151,0.065-0.136,0.050-0.093,0.060-0.133,0.049-0.113,0.041-0.092,0.030-0.072,0.022-0.053,0.151 0.160</inkml:trace>
</inkml:ink>
</file>

<file path=ppt/ink/ink8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1711.000 630.000,'-0.106'-0.035,"-0.950"-0.303,-0.660-0.198,-0.527-0.151,-0.404-0.108,-0.295-0.074,-0.204-0.047,-0.129-0.025,1.884 0.573,-2.387-0.463,-0.167 0.079,0.023 0.087,0.145 0.090,0.216 0.084,1.312 0.219,-0.024 0.033,-1.778-0.065,0.194 0.112,0.302 0.099,0.346 0.083,0.341 0.066,0.310 0.050,2.076-0.082,-2.347 0.270,-0.244 0.163,-0.179 0.145,-0.123 0.122,-0.080 0.100,2.778-0.660,-2.910 0.807,-0.027 0.105,0.155 0.054,0.261 0.015,0.314-0.010,0.324-0.025,0.309-0.035,0.323 0.029,0.182 0.137,0.138 0.171,0.098 0.183,0.065 0.181,0.040 0.166,1.110-1.515,-1.139 2.419,0.258 0.270,0.276 0.107,0.261 0.001,0.230-0.064,0.190-0.097,0.217-1.876,0.668 2.734,0.527 0.329,0.390 0.101,0.273-0.044,0.177-0.128,0.104-0.168,-0.720-1.572,0.099-0.100,0.944 0.697,0.378-0.246,0.366-0.256,0.333-0.243,0.289-0.218,0.239-0.186,0.191-0.154,0.759-0.059,0.592-0.160,0.614-0.141,0.577-0.118,0.510-0.094,0.426-0.071,2.726-0.030,1.071-0.121,0.066-0.152,-0.561-0.159,-0.902-0.151,-1.040-0.131,-1.041-0.112,-1.357-0.115,-0.473-0.094,-0.311-0.087,-0.186-0.073,-0.091-0.064,-0.023-0.049,-4.362 0.182,7.093-0.730,0.848-0.348,-0.012-0.249,-0.561-0.167,-0.870-0.103,-1.006-0.053,-1.277 0.062,-1.052 0.038,-0.978 0.055,-0.862 0.064,-0.728 0.063,-0.590 0.060,-1.016 1.078,0.466-1.602,-0.346-0.386,-0.251-0.309,-0.171-0.241,-0.106-0.177,-0.058-0.124,-0.021-0.082,0.013 0.240,0.016 0.225,0.026 0.283,0.029 0.303,0.030 0.298,0.029 0.274,0.005 0.822,-0.257-0.644,-0.644-1.257,-0.307-0.218,-0.195-0.032,-0.107 0.090,-0.044 0.167,0.003 0.207,0.952 1.459,-1.252-1.343,-0.041 0.349,-0.027 0.317,-0.015 0.268,-0.005 0.217,0.773 0.550,-1.632-0.473,-0.433 0.094,-0.307 0.102,-0.201 0.100,-0.122 0.089,-0.062 0.073,-0.101 0.067,-0.505-0.026,-0.339-0.021,-0.205-0.016,-0.105-0.011,-0.029-0.008,0.028 0.016,0.380 0.073,0.457 0.086,0.479 0.091,0.458 0.087,0.414 0.079,2.436 0.191,-19.311-1.129</inkml:trace>
</inkml:ink>
</file>

<file path=ppt/ink/ink8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1769.000 714.000,'-3.550'-0.846,"-2.084"-0.479,-1.003-0.210,-0.251-0.028,0.234 0.088,0.517 0.152,0.648 0.180,-1.460 0.273,-1.027 0.190,-0.243 0.213,0.289 0.215,0.627 0.200,0.809 0.180,3.851-0.017,-3.309 0.707,0.887 0.494,0.824 0.428,0.721 0.356,0.597 0.281,0.474 0.213,0.466 0.292,0.404 0.397,0.388 0.380,0.348 0.343,0.298 0.292,0.242 0.240,0.190 0.187,0.163-0.300,0.143-0.059,0.126-0.105,0.105-0.130,0.086-0.136,0.067-0.133,-0.258-2.137,1.532 3.700,1.013 0.506,0.939 0.299,0.815 0.145,0.668 0.040,-2.152-2.959,2.494 1.522,0.715-0.551,0.646-0.618,0.558-0.621,0.463-0.585,0.371-0.523,-4.677-1.287,7.748 0.353,0.622-1.036,0.175-0.947,-0.108-0.809,-0.272-0.652,-0.345-0.503,-1.319-0.549,-0.445-0.647,-0.755-0.445,-0.906-0.282,-0.941-0.158,-0.900-0.063,-3.842 2.893,1.563-2.269,-0.594-1.606,-1.834-0.119,-1.717 0.008,-1.506 0.089,-1.256 0.131,-0.950 0.258,-0.506 0.548,-0.239 0.592,-0.052 0.567,0.066 0.504,0.134 0.425,1.890 1.441,-17.885-4.398</inkml:trace>
</inkml:ink>
</file>

<file path=ppt/ink/ink8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569.000 489.000,'-0.537'-0.089,"-0.450"-0.086,-0.711-0.146,-0.674-0.148,-0.647-0.146,-0.584-0.136,-0.505-0.119,-0.963-0.131,-0.516-0.001,-0.303 0.059,-0.142 0.091,-0.030 0.107,0.045 0.109,-0.708 0.214,-0.251 0.267,0.059 0.280,0.251 0.268,0.357 0.241,0.400 0.206,0.539 0.348,-3.004 1.564,-0.899 1.103,-0.627 0.971,-0.411 0.808,-0.239 0.641,-0.116 0.482,4.715-2.683,-0.017 0.464,-2.867 3.267,0.738 0.353,0.972 0.003,1.070-0.233,1.069-0.376,1.448-1.319,0.759-0.318,0.473 1.750,1.364-0.475,1.154-0.437,0.923-0.376,-0.864-5.188,1.681 3.484,0.949 0.430,3.605 3.229,1.717 0.250,1.279-0.079,0.903-0.282,0.597-0.385,-0.005-0.806,0.342-0.546,-0.709-1.095,0.578-0.400,0.648-0.343,0.653-0.287,7.643 0.588,-1.288-1.156,2.195-0.275,11.112 0.636,1.216-0.782,-0.104-0.773,-0.888-0.697,-7.371-1.091,0.782-0.515,7.219-0.699,-0.144-0.642,-0.717-0.509,-1.030-0.389,-1.156-0.283,0.146-0.531,-0.726-0.491,-1.230-0.428,-1.462-0.357,-1.504-0.284,-1.419-0.218,-10.192 1.765,-0.614-0.083,-0.574-0.164,-0.527-0.219,5.236-2.455,-2.118-0.343,-2.256-0.174,-2.199-0.050,-6.505 3.587,3.725-5.224,-3.060-0.159,-2.848 0.406,-2.357 0.116,-1.993 0.158,-1.606 0.168,0.168 1.835,-0.816 0.053,-3.336-1.539,-2.370-0.293,-2.336-0.323,-2.144-0.319,-1.863-0.294,-2.801-0.353,-1.123 0.541,-0.688 0.717,-0.360 0.763,-0.131 0.730,0.025 0.646,12.875 3.174,-18.528-2.628,-2.583 0.371,-0.835 0.468,0.345 0.495,1.076 0.476,1.465 0.429,-0.103 0.294,1.704 0.333,2.730 0.333,3.190 0.308,3.246 0.271,3.046 0.227,-14.710 0.539</inkml:trace>
</inkml:ink>
</file>

<file path=ppt/ink/ink8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288.000 125.000,'-0.796'-0.112,"-1.219"-0.171,-1.379-0.193,-1.361-0.191,-1.235-0.174,-1.055-0.148,0.266 0.102,-2.612-0.242,-1.092-0.025,-0.689 0.029,-0.375 0.065,-0.141 0.085,4.136 0.415,0.056 0.101,-4.186 0.109,0.684 0.424,0.882 0.422,0.951 0.392,0.932 0.345,6.548-0.950,-6.433 2.399,0.105 1.288,0.978 0.676,1.030 0.375,0.974 0.158,0.855 0.013,1.331-0.738,-0.410 2.063,0.590-0.009,0.573-0.369,0.514-0.560,0.436-0.631,0.349-0.622,2.359 5.187,1.477 1.875,1.331 1.329,1.066 0.370,0.822-0.294,0.609-0.720,-5.310-9.486,9.589 9.504,2.896-1.048,1.432-1.822,0.684-1.858,0.159-1.732,-0.180-1.518,1.694-1.779,3.340-1.745,2.067-1.734,1.663-1.513,1.274-1.252,0.930-0.991,0.642-0.744,0.408-0.534,0.232-0.357,-0.694-0.122,-3.376 0.560,-3.880 0.732,-3.837 0.772,-3.471 0.728,-2.941 0.635,-8.336 2.601,4.638-2.344,-0.199-0.773,1.345-2.648,-1.453-0.809,-1.656-0.460,-1.676-0.202,-1.575-0.020,-1.713-0.552,-1.582 0.586,-1.279 0.697,-0.987 0.707,-0.725 0.656,-0.501 0.567,0.092 0.912,-0.410 0.380,-0.388 0.312,-0.346 0.246,-0.296 0.186,-0.242 0.135,-0.190 0.090,-23.883-8.135</inkml:trace>
</inkml:ink>
</file>

<file path=ppt/ink/ink8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841.000 727.000,'-0.044'-0.009,"-1.745"-0.312,-1.199-0.185,-0.877-0.112,-0.610-0.060,-0.390-0.022,-0.224 0.003,-1.222-0.104,-0.843-0.043,-0.437 0.013,-0.151 0.047,0.042 0.066,0.161 0.071,6.065 0.525,-6.626-0.355,-1.294 0.102,-1.261 0.102,-1.161 0.096,-1.016 0.086,-0.857 0.073,3.127 0.105,-0.309 0.144,-6.007 0.521,0.353 0.360,0.799 0.304,1.011 0.244,1.055 0.189,0.997 0.136,0.878 0.095,0.733 0.059,0.580 0.034,0.441 0.015,5.790-1.127,-3.072 1.099,-0.737 0.536,-6.514 3.193,0.203 0.890,1.052 0.500,1.519 0.214,1.705 0.013,1.698-0.113,6.787-5.904,-4.418 7.043,2.403 0.081,2.133-0.239,1.786-0.416,1.425-0.490,1.082-0.494,0.379-1.071,0.297-0.692,0.111-0.681,-0.018-0.621,-0.098-0.539,-2.643-2.649,6.258 3.275,2.751 0.673,7.752 2.296,2.699-0.004,1.488-0.412,0.617-0.625,0.034-0.702,-13.894-3.397,13.374 1.769,1.353-0.716,0.850-0.703,0.460-0.648,0.172-0.572,-0.030-0.483,-13.786-0.417,21.231-1.142,0.999-1.005,-0.320-0.778,-1.107-0.575,-1.497-0.400,-1.613-0.260,-0.218-0.689,-0.709-0.670,-0.402-0.675,-0.180-0.618,-0.031-0.528,0.063-0.428,-12.547 3.448,10.089-3.396,-2.390 0.299,-2.882 0.508,-2.940 0.595,-2.732 0.596,-2.374 0.550,-2.916 0.506,-2.654 0.252,-2.457 0.156,-2.139 0.080,-1.769 0.029,-1.722 0.143,-1.708-0.050,-1.561-0.068,-1.351-0.076,-1.117-0.076,-0.886-0.068,4.660 2.425,-10.199-3.402,-2.817-0.312,-1.726 0.008,-0.898 0.217,-0.295 0.337,0.118 0.392,11.632 2.783,-15.459-2.488,0.717 0.843,1.637 0.864,2.053 0.802,2.125 0.694,1.984 0.568,1.721 0.441,1.415 0.326,1.102 0.226,0.816 0.148,0.572 0.085,-3.163 0.715,-2.170 0.586,-0.683 0.411,0.335 0.272,0.971 0.161,1.319 0.077,1.453 0.018,-21.839 8.999</inkml:trace>
</inkml:ink>
</file>

<file path=ppt/ink/ink8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719.000 933.000,'-0.177'-0.029,"-4.975"-0.767,-2.871-0.379,-1.746-0.175,-0.893-0.029,-0.278 0.066,0.144 0.124,0.407 0.155,5.630 0.637,-11.163-0.212,-2.101 0.536,-1.024 0.565,-0.271 0.537,0.222 0.476,8.287-0.418,-7.223 1.752,0.893 0.949,1.076 0.859,1.105 0.735,1.037 0.601,0.914 0.468,0.765 0.349,0.902 0.380,1.123 0.240,1.085 0.179,0.977 0.130,0.830 0.086,1.812-1.121,0.887-0.086,1.109 1.510,2.318 0.261,2.293 0.280,2.080 0.270,1.772 0.240,1.606-0.408,1.777-0.216,1.626-0.289,1.403-0.313,1.153-0.303,3.829-0.148,3.435-0.100,1.264-0.744,0.215-0.898,-0.460-0.926,-0.844-0.867,1.093-0.837,2.570-0.700,3.162-0.583,3.289-0.467,3.112-0.356,2.759-0.258,2.320-0.178,-1.705-0.344,-0.188-0.391,-0.687-0.416,-0.963-0.404,-1.080-0.368,-1.079-0.319,-25.785 1.292,14.719-1.150,16.411-2.021,-0.367-0.621,-1.908-0.325,-2.755-0.114,-3.094 0.031,-23.892 3.645,11.347-2.024,-0.440-0.147,11.834-2.917,-2.473-0.077,-2.795 0.150,-2.753 0.276,-2.489 0.328,-8.762 2.417,4.848-2.472,-3.281 0.041,-3.193 0.086,-2.855 0.106,-2.394 0.108,-1.906 0.098,-1.833 0.507,-1.902-0.238,-1.859-0.313,-1.703-0.343,-1.485-0.338,-1.241-0.310,5.126 3.393,-4.043-1.878,-12.950-5.240,-4.189-0.746,-2.569-0.125,-1.356 0.266,-0.501 0.482,7.119 2.892,-6.371-1.002,0.091 0.894,0.568 0.933,0.832 0.887,0.939 0.795,0.940 0.675,20.610 3.030,-24.155-2.553,-1.002 0.536,-0.012 0.512,0.613 0.458,0.955 0.389,1.096 0.314,-2.572 0.280,-0.046 0.274,0.961 0.227,1.504 0.179,1.711 0.133,1.695 0.095,4.541 0.051,2.708 0.048,2.750 0.036,2.582 0.027,2.298 0.018,1.952 0.012,1.589 0.006,-3.430 0.994</inkml:trace>
</inkml:ink>
</file>

<file path=ppt/ink/ink8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695.000 602.000,'0.012'0.012,"0.098"0.122,0.105 0.143,0.242 0.345,0.115 0.183,0.072 0.130,0.041 0.084,0.018 0.050,-0.196-0.387,0.793 0.702,0.577 0.330,0.582 0.312,0.551 0.281,0.492 0.242,0.424 0.199,-3.048-2.149,4.951 2.858,0.469-0.072,0.012-0.270,-0.269-0.374,-0.421-0.402,-0.478-0.389,-0.310-0.513,0.304-0.392,0.465-0.366,0.537-0.320,0.541-0.268,0.506-0.216,1.644-0.599,0.792-0.462,0.343-0.341,0.035-0.238,-0.162-0.155,-0.272-0.090,-4.017 0.797,0.153-0.082,4.007-1.038,-0.287-0.028,-0.583 0.068,-0.730 0.124,-0.769 0.151,-2.034 0.560,0.162-0.041,-0.980 0.276,-0.935 0.263,-0.844 0.237,-0.724 0.205,-0.597 0.170,-1.118 0.281,0.790-0.075,-0.161 0.188,-0.040 0.168,0.038 0.141,0.085 0.112,0.107 0.088,0.611 0.351,0.328 0.175,0.126 0.053,-0.012-0.032,-0.097-0.079,-0.143-0.104,-0.387-0.379,0.346-0.009,1.605 0.233,0.281-0.081,0.040-0.097,-0.120-0.101,-0.223-0.098,0.229-0.082,-0.522-0.152,-0.521-0.135,-0.475-0.114,-0.405-0.089,-0.326-0.067,-0.225-0.101,-0.074-0.134,-0.009-0.136,0.031-0.128,0.055-0.111,0.065-0.092,0.065-0.073,-0.068-0.022,0.039-0.135,0.033-0.144,0.028-0.140,0.023-0.129,0.019-0.112,0.012-0.092,0.046-0.323,-0.104-0.226,-0.125-0.223,-0.129-0.206,-0.120-0.179,-0.181-0.802,-0.199-0.732,-0.255-0.301,-0.253-0.089,-0.232 0.053,-0.201 0.138,-0.165 0.181,-0.621-0.241,-0.531-0.202,-0.417 0.025,-0.312 0.172,-0.224 0.256,-0.149 0.292,2.174 3.344,-2.967-3.560,-0.350 0.254,-0.211 0.348,-0.108 0.378,-0.033 0.369,0.145 0.419,0.171 0.373,0.202 0.335,0.207 0.284,0.193 0.232,0.170 0.178,0.142 0.133,0.865 0.445,-3.363-0.577,-1.472 0.017,-1.213 0.058,-0.955 0.078,-0.714 0.086,-0.506 0.080,1.136 0.198,0.339 0.118,0.473 0.119,0.529 0.112,0.529 0.099,-0.125 0.081,-0.730 0.137,-0.283 0.170,-0.353 0.164,-0.365 0.146,-0.341 0.122,7.780-0.423,-8.674 0.858,0.260 0.242,0.769 0.142,1.008 0.069,1.062 0.020,1.002-0.013,0.871 0.091,0.432 0.138,0.490 0.079,0.490 0.032,0.455 0.001,0.398-0.019,1.980-1.036,-1.512 1.099,-1.156 1.101,0.133 0.156,0.321-0.048,0.407-0.169,0.425-0.228,0.558-0.172,0.442 0.046,0.405 0.107,0.352 0.138,0.288 0.146,0.227 0.139,0.350-1.642,1.094 4.200,0.824 1.095,0.578 0.585,0.381 0.227,0.226-0.012,0.113-0.154,-0.361-1.098,-0.143-0.551,-0.182-0.586,-0.190-0.567,-0.184-0.512,-0.166-0.439,-0.255-0.604,-0.097-0.329,-0.073-0.279,-0.051-0.230,-0.035-0.183,-0.022-0.140,-1.139-1.425,1.394 1.496,0.129-0.071,-0.011-0.203,-0.059-0.224,-0.080-0.217,-0.089-0.198,-0.189-0.222,-0.142-0.174,-0.144-0.152,-0.130-0.130,-0.116-0.103,-0.096-0.080,-0.077-0.060,2.362-0.377</inkml:trace>
</inkml:ink>
</file>

<file path=ppt/ink/ink8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319.000 409.000,'0.401'0.980,"0.340"0.772,0.291 0.421,0.333 0.388,0.306 0.279,0.266 0.186,0.218 0.116,-0.790-1.337,1.436 1.326,0.125-0.290,-0.021-0.371,-0.107-0.387,-0.151-0.363,-1.143-0.826,1.309 0.434,0.333-0.165,0.325-0.154,0.296-0.136,0.256-0.115,0.210-0.093,-3.369-0.536,4.605 0.447,0.579-0.103,0.351-0.088,0.184-0.074,0.064-0.057,-0.015-0.042,-1.363-0.125,1.325-0.117,0.055-0.139,-0.090-0.135,-0.177-0.121,-0.224-0.105,-4.849 0.403,6.393-1.092,0.529-0.419,0.086-0.278,-0.204-0.171,-0.375-0.088,-0.457-0.028,-5.813 1.747,4.779-1.660,1.157-0.511,-0.249 0.051,-0.474 0.190,-0.595 0.267,-0.634 0.304,-0.623 0.307,-1.890 0.662,1.519-0.184,-0.472 0.364,-0.458 0.328,-0.414 0.282,-0.356 0.229,-0.294 0.181,-0.230 0.135,-0.175 0.097,1.589 0.646,0.907 0.366,0.363 0.145,-0.016-0.005,-0.262-0.105,-0.404-0.162,-0.467-0.187,-2.826-1.011,5.532 0.935,1.878 0.027,4.680 0.215,0.678-0.324,-0.247-0.395,-0.798-0.406,-1.355-0.317,-1.718-0.232,-1.747-0.162,-1.622-0.103,-1.411-0.060,-1.165-0.025,-0.915-0.006,1.946-1.872,0.975-1.201,0.334-0.695,-0.088-0.326,-0.336-0.073,-0.777 0.000,-0.467-0.156,-0.732 0.256,-0.743 0.395,-0.690 0.451,-0.602 0.451,-0.501 0.417,-0.450 0.550,-0.325 0.330,-0.264 0.289,-0.210 0.241,-0.155 0.192,-0.113 0.149,0.352 0.924,-0.965-1.331,-0.457-0.196,-0.376-0.085,-0.297-0.006,-0.225 0.044,-0.163 0.074,-0.021 0.481,-0.958-0.153,-4.205-1.119,-1.201-0.054,-0.555 0.088,-0.097 0.173,0.211 0.219,7.449 1.690,-8.956-1.573,-0.230 0.263,0.104 0.263,0.306 0.243,0.407 0.209,0.441 0.173,-0.680 0.120,-1.012 0.072,0.570 0.137,0.968 0.129,1.128 0.113,1.132 0.094,1.777 0.089,-3.726 0.060,-1.974 0.097,-2.020 0.088,-1.877 0.075,-1.626 0.063,14.018-0.227,-12.108 0.286,-0.092 0.071,-2.770 0.170,1.394 0.041,1.716 0.014,1.756-0.005,5.522-0.235,0.553-0.001,-1.913 0.188,0.645 0.054,0.511 0.060,0.389 0.060,0.284 0.056,2.188-0.194,0.173 0.032,-1.844 0.401,0.789 0.046,0.862 0.023,0.840 0.003,0.758-0.007,1.226-0.266,0.004 0.228,0.521 0.021,0.437 0.018,0.353 0.020,0.272 0.015,0.385-0.408,-0.078 0.591,0.081 0.077,0.032 0.034,0.000 0.002,-0.025-0.018,-0.035-0.030,0.221-0.807,-0.374 1.080,-0.031-0.046,0.001-0.122,0.021-0.160,0.032-0.170,0.036-0.161,0.396-0.808,-0.452 1.232,-0.029 0.266,0.010 0.135,0.033 0.043,0.047-0.021,0.053-0.063,0.127 0.107,0.158-0.082,0.157-0.157,0.142-0.195,0.125-0.202,0.104-0.195,0.080-0.156,0.033-0.165,0.007-0.138,-0.009-0.109,-0.017-0.081,-0.022-0.060,-0.084-0.122,0.160 0.017,0.112-0.019,0.119-0.005,0.117 0.003,0.109 0.008,0.094 0.012,-0.847-0.205,1.468 0.432,0.409 0.199,0.341 0.191,0.270 0.171,0.204 0.142,0.145 0.113,-1.000-0.411,0.091 0.050,1.481 0.591,0.090-0.060,-0.009-0.123,-0.072-0.151,-1.114-0.426,0.138-0.003,1.728 0.366,0.048-0.112,-0.096-0.141,-0.173-0.144,-0.209-0.134,-1.724-0.311,1.511 0.085,-0.182-0.100,-0.289-0.085,-0.341-0.067,-0.345-0.054,4.506-0.248</inkml:trace>
</inkml:ink>
</file>

<file path=ppt/ink/ink8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752.000 607.000,'0.074'0.000,"0.138"0.032,0.188 0.051,0.207 0.062,0.204 0.062,0.192 0.061,0.169 0.055,-0.627-0.169,1.026 0.294,0.238 0.064,0.181 0.041,0.131 0.025,0.091 0.010,0.057 0.003,-0.776-0.201,0.054 0.013,0.069 0.011,1.117 0.258,0.033-0.026,-0.043-0.047,-0.091-0.058,-0.116-0.062,-1.984-0.382,2.835 0.307,0.941-0.080,0.470-0.113,0.306-0.105,0.180-0.089,0.087-0.075,-2.185-0.066,3.162-0.407,0.254-0.230,0.002-0.160,-0.153-0.105,-0.232-0.061,-2.618 0.420,3.058-0.659,-0.148-0.017,-0.399 0.060,-0.518 0.102,-0.549 0.120,-0.522 0.122,0.019 0.041,0.122 0.036,0.103 0.042,0.086 0.044,0.066 0.043,-2.996 0.463,1.998-0.214,0.000 0.063,0.777-0.006,-0.383 0.096,-0.472 0.086,-0.497 0.073,-0.473 0.058,-0.375 0.047,-0.411 0.036,-0.342 0.025,-0.272 0.017,-0.206 0.008,-0.149 0.006,-0.262-0.006,0.220 0.006,-0.097-0.003,-0.113-0.004,-0.111-0.003,-0.103-0.004,-0.089-0.002,0.756-0.003</inkml:trace>
</inkml:ink>
</file>

<file path=ppt/ink/ink8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737.000 621.000,'0.012'0.000,"0.333"0.000,1.221 0.000,0.951 0.000,0.848 0.000,0.723 0.000,0.592 0.000,0.465 0.000,-4.026-0.003,5.858-0.104,0.595-0.077,0.044-0.059,-0.312-0.044,-0.516-0.033,-0.610-0.022,-4.838 0.266,3.864-0.262,1.134-0.115,6.847-0.564,1.325-0.136,0.399-0.048,-0.224 0.015,-0.607 0.052,-0.246-0.031,-0.234-0.006,-0.209 0.007,-0.176 0.018,-0.144 0.021,-0.111 0.023,0.099 0.006,-1.842 0.169,-2.066 0.182,-2.020 0.179,-1.810 0.157,-1.522 0.132,-1.043 0.214</inkml:trace>
</inkml:ink>
</file>

<file path=ppt/ink/ink8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724.000 624.000,'0.199'0.000,"0.313"0.000,0.367 0.000,0.377 0.000,0.355 0.000,0.319 0.000,0.270 0.000,-0.487 0.000,3.066-0.017,1.570-0.027,1.361-0.028,1.112-0.030,0.869-0.026,-3.791 0.029,4.584-0.113,0.902-0.035,0.573-0.018,0.320-0.006,0.129 0.002,-0.004 0.010,-7.022 0.151,7.423-0.127,-0.367 0.014,-0.754 0.014,-0.961 0.011,-1.037 0.009,-1.022 0.008,-5.059 0.105,4.877-0.101,-0.643 0.006,-0.671 0.005,-0.637 0.003,-0.570 0.000,-0.485 0.002,-4.386 0.127,22.905-0.555</inkml:trace>
</inkml:ink>
</file>

<file path=ppt/ink/ink8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172.000 280.000,'0.000'0.012,"0.000"0.018,0.000 0.020,0.000 0.021,0.000 0.018,0.000 0.016,0.000 0.013,0.221 0.066,0.169 0.065,0.087 0.035,0.036 0.019,0.001 0.008,-0.029 0.000,0.075 0.071,0.093 0.085,0.097 0.090,0.741 0.237,0.949 0.376,2.374 0.932,1.238 0.356,3.366 0.941,1.412 0.069,1.027-0.101,0.704-0.201,-7.306-1.946,4.879 0.749,0.859-0.194,7.288 0.416,0.868-0.471,0.224-0.433,-0.196-0.373,-1.037-0.396,-0.016-0.336,0.733-0.495,1.155-0.558,1.344-0.558,1.363-0.517,1.277-0.454,-3.758 0.032,5.081-0.992,-1.497-0.082,-2.359 0.128,-2.737 0.252,-2.776 0.313,-9.501 1.490,3.560-1.142,5.723-2.333,-0.729-0.541,-1.276-0.204,-1.557 0.035,-1.643 0.191,-1.595 0.282,-5.392 2.815,2.966-3.270,-1.375-0.661,-1.061-1.992,-2.049-0.178,-1.774 0.116,-1.450 0.283,-0.926 1.991,-1.077-0.020,-2.880-1.459,-2.003 0.153,-1.806 0.228,-1.545 0.263,-1.266 0.263,-1.643 0.201,-3.053-0.113,-1.054 0.674,-0.618 0.713,-0.300 0.672,15.793 3.529,-13.353-2.221,-0.649 0.371,-0.082 0.379,-3.826 0.074,0.247 0.493,0.439 0.423,0.520 0.343,12.136 0.659,-9.959 0.253,-1.191 0.496,-8.189 1.122,0.806 0.730,1.793 0.542,2.233 0.382,7.441-0.669,1.098 0.296,-2.938 1.456,2.565 0.053,2.461-0.139,2.179-0.243,8.052-3.255,-4.743 2.709,-0.186 0.671,-2.875 2.753,0.505 0.361,0.787-0.054,0.910-0.316,0.920-0.460,5.215-5.176,-3.965 4.235,0.750-0.591,0.753-0.665,0.708-0.672,0.631-0.631,0.540-0.567,1.474-1.887,-0.960 1.513,0.441-0.426,0.348-0.379,0.264-0.320,0.188-0.259,0.128-0.201,0.079-0.150,1.019-0.513</inkml:trace>
</inkml:ink>
</file>

<file path=ppt/ink/ink8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854.000 509.000,'-0.739'-0.086,"-1.126"-0.131,-1.267-0.147,-1.245-0.145,-1.122-0.130,4.420 0.516,-4.364-0.416,-0.830-0.011,-0.578 0.018,-1.246 0.023,-0.855 0.080,-0.835 0.091,-0.778 0.095,8.033 0.196,-10.079 0.090,-0.578 0.230,-0.863 0.298,0.529 0.267,0.830 0.239,0.971 0.207,0.996 0.169,-0.055 0.443,0.649 0.509,0.082 0.708,-0.010 0.741,-0.071 0.712,-0.104 0.645,2.924-1.177,0.197 0.229,-3.243 2.749,0.925 0.060,1.031-0.177,1.008-0.304,0.908-0.358,3.013-2.685,-0.457 0.772,0.087 0.194,-1.450 2.509,0.294 0.456,0.336 0.349,0.337 0.255,2.680-4.813,-1.274 3.431,0.401-0.013,0.032 1.693,0.832-0.764,0.773-0.932,0.676-0.960,0.202-4.646,1.023 4.216,0.701-0.486,0.435-0.579,0.235-0.590,0.091-0.553,-0.008-0.485,-1.923-2.064,3.098 2.279,1.257 0.532,3.147 1.241,2.644 0.658,2.635 0.562,2.465 0.461,2.196 0.367,3.180 0.685,-0.536-0.582,-1.435-0.816,-1.886-0.900,-2.023-0.881,-1.948-0.802,-7.872-2.104,-2.448-0.625,18.565 2.157,3.988-0.312,1.769-0.375,0.200-0.386,-0.836-0.370,-1.454-0.331,-20.043-0.811,22.317 0.012,-0.495-0.714,-1.139-0.632,-1.455-0.527,-1.537-0.424,-1.470-0.323,-12.951 1.306,14.793-3.284,0.124-1.059,-1.129-0.630,-1.846-0.308,-2.170-0.080,-2.219 0.074,-7.258 2.628,-0.801 0.034,3.731-2.707,-2.558 0.608,-2.280 0.754,-1.916 0.777,-1.527 0.725,-2.826 2.897,-0.033-0.048,1.030-2.490,-0.350-0.516,-0.210-2.883,-0.745-0.537,-0.629-0.200,-0.506 0.027,0.402 4.453,-0.732-2.522,-0.366-0.310,-2.088-3.602,-1.444-0.646,-1.386-0.448,-1.242-0.288,-1.052-0.167,-0.850-0.074,0.070 1.070,-0.554 0.456,-0.479 0.529,-0.396 0.542,-0.318 0.514,4.234 3.181,-0.021 0.224,-3.763-1.784,0.277 0.659,0.444 0.675,0.529 0.642,0.551 0.582,7.060 2.873,-9.258-2.965,-0.340 0.432,-0.064 0.417,0.109 0.375,0.210 0.316,0.252 0.252,2.902 0.573,-1.449-0.162,0.925 0.214,1.067 0.220,1.082 0.208,1.011 0.184,4.439 0.573,-16.510-1.892</inkml:trace>
</inkml:ink>
</file>

<file path=ppt/ink/ink8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1512.000 715.000,'2.467'0.184,"3.864"0.289,4.204 0.229,2.712 0.074,1.877-0.004,1.205-0.052,0.692-0.076,-13.846-0.528,14.999 0.387,1.122-0.101,0.630-0.093,0.270-0.084,0.023-0.070,-0.133-0.056,-1.102-0.117,-1.408-0.072,-1.915-0.039,-2.100-0.016,-2.062 0.001,-1.887 0.011,11.369-0.288</inkml:trace>
</inkml:ink>
</file>

<file path=ppt/ink/ink8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1002.000 919.000,'1.532'0.047,"2.549"0.079,5.864 0.153,4.006 0.083,3.289 0.055,2.582 0.032,1.931 0.017,-17.471-0.378,22.230 0.341,2.665-0.054,1.461-0.064,0.593-0.065,0.001-0.059,-6.415-0.075,10.222-0.009,-0.502-0.041,-1.318-0.029,-1.691-0.022,-1.767-0.013,-1.654-0.009,-6.193-0.032,-2.103-0.053,-2.078-0.061,-1.929-0.063,-1.708-0.058,-1.449-0.055,-9.948 0.259,11.937-0.421,-0.106-0.032,-0.391 0.012,-0.536 0.038,-0.582 0.050,-0.561 0.056,-0.504 0.052,27.591-0.439</inkml:trace>
</inkml:ink>
</file>

<file path=ppt/ink/ink8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1185.000 762.000,'-0.062'-0.018,"-1.972"-0.542,-1.249-0.324,-0.852-0.205,-0.536-0.115,-0.292-0.047,-0.118-0.002,0.006 0.029,1.476 0.449,-4.525-0.681,-1.040 0.033,-0.528 0.096,-0.170 0.131,0.065 0.137,0.205 0.131,1.514 0.219,0.807 0.133,0.878 0.127,0.863 0.114,0.794 0.096,0.694 0.081,3.179 0.131,-4.701 0.102,-0.512 0.201,-0.171 0.171,0.057 0.140,0.190 0.110,0.261 0.080,0.279 0.056,-1.138 1.426,-1.085 1.257,-0.509 0.997,-0.092 0.759,0.193 0.553,-0.041 0.809,0.938 0.000,1.043-0.195,1.034-0.303,0.954-0.352,0.831-0.356,0.776-0.113,0.739-0.121,0.752-0.399,0.648-0.431,0.531-0.417,0.416-0.376,0.312-0.321,-0.654-2.614,0.899 1.820,0.424 0.264,2.038 1.855,1.484 0.591,1.432 0.483,1.296 0.379,1.111 0.285,-3.051-2.467,4.298 2.073,0.548-0.348,0.172-0.511,-0.089-0.591,-0.257-0.604,-0.352-0.574,-5.699-1.965,7.826 1.521,-0.020-0.601,-0.478-0.555,-0.727-0.482,-0.824-0.398,-2.344-0.372,2.849-0.308,0.106-0.471,0.023-0.443,-0.029-0.390,-0.060-0.322,-0.072-0.256,-8.693 1.413,7.643-1.744,-0.410-0.427,-0.638-0.381,-0.745-0.324,-0.761-0.266,-0.721-0.209,-0.530-0.443,-0.837-0.266,-0.830-0.215,-0.765-0.166,-0.666-0.122,-0.555-0.086,-1.381 2.948,0.244-1.316,0.241-2.461,-0.341 0.019,-0.287 0.326,-0.233 0.502,-0.181 0.584,-0.167 2.559,-0.061-1.024,-0.203-1.674,-0.151 0.167,-0.100 0.325,-0.060 0.410,-0.029 0.442,-0.007 0.432,0.069 0.908,-0.671-1.484,-0.284-0.154,-0.212-0.075,-0.151-0.020,-0.100 0.018,-0.062 0.039,-0.411-0.194,-0.492-0.136,-0.544-0.163,-0.533-0.167,-0.486-0.158,-0.416-0.137,3.863 3.604,-2.185-1.740,-0.175 0.051,-2.198-1.257,0.158 0.439,0.385 0.518,0.510 0.531,0.554 0.506,1.660 0.860,0.158 0.164,-1.301-0.171,0.249 0.328,0.181 0.228,0.122 0.146,0.075 0.085,0.043 0.039,0.117 0.022,0.049 0.004,0.042-0.003,0.037-0.010,0.029-0.011,1.517 0.074,-1.328-0.152,0.178-0.019,0.230 0.004,0.248 0.021,0.239 0.028,0.218 0.031,-1.434-0.160</inkml:trace>
</inkml:ink>
</file>

<file path=ppt/ink/ink8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1758.000 1284.000,'0.000'0.007,"0.000"0.010,0.000 0.012,0.000 0.012,0.000 0.010,0.000 0.010,0.000 0.008,0.000 0.005,0.000 0.005,0.000 0.003,0.000 0.002,0.000 0.001,0.000 0.015,0.094 0.264,0.157 0.313,0.393 0.864,0.285 0.606,0.244 0.528,0.199 0.435,-1.104-2.508,0.931 2.012,0.082 0.119,0.565 1.064,0.034-0.070,-0.022-0.176,-0.052-0.222,-0.066-0.234,-0.462-0.884,0.276 0.358,-0.081-0.251,-0.100-0.270,-0.102-0.263,-0.099-0.238,-0.088-0.205,0.066-0.204,0.083-0.128,0.038-0.128,0.010-0.121,-0.012-0.107,-0.026-0.091,-0.978-0.447,1.030 0.312,-0.025-0.148,-0.044-0.145,-0.055-0.133,-0.058-0.117,-0.055-0.098,-0.049-0.079,-0.060-0.110,0.374-0.424,0.218-0.407,0.206-0.416,0.185-0.396,0.160-0.355,0.132-0.307,-1.222 1.459,1.651-2.214,0.027-0.145,-0.109 0.064,-0.193 0.192,-0.230 0.264,-0.241 0.294,-1.132 1.655,1.284-1.823,-0.078 0.219,-0.097 0.266,-0.100 0.272,-0.096 0.253,-0.286 0.420,-0.195 0.289,-0.200 0.278,-0.191 0.247,-0.170 0.212,-0.144 0.172,-0.045 0.253,0.041 0.276,0.084 0.283,0.108 0.265,0.113 0.236,0.111 0.202,-0.475-0.613,1.313 1.716,0.465 0.619,0.350 0.472,0.254 0.344,0.169 0.234,0.107 0.149,-1.112-1.447,-0.072-0.050,0.441 0.652,-0.205-0.252,-0.221-0.293,-0.218-0.303,-0.203-0.290,-0.582-0.837,-0.030-0.072,0.683 0.717,-0.035-0.285,-0.034-0.282,-0.031-0.254,-0.024-0.216,-0.407-0.346,0.289-0.090,-0.110-0.297,-0.122-0.281,-0.116-0.247,-0.106-0.205,-0.382 0.099,0.428-0.903,0.103-0.557,0.101-0.496,0.091-0.420,0.079-0.341,0.065-0.266,-1.085 2.753,1.467-3.332,0.097 0.029,-0.022 0.274,-0.094 0.405,-0.135 0.455,-1.272 2.326,0.016 0.006,2.067-2.239,0.217 0.371,0.000 0.440,-0.129 0.441,-0.197 0.402,-0.218 0.344,-0.500 0.691,0.588 0.775,0.060 0.672,0.017 0.536,-0.007 0.407,-0.024 0.294,-0.340-0.374,0.790 0.899,0.108 0.042,0.022-0.082,-0.034-0.152,-0.066-0.186,-0.631-0.782,0.474 0.250,-0.260-0.387,-0.312-0.386,-0.320-0.356,-0.300-0.309,-0.437-0.468,0.093-0.469,-0.086-0.532,-0.049-0.484,-0.022-0.420,-0.001-0.346,0.010-0.275,-0.675 1.766,0.939-2.298,0.092-0.061,0.014 0.144,-0.034 0.261,-0.062 0.315,-0.076 0.324,-0.837 1.426,1.076-1.479,0.059 0.078,-0.051 0.180,-0.118 0.230,-0.152 0.247,-0.162 0.238,-0.157 0.215,-0.108 0.200,-0.070 0.174,-0.039 0.147,-0.017 0.117,-0.001 0.090,-0.124 0.053,0.037 0.107,0.334 0.338,0.237 0.227,0.253 0.204,0.247 0.172,0.226 0.141,0.219 0.129,-0.040-0.070,-0.118-0.128,-0.161-0.152,-0.171-0.158,-0.168-0.147,-0.536-0.363,0.422 0.205,-0.077-0.105,-0.090-0.106,-0.092-0.101,-0.086-0.088,-0.077-0.076,0.045-0.029,0.047-0.009,0.073 0.011,0.084 0.023,0.083 0.028,0.076 0.029,0.292 0.123,0.118 0.077,0.010 0.045,-0.057 0.022,-0.094 0.006,-0.849-0.305,0.471 0.141,0.171 0.041,1.223 0.343,0.080-0.016,-0.099-0.064,-0.203-0.092,-0.255-0.100,-0.287-0.108,-0.167-0.140,-0.213-0.175,-0.187-0.175,-0.153-0.161,-0.122-0.139,-0.219-0.114,0.175-0.606,-0.011-0.319,-0.003-0.240,0.004-0.168,0.008-0.112,-0.034 0.166,0.020 0.051,-0.033 0.191,-0.044 0.215,-0.049 0.213,-0.047 0.196,-0.038 0.162,-0.085 0.211,-0.083 0.182,-0.073 0.148,-0.062 0.114,-0.049 0.084,-0.037 0.056,-0.025 0.037,-0.018 0.021,-0.010 0.010,-0.006 0.001,0.057 0.013,0.094 0.021,0.105 0.023,0.106 0.023,0.096 0.020,-0.208-0.064,0.314 0.056,-0.012-0.016,-0.053-0.019,-0.073-0.022,-0.081-0.019,-0.076-0.018,-0.069-0.013,-0.058-0.012,-0.047-0.009,-0.035-0.005,-0.025-0.004,-0.061-0.001,0.180-0.046,0.081-0.070,0.066-0.075,0.050-0.073,0.038-0.065,0.024-0.054,0.019-0.112,0.015-0.057,-0.017 0.005,-0.035 0.042,-0.046 0.066,-0.048 0.073,-0.112 0.074,0.028-0.085,-0.069 0.053,-0.060 0.063,-0.050 0.064,-0.039 0.057,-0.028 0.048,-0.020 0.040,-0.012 0.030,-0.008 0.022,-0.003 0.014,-0.001 0.010,0.000 0.004,0.002 0.003,0.002-0.001,0.003 0.000,0.001-0.002,0.003-0.002,0.000-0.002,0.002-0.001,0.000-0.002,0.002-0.001,-0.001 0.000,0.000-0.002,0.001 0.001,0.000-0.001,-0.001-0.001,0.001 0.001,-0.001 0.000,0.001 0.000,-0.001 0.000,0.001 0.000,-0.001 0.000,0.000 0.000,0.001 0.001,-0.001-0.001,0.000 0.000,0.001 0.000,-0.001 0.000,-0.000 0.001,0.000-0.001,0.000-0.000,0.001 0.000,-0.001 0.000,0.000 0.001,0.000-0.001,0.001 0.000,-0.001 0.001,0.000-0.001,0.000 0.000,0.000 0.000,0.001-0.000,-0.001 0.001,-0.000-0.001,0.001 0.000,-0.001 0.001,0.000-0.001,0.000 0.000,0.000 0.000,0.034 0.034,0.056 0.056,0.140 0.240,0.208 0.367,0.235 0.428,0.240 0.437,0.227 0.420,0.415 0.652,0.013-0.005,0.018 0.019,-0.046-0.084,-0.089-0.145,-0.111-0.179,-0.117-0.189,-0.725-1.217,0.653 1.023,-0.148-0.299,-0.159-0.309,-0.152-0.289,-0.137-0.259,-0.118-0.217,-0.052-0.223,-0.042-0.238,-0.015-0.204,0.005-0.170,0.015-0.131,0.021-0.098,0.105-0.197,0.118-0.222,0.048-0.115,0.018-0.065,-0.004-0.026,-0.051 0.093,0.378-0.771,0.079-0.163,0.112-0.187,0.085-0.112,0.060-0.052,0.039-0.011,0.025 0.018,-0.802 1.374,0.772-1.192,-0.083 0.222,-0.117 0.263,-0.130 0.273,-0.132 0.264,-0.124 0.238,-0.047 0.258,-0.029 0.294,0.001 0.275,0.021 0.244,0.032 0.206,0.037 0.169,0.143 0.244,0.232 0.254,0.222 0.188,0.217 0.148,0.199 0.113,0.172 0.081,-1.204-0.948,1.501 1.055,-0.015-0.079,-0.107-0.129,-0.153-0.147,-0.167-0.144,-0.160-0.130,-1.354-0.830,1.416 0.659,0.809 0.196,0.251-0.053,0.096-0.102,-0.010-0.128,-0.082-0.135,-1.079-0.299,-0.003-0.074,1.415-0.137,0.194-0.345,0.185-0.332,0.167-0.300,0.140-0.256,0.113-0.207,0.088-0.161,-2.415 0.885,1.315-0.501,0.032-0.019,1.378-0.514,-0.254 0.116,-0.356 0.160,-0.391 0.178,-0.383 0.172,-0.867 0.343,0.176 0.059,-0.242 0.203,-0.217 0.195,-0.184 0.175,-0.152 0.151,-0.118 0.125,-1.060-0.183,1.283 0.509,0.060 0.160,-0.026 0.076,-0.083 0.018,-0.111-0.023,-0.125-0.047,-0.978-0.575,1.514 0.792,0.656 0.277,2.645 1.065,0.699 0.037,0.270-0.180,-0.013-0.295,-0.186-0.342,-2.625-0.788,2.473 0.233,-0.424-0.342,-0.561-0.299,-0.596-0.245,-0.568-0.192,-1.691-0.016,0.902-0.186,-0.291-0.053,-0.293-0.011,-0.277 0.017,-0.243 0.037,-0.208 0.044,-1.178 0.214,1.339-0.162,0.028 0.049,-0.018 0.043,-0.049 0.037,-0.064 0.029,-0.068 0.024,-1.186 0.028,1.124-0.045,-0.085-0.046,-0.102-0.060,-0.108-0.062,-0.102-0.062,-0.092-0.056,-0.744 0.263,0.372-0.238,0.014-0.102,0.566-0.656,0.162-0.277,0.158-0.212,0.142-0.150,0.120-0.102,-0.094 0.117,-0.111 0.126,-0.154 0.170,-0.172 0.183,-0.168 0.179,-0.157 0.164,-0.135 0.141,-0.112 0.116,0.794-0.762</inkml:trace>
</inkml:ink>
</file>

<file path=ppt/ink/ink8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127.000 259.000,'0.000'-0.030,"0.000"-0.048,0.011-0.048,0.018-0.012,0.019 0.001,0.020 0.013,0.018 0.017,0.016 0.020,0.014 0.018,0.056 0.021,0.099 0.012,0.113 0.011,0.116 0.009,0.625 0.228,0.854 0.351,0.952 0.405,0.946 0.408,-1.329-0.440,0.211 0.116,2.084 0.870,0.142 0.110,-0.055 0.014,-0.182-0.048,-0.250-0.085,-3.488-1.496,3.531 1.273,0.783 0.147,1.794 0.415,2.199 0.442,0.248-0.149,-0.174-0.252,-0.438-0.300,0.450-0.129,-1.195-0.434,-2.055-0.501,-0.874-0.281,-0.777-0.244,-0.661-0.204,-0.765-0.278,0.414-0.376,0.171-0.369,-0.229-0.174,-0.133-0.138,-0.203-0.076,-0.238-0.029,0.258-0.215,-0.035-0.031,0.387-0.215,1.682-0.844,-0.012 0.007,-0.274 0.148,-0.429 0.233,-0.500 0.272,-0.247 0.142,-0.302 0.160,-0.209 0.108,-0.135 0.067,-0.077 0.037,-0.034 0.013,-2.343 1.085,1.530-0.709,0.022-0.001,0.910-0.261,0.100 0.195,0.082 0.237,0.065 0.253,0.050 0.244,0.517 0.550,0.379 0.490,-0.200 0.293,-0.351 0.160,-0.410 0.067,-0.413 0.001,-0.471-0.123,-0.047 0.018,0.038 0.026,0.089 0.029,0.117 0.027,0.127 0.026,1.086 0.337,-0.499-0.423,0.831 0.016,2.514 0.365,0.404-0.140,-0.035-0.186,-0.325-0.202,-0.645-0.250,-0.262-0.192,-0.222-0.179,-0.186-0.160,0.157-0.193,0.866-0.145,1.576-0.145,0.113-0.071,-0.229-0.028,-0.444 0.004,-0.560 0.022,-1.817 0.098,-0.025 0.023,1.817-0.019,-0.643 0.071,-0.794 0.073,-0.833 0.067,-0.795 0.057,-1.633-0.008,-1.434-0.026,2.886 0.116,-0.140 0.055,-0.171 0.051,-0.178 0.046,-0.167 0.037,0.017-0.014,-0.991-0.117,0.335 0.011,2.464 0.163,0.197-0.021,-0.159-0.042,-0.366-0.050,-1.879-0.124,0.027-0.017,0.033-0.015,1.769-0.034,-0.159-0.122,-0.265-0.128,-0.314-0.124,-0.433-0.092,-0.476-0.067,-0.622-0.005,-0.377-0.038,-0.335-0.029,-0.286-0.024,-0.237-0.017,-0.101-0.096,-0.098-0.052,-0.068-0.033,-0.095 0.043,-0.079 0.066,-0.066 0.073,-0.029 0.031,-0.030 0.040,-0.015 0.025,-0.007 0.015,-0.000 0.005,0.003 0.002,-0.234 0.381,0.386-0.407,0.051 0.020,-0.005 0.053,-0.038 0.066,-0.056 0.071,-0.063 0.067,-0.061 0.060,-0.056 0.050,-0.046 0.039,-0.038 0.030,-0.030 0.021,-0.021 0.015,-0.015 0.010,-0.010 0.004,-0.005 0.002,-0.002 0.000,0.102-0.002,0.166-0.001,0.256-0.003,0.293-0.002,0.295-0.001,-0.135-0.002,0.053-0.001,0.017-0.002,0.251 0.001,-0.077-0.001,-0.108-0.001,-0.116 0.000,-0.394-0.001,0.147 0.001,0.037 0.000,0.294-0.001,0.029 0.001,0.010 0.000,-0.003-0.001,-0.072-0.014,-0.113-0.024,-0.137-0.029,-0.141-0.031,-0.407 0.052,0.317-0.067,-0.044-0.001,0.040-0.003,-0.005 0.014,0.008 0.016,0.015 0.018,-0.371 0.044,0.391-0.018,0.069 0.010,0.093 0.010,0.031 0.008,0.015 0.007,0.003 0.005,-0.039 0.003,-0.064 0.003,-0.075 0.002,-0.079 0.000,-0.112-0.001,0.105 0.001,0.085 0.000,0.217-0.000,0.148-0.001,0.141-0.001,-0.018 0.000,0.053-0.001,0.035 0.000,0.019 0.000,0.009-0.001,1.690 0.060,1.223 0.036,1.848 0.043,0.591 0.004,0.192-0.008,-0.068-0.017,-1.311-0.031,-0.469-0.015,-0.468-0.026,-0.607-0.034,-0.586-0.035,-0.537-0.036,-0.470-0.031,2.617-0.647</inkml:trace>
</inkml:ink>
</file>

<file path=ppt/ink/ink8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919.000 271.000,'-0.015'0.000,"-0.022"0.000,-0.028 0.000,-0.027 0.000,-0.024 0.000,-0.017 0.000,0.013 0.000,0.022 0.000,0.025 0.000,0.025 0.000,0.025 0.000,0.019 0.000,0.017 0.000,0.012 0.000,0.010 0.000,0.006 0.000,0.004 0.000,0.003 0.000,0.000 0.000,0.001 0.000,-0.001 0.000,0.000 0.000,-0.001 0.000,0.000 0.000,-0.002 0.000,-0.000 0.000,0.000 0.000,-0.001 0.000,0.119 0.000,0.201 0.000,0.238 0.000,0.249 0.000,0.238 0.000,0.216 0.000,-0.475 0.000,3.262 0.030,2.364 0.048,4.248 0.081,1.748 0.047,0.950 0.033,0.380 0.019,-11.235-0.211,5.895 0.102,0.935 0.017,10.086 0.146,2.208-0.009,1.410-0.029,0.794-0.041,0.348-0.043,-4.435-0.070,-1.908-0.032,0.427-0.018,10.030 0.003,-0.111-0.028,-0.717-0.020,-1.035-0.015,-16.359-0.007,13.219-0.034,0.039-0.052,4.911-0.087,-0.932-0.048,-1.239-0.031,-1.316-0.020,-20.312 0.217,19.369-0.407,-2.049-0.083,-0.881-0.082,-1.319-0.054,-1.531-0.031,-1.577-0.014,-12.944 0.561,6.915-0.379,-0.240-0.058,6.741-0.589,-1.206-0.064,-1.389-0.003,-1.392 0.033,-1.283 0.056,-1.631 0.120,-1.611 0.139,-1.520 0.146,-1.342 0.139,-1.125 0.122,-0.902 0.104,2.548-0.258</inkml:trace>
</inkml:ink>
</file>

<file path=ppt/ink/ink8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506.000 121.000,'-0.118'-0.035,"-0.429"-0.137,-0.271-0.093,-0.768-0.200,-0.456-0.062,-0.388-0.021,-0.321 0.008,-0.255 0.026,0.240 0.105,-0.143 0.045,-0.826 0.013,-0.464 0.065,-0.484 0.062,-0.470 0.056,-0.428 0.047,1.543 0.059,-0.337 0.015,-3.743 0.048,-0.343 0.095,-0.009 0.098,0.206 0.093,0.328 0.082,3.195-0.059,1.537-0.041,-4.490 0.752,0.124 0.312,0.343 0.240,0.466 0.175,0.520 0.123,0.521 0.078,3.328-1.056,-2.794 1.520,0.232 0.337,0.348 0.274,0.406 0.213,0.420 0.159,0.406 0.115,0.655 0.071,0.329 0.418,0.347 0.369,0.179 1.444,0.607 0.467,0.578 0.369,0.519 0.278,0.445 0.200,0.676 0.578,0.309-0.832,0.267-0.462,0.171-0.594,0.093-0.650,0.039-0.643,0.085-0.917,0.505 0.137,2.309 1.864,1.140 0.075,0.975-0.045,0.796-0.120,0.623-0.160,0.895-0.275,0.590-0.463,0.350-0.547,0.173-0.563,0.046-0.529,-0.040-0.471,-8.093-2.018,10.157 1.293,0.571-0.403,1.731-0.204,10.820 0.126,-0.236-0.513,-1.833-0.447,-2.636-0.368,-6.755-0.228,-0.705-0.272,1.943-0.607,-0.596-0.510,-0.474-0.480,-0.364-0.427,-0.266-0.366,-3.783 0.443,0.032-0.495,3.735-2.354,-1.089-0.844,-1.406-0.633,-1.509-0.449,-1.459-0.299,-2.876 0.989,-0.865-1.727,-1.797-0.035,-1.606 0.216,-1.372 0.366,-1.126 0.437,0.618 4.218,-2.634-3.597,-2.776-1.774,-1.414 0.022,-0.913 0.284,-0.525 0.437,-0.237 0.504,-0.030 0.517,7.505 5.327,-8.612-5.080,0.411 0.815,0.874 0.888,1.098 0.864,1.150 0.783,1.095 0.668,-2.550 0.071,-1.488 0.107,-0.442 0.224,0.269 0.284,0.715 0.306,0.956 0.298,2.010 0.381,0.412 0.168,-1.386 0.060,1.005 0.214,0.982 0.158,0.880 0.108,2.697 0.120,-2.030 0.312,-0.382 0.196,-1.629 0.411,0.136 0.103,0.404 0.013,0.556-0.047,0.624-0.087,0.406-0.044,0.744-0.142,0.670-0.137,0.575-0.126,0.470-0.109,0.370-0.090,0.277-0.071,0.365 0.123</inkml:trace>
</inkml:ink>
</file>

<file path=ppt/ink/ink8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255.000 325.000,'-0.996'-0.170,"-0.678"-0.107,-0.426-0.059,-0.232-0.023,-0.095 0.001,0.002 0.015,0.458 0.103,-0.585-0.025,-2.775-0.166,-0.697 0.053,-0.292 0.087,-0.006 0.104,0.180 0.107,2.459 0.100,0.168 0.093,-2.449 0.474,0.375 0.339,0.348 0.281,0.303 0.223,0.248 0.168,1.237-0.244,-0.105 0.221,-0.189 0.249,-0.595 0.508,-0.005 0.213,0.076 0.157,0.128 0.109,1.450-0.913,0.045 0.036,0.014 0.121,-0.013 0.188,-2.115 2.495,0.369 0.291,0.502 0.062,0.539-0.082,2.760-4.103,-1.257 2.252,0.233-0.051,-0.068 1.033,0.559-0.197,0.535-0.233,0.487-0.242,0.420-0.231,0.046-1.305,0.186-0.071,1.159 1.187,0.809-0.023,0.758-0.002,0.672 0.011,0.566 0.020,-1.140-0.948,0.236-0.028,1.672 0.647,0.103-0.213,-0.054-0.256,-0.152-0.266,-0.207-0.254,-2.652-1.015,4.342 0.878,1.084-0.082,1.056-0.063,-0.013-0.207,-0.375-0.221,-0.585-0.213,-0.683-0.195,3.189-0.526,2.707-0.494,0.207-0.334,-0.700-0.203,-1.185-0.107,-7.093 0.540,7.249-1.627,0.124-0.633,-0.349-0.433,-0.625-0.276,-0.757-0.153,-0.784-0.065,-1.089-0.070,-0.240-0.460,-0.432-0.480,-0.815-0.289,-0.904-0.206,-0.906-0.138,-0.851-0.085,-0.843-0.727,-1.226-0.533,-1.380 0.171,-1.209 0.286,-0.999 0.331,-0.785 0.330,0.709 2.471,-0.857-0.533,-0.477-0.009,-2.129-1.412,-0.377 0.354,-0.100 0.461,0.086 0.496,3.446 2.313,-2.991-1.584,0.429 0.490,0.534 0.485,0.566 0.446,0.546 0.389,0.495 0.328,0.429 0.263,0.943 0.326,0.023 0.094,-0.704 0.128,0.129 0.194,0.154 0.153,0.159 0.113,0.153 0.080,0.138 0.055,-2.512 2.152</inkml:trace>
</inkml:ink>
</file>

<file path=ppt/ink/ink8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242.000 727.000,'-0.186'-0.080,"-0.811"-0.293,-0.552-0.155,-0.433-0.091,-0.324-0.048,-0.230-0.014,-0.152 0.005,-0.812 0.075,-0.638 0.083,-0.435 0.095,-0.274 0.091,-0.153 0.085,3.039 0.162,-2.956-0.060,0.094 0.049,0.269 0.038,0.361 0.030,0.399 0.020,0.394 0.014,0.975 0.028,-0.593 0.181,-0.530 0.216,-2.998 0.816,-0.506 0.493,-0.130 0.409,0.128 0.327,0.292 0.250,0.382 0.183,3.673-1.568,-4.438 3.027,0.473 0.357,0.621 0.086,0.660-0.085,0.625-0.183,2.177-1.830,-1.682 2.626,0.621 0.026,0.711-0.240,0.704-0.379,0.640-0.435,1.004-1.952,0.349 1.237,0.549-0.346,0.406-0.414,0.284-0.431,0.186-0.412,0.108-0.372,-0.949-1.265,2.469 1.396,1.222 0.201,1.766 0.397,0.678-0.041,0.310-0.132,0.046-0.188,-0.132-0.211,-5.233-1.404,3.165 0.640,0.229-0.113,4.791 0.357,0.461-0.330,0.152-0.282,-0.050-0.228,-0.170-0.174,-4.313-0.202,4.538-0.221,-0.181-0.176,-0.486-0.114,-0.639-0.065,-0.683-0.031,-0.441-0.076,0.229-0.140,0.435-0.153,0.537-0.153,0.560-0.140,0.536-0.122,-3.538 0.441,4.747-0.704,-0.201 0.002,-0.783 0.100,-1.110 0.159,-1.244 0.185,-1.249 0.188,-4.040 0.559,1.954-0.409,-0.160-0.078,0.956-0.352,-0.626 0.007,-0.696 0.058,-0.698 0.089,-0.658 0.103,-2.209 0.784,1.177-0.551,-0.276 0.006,0.229-0.538,-0.505-0.124,-0.390-0.126,-0.286-0.116,-0.285 0.425,-0.135-0.033,-0.425-0.532,-0.562-0.273,-0.589-0.292,-0.563-0.282,-0.507-0.255,-0.432-0.219,-0.442-0.249,0.029 0.188,0.172 0.286,0.242 0.321,0.266 0.314,1.518 1.339,-1.960-1.280,-0.618-0.242,-1.703-0.774,-0.441 0.060,-0.201 0.198,-0.032 0.272,0.077 0.298,0.129 0.294,0.638 0.458,0.166 0.296,0.156 0.283,0.140 0.255,0.120 0.222,3.642 0.468,-6.250-0.265,-1.478 0.188,-0.542 0.168,-0.065 0.133,0.240 0.103,0.412 0.074,0.488 0.050,0.027 0.111,0.205 0.061,0.301 0.025,0.339 0.000,0.336-0.015,0.305-0.024,0.280-0.035,0.706-0.076,0.721-0.077,0.668-0.074,0.577-0.064,-5.486-0.048</inkml:trace>
</inkml:ink>
</file>

<file path=ppt/ink/ink9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899.000 261.000,'0.077'0.084,"0.117"0.128,0.134 0.145,0.130 0.144,0.120 0.129,0.102 0.112,0.083 0.089,0.063 0.071,0.047 0.050,0.032 0.036,0.022 0.023,0.012 0.013,-0.725-0.808,2.111 1.619,1.156 0.659,0.770 0.374,0.525 0.212,0.331 0.096,0.183 0.013,-2.195-1.378,0.098-0.017,2.321 0.971,0.251-0.237,0.157-0.295,0.086-0.310,0.031-0.301,-0.005-0.273,-4.765-1.085,6.695 0.542,0.666-0.656,0.336-0.619,0.105-0.546,-0.045-0.451,-5.628 0.855,5.963-1.411,0.167-0.224,-0.106-0.069,-0.271 0.033,-0.351 0.096,-0.377 0.127,-5.155 1.287,4.552-0.878,0.003 0.197,-0.125 0.212,-0.204 0.212,-0.241 0.194,-0.252 0.172,-0.745 0.211,0.593 0.103,2.780 0.047,0.245 0.120,-0.076 0.089,-0.270 0.063,-0.370 0.042,-5.567-0.004,5.805 0.028,0.991 0.009,0.911 0.004,0.799-0.002,0.674-0.004,0.548-0.005,-4.270-0.016,6.856-0.052,0.595-0.101,0.122-0.116,-0.191-0.117,-0.382-0.112,-0.481-0.097,-0.511-0.085,-8.938 0.374,9.300-0.572,-1.074-0.070,-1.351-0.033,-1.420-0.008,-1.348 0.008,-3.198 0.222,0.164-0.113,-1.284 0.074,-1.186 0.089,-1.042 0.095,-0.875 0.091,-0.705 0.081,-0.272-0.502</inkml:trace>
</inkml:ink>
</file>

<file path=ppt/ink/ink9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126.000 416.000,'0.159'0.000,"1.259"-0.028,1.334-0.043,1.345-0.048,1.240-0.048,1.070-0.043,0.877-0.037,0.460-0.002,0.166 0.019,-0.031 0.032,-0.147 0.035,-0.209 0.036,-0.229 0.033,-0.926 0.087,4.426 0.041,2.657-0.006,2.534-0.039,2.256-0.055,1.901-0.061,-3.762-0.128,3.878-0.293,-0.593-0.205,-1.177-0.171,-1.474-0.137,-1.564-0.103,-1.516-0.077,-1.379-0.052,-0.070-0.234,-1.625-0.035,-1.818 0.073,-1.510 0.087,-1.312 0.104,-1.079 0.107,-0.842 0.099,-2.829 0.697,6.220-3.358</inkml:trace>
</inkml:ink>
</file>

<file path=ppt/ink/ink9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265.000 513.000,'0.025'0.000,"0.038"0.000,0.044 0.000,0.066 0.000,0.101 0.000,0.272 0.000,0.213 0.000,0.194 0.000,0.166 0.000,-0.904 0.000,0.773 0.000,0.248 0.000,1.083 0.000,0.448 0.000,0.349 0.000,0.257 0.000,0.183 0.000,0.738 0.000,1.076 0.052,0.536 0.078,0.369 0.088,0.238 0.088,0.134 0.077,-0.636-0.006,0.030 0.015,0.027 0.001,0.021-0.005,0.019-0.012,0.015-0.013,0.010-0.015,-1.299-0.105,0.944 0.027,7.390 0.275,0.982-0.018,-0.065-0.058,-0.694-0.077,-10.953-0.321,6.360 0.180,0.208-0.010,2.760 0.051,-0.554-0.037,-0.847-0.039,-0.986-0.041,-1.022-0.037,-6.546-0.110,3.753 0.043,0.196-0.013,3.716 0.015,0.247-0.006,0.054 0.003,-0.078 0.007,-0.161 0.012,-0.205 0.012,-5.292-0.058,6.504 0.065,0.021-0.010,-0.250-0.012,-0.403-0.015,-0.472-0.015,-0.483-0.013,-0.453-0.012,-0.937 0.000,-0.304 0.011,-0.240 0.014,-0.182 0.017,-0.133 0.017,-0.090 0.016,0.583 0.025,-0.930-0.008,-1.045-0.016,-1.023-0.019,-0.919-0.020,-0.773-0.017,-1.478-0.035,2.319 0.014,0.196-0.011,-0.112-0.008,-0.296-0.006,-0.388-0.004,4.392-0.030</inkml:trace>
</inkml:ink>
</file>

<file path=ppt/ink/ink9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848.000 499.000,'0.050'-0.006,"1.420"-0.172,0.733-0.094,0.369-0.053,0.108-0.021,-0.068-0.002,-0.173 0.013,-1.415 0.195,2.100-0.288,0.344-0.047,0.232-0.032,0.143-0.018,0.076-0.011,0.028-0.003,-1.356 0.226,0.563-0.005,3.569-0.178,1.401 0.042,1.125 0.058,0.869 0.064,0.643 0.066,1.216 0.054,0.401 0.054,-0.551 0.052,-0.859 0.040,-0.980 0.031,-0.983 0.021,-0.906 0.016,-0.069-0.023,-0.096-0.044,-0.069-0.055,-0.049-0.056,-0.031-0.053,-3.030 0.065,3.616-0.165,-0.110-0.012,-0.458 0.017,-0.646 0.035,-0.721 0.044,-0.713 0.046,-4.590 0.161,4.303-0.108,-0.424 0.038,-0.518 0.033,-0.540 0.026,-0.513 0.022,-0.460 0.014,-0.984 0.009,-0.120 0.004,0.366 0.006,-0.239 0.003,-0.234 0.001,-0.219 0.001,-0.192-0.001,-0.430-0.003,-0.095 0.000,0.134 0.001,-0.167-0.002,-0.150-0.001,-0.129-0.001,-0.106-0.002,0.262-0.001</inkml:trace>
</inkml:ink>
</file>

<file path=ppt/ink/ink9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1176.000 507.000,'0.112'0.000,"0.169"0.000,0.191 0.000,0.187 0.000,0.168 0.000,0.143 0.000,0.113 0.000,5.744-0.039,4.441-0.062,3.238-0.068,2.230-0.071,1.422-0.064,0.801-0.056,-1.319-0.016,-0.507-0.036,-0.743-0.028,-0.842-0.023,-0.851-0.018,-0.798-0.012,-11.007 0.389,11.929-0.443,0.218-0.002,-0.206 0.024,-0.465 0.041,-0.604 0.048,-0.654 0.050,-10.386 0.309,5.717-0.132,0.240 0.024,7.308-0.089,-0.653 0.043,-1.218 0.028,-1.460 0.018,-1.480 0.009,-7.247 0.114,4.516-0.086,-1.483 0.004,-1.436 0.000,-1.301-0.001,-1.121-0.002,-0.921-0.003,-1.690-0.461</inkml:trace>
</inkml:ink>
</file>

<file path=ppt/ink/ink9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391.000 558.000,'-0.559'0.000,"-0.855"0.000,-0.967 0.000,-0.956 0.000,-0.867 0.000,-0.740 0.000,-0.170 0.074,-0.447 0.079,-0.027 0.068,0.109 0.057,0.186 0.046,0.219 0.033,1.115 0.008,-1.228 0.253,0.102 0.104,0.182 0.071,0.217 0.045,0.223 0.025,1.814-0.329,-1.645 0.393,-0.042 0.069,0.046 0.046,0.103 0.028,0.133 0.015,0.147 0.003,0.294-0.063,-1.075 0.318,-0.186 0.057,-0.085 0.021,-0.012-0.004,0.037-0.019,0.064-0.030,0.138 0.001,0.446-0.058,0.503-0.060,0.502-0.056,0.465-0.051,0.407-0.043,0.596-0.101,0.098 0.132,-0.240 0.538,0.221 0.231,0.226 0.200,0.210 0.164,0.187 0.130,0.350-0.397,0.019 0.892,0.288 0.126,0.267 0.077,0.231 0.038,0.189 0.012,0.006-1.372,0.419 1.004,0.245-0.079,0.202-0.141,0.158-0.172,0.121-0.180,0.087-0.177,-0.812-1.179,1.142 1.026,0.230-0.135,0.193-0.147,0.156-0.146,0.124-0.138,0.091-0.120,-1.408-0.671,2.642 0.896,0.395-0.051,0.197-0.105,0.057-0.128,-0.031-0.131,-0.086-0.123,3.484 0.404,2.504 0.259,1.518 0.110,0.774 0.009,0.244-0.058,-0.117-0.095,0.311-0.098,0.946-0.065,-0.477-0.205,-0.664-0.207,-0.722-0.189,-0.697-0.161,-5.053-0.276,5.457 0.149,-0.044-0.112,-0.271-0.115,-0.385-0.106,-0.421-0.093,-3.105-0.039,0.977-0.104,-0.753-0.126,-0.793-0.136,-0.761-0.129,-0.692-0.120,-0.595-0.102,-4.012 0.576,3.606-0.764,-0.663-0.041,-0.634 0.010,-0.568 0.042,-0.482 0.059,-0.390 0.063,-0.204-0.008,-0.228 0.020,-0.148 0.009,-0.087-0.002,-0.042-0.007,-0.010-0.009,-0.246 0.058,-0.094-0.101,-0.104-0.121,-0.106-0.126,-0.097-0.122,-0.088-0.112,-0.172-0.017,-0.137-0.296,-0.283-0.999,-0.330-0.400,-0.310-0.295,-0.274-0.209,-0.228-0.135,0.762 2.234,-1.158-2.316,-0.157 0.177,-0.058 0.312,0.010 0.374,0.051 0.381,0.072 0.358,0.141 0.413,-0.008 0.229,-0.030 0.183,-0.041 0.141,-0.046 0.104,-0.046 0.073,1.383 0.779,-1.519-0.560,-0.676-0.133,-2.697-0.713,-0.747-0.088,-0.334 0.011,-0.035 0.075,0.166 0.114,4.905 1.187,-2.812-0.595,-0.045 0.064,-3.153-0.421,0.266 0.213,0.446 0.202,0.523 0.179,0.530 0.151,0.374 0.133,-0.308 0.072,-0.490 0.050,-0.575 0.032,-0.589 0.017,-0.558 0.008,-0.498-0.001,-0.200 0.010,0.429 0.026,0.646 0.030,0.735 0.030,0.739 0.029,0.688 0.025,3.121 0.044,-3.530-0.017,0.419 0.018,0.617 0.012,0.686 0.010,0.669 0.005,1.779-0.001,-1.775 0.020,-0.447 0.031,-2.455 0.077,-0.048 0.018,0.310 0.002,0.507-0.013,-10.363 0.273</inkml:trace>
</inkml:ink>
</file>

<file path=ppt/ink/ink9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287.000 908.000,'0.004'0.004,"0.006"0.006,0.006 0.006,0.008 0.008,0.005 0.005,0.005 0.005,0.004 0.004,0.003 0.003,0.003 0.003,0.001 0.001,0.001 0.001,0.001 0.001,-0.001-0.001,0.001 0.001,0.000 0.000,0.000 0.000,-0.001-0.001,0.000 0.000,0.000-0.000,0.000 0.000,0.000 0.000,-0.001-0.001,0.088 0.045,0.149 0.081,0.178 0.097,0.184 0.099,0.178 0.098,0.161 0.087,-0.280-0.162,0.204 0.127,0.068 0.061,0.506 0.339,0.002 0.027,-0.052-0.017,-0.084-0.040,0.083 0.066,-0.025-0.009,-0.140-0.142,0.167 0.032,0.210 0.046,0.225 0.049,0.221 0.051,-0.666-0.340,0.063-0.002,1.127 0.362,0.311-0.005,0.297-0.014,0.268-0.019,0.233-0.021,0.193-0.021,-2.153-0.515,3.285 0.680,0.072-0.047,-0.201-0.099,-0.354-0.122,-0.424-0.128,-0.436-0.121,-1.477-0.279,0.185-0.040,2.156 0.061,0.341-0.089,0.179-0.074,0.065-0.058,-0.014-0.044,0.055-0.104,-0.054-0.181,-0.117-0.216,-0.151-0.223,-0.161-0.209,-0.154-0.187,0.080-0.262,-0.486-0.002,-0.310-0.008,-0.376 0.050,-0.398 0.083,-0.386 0.103,-0.353 0.106,-0.884 0.414,0.970-0.270,-0.200 0.188,-0.210 0.172,-0.199 0.148,-0.177 0.120,-0.146 0.095,0.177 0.115,0.379 0.115,0.394 0.114,0.376 0.107,0.339 0.093,0.292 0.078,0.288 0.037,-0.105-0.026,-0.277-0.053,-0.362-0.066,-0.395-0.071,-0.383-0.067,-1.770-0.193,1.357 0.098,0.313-0.023,-0.050-0.039,-0.089-0.030,-0.112-0.023,-0.117-0.018,-0.115-0.013,-1.268 0.002,0.021 0.000,2.210-0.052,0.405-0.066,0.215-0.071,0.080-0.068,-0.011-0.063,-0.068-0.052,-0.497-0.033,-0.244-0.081,-0.268-0.089,-0.264-0.086,-0.246-0.078,-0.218-0.069,-0.871 0.440,0.765-0.793,-0.097-0.217,-0.070-0.182,-0.046-0.151,-0.029-0.116,-0.015-0.088,-0.879 1.518,0.530-0.996,0.080-0.213,0.733-1.567,0.056-0.230,-0.020-0.044,-0.072 0.079,-0.095 0.151,-0.108 0.187,-1.070 2.432,0.918-2.317,-0.185 0.306,-0.179 0.353,-0.161 0.352,-0.137 0.324,-0.147 0.419,0.023-0.154,-0.062 0.103,-0.064 0.105,-0.059 0.099,-0.054 0.088,-0.044 0.074,-0.089 0.668,0.002-0.819,-0.096-0.127,-0.100-0.098,-0.099-0.072,-0.091-0.051,-0.079-0.033,-0.002 0.199,-0.072 0.010,-0.211-0.199,-0.089 0.062,-0.070 0.075,-0.054 0.078,-0.039 0.075,0.766 0.851,-1.294-1.052,-0.207 0.047,-0.255 0.012,-0.202 0.042,-0.156 0.062,-0.115 0.070,-0.080 0.070,1.368 0.567,-2.091-0.504,-0.434 0.067,-0.331 0.077,-0.241 0.079,-0.164 0.076,-0.104 0.067,2.470 0.328,-4.134-0.246,-0.478 0.101,-0.182 0.091,0.017 0.079,0.142 0.066,0.207 0.050,3.878 0.055,-4.807 0.039,-0.640 0.092,-0.421 0.095,-0.249 0.091,-0.121 0.080,3.556-0.114,-4.355 0.322,-0.085 0.083,0.024 0.050,0.085 0.027,0.119 0.011,0.129-0.001,0.591-0.017,0.368 0.011,0.379 0.015,0.360 0.014,0.316 0.015,0.267 0.011,2.976-0.301,-2.136 0.365,0.368 0.054,0.495 0.033,0.544 0.012,0.543 0.002,0.509-0.009,1.485-0.289,-0.895 0.444,0.242 0.069,-0.326 0.406,0.313 0.122,0.276 0.100,0.228 0.078,1.021-0.663,0.129 0.046,-0.336 0.717,0.303 0.033,0.282-0.014,0.244-0.040,0.202-0.054,0.247-0.504,0.065 0.089,0.099-0.150,0.081-0.160,0.061-0.155,0.044-0.143,0.023-0.282,0.014-0.056,0.037 0.116,0.030-0.077,0.029-0.062,0.023-0.049,0.020-0.039,-0.022-0.111,0.027 0.029,0.201 0.283,0.141 0.110,0.142 0.104,0.129 0.089,0.112 0.074,0.092 0.057,0.048-0.008,0.013-0.050,-0.006-0.072,-0.021-0.080,-0.027-0.080,-0.029-0.071,-0.096-0.107,-0.085-0.088,-0.091-0.085,-0.086-0.074,-0.080-0.064,-0.067-0.053,-0.055-0.040,-0.006-0.026,0.027-0.016,0.045-0.006,0.054-0.001,0.055 0.003,0.214-0.009,0.080-0.027,0.115-0.017,0.091-0.018,0.070-0.016,0.049-0.017,-0.927-0.041,0.604 0.015,0.093-0.005,0.775 0.001,0.074-0.009,-0.007-0.007,-0.061-0.005,-0.090-0.004,-0.104-0.001,-0.925 0.002,0.273-0.002,-0.040 0.001,0.341-0.002,-0.138 0.000,-0.148 0.000,-0.141 0.002,-0.131 0.000,-0.068 0.000,-0.125 0.001,-0.100 0.000,-0.076 0.001,-0.056 0.001,-0.040 0.000,0.164 0.001</inkml:trace>
</inkml:ink>
</file>

<file path=ppt/ink/ink9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643.000 916.000,'0.042'0.000,"0.066"0.000,0.076 0.000,0.078 0.000,0.072 0.000,0.064 0.000,0.053 0.000,0.501 0.025,0.836 0.040,0.983 0.048,1.022 0.049,0.982 0.049,-2.431-0.105,1.932 0.095,0.787 0.039,4.685 0.203,1.325 0.028,0.875 0.000,0.520-0.019,0.251-0.033,0.056-0.036,-7.243-0.228,9.089 0.161,0.326-0.083,0.005-0.080,-0.204-0.077,-0.319-0.066,-0.372-0.056,-11.217 0.036,12.127-0.067,0.592-0.013,0.130-0.002,-0.181 0.006,-0.371 0.008,-0.468 0.012,0.216 0.009,-0.962 0.013,-0.991 0.012,-0.932 0.010,-0.821 0.007,-0.687 0.007,-8.432 0.007,4.392-0.015,0.122-0.023,3.382-0.070,-0.642-0.040,-0.946-0.030,-1.093-0.021,-1.121-0.014,-2.092 0.054,-0.575 0.007,0.532-0.065,-1.117 0.018,-0.924 0.017,-0.731 0.015,-0.550 0.012,-0.392 0.012,-0.262 0.007,-0.160 0.007,-0.085 0.003,-0.029 0.004,0.006-0.000,0.027 0.002,0.039 0.000,0.042-0.001,0.041 0.000,0.037 0.000,0.086-0.113,0.107-0.163,0.112-0.183,0.102-0.176,0.089-0.158,0.072-0.133,-0.325 0.598,0.175-0.557,0.003-0.180,0.120-0.766,-0.049-0.228,-0.061-0.152,-0.068-0.089,-0.066-0.043,-0.319 0.271,-0.256-0.324,-0.687-1.492,-0.535-0.365,-0.477-0.213,-0.405-0.099,-0.333-0.019,-0.663-0.304,-0.494-0.070,-0.208 0.238,-0.082 0.307,0.005 0.327,0.057 0.312,0.086 0.282,0.175 0.440,-0.203 0.159,-0.264 0.116,-0.285 0.080,-0.282 0.052,-0.257 0.028,-1.488-0.228,-0.825 0.072,-0.457 0.197,-0.187 0.263,0.002 0.287,0.119 0.281,0.732 0.458,-0.677 0.103,-1.909-0.054,-0.436 0.141,-0.225 0.134,-0.068 0.120,0.042 0.102,-0.808 0.070,0.207 0.151,0.713 0.158,0.273 0.120,0.257 0.103,0.229 0.085,0.197 0.067,0.135 0.102,-3.915 0.238,-0.699 0.284,-0.082 0.291,0.319 0.274,0.552 0.243,2.914 0.056,-1.666 0.880,0.600 0.588,0.641 0.541,0.626 0.477,0.573 0.399,0.497 0.323,7.136-3.621,-6.811 4.051,0.681-0.048,0.901-0.302,0.983-0.452,0.968-0.514,0.893-0.522,-0.212 0.681,0.577-0.125,0.649-0.332,0.633-0.431,0.569-0.450,0.479-0.423,0.772-0.714,0.078 0.177,-0.168 1.310,0.258 0.172,0.251 0.026,0.228-0.067,0.198-0.127,0.058-1.160,0.105-0.083,0.536 0.889,0.344-0.209,0.299-0.202,0.248-0.181,0.199-0.155,-0.333-0.455,6.919 3.915</inkml:trace>
</inkml:ink>
</file>

<file path=ppt/ink/ink9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1191.000 913.000,'0.017'0.017,"0.027"0.027,0.030 0.030,0.031 0.031,0.028 0.028,0.025 0.025,0.021 0.021,0.016 0.016,0.013 0.013,0.067 0.044,0.186 0.145,0.300 0.247,0.177 0.143,0.130 0.107,0.094 0.080,0.061 0.053,0.039 0.034,-0.151-0.137,0.039 0.013,0.620 0.397,0.350 0.143,0.367 0.146,0.352 0.137,0.311 0.122,-1.298-0.808,0.031-0.024,1.393 0.607,0.055-0.146,-0.002-0.166,-0.036-0.169,-0.058-0.159,-0.067-0.138,0.997-0.110,0.388-0.176,0.139-0.158,-0.026-0.134,-0.125-0.108,-3.713-0.163,3.095-0.200,-0.281-0.377,-0.299-0.384,-0.291-0.363,-0.264-0.320,-0.227-0.270,-2.053 1.485,2.035-2.296,-0.036-0.472,-0.060-0.290,-0.073-0.151,-0.073-0.053,-0.069 0.016,-0.044 0.031,-0.141 0.236,-0.145 0.270,-0.136 0.269,-0.119 0.249,-0.099 0.215,-0.246 0.427,-0.180 0.321,-0.185 0.320,-0.176 0.301,-0.156 0.265,-0.135 0.223,-0.110 0.182,-0.006 0.199,0.065 0.195,0.106 0.181,0.123 0.159,0.129 0.133,0.122 0.108,-0.255-0.152,0.785 0.678,0.260 0.271,0.200 0.215,0.148 0.163,0.103 0.116,0.066 0.078,-1.772-1.617,1.219 1.019,0.113 0.017,0.845 0.525,0.095-0.067,0.028-0.105,-0.017-0.121,-0.048-0.124,-0.355-0.291,0.598 0.150,0.058-0.156,0.018-0.176,-0.010-0.176,-0.029-0.164,-0.037-0.145,-2.305-0.464,2.838 0.260,0.113-0.229,-0.007-0.218,-0.080-0.196,-0.119-0.163,-0.190-0.166,-0.350-0.130,-0.368-0.103,-0.348-0.076,-0.306-0.056,-0.255-0.037,-0.355 0.049,0.536-0.684,0.117-0.246,0.104-0.161,0.085-0.094,0.068-0.045,-0.200 0.297,-0.094 0.227,-0.113 0.339,-0.006 0.295,0.017 0.291,0.034 0.266,0.039 0.233,-0.633 0.194,0.060 0.123,0.944 0.428,0.194 0.349,0.159 0.305,0.125 0.257,0.095 0.207,0.105 0.154,0.050 0.073,0.033 0.028,0.018-0.004,0.008-0.024,-0.001-0.035,-0.004-0.040,-1.516-1.003,3.369 1.390,0.752 0.019,0.370-0.112,0.097-0.188,-0.084-0.222,-0.195-0.228,-0.143-0.274,-0.399-0.345,-0.407-0.334,-0.381-0.299,-0.336-0.257,-0.280-0.206,-1.699 0.066,-0.108-0.046,1.146-0.343,-0.111-0.153,-0.069-0.132,-0.040-0.107,-0.017-0.083,0.265-0.088,0.266-0.018,0.306 0.001,0.307 0.016,0.284 0.023,0.246 0.025,-1.761 0.504,2.229-0.288,-0.151 0.195,-0.371 0.205,-0.482 0.193,-0.513 0.172,-0.491 0.145,-1.364 0.054,1.094 0.291,-0.177 0.222,-0.140 0.188,-0.103 0.152,-0.074 0.119,0.090 0.082,-0.024-0.008,-0.111-0.068,-0.154-0.103,-0.168-0.113,-0.163-0.111,-0.234-0.172,-0.023-0.107,0.010-0.098,0.034-0.088,0.043-0.075,0.051-0.060,-0.444-0.110,-0.008-0.114,0.573-0.406,-0.106-0.322,-0.132-0.280,-0.141-0.229,-0.130-0.180,-0.365 0.220,0.162-0.501,-0.031-0.052,-0.017 0.030,-0.007 0.081,0.000 0.106,0.003 0.116,0.101 0.010,-0.059 0.210,-0.102 0.241,-0.122 0.239,-0.124 0.217,-0.409 0.409,0.297-0.136,-0.009 0.109,-0.008 0.087,-0.005 0.067,-0.005 0.048,-0.003 0.035,-0.364 0.011,0.883 0.386,0.364 0.259,0.853 0.448,0.368 0.143,0.249 0.044,0.156-0.024,0.085-0.065,-1.260-0.518,-0.027-0.032,0.982 0.294,-0.213-0.137,-0.259-0.146,-0.271-0.141,-0.260-0.129,-0.235-0.112,0.055-0.118,-0.058-0.124,-0.092-0.114,-0.108-0.096,-0.108-0.079,-0.088-0.107,0.083-0.198,0.042-0.177,0.072-0.167,0.082-0.145,0.083-0.121,-0.941 0.732,0.684-0.416,0.114 0.021,0.518-0.153,-0.004 0.135,-0.072 0.151,-0.110 0.149,-0.125 0.136,-0.390 0.162,0.149 0.042,-0.064 0.068,-0.070 0.053,-0.071 0.040,-0.066 0.029,-0.059 0.019,-0.789-0.008,1.103 0.062,0.115 0.060,0.085 0.059,0.059 0.055,0.038 0.047,0.149 0.130,0.208 0.123,0.044 0.066,-0.027 0.033,-0.068 0.010,-0.089-0.006,-0.095-0.015,-0.212-0.095,-0.080-0.069,-0.070-0.077,-0.056-0.076,-0.046-0.072,-0.032-0.055,-0.162-0.059,-0.176-0.048,-0.170-0.036,-0.154-0.025,-0.129-0.018,-0.107-0.011,-0.178 0.008,0.492-0.016,0.089-0.001,0.006 0.001,-0.044 0.002,-0.069 0.004,-0.084 0.003,-0.084 0.003,-0.079 0.002,-0.067 0.003,-0.055 0.001,-0.043 0.002,-0.031 0.000,-0.022 0.002,-0.015-0.001,-0.007 0.001,-0.004-0.001,-0.001 0.001,-0.085-0.001,0.195-0.026,0.076-0.040,0.061-0.047,0.046-0.046,0.034-0.044,0.023-0.036,0.091-0.163,0.088-0.151,0.047-0.118,0.016-0.089,-0.005-0.063,-0.017-0.043,-0.375 0.393,0.879-1.641,0.197-0.630,0.114-0.436,0.053-0.282,0.012-0.163,-0.015-0.075,-0.429 0.743,0.263-1.275,-0.208-0.041,-0.232 0.085,-0.225 0.154,-0.203 0.182,-0.403 1.716,-0.358-1.264,-0.393 0.145,-0.328 0.205,-0.265 0.228,-0.205 0.228,-0.153 0.213,-0.217 0.155,-0.232 0.124,-0.231 0.087,-0.212 0.059,-0.186 0.034,-0.158 0.018,-0.126 0.004,-0.817 0.050,-3.488-0.945,-1.486-0.028,-0.933 0.140,-0.515 0.230,-0.216 0.265,4.394 1.027,-4.737-0.628,0.315 0.281,0.706 0.296,0.895 0.282,0.943 0.251,1.543 0.281,-3.188 0.194,-0.948 0.358,-0.851 0.345,-0.718 0.303,-0.575 0.255,2.960-0.049,-3.007 0.611,0.282 0.203,0.558 0.116,0.689 0.051,0.717 0.007,0.677-0.021,-0.874 0.162,0.110-0.053,0.436-0.126,0.597-0.158,0.643-0.166,7.211-1.340,-5.955 1.072,1.359-0.248,1.367-0.234,1.253-0.202,1.073-0.168,0.871-0.131,0.672-0.096,0.491-0.068,0.339-0.045,0.216-0.027,0.124-0.012,0.001 0.111,0.012 0.227,0.022 0.480,-0.054 0.360,-0.067 0.314,-0.069 0.257,-0.064 0.203,0.001-1.685,-0.072 2.027,-0.070 0.323,-0.070 0.192,-0.066 0.094,-0.059 0.026,-0.048-0.023,0.226-1.797,-0.259 2.132,0.067-0.163,0.086-0.221,0.091-0.238,0.086-0.225,0.074-0.198,0.017-1.909,0.193 1.532,0.208-0.080,0.208-0.121,0.195-0.138,0.175-0.144,0.149-0.134,-0.582-0.773,1.696 0.980,0.765 0.061,0.686 0.057,0.579 0.051,0.466 0.045,0.357 0.034,0.260 0.028,-1.133-0.424,1.569 0.452,-0.390-0.177,-0.584-0.226,-0.649-0.236,-0.629-0.220,-0.561-0.192,0.112-0.153,0.283-0.070,-0.180-0.117,-0.323-0.111,-0.382-0.097,-0.390-0.081,-0.359-0.064,-0.488-0.049,-0.250-0.029,-0.218-0.019,-0.185-0.015,-0.151-0.008,-0.119-0.005,-0.152-0.117</inkml:trace>
</inkml:ink>
</file>

<file path=ppt/ink/ink9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1561.000 844.000,'-0.357'-0.308,"-0.288"-0.208,-0.220-0.130,-0.164-0.069,-0.114-0.024,-0.074 0.004,-0.043 0.025,0.986 0.567,-1.392-0.461,-0.245 0.082,-0.136 0.088,-0.056 0.087,0.003 0.079,0.039 0.070,1.148 0.147,-1.621 0.199,-0.134 0.250,-0.049 0.217,0.009 0.179,0.046 0.142,0.066 0.109,-0.178 0.327,-0.023 0.221,0.022 0.157,0.049 0.105,0.060 0.065,0.066 0.033,0.897-0.637,0.051 0.003,-0.904 0.794,0.053-0.008,0.053-0.035,0.051-0.051,1.959-1.626,-0.913 1.040,-0.002 0.215,-0.893 1.791,0.242 0.297,0.311 0.097,0.330-0.040,0.315-0.118,0.503-0.924,0.412 0.477,0.570-0.113,0.560-0.116,0.514-0.109,0.450-0.099,0.376-0.085,-1.825-2.144,3.208 2.494,0.622-0.149,0.342-0.265,0.140-0.315,0.002-0.318,-0.081-0.296,-0.786-0.463,-0.232-0.246,-0.243-0.227,-0.236-0.201,-0.214-0.170,-0.188-0.140,-2.216-0.222,2.243-0.150,0.239-0.264,1.354-0.611,0.003-0.383,-0.158-0.289,-0.245-0.205,-0.274-0.139,-1.651 0.782,1.706-1.314,-0.156-0.226,-0.266-0.117,-0.311-0.041,-0.312 0.009,-0.287 0.040,-0.612 0.442,-0.318 0.095,-0.314 0.094,-0.289 0.088,-0.255 0.078,-0.216 0.067,-0.423 1.550,-0.126-1.200,-0.339-0.324,-1.087-1.865,-0.666-0.347,-0.494-0.107,-0.350 0.060,-0.230 0.163,0.724 1.180,-0.200 0.036,-17.493-13.486</inkml:trace>
</inkml:ink>
</file>

<file path=ppt/ink/ink9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196.000 815.000,'0.003'0.000,"0.632"0.037,0.903 0.057,1.228 0.049,1.204 0.030,1.124 0.018,0.988 0.010,0.823 0.004,0.656-0.002,0.160-0.035,0.442-0.019,0.049-0.022,-0.218-0.023,-0.381-0.022,-2.906-0.036,2.458 0.009,-1.129-0.019,-1.158-0.014,-1.084-0.011,-0.953-0.008,-0.796-0.005,-0.768-0.046</inkml:trace>
</inkml:ink>
</file>

<file path=ppt/ink/ink9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362.000 910.000,'0.070'0.000,"0.111"0.000,0.128 0.000,0.133 0.000,0.124 0.000,0.112 0.000,0.095 0.000,0.077 0.000,0.083 0.000,0.254 0.000,0.295 0.000,1.376 0.143,1.357 0.222,1.421 0.253,1.348 0.253,1.196 0.231,-3.085-0.394,3.966 0.553,0.367 0.016,0.027-0.056,-0.197-0.096,-0.330-0.118,-0.394-0.124,-6.778-0.706,7.907 0.550,-0.428-0.271,-0.651-0.265,-0.727-0.235,-0.708-0.199,-0.634-0.157,-1.455-0.021,-0.699-0.038,-0.678-0.017,-0.614-0.001,-0.531 0.009,-0.441 0.016,-0.352 0.040,-0.269 0.056,-0.196 0.060,-0.136 0.060,-0.088 0.055,-0.048 0.048,2.613 0.055</inkml:trace>
</inkml:ink>
</file>

<file path=ppt/ink/ink9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1418.000 926.000,'0.295'0.000,"0.460"0.000,0.535 0.000,0.542 0.000,0.506 0.000,0.446 0.000,0.281 0.011,0.330 0.019,0.281 0.021,0.228 0.022,0.178 0.020,0.133 0.019,-0.629 0.007,0.134 0.037,1.603 0.084,0.833 0.024,0.876 0.013,0.837 0.001,0.752-0.005,-1.493-0.069,1.722 0.005,-0.485-0.060,-0.720-0.064,-0.817-0.062,-0.821-0.055,-2.710 0.000,-0.290-0.008,1.498-0.051,-0.856-0.004,-0.750 0.007,-0.622 0.011,-0.490 0.013,-1.175 0.043,0.689-0.025,-0.327 0.014,-0.277 0.009,-0.222 0.009,-0.168 0.006,-0.120 0.005,-0.083 0.002,-0.050 0.003,-0.028 0.000,-0.011 0.001,0.000 0.000,0.010-0.001,0.017 0.001,0.021-0.002,0.020 0.001,0.020-0.001,0.017 0.000,0.019-0.001,0.044 0.000,0.059 0.001,0.042-0.001,0.035 0.000,0.029 0.000,0.023 0.000,0.111-0.001,0.087 0.001,0.089 0.000,0.085 0.000,0.073 0.000,0.060 0.000,-0.004 0.000,0.591 0.000,0.326 0.000,0.273 0.000,0.220 0.000,0.169 0.000,0.124 0.000,0.467 0.000,0.209 0.000,0.030 0.000,-0.088 0.000,-0.156 0.000,-0.188 0.000,-1.515 0.000,27.770 0.000</inkml:trace>
</inkml:ink>
</file>

<file path=ppt/ink/ink9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365.000 981.000,'-0.084'-0.014,"-0.128"-0.021,-0.145-0.025,-0.144-0.023,-0.129-0.022,-0.112-0.019,0.310 0.054,-0.014 0.002,-0.516-0.111,-0.017-0.013,-0.012-0.004,0.034 0.010,0.062 0.018,0.078 0.023,0.082 0.025,-0.318-0.017,-0.439-0.025,-0.527-0.036,-0.542-0.042,-0.509-0.041,-0.449-0.036,-0.375-0.033,0.529 0.083,-0.953-0.032,-0.053 0.036,0.099 0.040,0.192 0.042,0.240 0.040,-0.216 0.227,-0.039 0.338,-0.109 0.377,-0.143 0.370,-0.155 0.337,-0.150 0.289,0.695-0.241,-1.173 0.471,-0.128 0.035,0.027-0.038,0.124-0.084,0.182-0.108,0.203-0.116,3.753-1.367,-4.003 1.403,0.230-0.086,0.316-0.091,0.341-0.086,0.333-0.078,1.072-0.326,-0.276 0.254,0.438-0.048,0.435-0.061,0.400-0.067,0.349-0.066,0.289-0.059,0.231-0.052,0.373-0.352,-0.214 0.759,0.040 0.410,0.011 0.422,-0.007 0.403,-0.018 0.357,0.059 0.144,0.104-0.002,0.126-0.098,0.130-0.150,0.124-0.173,0.109-0.175,0.584 0.216,0.633 0.196,0.551 0.002,0.466-0.058,0.378-0.095,0.291-0.107,0.217-0.109,-2.519-2.072,3.671 2.507,0.592 0.041,0.375-0.088,0.213-0.157,0.096-0.185,0.014-0.183,-0.033-0.170,-0.061-0.142,-0.071-0.117,-0.073-0.088,-2.717-1.112,7.872 1.779,2.194 0.193,0.923-0.056,0.042-0.213,-0.525-0.295,-0.848-0.329,-7.275-1.178,6.150 0.575,1.319-0.112,4.172 0.083,-0.054-0.226,-0.756-0.222,-1.149-0.201,-1.318-0.174,-5.293-0.225,7.002-0.067,0.112-0.242,-0.153-0.225,-0.305-0.195,-0.369-0.160,-6.387 0.236,5.871-0.555,-0.439-0.175,-0.691-0.129,-0.792-0.087,-0.793-0.056,-1.740 0.051,3.396-0.802,-0.189-0.247,-0.704-0.133,-0.972-0.051,-1.062 0.004,-1.039 0.039,-7.162 2.084,5.852-2.133,-1.214 0.099,-1.192 0.183,-1.086 0.220,-0.933 0.229,-0.764 0.214,-0.829 0.400,-0.033-0.373,-0.421 0.030,-0.346 0.036,-0.272 0.039,-0.206 0.037,-0.278 0.248,-0.334-0.370,-0.298-0.139,-0.259-0.115,-0.220-0.096,-0.177-0.074,-0.139-0.055,0.776 1.159,-1.478-1.646,-0.475-0.257,-0.400-0.169,-0.326-0.098,-0.258-0.047,-0.192-0.009,2.118 1.823,-3.076-1.948,-0.450 0.131,-0.306 0.208,-0.191 0.243,-0.103 0.247,-0.037 0.235,0.007 0.210,-0.577 0.081,0.174 0.323,0.215 0.303,0.224 0.266,0.207 0.219,4.572 0.695,-2.404-0.267,-0.336 0.041,-4.611-0.182,-1.287 0.105,-1.002 0.086,-0.741 0.067,-0.519 0.050,5.056 0.127,-6.186-0.042,-0.729 0.043,-0.423 0.036,-0.198 0.031,-0.040 0.023,-0.685 0.091,-0.920 0.111,0.243 0.108,0.638 0.098,0.836 0.085,0.894 0.070,0.862 0.054,1.534-0.017,1.230-0.029,1.206-0.045,1.101-0.053,0.953-0.054,0.788-0.051,0.670-0.050,0.814-0.060,0.720-0.056,0.602-0.048,0.484-0.040,0.369-0.031,-0.220-0.025,-0.998-0.011,-0.260-0.011,-0.017-0.008,0.148-0.004,0.246-0.002,0.297-0.001,1.157 0.004,-1.022-0.004,0.473-0.000,0.472 0.004,0.430 0.001,0.371 0.002,-0.056 0.000</inkml:trace>
</inkml:ink>
</file>

<file path=ppt/ink/ink9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296.000 1075.000,'0.013'-0.007,"0.021"-0.009,0.022-0.013,0.024-0.011,0.021-0.010,0.019-0.010,0.015-0.008,0.013-0.005,0.008-0.006,0.007-0.002,0.005-0.003,0.002-0.001,-0.024 0.053,2.538-0.169,4.307-0.231,1.958-0.060,0.926 0.004,0.215 0.046,-0.237 0.065,-4.313 0.190,4.011 0.025,1.172 0.171,1.257 0.188,1.231 0.187,1.135 0.174,0.998 0.155,-0.683 0.082,6.185 0.399,0.831 0.025,0.090-0.066,-0.386-0.121,-0.651-0.142,-0.768-0.148,-0.221-0.188,-0.459-0.173,-0.990-0.161,-1.257-0.145,-1.333-0.122,-1.287-0.100,-1.590-0.127,-1.561-0.092,-2.147-0.038,-2.021-0.008,-1.783 0.013,-1.490 0.023,-1.472 0.113,-0.130-0.025,-0.634 0.055,-0.460 0.054,-0.314 0.047,-0.197 0.041,0.113 0.071</inkml:trace>
</inkml:ink>
</file>

<file path=ppt/ink/ink9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296.000 1081.000,'0.221'0.000,"0.346"0.000,0.400 0.000,0.407 0.000,0.379 0.000,0.335 0.000,0.282 0.000,0.226 0.000,0.174 0.000,1.140 0.089,1.262 0.086,1.641 0.078,1.066 0.041,0.842 0.019,0.636 0.006,0.461-0.005,1.413-0.013,1.634-0.078,1.104-0.121,0.963-0.133,0.799-0.128,0.633-0.115,-5.148 0.012,0.361-0.101,5.159-0.386,0.368-0.235,0.097-0.213,-0.089-0.182,-0.204-0.149,-0.264-0.120,0.390-0.155,0.200-0.078,-0.322 0.014,-0.645 0.076,-0.821 0.112,-0.883 0.129,-11.474 1.224,12.058-1.238,-1.494 0.161,-1.800 0.173,-1.854 0.165,-1.741 0.149,-1.532 0.125,-1.246 0.159,-0.898 0.105,-0.988 0.108,-0.849 0.088,-0.697 0.068,-0.547 0.051,-0.409 0.034,-0.281-0.203</inkml:trace>
</inkml:ink>
</file>

<file path=ppt/ink/ink9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1252.000 261.000,'0.011'0.011,"0.015"0.016,0.020 0.018,0.017 0.018,0.016 0.016,0.015 0.015,0.010 0.010,0.010 0.010,-0.039-0.026,0.020 0.044,0.189 0.266,0.131 0.154,0.128 0.133,0.117 0.107,0.099 0.084,0.082 0.062,0.861 0.969,0.609 0.646,0.385 0.373,0.214 0.170,0.290 0.102,0.469 0.217,-0.031-0.261,-0.134-0.336,-0.185-0.349,-0.200-0.328,-0.190-0.284,-0.551-0.439,-0.170-0.174,-0.151-0.145,-0.131-0.115,-0.107-0.087,-1.372-0.706,1.611 0.406,0.666 0.005,2.860 0.180,0.942-0.256,0.573-0.316,0.290-0.336,0.081-0.330,-0.240-0.461,0.521-0.628,0.628-0.687,0.667-0.690,-2.562 0.659,0.009-0.138,4.353-1.832,-0.305 0.051,-1.707 0.681,-0.834 0.370,-0.907 0.423,-0.901 0.432,-3.552 1.349,3.469-0.870,-0.471 0.465,-0.729 0.441,-0.421 0.322,-0.377 0.266,-0.320 0.212,-0.080 0.344,0.100 0.304,0.803 0.408,0.114 0.199,0.074 0.111,0.041 0.046,-3.904-1.066,3.458 0.868,0.699 0.091,3.131 0.560,0.740-0.005,0.383-0.073,0.133-0.105,-7.737-1.306,6.895 0.940,0.491-0.083,0.293-0.093,-0.216-0.132,-0.406-0.132,-0.510-0.126,-0.545-0.112,-6.009-0.433,4.068 0.181,2.841 0.044,0.591-0.031,1.597 0.006,0.116-0.024,-0.113-0.021,-0.261-0.013,-0.449-0.011,-0.550-0.006,-0.585-0.003,-0.574-0.003,-6.552-0.182,5.736 0.164,-0.006 0.021,0.847 0.039,-0.535-0.013,-0.664-0.026,-0.708-0.032,-0.695-0.034,-4.600-0.135,4.128 0.100,-0.786-0.034,-0.810-0.028,-0.770-0.024,-0.689-0.019,-0.589-0.014,-0.484-0.011,-0.751-0.081</inkml:trace>
</inkml:ink>
</file>

<file path=ppt/ink/ink9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116.000 250.000,'-0.003'0.000,"-0.076"0.020,-0.035 0.031,-0.017 0.037,-0.001 0.038,0.009 0.035,0.014 0.032,0.016 0.027,0.606 0.892,0.626 0.670,0.594 0.481,0.529 0.326,0.447 0.201,-0.655-0.931,2.631 1.719,0.700 0.080,0.356-0.124,0.110-0.243,-0.052-0.296,-0.151-0.310,-0.201-0.293,-4.370-1.932,4.852 1.660,0.558-0.146,0.386-0.177,0.248-0.182,0.140-0.175,-2.323-0.623,0.740-0.086,6.534 0.249,0.769-0.339,-0.042-0.315,-0.538-0.272,-0.791-0.222,-9.369 0.109,2.727-0.196,6.729-0.785,1.034-0.399,3.651-0.735,-0.647-0.116,-1.316 0.058,-1.647 0.163,-7.899 1.272,5.854-1.126,-1.037-0.045,-0.922-0.081,-0.782-0.099,-0.636-0.103,-0.497-0.100,-0.374-0.091,-2.701 0.897,-0.237-0.067,1.882-1.587,-0.840-0.320,-0.814-0.257,-0.731-0.200,-0.919 0.536,-0.425 0.003,-0.246-0.532,-0.446 0.102,-0.359 0.135,-0.275 0.143,-0.205 0.910,-0.090 0.001,-0.102-0.897,-0.076 0.249,-0.035 0.313,-0.009 0.324,0.095 1.651,-0.144-2.245,-0.111-0.255,-0.152-0.217,-0.164-0.090,-0.160-0.001,-0.145 0.055,0.360 2.086,-1.686-2.385,-0.461 0.180,-0.675-0.215,-2.492-1.921,-0.488 0.219,-0.101 0.439,0.154 0.549,-0.380 0.225,0.318 0.691,0.330 0.617,0.309 0.519,0.266 0.414,0.218 0.313,4.202 1.677,-3.380-0.825,-1.325-0.014,-7.955-0.770,-2.308 0.302,-1.235 0.388,-0.466 0.409,0.054 0.391,4.129 0.426,-3.845 0.595,0.595 0.583,0.787 0.518,0.843 0.432,0.811 0.347,3.629-0.303,-2.373 0.897,1.739-0.074,1.926-0.233,1.878-0.314,1.692-0.335,1.435-0.322,3.566-1.367,-2.021 0.959,-0.242 0.224,-2.203 1.334,-0.014 0.198,0.230 0.027,0.373-0.088,2.806-1.760,-1.666 1.155,0.309-0.128,-0.021 0.103,0.497-0.280,0.482-0.295,0.443-0.282,0.389-0.260,1.186-0.991,-0.501 0.459,0.118-0.059,-0.775 2.321</inkml:trace>
</inkml:ink>
</file>

<file path=ppt/ink/ink9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468.000 266.000,'0.025'0.000,"0.040"0.000,0.048 0.000,0.049 0.000,0.049 0.000,-0.040 0.000,0.050 0.000,0.404 0.000,0.244 0.000,0.227 0.000,0.199 0.000,0.163 0.000,-0.014 0.000,0.640 0.000,0.180 0.000,0.065 0.000,-0.014 0.000,-0.066 0.000,-0.095 0.000,-0.897 0.000,3.364 0.000,1.589 0.000,3.212 0.000,1.408 0.000,0.947 0.000,0.581 0.000,0.302 0.000,-2.005 0.000,0.139 0.000,1.750 0.000,-0.021 0.000,-0.121 0.000,-0.181 0.000,-0.211 0.000,-9.390 0.000,9.172 0.000,3.771 0.011,0.542 0.019,0.003 0.021,-0.351 0.022,-0.555 0.020,-0.651 0.019,-8.456-0.065,9.723 0.071,-0.161-0.008,-0.622-0.013,-0.871-0.016,-0.969-0.017,-5.426-0.004,1.486 0.031,0.443 0.011,5.446 0.061,0.036-0.005,-0.406-0.016,-0.650-0.022,-0.752-0.023,-0.755 0.050,-0.550 0.023,-0.706 0.002,-0.754-0.010,-0.731-0.020,-4.089-0.065,0.752 0.001,-0.250-0.011,2.072 0.007,-0.796-0.020,-0.844-0.017,-0.814-0.014,-0.736-0.009,-0.556-0.008,-0.691-0.019,-0.462-0.024,-0.401-0.028,-0.334-0.027,-0.269-0.025,-1.940 0.093,1.395-0.084,0.061-0.030,1.013-0.106,-0.092-0.004,-0.178 0.016,-0.214 0.030,-0.224 0.033,-1.403 0.110,1.192-0.050,0.089 0.025,0.468 0.013,-0.152 0.025,-0.223 0.020,-0.246 0.013,-0.404 0.010,-0.123 0.005,-0.091 0.003,-0.062 0.001,-0.040 0.002,-0.022-0.001,-0.962-0.002,1.303 0.043,0.462 0.024,2.094 0.076,0.427 0.009,0.094-0.009,-0.115-0.018,-3.739-0.107,2.857 0.064,-0.154-0.015,0.041-0.013,-0.206-0.015,-0.202-0.012,-0.182-0.011,-0.160-0.009,-0.580-0.006,0.263-0.003,-0.209-0.004,-0.211-0.003,-0.199 0.000,-0.175-0.001,-0.691-0.011,-0.028-0.023,-0.020-0.018,-0.015-0.012,0.641-0.074,-0.136-0.003,-0.161 0.011,-0.165 0.016,-0.497 0.058,0.358-0.019,-0.055 0.016,-0.065 0.016,-0.068 0.014,-0.067 0.010,-0.059 0.010,-0.538 0.011,0.564-0.003,0.030 0.003,0.005 0.004,-0.042 0.002,-0.059 0.000,-0.068 0.002,-0.067-0.001,0.944 0.017</inkml:trace>
</inkml:ink>
</file>

<file path=ppt/ink/ink9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1128.000 244.000,'0.012'0.000,"0.020"0.000,0.022 0.000,0.022 0.000,0.021 0.000,0.019 0.000,0.220 0.052,0.305 0.078,0.338 0.088,0.328 0.088,0.295 0.077,-0.943-0.227,1.634 0.366,0.468 0.086,0.352 0.059,0.251 0.037,0.168 0.020,0.104 0.008,-2.227-0.456,2.072 0.355,-0.030-0.044,-0.096-0.046,-0.134-0.043,-0.148-0.041,-0.147-0.035,-0.910-0.143,-0.094-0.030,0.374 0.022,-0.284-0.052,-0.303-0.050,-0.297-0.044,-0.274-0.036,-0.900-0.071,0.800 0.110,-0.133 0.054,-0.164 0.048,-0.147 0.043,-0.122 0.038,-0.099 0.030,-0.174-0.133,-0.007 0.015,0.114 0.248,-0.042 0.078,-0.047 0.070,-0.047 0.057,-0.043 0.046,-0.108-0.424,-0.115 0.315,-0.149 0.104,-0.520 0.554,-0.365 0.125,-0.313 0.061,-0.257 0.019,-0.201-0.010,1.522-1.183,-1.560 0.997,-0.755 0.327,-0.328 0.064,-0.219 0.013,-0.132-0.020,-0.064-0.044,2.680-1.265,-3.488 1.678,0.244-0.080,0.178-0.045,0.310-0.110,0.378-0.146,0.398-0.159,0.386-0.159,1.395-0.774,-1.028 0.678,0.238-0.103,0.216-0.120,0.189-0.124,0.157-0.117,0.127-0.107,0.609-0.402,-0.560 0.239,0.080-0.108,0.102-0.097,0.109-0.084,0.108-0.069,0.101-0.055,0.297-0.060,-0.204 0.002,0.003-0.021,-1.667-0.279</inkml:trace>
</inkml:ink>
</file>

<file path=ppt/ink/ink9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449.000 404.000,'0.011'0.000,"0.019"0.000,0.021 0.000,0.022 0.000,0.020 0.000,0.019 0.000,0.032 0.075,0.047 0.119,0.051 0.143,0.051 0.147,0.046 0.141,0.041 0.130,0.050 0.126,0.075 0.171,0.196 0.409,0.092 0.190,0.075 0.146,0.057 0.107,0.140 0.345,0.115 0.334,0.145 0.355,-0.057-0.138,-0.103-0.266,-0.121-0.319,-0.857-1.819,0.432 0.931,-0.048-0.055,0.198 0.404,0.035-0.064,0.063-0.056,0.077-0.048,0.082-0.038,-0.365-0.573,0.025-0.015,0.550 0.535,0.055-0.094,0.030-0.113,0.010-0.118,-0.004-0.111,0.003-0.084,-0.137-0.153,-0.155-0.143,-0.155-0.125,-0.143-0.102,-0.120-0.080,-0.496-0.241,0.708 0.115,0.819-0.236,0.397-0.322,0.233-0.323,0.110-0.303,0.023-0.265,-1.416 0.686,1.135-0.946,0.067-0.270,0.522-0.693,0.032-0.224,-0.003-0.136,-0.026-0.073,-0.039-0.024,-1.062 1.156,-0.059 0.057,0.710-0.803,-0.199 0.221,-0.211 0.243,-0.207 0.241,-0.190 0.227,-0.167 0.199,-0.069 0.119,-0.132 0.200,-0.106 0.172,-0.078 0.142,-0.056 0.112,-0.039 0.084,-0.494 0.359,0.504-0.339,-0.079 0.073,-0.103 0.086,-0.110 0.086,-0.104 0.082,-0.094 0.069,-0.078 0.058,-0.063 0.046,-0.048 0.033,-0.034 0.025,-0.024 0.016,-0.021 0.028,0.039 0.063,0.055 0.085,0.267 0.337,0.146 0.182,0.126 0.139,0.101 0.104,0.079 0.070,-0.692-0.795,0.766 0.780,0.160 0.119,0.334 0.285,0.109 0.066,0.062 0.027,0.028 0.001,0.003-0.019,-0.057-0.082,0.748 0.562,0.035-0.072,-0.064-0.153,-0.117-0.190,-0.141-0.199,-0.387-0.376,1.759 0.839,0.508 0.165,1.007 0.320,0.019-0.192,-0.187-0.289,-0.303-0.326,-3.623-1.212,2.600 0.625,-0.064-0.175,0.829-0.101,-0.294-0.294,-0.337-0.259,-0.337-0.214,-0.310-0.170,-0.744-0.116,0.874-0.669,0.092-0.497,0.107-0.447,0.109-0.377,-1.271 0.823,-0.052-0.041,0.601-0.539,-0.110 0.104,-0.117 0.158,-0.117 0.186,-0.109 0.192,-0.094 0.183,-1.207 0.791,0.904-0.513,-0.038 0.065,0.403-0.174,-0.227 0.165,-0.260 0.166,-0.258 0.151,-0.647 0.353,-0.024 0.049,-0.012 0.045,0.434-0.072,-0.108 0.071,-0.129 0.046,-0.133 0.026,-0.109 0.032,-0.083 0.031,-0.084 0.072,-0.005 0.083,0.013 0.091,0.025 0.090,0.032 0.085,0.010 0.114,0.147 0.178,0.491 0.451,0.205 0.189,0.160 0.125,0.118 0.074,0.083 0.036,-0.521-0.458,0.104 0.039,1.155 0.736,0.060-0.077,-0.049-0.145,-0.119-0.177,-0.151-0.187,-1.836-0.962,0.895 0.385,-0.006-0.076,0.843 0.084,-0.009-0.263,-0.029-0.252,-0.041-0.230,-0.045-0.199,-0.046-0.165,-0.274-0.344,0.065-0.407,0.306-0.641,-0.021-0.338,-0.057-0.236,-0.077-0.156,-0.087-0.091,-0.512 0.635,-0.062-0.006,0.535-1.051,-0.267 0.312,-0.276 0.394,-0.261 0.409,-0.094 0.388,-0.097 0.326,-0.118 0.308,-0.120 0.271,-0.113 0.227,-0.097 0.181,-0.080 0.136,-0.052 0.129,0.015 0.107,0.036 0.098,0.048 0.087,0.050 0.074,0.051 0.060,-0.134-0.105,2.814 2.696</inkml:trace>
</inkml:ink>
</file>

<file path=ppt/ink/ink9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784.000 403.000,'0.010'0.020,"0.016"0.032,0.017 0.035,0.019 0.035,0.015 0.033,0.014 0.028,0.012 0.022,0.009 0.019,0.033 0.028,0.072 0.085,0.085 0.098,0.088 0.101,0.084 0.096,-0.361-0.482,0.334 0.432,0.100 0.114,0.570 0.679,0.166 0.160,0.103 0.082,0.053 0.025,0.020-0.014,-1.144-1.282,1.712 1.658,0.337 0.152,0.237 0.060,0.157-0.001,0.095-0.042,0.045-0.064,0.013-0.073,-0.100-0.184,0.080-0.038,0.452 0.111,0.114-0.127,0.093-0.140,0.076-0.138,0.002-0.200,-0.046-0.226,0.451-0.139,0.141-0.214,0.159-0.173,0.155-0.133,-3.644-0.375,1.968-0.075,0.211-0.195,2.248-0.636,0.144-0.413,-0.057-0.320,-0.182-0.238,-0.254-0.169,-1.074 0.278,-0.267-0.028,0.525-0.457,-0.346 0.031,-0.309 0.061,-0.259 0.074,-0.210 0.081,-1.215 0.822,0.525-0.285,-0.109 0.107,0.223-0.084,-0.217 0.165,-0.221 0.156,-0.210 0.141,-0.696 0.375,0.259-0.109,-0.106 0.084,0.272-0.050,-0.176 0.154,-0.158 0.135,-0.130 0.113,-0.840 0.184,0.367-0.050,0.010 0.022,0.446 0.068,0.061 0.130,0.048 0.133,0.037 0.124,0.028 0.110,-0.418-0.135,0.103 0.095,0.840 0.596,0.273 0.301,0.220 0.269,0.171 0.228,0.128 0.186,0.305 0.288,-0.072-0.095,0.082-0.007,0.057-0.051,0.034-0.077,0.020-0.090,0.006-0.092,-0.047-0.105,-0.250-0.216,-0.298-0.227,-0.311-0.220,-0.294-0.198,-0.266-0.172,-1.131-0.615,1.844 0.553,-0.184-0.171,0.311-0.009,1.873 0.253,0.066-0.110,-0.217-0.133,-0.389-0.138,-0.473-0.130,-0.883-0.347,-0.030-0.309,1.275-1.178,-0.076-0.865,-0.107-0.729,-0.118-0.583,-2.635 3.036,1.239-1.608,0.054-0.186,1.512-2.195,-0.027 0.016,-0.126 0.254,-0.178 0.384,-0.195 0.433,-0.729 1.068,0.177-0.043,-0.247 0.408,-0.275 0.398,-0.276 0.368,-0.260 0.322,-0.232 0.274,-0.155 0.240,-0.151 0.235,-0.107 0.197,-0.073 0.157,-0.046 0.119,-0.023 0.089,-0.009 0.061,0.342 0.470,0.338 0.450,0.245 0.324,0.185 0.240,0.134 0.168,0.092 0.109,-0.038-0.093,0.001-0.080,-0.020-0.116,-0.029-0.131,-0.034-0.130,-0.036-0.120,-0.232-0.250,0.343 0.185,-0.042-0.123,-0.100-0.162,-0.129-0.178,-0.142-0.174,-0.137-0.161,-0.959-0.420,0.876 0.171,0.000-0.227,0.014-0.229,0.023-0.214,0.025-0.192,0.027-0.165,-0.377 0.139,0.888-0.980,0.144-0.366,0.081-0.261,0.037-0.176,0.008-0.106,-0.856 1.132,0.214-0.157,0.006 0.107,0.447-0.279,-0.131 0.278,-0.173 0.278,-0.187 0.261,-0.184 0.230,-0.214 0.212,-0.122 0.143,0.047 0.201,-0.020 0.258,0.019 0.245,0.041 0.217,0.050 0.181,0.118 0.193,0.149 0.186,0.158 0.164,0.151 0.139,0.133 0.113,-0.589-0.588,0.174 0.147,1.023 0.925,0.065 0.023,-0.086-0.113,-0.181-0.196,-0.229-0.236,-0.074-0.145,-0.577-0.522,-0.030-0.088,0.597 0.240,-0.081-0.211,-0.092-0.186,-0.089-0.155,-0.082-0.124,-0.069-0.091,-0.113-0.081,-0.132-0.066,-0.131-0.051,-0.117-0.039,0.026-0.025,0.018-0.030,-0.039-0.032,-0.070-0.033,-0.087-0.030,-0.089-0.025,-0.158 0.023,-0.025 0.003,1.257-0.416</inkml:trace>
</inkml:ink>
</file>

<file path=ppt/ink/ink9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1375.000 419.000,'0.223'0.052,"0.345"0.082,0.395 0.093,0.394 0.092,0.365 0.086,0.317 0.075,-0.777-0.172,0.096 0.041,1.268 0.354,0.298 0.079,0.233 0.050,0.175 0.025,0.675 0.088,0.356-0.023,0.330-0.037,0.286-0.041,0.235-0.042,0.181-0.036,-1.227-0.297,0.813-0.013,4.225 0.164,1.258-0.086,0.813-0.095,0.471-0.095,0.218-0.087,-1.924-0.104,4.734-0.119,0.473-0.213,-0.025-0.217,-0.326-0.202,-0.483-0.175,-3.558 0.053,-0.813-0.103,-0.838-0.099,0.191-0.223,-1.254-0.027,-1.183 0.011,-1.047 0.032,-0.886 0.046,-0.738-0.019,-0.318-0.130,-0.150-0.163,-0.034-0.175,0.049-0.172,0.422-0.809,0.285-0.917,0.145-0.823,-0.489-0.218,-0.674 0.041,-0.746 0.208,-0.747 0.303,-1.059 1.613,-0.312 0.111,-0.696-1.279,-1.132-0.034,-1.084-0.093,-0.976-0.127,-0.841-0.139,0.111 0.630,-0.595-0.002,-1.632-0.451,-0.923 0.098,-0.846 0.128,-0.745 0.144,-0.629 0.142,3.141 1.219,-0.090 0.103,-5.537-1.043,-2.136 0.116,-0.289 0.477,0.134 0.473,0.381 0.432,11.222 1.190,-8.092-0.544,-0.559 0.181,-4.297 0.114,0.950 0.297,1.510 0.241,1.713 0.187,3.951 0.063,-0.098 0.135,-2.919 0.439,0.196 0.236,0.365 0.194,0.454 0.150,0.478 0.115,0.462 0.082,6.651-1.299,-8.075 1.811,0.010 0.239,0.280 0.182,0.422 0.130,0.474 0.089,1.152-0.220,3.227-1.061,0.219-0.024,-2.432 1.077,0.627-0.089,0.599-0.116,0.534-0.121,1.107-0.449,0.418-0.134,0.112 0.200,0.406 0.124,0.337 0.184,0.269 0.208,0.205 0.210,0.268 0.165,0.286 0.124,0.279 0.088,0.254 0.061,0.217 0.036,0.179 0.020,0.289 0.228,0.191-0.179,0.127-0.236,0.077-0.330,0.040-0.369,0.012-0.367,-0.006-0.343,-0.291-1.185,0.302 0.657,0.157-0.041,0.463 0.246,0.187-0.111,0.123-0.118,0.074-0.112,0.035-0.101,-1.102-0.563,2.155 0.837,0.517 0.066,0.459 0.039,0.323-0.008,0.215-0.039,0.127-0.055,-1.287-0.399,0.218-0.024,2.884 0.316,0.318-0.134,0.085-0.143,-0.069-0.139,-0.160-0.124,-2.115-0.160,-0.091-0.042,1.128-0.056,-0.117-0.111,-0.122-0.109,-0.118-0.103,-0.107-0.091,0.112-0.087,-0.390-0.017,-0.427 0.010,-0.420 0.026,-0.386 0.037,-0.334 0.038,-0.278 0.038,4.633-0.486</inkml:trace>
</inkml:ink>
</file>

<file path=ppt/ink/ink9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162.000 627.000,'0.008'0.000,"0.010"0.000,0.014 0.000,0.012 0.000,0.011 0.000,0.009 0.000,0.007 0.000,0.006 0.000,0.003 0.000,0.004 0.000,0.000 0.000,0.002 0.000,-0.000 0.000,-0.001 0.000,0.001 0.000,-0.001 0.000,0.000 0.000,-0.001 0.000,0.000 0.000,0.000 0.000,0.000 0.000,0.000 0.000,-0.001 0.000,0.000 0.000,0.052 0.000,0.125 0.000,0.156 0.000,0.656 0.125,0.804 0.200,0.895 0.238,0.899 0.249,0.847 0.241,1.214 0.309,-0.064-0.012,-0.403-0.107,-0.577-0.156,-0.636-0.174,-0.620-0.168,-2.039-0.454,1.620 0.213,1.055 0.068,5.519 0.513,1.901 0.034,1.180-0.031,0.633-0.070,0.237-0.091,-3.033-0.250,0.751 0.015,6.423 0.313,1.004-0.020,0.547-0.041,0.216-0.052,-0.012-0.054,-7.338-0.370,10.242 0.224,0.384-0.129,-0.262-0.127,-0.648-0.113,-0.835-0.097,-0.847-0.081,0.656-0.025,-0.268 0.005,-0.319 0.023,-0.328 0.036,-0.306 0.038,-8.170-0.091,5.951 0.062,-0.117-0.015,1.462-0.005,-0.754-0.028,-0.889-0.030,-0.912-0.026,-0.858-0.024,-4.971-0.030,-0.228-0.008,4.829-0.044,-0.344-0.075,-0.404-0.079,-0.404-0.077,-6.144 0.084,-0.197-0.026,5.002-0.266,-0.639-0.122,-0.717-0.111,-0.707-0.093,-0.648-0.076,-2.653 0.163,1.200-0.259,-1.088-0.019,-1.107 0.002,-1.031 0.015,-0.903 0.021,-0.985 0.107,-0.758 0.096,-0.662 0.105,-0.550 0.102,-0.437 0.094,-0.335 0.081,-0.242 0.068,-0.116 0.210,0.414-0.779,0.208-0.402,0.102-0.203,0.043-0.090,0.001-0.011,-0.508 0.958,0.206-0.499,-0.013-0.051,0.194-0.885,-0.066-0.377,-0.076-0.379,-0.074-0.349,-0.068-0.303,-0.183 0.467,-0.110-0.835,-0.145-0.195,-0.138-0.086,-0.122-0.010,-0.106 0.044,-0.086 0.075,0.262 2.297,-0.423-2.331,-0.019 0.385,0.026 0.479,0.050 0.500,0.065 0.479,0.068 0.430,0.042 0.328,0.068 0.380,0.055 0.305,0.046 0.236,0.035 0.173,0.026 0.119,-0.032-0.073,-0.906-1.086,-1.331-1.420,-0.679-0.554,-0.432-0.224,-0.239-0.001,-0.102 0.141,1.228 1.208,-0.103 0.076,-2.132-0.950,-0.852 0.141,-0.853 0.144,-0.785 0.135,0.353 0.435,0.062 0.290,0.228 0.303,0.320 0.291,0.358 0.262,0.359 0.227,0.332 0.187,3.073 0.423,-4.042-0.182,-0.853 0.127,-0.734 0.103,-0.607 0.081,-0.486 0.062,-0.373 0.044,0.011 0.028,-0.314 0.019,-1.113 0.014,-0.452 0.004,-0.411-0.001,-0.358-0.004,-0.299-0.006,3.293 0.021,-1.049 0.041,-8.910 0.166,-0.624 0.055,0.414 0.027,1.048 0.006,1.376-0.008,4.316-0.090,0.867-0.026,-3.957 0.076,-0.176 0.010,-0.506 0.022,-0.661 0.027,1.544-0.023,1.077-0.015,1.342-0.023,1.403-0.025,1.330-0.024,1.182-0.024,-1.441-0.038,-1.309-0.019,-0.940-0.011,-0.638-0.005,-0.394 0.000,-0.211 0.003,1.064-0.005,1.151-0.001,1.387-0.001,1.444-0.003,1.381-0.002,1.244-0.003,1.068-0.001,4.042-0.119,-4.403 0.069,-0.983-0.009,-3.800 0.015,-0.604-0.018,-0.070-0.019,0.283-0.017,0.495-0.013,3.129-0.018,0.317-0.004,-1.535-0.004,0.706-0.007,0.724-0.003,0.694-0.004,0.628-0.001,1.500-0.001,0.121 0.001,-1.468-0.003,0.682 0.000,0.759 0.001,0.747 0.001,0.681 0.001,1.095 0.001,-1.193 0.017,0.113 0.027,0.170 0.030,0.191 0.029,0.186 0.027,0.214-0.006,-0.010-0.005,-0.056 0.005,-0.082 0.014,-0.091 0.016,-0.091 0.018,0.089 0.000,0.197-0.014,0.254-0.020,0.270-0.022,0.260-0.024,0.235-0.021,0.203-0.018,0.292-0.013,0.038 0.018,-0.115 0.120,0.048 0.100,0.030 0.101,0.015 0.094,0.006 0.084,0.251-0.412,-0.331 1.063,-0.195 0.983,-0.090 0.625,-0.058 0.481,-0.033 0.353,-0.015 0.247,-0.002 0.160,0.453-2.275,-0.545 3.000,0.056-0.184,0.087-0.398,0.102-0.501,0.100-0.527,0.093-0.502,0.158-0.163,0.053 0.242,0.032 1.055,0.103-0.066,0.093-0.222,0.079-0.302,1.783 7.222</inkml:trace>
</inkml:ink>
</file>

<file path=ppt/ink/ink9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498.000 597.000,'0.026'0.018,"0.042"0.027,0.048 0.032,0.050 0.033,0.046 0.032,0.042 0.028,0.036 0.023,0.029 0.019,-0.045-0.002,0.134 0.135,0.901 0.750,0.675 0.504,0.653 0.453,0.592 0.391,0.510 0.320,0.011-0.039,-0.115-0.122,-0.258-0.221,-0.333-0.269,-0.358-0.283,-0.350-0.271,-0.321-0.244,-1.539-1.022,4.045 1.774,1.499 0.225,1.032 0.002,0.657-0.140,0.371-0.219,0.160-0.249,-3.428-0.831,0.106-0.146,3.388-0.080,0.277-0.536,0.156-0.520,0.066-0.473,0.001-0.413,-3.309 0.330,0.073-0.195,4.038-1.329,0.074-0.369,-0.090-0.231,-0.191-0.125,-0.239-0.048,-0.492 0.158,-0.615 0.279,-0.652 0.335,-0.625 0.347,-0.562 0.328,-0.482 0.293,-0.393 0.248,-4.266 1.045,4.858-0.634,0.074 0.454,-0.125 0.449,-0.239 0.412,-0.292 0.354,-0.304 0.294,-2.195-0.381,-0.018 0.079,1.402 0.536,-0.239 0.024,-0.308-0.043,-0.336-0.084,-0.335-0.107,-0.834-0.309,-0.036-0.027,1.361 0.291,0.891 0.027,1.044 0.039,1.073 0.044,1.022 0.044,1.587-0.007,0.610-0.138,0.140-0.180,-0.171-0.193,-0.359-0.186,-0.450-0.169,-0.478-0.147,-6.727-0.162,7.364-0.063,-0.235-0.134,-0.567-0.083,-0.729-0.047,-0.775-0.019,-0.741 0.000,0.399 0.033,0.533 0.008,-0.307 0.025,-0.536 0.022,-0.631 0.018,-0.637 0.016,-0.588 0.011,-0.430-0.004,-0.657-0.006,-0.655-0.007,-0.597-0.011,-0.575 0.015,-0.377 0.003,-0.300 0.007,-0.229 0.007,-0.166 0.007,-0.112 0.006,-0.072 0.007,-0.378-0.388</inkml:trace>
</inkml:ink>
</file>

<file path=ppt/ink/ink9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181.000 816.000,'0.089'0.356,"0.135"0.273,0.106 0.154,0.080 0.066,0.055 0.010,0.037-0.026,-0.208-0.379,0.034 0.014,0.313 0.324,0.058-0.037,0.030-0.063,0.008-0.078,-0.003-0.080,1.269 0.425,1.308 0.304,1.015 0.113,0.799 0.009,0.603-0.056,0.430-0.094,0.147-0.193,0.475-0.264,0.132-0.367,0.037-0.380,-0.026-0.360,-0.062-0.318,-0.080-0.266,0.677-0.385,0.511-0.271,0.226-0.163,0.028-0.078,-0.103-0.021,-3.010 0.696,2.503-0.515,0.915-0.161,3.322-0.639,-0.333 0.135,-0.916 0.251,-1.210 0.303,-7.624 1.438,4.204-0.660,-0.266 0.146,1.107-0.021,-0.870 0.215,-0.942 0.183,-0.927 0.153,-0.862 0.120,-0.626 0.092,-0.758 0.078,-0.607 0.049,-0.466 0.031,-0.342 0.014,-0.236 0.004,0.191-0.026,0.206-0.004,0.619 0.014,0.256-0.011,0.159-0.011,0.087-0.009,0.035-0.010,0.114-0.006,0.197 0.010,-0.027 0.022,-0.067 0.025,-0.090 0.027,-0.092 0.024,-0.743-0.055,0.868 0.083,0.154 0.047,0.118 0.052,0.089 0.052,0.063 0.048,0.042 0.040,0.296 0.112,0.037 0.071,0.022 0.067,0.008 0.057,0.000 0.047,-0.003 0.035,-0.375-0.037,-0.302-0.060,-0.246-0.067,-0.256-0.085,-0.245-0.093,-0.221-0.089,-0.386-0.140,-0.081-0.039,0.209-0.007,0.068-0.055,0.123-0.045,0.146-0.032,0.155-0.025,0.288-0.018,0.209-0.010,0.179-0.005,0.145-0.001,0.112-0.000,0.085 0.003,-0.944 0.010,-0.023 0.001,7.675-0.032</inkml:trace>
</inkml:ink>
</file>

<file path=ppt/ink/ink9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569.000 809.000,'0.000'0.003,"0.000"0.006,0.000 0.005,0.000 0.006,0.000 0.004,0.000 0.005,0.000 0.004,0.000 0.002,0.000 0.001,0.000 0.003,0.000 0.000,0.000 0.000,0.000 0.001,0.000-0.001,0.000 0.001,0.000-0.001,0.000 0.000,0.000 0.001,0.000-0.002,0.000 0.001,0.000 0.000,0.000-0.001,0.000 0.001,0.000-0.001,0.000 0.001,0.000-0.001,0.032 0.123,0.049 0.193,0.056 0.219,0.057 0.220,0.051 0.201,-0.075-0.232,-0.001 0.115,0.122 0.701,0.035 0.047,0.036-0.049,0.034-0.104,0.173 0.001,0.239 0.171,0.284 0.271,0.283 0.285,0.261 0.277,0.230 0.250,0.194 0.216,-1.175-1.713,1.286 1.624,-0.058-0.195,-0.163-0.300,-0.223-0.351,-0.248-0.362,-0.249-0.345,-0.182-0.267,-0.240-0.306,-0.201-0.249,-0.164-0.195,-0.127-0.146,-0.093-0.103,-0.067-0.069,0.172-0.270,0.299-0.365,0.362-0.400,0.369-0.387,0.347-0.349,-0.979 1.040,1.455-1.530,0.228-0.266,0.091-0.133,-0.006-0.038,-0.068 0.025,-0.103 0.066,-0.120 0.088,-1.288 1.459,1.297-1.746,-0.130 0.010,-0.205 0.145,-0.239 0.221,-0.246 0.257,-0.233 0.261,-0.926 1.557,0.817-1.319,-0.203 0.378,-0.189 0.346,-0.163 0.295,-0.136 0.239,-0.104 0.186,-0.080 0.136,-0.055 0.094,-0.036 0.061,-0.022 0.035,-0.011 0.016,-0.039-0.060,0.077 0.096,0.050 0.052,0.306 0.413,0.258 0.385,0.252 0.395,0.226 0.365,0.192 0.314,-0.557-0.820,0.752 1.123,0.068 0.085,0.007-0.012,-0.030-0.073,-0.052-0.104,-0.082-0.219,-0.066-0.234,-0.064-0.242,-0.055-0.229,-0.047-0.201,-0.038-0.169,-0.029-0.135,-0.075-0.151,-0.047-0.117,-0.048-0.104,-0.042-0.085,-0.038-0.068,-0.031-0.053,-0.377-0.110,-0.015-0.018,0.309-0.020,0.016-0.101,0.021-0.105,0.024-0.101,0.023-0.092,-0.314 0.064,0.040-0.075,0.586-0.472,0.140-0.212,0.112-0.173,0.089-0.132,0.063-0.100,0.045-0.069,-0.128 0.135,-0.046 0.088,-0.061 0.119,-0.068 0.130,-0.069 0.131,-0.064 0.122,-0.051 0.099,-0.118 0.121,-0.119 0.107,-0.115 0.089,-0.100 0.072,-0.086 0.056,-0.071 0.042,-0.335 0.110,0.372-0.065,-0.046 0.040,-0.059 0.032,-0.061 0.025,-0.058 0.018,-0.308 0.012,0.254 0.072,0.118 0.127,0.596 0.528,0.380 0.453,0.348 0.428,0.299 0.380,0.246 0.317,-0.049-0.039,0.038 0.016,-0.005-0.049,-0.034-0.088,-0.051-0.107,-0.056-0.111,-0.059-0.107,-0.095-0.153,-0.211-0.257,-0.231-0.266,-0.224-0.255,-0.206-0.228,-0.178-0.195,-0.761-0.377,0.682 0.183,-0.031-0.107,-0.041-0.080,-0.047-0.059,-0.048-0.041,-0.044-0.025,-0.513 0.006,0.461-0.470,0.084-0.338,0.532-1.141,0.136-0.536,0.089-0.375,0.051-0.242,0.025-0.140,-0.011 0.065,-0.093 0.257,-0.077 0.229,-0.102 0.283,-0.109 0.295,-0.108 0.285,0.037 0.189,-0.099 0.330,-0.098 0.272,-0.110 0.251,-0.114 0.220,-0.105 0.185,-0.096 0.150,-0.068 0.149,0.059 0.102,0.229 0.200,0.118 0.205,0.107 0.191,0.090 0.168,0.076 0.141,0.241 0.233,0.180 0.129,0.132 0.051,0.088-0.001,0.054-0.036,0.029-0.055,-0.001-0.098,-0.022-0.121,-0.031-0.126,-0.038-0.120,-0.037-0.106,-0.034-0.091,-0.067-0.098,-0.129-0.094,-0.080-0.063,-0.074-0.051,-0.067-0.038,-0.058-0.027,-0.045-0.018,-0.868-0.126,0.856 0.097,-0.031-0.024,-0.046-0.022,-0.053-0.022,-0.055-0.017,-0.051-0.014,-0.249-0.016,0.654-0.039,0.220-0.065,0.180-0.072,0.142-0.071,0.105-0.065,0.075-0.056,0.051-0.011,0.094-0.022,-0.154 0.019,-0.195 0.028,-0.201 0.028,-0.189 0.027,-0.657 0.112,0.356-0.146,-0.129-0.012,-0.122 0.002,-0.110 0.011,-0.093 0.015,-0.274 0.133,-0.015 0.014,0.179-0.064,-0.051 0.043,-0.052 0.041,-0.048 0.035,-0.043 0.030,-0.023 0.024,-0.037 0.021,-0.032 0.016,-0.023 0.009,-0.019 0.007,-0.011 0.003,-0.009 0.002,-0.005 0.000,-0.002-0.002,-0.001 0.000,0.001-0.003,0.001-0.001,-0.018-0.003,0.456 0.019,0.385 0.030,1.348 0.123,0.836 0.111,0.713 0.110,0.584 0.098,0.457 0.088,0.853 0.102,0.150-0.004,0.008-0.034,-0.078-0.047,-0.123-0.053,-0.140-0.050,-3.433-0.325,4.517 0.233,0.662-0.024,0.356-0.014,0.135-0.006,-0.012 0.000,-4.820-0.225,5.065 0.200,-0.237-0.029,-0.412-0.029,-0.483-0.026,-0.487-0.025,-0.449-0.019,-4.850-0.168,5.069 0.108,0.441-0.046,0.244-0.048,0.096-0.045,-0.005-0.043,-0.071-0.037,-0.295-0.068,-0.475-0.084,-0.538-0.090,-0.540-0.085,-0.505-0.078,-0.448-0.066,-0.377-0.056,-2.202 0.307,2.116-0.662,-0.007-0.193,-0.058-0.131,-0.085-0.078,-0.100-0.040,-0.102-0.013,-1.902 0.786,1.964-1.080,-0.080-0.148,-0.119-0.107,-0.133-0.072,-0.136-0.045,-0.127-0.024,-2.199 1.656,2.163-2.103,-0.192-0.170,-0.454 0.121,-0.285-0.079,-0.289-0.059,-0.277-0.044,-0.248-0.032,-0.301 0.343,-0.071-0.566,-0.199 0.153,-0.160 0.207,-0.119 0.227,-0.087 0.221,-0.060 0.207,-0.036 0.184,-0.020 0.154,-0.008 0.125,0.000 0.095,0.006 0.070,0.005 0.544,-0.043-0.055,-0.361-0.737,-0.380-0.168,-0.407-0.135,-0.398-0.106,-0.367-0.081,-0.563-0.210,-0.577-0.107,-0.427 0.041,-0.353 0.086,-0.279 0.104,-0.210 0.108,-0.150 0.103,-0.241 0.140,-0.167 0.089,0.086 0.135,0.244 0.155,0.330 0.156,0.364 0.148,2.293 0.699,-3.268-0.785,-0.066 0.118,0.109 0.143,0.206 0.147,0.244 0.136,0.248 0.116,1.189 0.286,-5.160-0.220,-1.995 0.027,-1.268 0.027,-0.714 0.026,-0.309 0.024,-0.034 0.019,0.140 0.015,0.237 0.012,1.554 0.064,0.744 0.044,0.795 0.048,0.771 0.048,0.703 0.043,0.612 0.039,0.993 0.040,-1.136 0.003,0.027 0.004,0.136-0.005,0.205-0.010,0.233-0.013,0.240-0.014,2.060 0.034,-3.023-0.052,0.192-0.011,0.456-0.009,0.589-0.008,0.632-0.007,0.613-0.005,1.821 0.052,-0.306-0.018,-2.784-0.114,-0.197-0.002,0.109 0.015,0.295 0.027,0.394 0.032,4.286 0.133,-4.742-0.091,-0.095 0.028,0.198 0.024,0.375 0.022,0.463 0.017,0.491 0.014,0.111-0.011,-0.111-0.023,-0.262-0.033,-0.343-0.034,-0.371-0.035,-0.363-0.031,-0.333-0.027,3.494 0.124,-5.205-0.149,-0.086 0.023,0.278 0.034,0.475 0.036,0.549 0.035,0.547 0.030,1.324 0.042,0.360 0.032,0.305 0.032,0.246 0.031,0.195 0.027,0.145 0.024,2.704-0.083,-3.211 0.185,-0.114 0.047,0.032 0.024,0.121 0.005,0.174-0.007,0.194-0.013,0.194-0.018,1.908-0.151,-2.731 0.152,-0.051 0.010,0.179 0.016,0.307 0.021,0.363 0.021,0.478 0.048,0.189 0.098,0.133 0.112,0.086 0.112,0.053 0.104,0.025 0.092,0.005 0.078,-0.127 0.174,0.238 0.028,0.273 0.004,0.274-0.013,0.249-0.020,0.705-0.460,-0.452 0.581,0.166-0.002,0.178-0.060,0.169-0.092,0.152-0.106,0.129-0.105,0.376-0.697,-0.194 1.650,0.149 0.818,0.143 0.719,0.127 0.604,0.108 0.486,0.087 0.375,0.105 0.251,0.265 0.450,0.269-0.160,0.269-0.267,0.247-0.312,0.213-0.311,-0.684-2.097,1.035 1.481,0.205-0.342,0.140-0.351,0.088-0.330,0.047-0.292,-1.128-1.187,6.946 5.455</inkml:trace>
</inkml:ink>
</file>

<file path=ppt/ink/ink9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616.000 829.000,'0.056'-0.014,"0.085"-0.021,0.097-0.025,0.096-0.023,0.086-0.022,0.075-0.019,0.336-0.006,0.608-0.028,0.705-0.030,0.728-0.029,0.694-0.026,0.628-0.025,-1.013 0.097,3.716-0.100,1.287 0.029,0.994 0.036,0.733 0.039,0.513 0.036,0.334 0.034,0.452 0.028,0.788-0.013,-0.584-0.031,-0.820-0.045,-0.896-0.047,-0.866-0.046,-4.190 0.083,2.070-0.160,-0.869-0.028,-0.879-0.003,-0.821 0.010,-0.730 0.019,-0.618 0.024,2.684-0.710</inkml:trace>
</inkml:ink>
</file>

<file path=ppt/ink/ink9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626.000 832.000,'0.149'0.000,"0.241"0.000,0.657 0.000,0.643 0.000,0.624 0.000,0.561 0.000,0.475 0.000,-1.197 0.000,2.125 0.000,0.857 0.000,0.751 0.000,0.636 0.000,0.515 0.000,0.406 0.000,-2.347 0.000,3.798-0.069,0.236-0.109,-0.073-0.127,-0.269-0.131,-0.380-0.125,-0.424-0.111,-6.356 0.529,5.688-0.649,-0.797-0.036,-0.898 0.013,-0.904 0.040,-0.845 0.057,-0.749 0.063,-2.501 0.520,6.334-2.783</inkml:trace>
</inkml:ink>
</file>

<file path=ppt/ink/ink9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630.000 842.000,'0.147'0.000,"0.231"0.000,0.584 0.027,0.815 0.043,0.902 0.051,0.897 0.052,0.832 0.049,0.379 0.023,2.089 0.117,0.502 0.043,0.084 0.023,-0.195 0.007,-0.363-0.001,-0.449-0.008,-4.980-0.336,4.365 0.188,1.248 0.001,7.825 0.168,0.710-0.076,-0.544-0.092,-1.287-0.096,-1.649-0.090,-0.547-0.358,-0.832-0.231,-1.251-0.136,-1.428-0.065,-1.436-0.015,-1.334 0.018,-1.172 0.038,-0.896 0.026,-0.967 0.081,-0.758 0.082,-0.567 0.076,-0.401 0.065,-0.266 0.054,-1.208-0.309</inkml:trace>
</inkml:ink>
</file>

<file path=ppt/ink/ink9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665.000 842.000,'0.100'0.000,"0.160"0.000,0.190 0.000,0.200 0.000,0.192 0.000,0.294-0.030,0.380-0.048,0.989-0.051,0.761-0.013,0.716 0.003,0.630 0.014,-1.839 0.059,0.167 0.007,1.998-0.049,0.161-0.036,0.013-0.047,-0.082-0.050,-0.143-0.050,-0.173-0.048,-2.735 0.192,2.507-0.217,-0.456 0.006,-0.530 0.019,-0.539 0.023,-0.510 0.025,-0.455 0.026,-1.540 0.208,2.622-0.220,0.747-0.001,1.465-0.036,0.100 0.043,-0.219 0.050,-0.393 0.051,-3.902 0.140,22.045-0.190</inkml:trace>
</inkml:ink>
</file>

<file path=ppt/ink/ink9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509.000 1002.000,'0.027'0.000,"0.400"0.000,0.504 0.000,0.533 0.000,0.502 0.000,0.441 0.000,0.364 0.000,-0.017 0.000,2.101 0.000,0.688 0.000,0.358 0.000,0.123 0.000,-0.028 0.000,-0.734-0.010,-0.403-0.017,-0.448-0.020,-0.444-0.018,-0.407-0.018,-0.354-0.017,-0.295-0.013,-0.083-0.009,-0.281 0.010,-0.236 0.016,-0.188 0.018,-0.142 0.018,-0.749 0.031,1.325 0.007,0.150 0.033,0.006 0.034,-0.085 0.031,-0.132 0.026,-0.152 0.023,-0.293 0.001,-0.326-0.009,-0.331-0.014,-0.310-0.018,-0.268-0.018,-0.222-0.017,-0.174-0.014,-0.213-0.015</inkml:trace>
</inkml:ink>
</file>

<file path=ppt/ink/ink9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306.000 1017.000,'0.234'0.000,"0.362"0.000,0.416 0.000,0.417 0.000,0.384 0.000,0.335 0.000,0.278 0.000,-0.646 0.026,2.506 0.136,1.176 0.124,1.003 0.119,0.816 0.109,0.635 0.093,0.476 0.076,-6.676-0.543,7.999 0.626,0.406-0.000,-0.094-0.044,-0.406-0.070,-0.574-0.079,-0.643-0.081,-6.740-0.398,6.881 0.283,-0.636-0.139,-0.775-0.134,-0.797-0.118,-0.742-0.101,-0.647-0.079,-1.647 0.029,0.141-0.063,-0.677-0.014,-0.623-0.004,-0.540 0.000,-0.450 0.003,-0.579-0.671</inkml:trace>
</inkml:ink>
</file>

<file path=ppt/ink/ink9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500.000 1008.000,'0.047'0.000,"0.079"0.000,0.500 0.000,0.667 0.000,0.749 0.000,0.747 0.000,0.698 0.000,0.616 0.000,1.255 0.014,0.745 0.021,0.633 0.025,0.510 0.023,0.391 0.022,0.285 0.019,-1.548-0.031,1.078 0.009,-0.270-0.010,-0.517-0.012,-0.649-0.013,-0.696-0.014,-4.177-0.042,4.402-0.018,-0.268-0.090,-0.316-0.098,-0.322-0.099,-0.302-0.089,-0.267-0.080,-1.705 0.167,-0.030-0.021,1.488-0.255,-0.414 0.032,-0.498 0.062,-0.511 0.077,-0.480 0.081,-0.388 0.065,-0.440 0.074,-0.358 0.062,-0.280 0.047,-0.204 0.034,-0.143 0.026,-0.091 0.015,-0.054 0.010,-0.025 0.004,-0.005 0.001,0.005-0.001,0.014-0.002,0.015-0.002,0.017-0.003,0.014-0.003,0.013-0.002,0.011-0.002,0.007-0.001,0.007-0.001,0.003-0.000,0.003-0.002,0.002 0.001,0.000 0.000,0.000-0.001,0.000 0.001,0.022-0.001,0.042 0.001,0.050-0.001,0.052 0.001,0.048 0.000,0.044 0.000,0.037 0.000,-0.012 0.000,0.165 0.000,0.007 0.000,-0.023 0.000,-0.036 0.000,-0.044 0.000,-0.245 0.000,0.231 0.000,-0.002 0.000,-0.017 0.000,-0.024 0.000,-0.027 0.000,-0.028 0.000,0.006 0.000,0.014 0.000,0.057 0.000,0.030 0.000,0.028 0.000,0.023 0.000,-0.016 0.000,0.007 0.000,0.004 0.000,0.003 0.000,0.001 0.000,-0.001 0.000,-0.002 0.000,1.198 0.000</inkml:trace>
</inkml:ink>
</file>

<file path=ppt/ink/ink9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718.000 907.000,'0.000'-0.015,"0.000"-0.022,0.000-0.026,0.000-0.024,0.000-0.021,0.000-0.019,-0.016 0.007,-0.024 0.009,-0.029 0.016,-0.028 0.016,-0.025 0.017,-0.039 0.017,-0.052 0.013,-0.059 0.009,-0.043 0.009,-0.032 0.007,-0.026 0.004,-0.018 0.004,0.314-0.001,-0.581 0.098,-0.315 0.149,-0.327 0.169,-0.308 0.168,-0.271 0.154,-0.389 0.154,-0.238 0.113,-0.078 0.058,0.030 0.021,0.096-0.004,0.132-0.022,0.146-0.030,0.751-0.287,-0.136 0.158,-1.471 1.103,-0.089 0.262,0.066 0.126,0.158 0.032,0.202-0.030,0.778-0.604,0.154-0.052,-0.253 0.517,0.027 0.296,-0.023 0.361,-0.056 0.378,-0.072 0.364,0.816-1.268,-0.773 1.857,0.213 0.081,0.264-0.047,0.276-0.123,0.264-0.164,0.235-0.177,0.294 0.299,0.344-0.060,0.327-0.185,0.292-0.249,0.246-0.267,-0.217-1.523,0.062-0.089,0.818 1.244,0.407-0.193,0.375-0.173,0.321-0.144,0.261-0.114,0.200-0.086,-1.745-1.409,2.079 1.362,0.477 0.145,0.363 0.074,0.264 0.023,0.182-0.014,-3.489-1.909,3.040 1.523,0.397 0.123,3.273 1.320,0.393-0.118,0.075-0.260,-0.123-0.324,-0.237-0.337,-4.936-1.589,4.920 1.218,-0.216-0.304,-0.394-0.308,-0.469-0.288,-0.476-0.248,-0.441-0.206,-0.698-0.214,0.018-0.118,0.128-0.095,0.192-0.071,0.219-0.053,0.223-0.036,-4.649-0.127,6.186 0.052,0.785-0.090,0.475-0.094,0.239-0.089,0.073-0.081,-0.040-0.067,-0.085-0.072,-1.068-0.024,-1.214-0.006,-1.203 0.004,-1.097 0.013,-0.937 0.014,-2.735 0.322,2.766-0.792,0.032-0.386,-0.040-0.325,-0.082-0.263,-0.102-0.204,-0.106-0.148,-1.898 1.305,1.643-1.556,-0.036-0.268,-0.086-0.198,-0.114-0.135,-0.125-0.086,-0.126-0.049,-1.365 1.797,1.418-2.465,-0.244-0.065,-0.284 0.056,-0.287 0.131,-0.266 0.166,-0.233 0.176,-0.305 0.486,-0.195 0.143,-0.177 0.121,-0.156 0.102,-0.131 0.080,-0.106 0.062,-0.029 1.879,-0.408-2.821,-0.333-0.250,-0.269-0.099,-0.206 0.003,-0.149 0.063,-0.101 0.094,-0.223 0.547,-1.440-1.350,-0.654-0.129,-0.425 0.083,-0.249 0.209,-0.120 0.273,0.805 0.949,-1.502-0.702,-0.177 0.293,-0.042 0.340,0.044 0.341,0.096 0.316,0.140 0.374,0.283 0.386,-0.090 0.238,-0.102 0.215,-0.102 0.184,-0.095 0.151,-0.086 0.122,2.991 0.419,-4.375-0.241,-0.667 0.153,-0.472 0.142,-0.310 0.125,-0.185 0.106,-0.090 0.085,-0.022 0.066,0.023 0.049,2.628-0.051,0.289 0.001,-2.222 0.079,1.226-0.029,1.270-0.036,1.181-0.038,1.024-0.035,0.837-0.030,1.882-0.057,-4.390 1.013</inkml:trace>
</inkml:ink>
</file>

<file path=ppt/ink/ink9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581.000 611.000,'0.000'0.008,"0.000"0.013,0.000 0.015,0.000 0.015,0.000 0.014,0.000 0.012,0.000 0.011,0.000 0.008,0.000 0.007,0.000-0.030,0.000 0.022,0.245 0.681,0.371 0.852,0.415 0.926,0.403 0.889,-1.152-2.785,1.012 2.081,0.255 0.338,1.042 1.602,0.311 0.120,0.198-0.092,0.111-0.224,0.046-0.293,0.001-0.319,-1.865-2.303,2.316 2.085,-0.031-0.408,-0.197-0.468,-0.288-0.474,-0.324-0.439,-0.325-0.389,-0.300-0.324,-0.185-0.355,-0.099-0.347,-0.035-0.316,0.007-0.273,0.034-0.227,0.049-0.178,-0.769 0.085,0.845-0.658,0.000-0.306,-0.050-0.239,-0.083-0.179,-0.096-0.128,-0.100-0.085,-0.002-0.385,-0.077-0.139,-0.119 0.028,-0.141 0.137,-0.144 0.198,-0.134 0.225,-0.677 1.168,0.742-1.353,-0.120 0.179,-0.150 0.248,-0.155 0.266,-0.145 0.257,-0.097 0.242,-0.062 0.201,-0.039 0.177,-0.033 0.167,-0.027 0.151,-0.020 0.131,-0.016 0.106,-0.058 0.124,0.070 0.153,0.391 0.472,0.193 0.290,0.165 0.220,0.135 0.162,0.546 0.379,0.282 0.095,0.135-0.049,0.034-0.130,-0.031-0.167,-0.067-0.175,-0.565-0.432,0.287 0.022,0.004-0.142,-0.010-0.144,-0.020-0.136,-0.023-0.121,-0.026-0.105,-0.986-0.168,1.626-0.074,0.257-0.276,0.174-0.286,0.106-0.268,0.056-0.235,0.021-0.197,-0.162-0.096,-0.106-0.098,-0.020-0.167,-0.179-0.072,-0.180-0.050,-0.162-0.034,-0.012-0.010,-0.076 0.142,-0.044 0.172,-0.021 0.174,-0.004 0.159,0.005 0.136,-0.475 0.358,0.446-0.009,-0.060 0.139,-0.124 0.126,-0.156 0.109,-0.164 0.087,-0.158 0.070,-1.114 0.088,1.280 0.143,0.344 0.220,0.396 0.215,0.401 0.197,0.379 0.173,0.875 0.213,0.719 0.091,0.700 0.051,0.635 0.020,0.543 0.000,0.446-0.012,0.346-0.021,-0.034-0.190,0.073-0.228,0.008-0.258,-0.037-0.259,-0.062-0.239,-0.072-0.210,-3.001-0.042,-0.110-0.102,1.831-0.346,-0.508-0.141,-0.580-0.086,-0.590-0.042,-0.560-0.013,-1.036 0.184,-0.120-0.014,1.044-0.271,0.032 0.093,0.076 0.124,0.102 0.137,0.110 0.133,-1.549 0.242,0.043 0.042,2.282-0.048,0.284 0.097,0.210 0.074,0.149 0.052,0.097 0.035,-3.435 0.004,3.393-0.022,-0.309-0.057,-0.416-0.074,-0.443-0.075,-0.420-0.070,-0.369-0.061,-0.877 0.051,-0.380 0.017,-0.371 0.030,-0.338 0.036,-0.298 0.039,-0.250 0.037,-0.365 0.066,-0.190 0.033,3.006-0.059</inkml:trace>
</inkml:ink>
</file>

<file path=ppt/ink/ink9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961.000 1004.000,'0.000'0.012,"0.000"0.020,0.000 0.022,0.000 0.022,0.000 0.021,0.000 0.019,0.120 0.065,0.184 0.070,0.206 0.072,0.202 0.069,0.184 0.059,-0.120-0.024,0.411 0.282,0.198 0.163,0.172 0.143,0.144 0.120,0.112 0.097,0.382 0.338,0.392 0.346,0.090 0.114,-0.016 0.026,-0.079-0.032,-0.111-0.062,-0.123-0.078,-0.480-0.382,-0.222-0.183,-0.233-0.195,-0.222-0.192,-0.204-0.175,-0.177-0.156,-0.147-0.273,0.120-0.054,0.691 0.029,0.190-0.098,0.123-0.078,0.071-0.061,0.031-0.043,-1.468-0.025,0.968-0.080,0.116-0.070,1.272-0.342,0.097-0.220,-0.021-0.189,-0.094-0.156,-0.135-0.123,-0.151-0.093,-0.149-0.066,-0.138-0.046,0.063-0.147,1.100-0.841,0.245-0.216,0.040-0.046,-0.096 0.068,-0.173 0.132,-0.212 0.168,-2.529 1.820,2.271-1.579,-0.235 0.231,-0.290 0.274,-0.306 0.284,-0.296 0.270,-0.269 0.243,-0.914 0.461,0.766-0.168,-0.115 0.218,-0.077 0.180,-0.048 0.141,-0.025 0.108,-0.011 0.076,-0.038 0.077,-0.053 0.074,-0.058 0.062,-0.057 0.053,-0.052 0.041,-0.045 0.033,-0.587-0.480,1.205 0.911,1.002 0.681,0.460 0.257,0.257 0.099,0.106-0.009,0.001-0.080,-1.290-0.814,-0.119-0.065,0.934 0.555,-0.258-0.220,-0.231-0.220,-0.194-0.203,-0.159-0.177,-0.820-0.410,-0.050-0.061,0.577 0.067,-0.115-0.186,-0.109-0.170,-0.099-0.146,-0.084-0.119,-0.451-0.012,0.628-0.356,0.105-0.199,0.080-0.161,0.059-0.123,0.042-0.091,0.026-0.062,0.258-0.262,0.193-0.151,0.106-0.049,0.042 0.021,-0.004 0.067,-0.030 0.090,-0.049 0.100,0.037 0.045,-0.305 0.231,-0.334 0.235,-0.326 0.214,-0.291 0.185,-0.352 0.243,-0.052 0.149,0.152 0.272,0.147 0.312,0.193 0.310,0.213 0.293,0.210 0.261,-0.276-0.249,0.072 0.060,0.774 0.619,0.081-0.080,0.027-0.148,-0.011-0.180,-0.031-0.186,-0.045-0.174,-1.687-0.865,1.440 0.569,-0.049-0.155,-0.063-0.142,-0.066-0.125,-0.066-0.104,-0.060-0.086,-1.207-0.126,1.487-0.045,0.016-0.202,-0.022-0.201,-0.046-0.184,-0.056-0.159,-0.058-0.129,-0.053-0.102,-0.183 0.007,-0.046-0.034,-0.092 0.029,-0.116 0.068,-0.124 0.092,0.079 0.003,-0.158 0.169,-0.172 0.160,-0.165 0.140,-0.146 0.118,-0.124 0.091,-0.096 0.070,-0.074 0.048,-0.052 0.032,-0.036 0.021,-0.020 0.009,0.135 0.087,0.218 0.158,0.742 0.469,0.574 0.331,0.519 0.284,0.439 0.228,0.350 0.174,0.268 0.127,-2.093-1.191,2.274 1.250,0.006-0.078,-0.107-0.155,-0.169-0.192,-0.192-0.197,-1.939-0.866,1.633 0.530,-0.279-0.225,-0.307-0.205,-0.299-0.173,-0.268-0.138,-0.229-0.106,-1.092-0.128,1.186-0.314,0.114-0.322,0.075-0.267,0.042-0.209,0.021-0.160,0.003-0.114,-0.006-0.077,-1.349 1.158,1.111-0.915,0.040-0.020,0.443-0.353,-0.068 0.063,-0.111 0.092,-0.130 0.105,-0.130 0.103,-0.121 0.096,-1.113 0.908,0.958-0.690,-0.126 0.175,-0.140 0.177,-0.140 0.164,-0.127 0.144,-0.113 0.120,-0.092 0.096,0.126 0.283,0.187 0.356,0.234 0.369,0.243 0.344,0.226 0.296,0.196 0.243,0.041-0.039,-0.644-0.709,0.066 0.026,0.816 0.689,-0.007-0.124,-0.083-0.186,-0.127-0.214,-0.145-0.219,-0.149-0.206,-0.086-0.176,-0.185-0.216,-0.172-0.188,-0.149-0.156,-0.122-0.122,-0.096-0.091,-0.525 0.041,0.697-0.586,0.168-0.481,0.159-0.441,0.140-0.377,0.118-0.311,0.094-0.242,-0.572 0.953,0.102-0.115,0.890-1.175,0.182-0.024,0.111 0.095,0.058 0.166,0.019 0.201,-0.876 0.987,-0.010 0.101,1.007-0.592,-0.097 0.364,-0.134 0.345,-0.145 0.309,-0.143 0.261,-0.344 0.259,0.526 0.166,0.081 0.257,0.042 0.243,0.010 0.217,-0.007 0.183,-0.021 0.148,-1.736-0.699,2.318 1.068,0.289 0.133,0.165 0.027,0.074-0.042,0.009-0.082,-0.031-0.101,-1.438-0.552,-0.074-0.058,0.910 0.216,-0.335-0.167,-0.357-0.153,-0.344-0.134,-0.311-0.111,-0.219-0.102,0.426-0.151,0.065-0.228,0.041-0.235,0.023-0.220,0.010-0.192,-0.319 0.083,0.447-0.367,0.073-0.103,0.044-0.058,0.022-0.024,0.007-0.001,-0.004 0.015,-1.550 1.082,1.566-1.034,-0.092 0.112,-0.153 0.149,-0.183 0.162,-0.186 0.157,-0.177 0.144,-0.156 0.124,-0.620 0.291,0.509-0.123,-0.066 0.116,-0.061 0.100,-0.050 0.084,-0.041 0.069,0.071 0.258,-0.006 0.166,0.052 0.173,0.048 0.147,0.042 0.123,0.034 0.098,-0.706-0.808,0.570 0.597,0.132 0.098,0.806 0.728,0.194 0.119,0.114 0.050,0.051 0.001,0.008-0.031,-0.021-0.051,-0.773-0.659,0.870 0.688,-0.211-0.234,-0.237-0.260,-0.233-0.254,-0.214-0.229,-0.181-0.194,-0.098-0.188,-0.065-0.126,-0.078-0.104,-0.084-0.079,-0.080-0.059,-0.072-0.043,-0.025-0.045,0.007-0.049,-0.003-0.049,-0.007-0.044,-0.011-0.041,-0.010-0.034,0.159-0.228,0.235-0.238,0.923-0.836,0.155-0.226,-0.012-0.070,-0.112 0.029,-0.164 0.090,-0.800 0.806,0.553-0.526,-0.201 0.192,-0.227 0.206,-0.227 0.199,-0.209 0.180,-0.181 0.152,-0.169 0.200,-0.036 0.074,0.103 0.081,0.066 0.169,0.090 0.155,0.097 0.132,0.094 0.109,-0.381-0.175,0.838 0.762,0.222 0.246,0.113 0.112,0.037 0.017,-0.016-0.046,0.020-0.020,-0.202-0.207,-0.225-0.222,-0.219-0.211,-0.197-0.186,-0.166-0.153,-0.165-0.155,-0.079-0.109,-0.060-0.098,-0.042-0.084,-0.028-0.068,-0.018-0.053,-0.057 0.009,0.053-0.379,0.032-0.219,0.044-0.187,0.047-0.155,0.048-0.122,0.045-0.095,-0.269 1.099,0.334-1.333,-0.016 0.126,-0.034 0.205,-0.040 0.236,-0.043 0.235,-0.038 0.215,-0.035 0.184,-0.027 0.150,-0.023 0.116,-0.016 0.086,-0.012 0.059,-0.007 0.038,-0.006 0.023,-0.001 0.010,-0.001 0.003,-0.000-0.003,0.000-0.005,0.016 0.031,0.071 0.075,0.192 0.186,0.117 0.126,0.096 0.105,0.077 0.084,0.057 0.066,0.065 0.056,0.031 0.015,0.019 0.000,0.011-0.011,0.004-0.016,0.000-0.018,-0.047-0.061,-0.097-0.106,-0.109-0.114,-0.108-0.109,-0.096-0.098,-0.082-0.080,-0.066-0.066,-0.020-0.064,0.022-0.058,0.041-0.051,0.050-0.042,0.050-0.034,0.009-0.028,0.009-0.035,0.000-0.030,-0.006-0.027,-0.011-0.024,-0.012-0.017,0.171-0.273,0.041-0.100,-0.018-0.003,-0.056 0.056,-0.072 0.088,-0.076 0.101,-0.073 0.098,-0.063 0.089,-0.054 0.075,-0.041 0.062,-0.031 0.046,-0.023 0.034,-0.052 0.021,0.139 0.017,0.070 0.030,0.063 0.027,0.054 0.025,0.044 0.021,0.035 0.018,-0.355-0.102,0.440 0.103,0.032-0.008,0.007-0.015,-0.014-0.016,-0.024-0.017,-0.029-0.017,0.074 0.004,0.025 0.007,0.035 0.013,0.039 0.015,0.036 0.016,0.033 0.014,-0.115-0.018,-0.049-0.009,-0.060-0.012,-0.064-0.015,-0.061-0.014,-0.058-0.013,-0.015-0.069,-0.053-0.103,-0.041-0.110,-0.031-0.104,-0.022-0.093,-0.014-0.077,-0.134 0.412,0.209-0.660,0.036-0.163,0.013-0.107,-0.002-0.063,-0.012-0.032,-0.017-0.009,-0.030 0.119,-0.027 0.132,-0.026 0.153,-0.023 0.152,-0.020 0.142,-0.016 0.122,-0.014 0.103,-0.009 0.079,-0.008 0.062,-0.004 0.042,-0.003 0.030,-0.001 0.018,0.201 0.205</inkml:trace>
</inkml:ink>
</file>

<file path=ppt/ink/ink9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371.000 435.000,'0.030'0.000,"0.047"0.000,0.055 0.000,0.056 0.000,0.054 0.000,0.047 0.000,0.041 0.000,-0.158 0.000,0.982 0.086,0.805 0.131,0.803 0.147,0.736 0.145,0.630 0.130,-1.455-0.196,2.615 0.486,0.665 0.145,0.414 0.090,0.222 0.048,0.081 0.015,-0.016-0.004,-5.230-0.962,7.674 1.358,1.043 0.134,0.527 0.038,0.161-0.025,-0.082-0.062,-0.230-0.083,-5.400-0.961,16.594 1.319,4.019-0.063,1.471-0.194,-0.199-0.255,-1.190-0.270,-1.681-0.255,-0.189-0.253,1.846-0.195,2.496-0.162,2.687-0.127,2.579-0.096,2.296-0.069,1.554-0.086,0.965-0.092,0.522-0.087,0.206-0.077,-0.008-0.063,-0.136-0.051,-3.298 0.003,-3.048 0.014,-3.416 0.027,-3.379 0.032,-3.090 0.035,-2.664 0.032,-5.959 0.086,2.141-0.027,-3.310 0.034,-3.116 0.029,-2.721 0.022,-2.238 0.015,-1.749 0.011,-1.298 0.007,-0.908 0.003,-0.593 0.002,-0.349 0.001,-2.484-0.222</inkml:trace>
</inkml:ink>
</file>

<file path=ppt/ink/ink9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646.000 457.000,'1.074'0.089,"1.735"0.146,2.393 0.216,1.788 0.179,1.469 0.156,1.157 0.130,0.872 0.104,-5.880-0.555,10.897 1.185,2.466 0.287,1.608 0.168,0.945 0.082,0.454 0.019,-3.117-0.369,8.826 0.733,1.155-0.096,0.187-0.202,-0.421-0.250,-0.757-0.259,-8.228-0.905,26.317 0.131,6.728-0.596,3.280-0.570,0.894-0.504,-0.643-0.423,-15.195 0.150,7.310-0.430,-3.967-0.132,-4.490-0.083,-4.497-0.046,-4.167-0.019,-3.651 0.001,-4.022 0.097,-3.962 0.155,-3.632 0.176,-3.153 0.181,-2.616 0.168,-2.078 0.148,-2.596 0.244,34.503-4.590</inkml:trace>
</inkml:ink>
</file>

<file path=ppt/ink/ink9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1713.000 912.000,'0.000'-0.094,"-0.024"-0.063,-0.038-0.037,-0.145-0.078,-0.166-0.020,-0.179-0.007,-0.174 0.002,-0.160 0.008,0.235 0.118,-0.138 0.012,-1.081-0.075,-0.403 0.045,-0.311 0.042,-0.228 0.039,-0.157 0.032,0.226 0.063,0.096 0.073,0.141 0.078,0.162 0.075,0.163 0.069,0.153 0.060,0.232 0.093,-0.787 0.483,-0.223 0.361,-0.182 0.336,-0.141 0.294,-0.105 0.244,-0.073 0.193,0.220 0.811,0.289 0.616,0.377 0.400,0.409 0.231,0.397 0.105,0.361 0.017,1.016-3.607,-0.610 4.023,0.306-0.044,0.261-0.291,0.211-0.426,0.165-0.484,0.124-0.483,-0.152-2.528,0.776 2.993,1.055 1.866,0.665 0.374,0.503-0.019,0.360-0.271,0.244-0.410,-0.995-1.829,0.146-0.265,1.689 0.754,0.442-0.611,0.384-0.583,0.320-0.522,0.254-0.443,0.195-0.363,0.025-0.496,0.610-0.442,0.690-0.439,0.698-0.408,0.657-0.360,0.590-0.307,2.372-0.647,0.303-0.327,-0.392-0.174,-0.794-0.064,-0.987 0.010,-1.029 0.056,-7.154 1.798,6.314-2.324,-0.815-0.504,-0.977-0.437,-1.010-0.363,-0.955-0.289,-0.851-0.219,-2.767 3.639,0.976-5.230,-1.715-0.782,-1.535-0.484,-1.297-0.263,-1.042-0.103,-0.797 0.004,-0.211 0.714,-0.109 0.709,0.057 0.803,0.157 0.797,0.207 0.732,0.222 0.634,2.698 2.142,-3.331-1.599,-0.721 0.331,-0.684 0.323,-0.611 0.298,-0.517 0.257,-0.422 0.213,-1.174 0.194,0.296 0.297,0.845 0.277,1.114 0.241,1.185 0.200,1.130 0.155,-3.690 0.945</inkml:trace>
</inkml:ink>
</file>

<file path=ppt/ink/ink9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679.000 1044.000,'0.018'0.000,"0.031"0.000,0.036 0.000,0.651-0.050,1.010-0.080,1.190-0.095,1.236-0.100,1.189-0.096,-1.429 0.117,0.474-0.028,4.725-0.289,1.545-0.026,1.278 0.001,1.013 0.020,0.769 0.028,0.732 0.062,1.543 0.051,-0.057 0.097,-0.322 0.094,-0.458 0.083,-0.502 0.068,-6.632 0.080,4.706-0.001,-1.172 0.031,-1.418 0.023,-1.471 0.014,-1.398 0.010,-1.247 0.005,-0.340 0.003,-0.852-0.001,-0.848-0.002,-0.772-0.002,-0.664-0.004,-0.538-0.003,-0.140-0.016,-0.157-0.020,-0.242-0.025,-0.276-0.023,-0.278-0.023,-0.259-0.018,-0.304-0.503</inkml:trace>
</inkml:ink>
</file>

<file path=ppt/ink/ink9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714.000 1030.000,'0.769'0.026,"2.667"0.090,1.852 0.058,1.501 0.047,1.170 0.034,0.873 0.024,0.619 0.017,0.411 0.010,-3.506-0.096,4.170 0.164,0.295 0.029,0.047 0.014,-0.121 0.005,-0.225-0.003,-0.278-0.007,0.860 0.023,-1.034-0.063,-1.119-0.071,-1.075-0.068,-0.955-0.063,-0.713-0.278,-0.002-0.237,-0.929-0.127,-0.994-0.060,-0.945-0.011,-0.828 0.017,-0.684 0.033,-0.535 0.040,-0.398 0.041,-0.277 0.036,-0.183 0.032,-0.106 0.025,0.073-0.599</inkml:trace>
</inkml:ink>
</file>

<file path=ppt/ink/ink9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1097.000 1032.000,'0.262'0.000,"0.415"0.000,0.485 0.000,0.494 0.000,0.469 0.000,0.417 0.000,0.356 0.000,0.290 0.000,-0.219 0.000,0.490 0.000,2.098 0.032,0.971 0.049,0.835 0.056,0.685 0.057,0.536 0.051,-5.062-0.137,7.239 0.226,1.503 0.018,1.104-0.015,0.764-0.034,0.492-0.045,0.281-0.047,3.328-0.122,1.196-0.175,0.394-0.185,-0.135-0.174,-0.447-0.154,-0.603-0.129,-15.164 0.588,13.733-0.669,-0.794-0.049,-1.140-0.003,-1.277 0.024,-1.272 0.040,-1.174 0.048,-1.835 0.093,-1.569 0.078,-1.537 0.080,-1.412 0.074,-1.231 0.067,-1.031 0.056,-0.875 0.051,-0.820 0.058,-0.657 0.051,-0.506 0.043,-0.371 0.035,-0.259 0.027,-0.166 0.020,-3.526 0.125</inkml:trace>
</inkml:ink>
</file>

<file path=ppt/ink/ink9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1070.000 1047.000,'0.044'0.000,"1.751"0.000,1.517 0.000,1.373 0.000,1.182 0.000,0.977 0.000,0.775 0.000,0.590 0.000,1.400-0.022,0.838-0.033,0.763-0.038,0.657-0.038,0.536-0.035,0.420-0.031,0.313-0.025,0.221-0.019,0.147-0.016,0.088-0.010,0.044-0.007,0.435-0.446,2.449-0.374,7.736-0.789,0.953-0.233,-0.264-0.073,-1.006 0.034,-1.388 0.096,-3.202 0.287,-2.791 0.263,-2.876 0.280,-2.719 0.269,-2.419 0.244,-2.048 0.208,-1.661 0.171,-1.290 0.134,-0.967 0.578</inkml:trace>
</inkml:ink>
</file>

<file path=ppt/ink/ink9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1161.000 1059.000,'0.100'0.009,"4.382"0.331,3.103 0.191,2.328 0.112,1.651 0.056,1.095 0.014,0.663-0.008,-1.650-0.139,-0.251-0.074,-0.378-0.081,-0.431-0.082,-0.439-0.076,-0.413-0.067,-3.468-0.131,0.614-0.091,6.269-0.362,0.937-0.335,0.398-0.308,0.027-0.268,-0.214-0.222,-11.430 1.203,13.694-2.103,-0.953-0.207,-1.850 0.066,-2.226 0.224,-2.256 0.300,-2.073 0.320,-4.839 1.133,2.141-0.665,-1.247 0.237,-1.029 0.228,-0.815 0.203,-0.616 0.175,-0.446 0.142,-0.301 0.111,-2.404 0.494</inkml:trace>
</inkml:ink>
</file>

<file path=ppt/ink/ink9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675.000 795.000,'0.221'0.000,"0.272"0.000,0.377 0.150,0.523 0.239,0.562 0.287,0.554 0.299,0.512 0.288,0.148 0.064,1.618 0.657,0.362 0.119,0.124 0.015,-0.036-0.053,-0.133-0.091,-0.183-0.107,-0.371-0.248,-0.213-0.228,-0.198-0.236,-0.175-0.224,-0.145-0.198,-0.116-0.171,-2.950-0.458,3.155 0.162,-0.049-0.207,-0.251-0.172,-0.366-0.140,-0.416-0.107,-0.420-0.081,-1.886 0.334,3.333-0.851,1.110-0.217,0.979-0.079,0.822 0.016,0.658 0.072,0.504 0.103,0.368 0.115,0.284 0.113,-0.490 0.170,-0.669 0.161,-0.718 0.142,-0.689 0.118,-2.643 0.136,2.097-0.000,-0.460 0.053,-0.628 0.038,-0.685 0.025,-0.676 0.016,-0.616 0.009,-0.455 0.006,-0.570-0.002,-0.460-0.003,-0.351-0.006,-0.255-0.006,-0.174-0.005,-0.109-0.005,-0.062-0.004,-0.025-0.003,-0.003-0.002,0.012-0.002,-0.044-0.009</inkml:trace>
</inkml:ink>
</file>

<file path=ppt/ink/ink9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166.000 269.000,'0.086'0.120,"0.131"0.098,0.147 0.075,0.145 0.055,0.130 0.039,-0.505-0.313,1.303 0.457,0.683 0.127,0.599 0.105,0.496 0.087,-1.912-0.506,1.812 0.473,0.524 0.123,1.740 0.357,0.649 0.038,0.488-0.018,0.348-0.054,0.270-0.054,0.198-0.050,-0.048-0.126,0.290-0.097,0.300-0.099,0.286-0.094,0.258-0.085,1.452-0.133,2.250-0.040,7.066-0.081,1.984-0.318,1.016-0.348,0.334-0.336,0.796-0.388,0.312-0.317,-0.704-0.229,-3.562 0.033,0.309-0.230,0.590-0.242,0.755-0.234,-0.112-0.100,7.406-0.974,-1.945 0.110,-3.025 0.271,-3.424 0.345,-3.374 0.363,-7.737 1.020,3.278-0.482,0.970-0.200,2.634-0.586,0.046-0.293,-0.377-0.261,-0.634-0.225,-0.769-0.187,-2.819 0.391,-1.190-0.012,-0.164-0.473,-1.870 0.097,-1.781 0.131,-1.607 0.148,-1.390 0.149,-1.155 0.140,-1.615 2.215,-0.515-3.279,-1.658-0.198,-1.219 0.000,-0.846 0.120,-1.294-0.097,-1.150-0.213,-0.941-0.179,-0.124 0.220,0.199 0.321,0.382 0.355,1.238 0.795,0.200 0.270,0.142 0.241,0.095 0.209,-1.741-0.124,-2.410-0.446,-4.611-0.875,-7.973-1.524,-1.215 0.039,0.388 0.326,1.352 0.480,13.254 2.642,-13.965-2.204,0.576 0.481,1.010 0.488,1.190 0.451,1.197 0.388,-2.330 0.383,-3.754 0.391,3.139 0.500,0.029 0.326,0.593 0.311,0.932 0.286,1.102 0.248,14.315-0.360,-19.027 2.158,0.707 0.806,0.146 0.682,0.784 0.455,1.159 0.276,1.332 0.138,1.363 0.038,6.698-1.663,-1.268 0.508,0.560-0.039,-2.420 0.866,0.946-0.234,0.928-0.286,0.859-0.306,1.868-0.536,0.834-0.172,0.950-0.186,-0.619 0.488,1.748-0.368,1.595-0.351,1.369-0.316,2.907-1.708,-1.413 1.536,0.768-0.034,0.621-0.091,0.489-0.124,0.366-0.137,0.263-0.137,0.420 0.481,0.404 0.514,0.214 0.253,0.121 0.167,0.057 0.100,0.009 0.049,-1.057-1.837,0.385 0.763,0.110 0.246,0.879 1.680,0.212 0.327,0.153 0.172,0.105 0.058,0.064-0.025,-0.370-0.763,-0.083-0.284,0.339 0.241,-0.065-0.422,-0.055-0.394,-0.042-0.350,-0.031-0.295,-0.719-0.813,0.238 0.053,17.807 9.769</inkml:trace>
</inkml:ink>
</file>

<file path=ppt/ink/ink9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419.000 407.000,'0.000'0.007,"0.000"0.010,0.000 0.013,0.000 0.010,0.000 0.011,0.000 0.008,0.000 0.006,0.000 0.006,0.000 0.004,0.000 0.001,0.000 0.003,0.000 0.000,0.000 0.000,0.112 0.132,0.171 0.213,0.198 0.243,0.196 0.241,0.180 0.223,0.065 0.003,0.741 0.760,0.381 0.303,0.299 0.205,0.223 0.128,0.159 0.071,-0.463-0.556,0.542 0.349,0.079-0.051,0.018-0.089,-0.024-0.107,-0.052-0.113,-0.066-0.109,-1.570-1.124,1.505 0.878,-0.091-0.153,0.264 0.010,-0.219-0.257,-0.228-0.243,-0.217-0.216,-0.589-0.311,-0.098-0.106,0.065-0.091,-0.182-0.145,-0.184-0.133,-0.174-0.115,-0.156-0.097,-0.024-0.348,0.095-0.380,0.298-0.625,0.150-0.418,0.137-0.346,0.121-0.274,0.102-0.212,-1.365 2.158,2.299-3.260,0.508-0.503,0.121 0.005,-0.062 0.223,-0.170 0.345,-0.227 0.391,-0.230 0.389,-0.871 1.083,-0.069 0.180,0.516-0.370,-0.279 0.388,-0.304 0.359,-0.295 0.313,-0.338 0.335,-0.166 0.199,0.024 0.276,0.026 0.370,0.084 0.360,0.115 0.330,0.127 0.286,-0.176-0.055,0.069 0.160,0.208 0.297,0.045 0.087,0.024 0.039,0.008 0.007,-0.762-0.890,1.120 1.131,0.172-0.031,0.185 0.002,0.005-0.121,-0.045-0.134,-0.073-0.128,-1.612-1.173,1.591 0.956,-0.050-0.161,-0.127-0.181,-0.169-0.182,-0.185-0.167,-0.178-0.147,-1.009-0.313,0.747 0.094,0.199-0.198,0.040-0.245,0.045-0.240,0.043-0.224,0.040-0.195,0.035-0.168,-0.787 0.600,0.896-0.793,0.118-0.093,0.330-0.224,-0.041 0.114,-0.100 0.174,-0.127 0.195,-0.101 0.190,-0.006 0.119,-0.033 0.122,-0.047 0.117,-0.054 0.105,-0.054 0.089,-1.086 0.312,1.654-0.180,0.168 0.137,-0.012 0.134,-0.127 0.121,-0.191 0.104,-0.218 0.086,-1.265-0.256,0.921 0.309,0.220 0.178,1.071 0.527,0.322 0.164,0.216 0.073,0.134 0.007,0.072-0.033,-0.987-0.427,0.003-0.043,0.822 0.190,-0.107-0.144,-0.151-0.154,-0.171-0.150,-0.172-0.135,-0.519-0.154,0.399-0.102,-0.076-0.180,-0.058-0.175,-0.039-0.158,-0.028-0.134,-1.748 0.370,1.463-0.562,0.062-0.174,-0.002-0.107,0.492-0.323,-0.034-0.000,-0.051 0.058,-0.061 0.088,-1.382 0.696,1.608-0.549,-0.093 0.191,-0.163 0.184,-0.192 0.165,-0.194 0.137,-0.122 0.197,-0.120 0.221,-0.086 0.212,-0.056 0.187,-0.036 0.157,-0.019 0.122,-0.423-0.216,0.204 0.105,0.912 0.451,0.248 0.060,0.145-0.005,0.068-0.048,0.014-0.071,-2.084-0.861,1.925 0.599,1.091 0.162,-0.132-0.158,-0.339-0.167,-0.438-0.157,-0.461-0.139,-0.876-0.325,1.053-0.386,0.016-0.270,-0.340-0.054,-0.163-0.053,-0.191-0.008,-0.199 0.025,-0.833 0.411,0.826-0.316,0.009 0.084,0.476 0.103,0.180 0.261,0.185 0.264,0.172 0.239,-2.021-0.253,3.058 0.953,0.684 0.399,0.332 0.211,0.084 0.072,-0.082-0.021,-0.180-0.078,-3.490-1.290,3.801 1.254,-0.053-0.124,-0.250-0.174,-0.362-0.193,-0.403-0.191,-0.403-0.176,-1.115-0.295,-0.100-0.077,0.634 0.013,-0.386-0.122,-0.406-0.095,-0.389-0.071,-0.346-0.050,-0.294-0.033,-0.236-0.020,-0.203-0.004,-0.107-0.004,-0.074 0.001,-0.050 0.003,-0.030 0.004,0.013 0.029,0.078 0.034,0.265 0.076,0.071 0.027,0.017 0.005,-0.016-0.011,-0.072-0.005,-0.072 0.002,-0.079 0.005,-0.074 0.006,-0.066 0.007,-0.055 0.005,-0.098 0.428</inkml:trace>
</inkml:ink>
</file>

<file path=ppt/ink/ink9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708.000 306.000,'-0.036'-0.018,"-0.062"-0.031,-0.327-0.093,-0.322-0.051,-0.322-0.036,-0.296-0.025,1.087 0.203,-0.745-0.124,-0.175-0.012,-1.139-0.153,-0.087-0.007,0.077 0.006,0.178 0.014,0.230 0.019,-0.226 0.034,-0.405 0.114,-0.328 0.172,-0.310 0.185,-0.273 0.180,-0.228 0.162,1.462-0.076,-0.890 0.368,-0.044 0.137,-1.217 0.705,0.134 0.303,0.215 0.252,0.245 0.198,3.105-1.970,-3.474 2.581,-0.144 0.315,0.025 0.127,0.127 0.003,0.178-0.074,2.524-2.133,-2.042 1.995,0.316-0.076,0.263-0.053,0.438-0.285,0.415-0.308,0.365-0.297,1.390-1.820,-0.700 1.183,0.109 0.131,-0.090 0.735,0.193 0.093,0.180 0.028,0.159-0.019,0.136-0.050,0.267-1.976,-0.031 1.186,0.105 0.050,0.122 0.045,0.132 0.040,0.590 1.348,0.349-0.030,0.283-0.107,0.219-0.147,0.162-0.165,0.112-0.162,-1.559-2.089,2.232 2.147,0.401 0.036,0.218-0.036,0.083-0.083,-0.009-0.109,-2.638-1.965,2.621 1.640,1.101 0.422,0.134-0.139,-0.073-0.217,-0.203-0.252,-0.275-0.257,-2.325-1.025,0.923 0.289,0.085-0.055,2.063 0.440,0.101-0.198,-0.015-0.196,-0.085-0.183,-0.126-0.160,-1.898-0.303,1.889 0.016,0.071-0.211,0.068-0.204,0.061-0.183,0.051-0.156,-2.000 0.114,-0.051-0.058,2.320-0.597,0.024-0.294,0.001-0.262,-0.014-0.219,-0.023-0.174,-3.246 1.174,2.868-1.471,-0.329-0.231,-0.436-0.162,-0.471-0.108,-0.454-0.065,-0.408-0.032,-1.033 0.761,-0.192-0.087,0.165-0.837,-0.348 0.103,-0.312 0.194,-0.268 0.239,-0.220 0.255,-0.250 0.792,-0.082-0.021,-0.176-1.213,-0.204 0.097,-0.143 0.170,-0.096 0.202,0.397 1.744,-0.564-1.436,-0.165-0.121,-0.420-0.552,-0.130 0.071,-0.071 0.151,-0.026 0.193,0.005 0.203,0.365 0.682,-0.411-0.199,-2.076-1.243,-1.219-0.375,-1.112-0.274,-0.974-0.189,-0.819-0.121,-0.770-0.154,0.540 0.370,0.911 0.475,1.080 0.510,1.110 0.492,1.046 0.447,0.928 0.384,-0.238 0.187</inkml:trace>
</inkml:ink>
</file>

<file path=ppt/ink/ink9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856.000 307.000,'-0.106'0.000,"-0.453"0.061,-0.364 0.097,-0.324 0.111,-0.275 0.112,-0.223 0.106,-0.175 0.093,0.726-0.213,-0.054 0.019,-1.271 0.587,-0.307 0.391,-0.267 0.415,-0.219 0.399,2.023-1.279,-1.085 1.076,-0.091 0.482,-0.932 1.626,0.165 0.395,0.274 0.157,0.325-0.008,0.337-0.115,0.942-1.496,0.086 0.178,-0.564 2.581,0.314 0.156,0.313-0.040,0.289-0.167,0.252-0.233,0.316-1.358,0.192-0.286,0.342 0.231,0.409-0.324,0.409-0.289,0.387-0.247,0.346-0.203,0.819 0.212,0.497-0.268,0.428-0.245,0.349-0.212,0.270-0.171,0.201-0.134,0.443-0.114,1.028 0.120,0.787 0.055,0.022-0.175,-0.276-0.239,-0.442-0.257,-4.741-1.289,3.885 0.810,0.628-0.110,1.540-0.208,0.291-0.503,0.068-0.555,-0.087-0.554,-0.181-0.519,-0.235-0.462,-4.034 0.878,3.988-2.191,-0.528-0.577,-0.702-0.330,-0.768-0.148,-0.760-0.017,-3.375 3.307,2.915-4.547,-0.459-0.731,-0.614-0.070,-0.567 0.213,-0.492 0.374,-0.406 0.444,-0.586 1.374,-0.341 0.602,-0.277 0.101,-0.676-1.017,-0.704 0.090,-0.674 0.079,-0.607 0.066,-1.124-0.311,1.218 1.707,-0.316 0.016,-3.077-1.788,-0.504 0.235,-0.197 0.312,0.010 0.335,4.063 2.149,-2.076-0.786,-0.091 0.167,-2.233-0.482,0.437 0.452,0.634 0.435,0.705 0.388,0.697 0.328,-6.665 0.565</inkml:trace>
</inkml:ink>
</file>

<file path=ppt/ink/ink9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810.000 410.000,'0.008'0.000,"0.013"0.000,0.015 0.000,0.013 0.000,0.014 0.000,0.011 0.000,0.008 0.000,0.008 0.000,0.005 0.000,0.004 0.000,-0.037 0.036,-0.003 0.062,0.198 0.295,0.255 0.243,0.286 0.223,0.281 0.193,-0.547-0.561,1.261 1.077,0.452 0.352,0.297 0.227,0.292 0.200,-0.024-0.076,-0.130-0.167,-0.190-0.219,-0.221-0.238,-1.763-1.283,1.501 0.990,0.213 0.050,1.603 0.684,0.373-0.135,0.251-0.206,0.153-0.237,0.079-0.237,-1.875-0.622,1.758 0.110,0.023-0.270,-0.098-0.265,-0.171-0.243,-0.209-0.214,-0.220-0.181,-3.054 0.314,3.879-0.853,0.327-0.390,0.264-0.328,0.206-0.264,0.151-0.202,-1.375 0.424,-0.181 0.009,-0.251 0.062,0.139-0.122,-0.506 0.155,-0.517 0.167,-0.495 0.163,-0.446 0.152,-0.422 0.189,-0.321 0.166,-0.190 0.111,-0.265 0.174,-0.200 0.147,-0.146 0.119,-0.099 0.092,-0.161 0.076,0.215 0.116,0.131 0.188,0.156 0.201,0.162 0.194,0.153 0.180,0.311 0.251,0.236 0.152,0.219 0.116,0.193 0.085,0.160 0.059,0.127 0.038,-0.873-0.635,0.148 0.023,1.180 0.523,0.158-0.051,0.047-0.090,-0.028-0.112,-0.079-0.118,-0.105-0.115,-0.064-0.113,-0.184-0.155,-0.189-0.147,-0.178-0.133,-0.159-0.115,-0.135-0.096,-0.669-0.102,0.231-0.019,0.032-0.029,0.826-0.029,-0.038-0.035,-0.094-0.020,-0.117-0.008,-0.125-0.001,-1.187 0.030,0.944-0.021,-0.158 0.004,-0.196 0.007,-0.203 0.005,-0.195 0.006,-0.706 0.014,0.636-0.009,-0.073 0.005,-0.088 0.002,-0.088 0.003,-0.082 0.001,-0.075 0.001,0.524 0.011</inkml:trace>
</inkml:ink>
</file>

<file path=ppt/ink/ink9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864.000 439.000,'0.099'0.000,"0.151"0.000,0.170 0.000,0.166 0.000,0.149 0.000,0.127 0.000,0.101 0.000,-0.766 0.000,1.494 0.012,0.584 0.020,0.463 0.022,0.354 0.022,0.256 0.021,0.175 0.019,-0.336-0.015,0.823 0.029,2.711 0.081,0.684 0.006,0.284-0.010,0.004-0.021,-0.181-0.026,-5.948-0.128,4.009 0.065,0.034-0.014,1.858 0.004,-0.544-0.023,-0.718-0.020,-0.781-0.015,-0.771-0.013,-0.968-0.009,0.415-0.015,-0.169-0.023,-0.141-0.022,-0.112-0.023,-0.085-0.021,-0.063-0.018,-1.971 0.064,2.240-0.077,-0.082-0.011,-0.238-0.009,-0.329-0.006,-0.366-0.005,-0.369-0.005,4.003-0.571</inkml:trace>
</inkml:ink>
</file>

<file path=ppt/ink/ink9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600.000 406.000,'0.056'0.000,"0.086"0.000,0.099 0.000,0.099 0.000,0.092 0.000,0.079 0.000,0.066 0.000,0.153 0.000,0.987 0.000,0.680 0.000,0.597 0.000,0.495 0.000,-2.835 0.000,2.024 0.000,0.373 0.000,2.173-0.016,0.336-0.024,0.085-0.029,-0.078-0.028,-0.173-0.025,-0.116-0.002,0.502-0.020,0.015-0.012,-0.025-0.011,-0.046-0.009,-0.057-0.008,-2.573 0.085,1.502-0.042,-0.354 0.017,-0.421 0.021,-0.439 0.018,-0.423 0.020,-0.386 0.015,-2.017 0.040,0.011 0.001,2.498-0.022,-0.062 0.012,-0.247 0.009,-0.347 0.007,-0.383 0.004,2.512 0.042</inkml:trace>
</inkml:ink>
</file>

<file path=ppt/ink/ink9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601.000 405.000,'0.029'0.000,"0.047"0.000,0.053 0.000,0.054 0.000,0.051 0.000,0.245 0.000,0.679 0.017,0.383 0.027,0.275 0.028,0.183 0.030,0.113 0.026,-0.046-0.029,3.911 0.153,1.186 0.038,0.393 0.014,-0.123-0.002,-0.435-0.014,-0.589-0.018,-5.191-0.218,5.859 0.274,-0.110-0.002,-0.478-0.029,-0.659-0.043,-0.716-0.048,-4.153-0.171,3.237 0.031,0.241-0.052,1.841-0.090,-0.208-0.071,-0.423-0.053,-0.513-0.036,-2.417 0.095,-0.071-0.020,1.614-0.154,-0.499 0.004,-0.563 0.027,-0.559 0.041,-0.512 0.044,1.721-0.194</inkml:trace>
</inkml:ink>
</file>

<file path=ppt/ink/ink9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581.000 409.000,'0.636'0.118,"0.636"0.102,1.944 0.253,1.491 0.142,1.349 0.105,1.147 0.074,0.927 0.049,0.713 0.030,-0.612-0.078,0.135 0.007,0.036 0.005,-0.030 0.001,-0.073 0.002,-0.548-0.039,0.024 0.021,1.175 0.129,-0.315-0.037,-0.410-0.053,-0.436-0.061,-6.293-0.624,6.311 0.519,1.219-0.004,2.167 0.046,-0.031-0.091,-0.527-0.107,-0.794-0.107,-0.899-0.099,-4.154-0.157,18.464 0.052</inkml:trace>
</inkml:ink>
</file>

<file path=ppt/ink/ink9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1047.000 413.000,'0.054'0.000,"0.093"0.000,0.432 0.095,0.467 0.151,0.492 0.176,0.475 0.183,0.432 0.173,0.240 0.054,1.086 0.279,0.610 0.112,0.795 0.137,0.401 0.022,0.275-0.011,0.174-0.032,-3.351-0.771,4.486 0.761,0.601-0.061,0.350-0.101,0.161-0.121,0.025-0.124,-0.066-0.123,-4.562-0.468,7.200 0.413,0.884-0.142,0.494-0.147,0.213-0.144,0.019-0.126,-0.105-0.107,-3.016-0.110,-0.199-0.109,3.198-0.659,0.714-0.815,0.824-0.876,0.825-0.842,0.763-0.756,-9.546 2.401,8.436-3.116,-1.299-0.105,-1.731 0.209,-1.883 0.393,-1.840 0.484,-1.678 0.504,-4.806 2.640,3.341-3.575,-1.103-0.337,-0.954 0.018,-0.789 0.246,-0.625 0.373,-0.716 2.303,-0.133-0.085,-0.497-2.163,-0.640-0.330,-1.539-1.946,-0.886 0.044,-0.632 0.284,-0.424 0.402,2.728 3.478,-2.994-2.547,-0.429 0.219,-0.232 0.305,-0.086 0.340,0.016 0.343,0.082 0.322,0.496 0.582,-0.152 0.178,-1.134-0.139,0.024 0.333,0.120 0.329,0.175 0.304,0.198 0.266,4.473 0.904,-2.490-0.383,-0.199 0.073,-3.744-0.182,-0.227 0.231,0.053 0.201,0.220 0.164,0.303 0.129,0.716 0.140,-1.098 0.521,-0.923 0.448,-0.026 0.269,0.296 0.157,0.471 0.074,4.754-0.964,-6.181 1.471,-0.463 0.249,-0.120 0.154,0.103 0.084,0.227 0.034,6.008-1.657,-3.667 1.175,-0.211 0.246,-0.957 0.541,0.507 0.037,0.715-0.061,0.808-0.124,0.822-0.158,2.270-0.967,0.359-0.016,-1.141 1.367,1.021-0.013,0.862-0.042,0.690-0.059,0.527-0.061,0.503-0.235,0.366 0.297,0.328 0.373,0.398 0.907,0.212 0.086,0.112-0.061,0.043-0.145,-0.375-1.681,0.069 0.084,0.501 1.333,-0.005-0.216,-0.070-0.357,-0.107-0.427,-0.128-0.449,-0.052-0.259,-0.164-0.499,-0.149-0.424,-0.127-0.348,-0.103-0.269,-0.080-0.200,-0.054-0.126,-0.044-0.074,-0.029-0.033,-0.016-0.002,-0.009 0.015,-0.001 0.027,-0.060-0.060,-0.005 0.022,0.027 0.197,0.034 0.111,0.049 0.030,0.058 0.001,0.059-0.021,0.020-0.049,-0.009-0.067,-0.024-0.071,-0.032-0.066,-0.033-0.057,-0.031-0.047,-0.027-0.036,-0.021-0.027,-0.018-0.018,-0.012-0.012,-0.009-0.007,-0.023 0.020,0.026 0.031,0.127 0.098,0.081 0.069,0.074 0.060,0.063 0.047,0.053 0.037,-0.395-0.285,0.156 0.090,0.699 0.354,0.165 0.051,0.062 0.002,-0.011-0.026,-0.058-0.045,-0.081-0.053,2.276 0.815</inkml:trace>
</inkml:ink>
</file>

<file path=ppt/ink/ink9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293.000 434.000,'0.028'-0.028,"0.043"-0.043,0.048-0.048,0.359-0.047,0.506-0.034,0.552-0.024,0.531-0.018,-0.209 0.072,0.448 0.012,2.465-0.051,1.744 0.002,1.677-0.004,1.484-0.004,-7.850 0.176,5.751-0.089,1.122 0.010,5.643 0.006,2.030 0.066,1.643 0.075,1.278 0.074,0.951 0.068,-5.106-0.010,0.511 0.038,9.684 0.193,1.770 0.077,1.433 0.059,1.110 0.042,0.817 0.028,-11.961-0.262,13.800 0.177,-0.630-0.067,-1.926-0.076,-2.613-0.076,-2.861-0.071,0.507-0.060,-9.683-0.097,0.547-0.040,15.614-0.282,3.712-0.369,3.306-0.381,2.785-0.360,-16.847 0.443,4.628-0.327,0.072-0.138,13.209-0.870,-2.064-0.045,-2.847 0.061,-3.116 0.123,-3.038 0.152,-2.751 0.159,-5.552 0.364,-2.371 0.177,-2.169 0.172,-1.901 0.159,-1.603 0.138,-5.776 0.339,-0.570 0.060,3.598-0.095,-1.594 0.131,-1.534 0.111,-1.391 0.089,-1.200 0.070,-0.995 0.051,-4.193 0.035,3.732 0.012,-0.931 0.026,-0.866 0.013,-0.752 0.004,-0.617-0.001,-0.297 0.107</inkml:trace>
</inkml:ink>
</file>

<file path=ppt/ink/ink9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522.000 509.000,'-1.203'-0.089,"-0.842"-0.046,-0.268 0.018,-0.304 0.030,-0.186 0.045,-0.097 0.049,0.976 0.088,-1.719 0.286,0.028 0.120,0.249 0.048,0.368 0.000,0.416-0.029,0.410-0.047,1.741-0.372,-1.003 0.303,-0.140 0.096,-1.403 0.742,-0.383 0.489,-0.307 0.490,-0.238 0.453,-0.175 0.401,1.101-0.678,0.014 0.155,-1.003 1.157,0.213 0.047,0.272-0.060,0.291-0.128,0.285-0.163,0.563-0.567,-0.485 0.755,0.296-0.220,0.325-0.278,0.314-0.293,0.285-0.280,0.392-0.365,0.291-0.150,0.274-0.107,0.243-0.074,0.205-0.045,0.169-0.025,0.132-0.008,-0.053-1.361,0.532 1.614,0.306 0.299,0.863 1.283,0.367 0.158,0.234-0.015,0.133-0.119,-0.082-0.334,-0.203-0.433,-0.259-0.456,-0.269-0.428,-0.252-0.373,-0.218-0.308,-0.312-0.364,0.577 0.247,0.660 0.162,0.774 0.192,0.798 0.203,0.764 0.195,0.691 0.178,-1.414-0.646,3.196 0.973,0.856 0.033,0.624-0.060,0.433-0.117,0.274-0.150,0.154-0.161,-5.234-1.150,6.539 0.966,0.721-0.188,0.559-0.191,0.417-0.179,0.295-0.159,-2.105-0.298,-0.054-0.123,1.425-0.085,-0.269-0.180,-0.340-0.168,-0.366-0.151,-0.360-0.129,-0.963-0.193,0.194-0.179,0.033-0.154,1.830-0.443,-0.158-0.363,-0.247-0.362,-0.292-0.337,-1.608 0.043,-0.852-0.057,-0.942 0.005,-0.768-0.087,-1.025-0.006,-0.945-0.007,-0.832-0.006,-0.548-0.605,-1.236 0.364,-0.270-1.008,-0.782-0.116,-0.639-0.009,-0.500 0.057,-0.372 0.094,-0.463 0.000,-0.526 0.021,-0.611-0.115,-0.602-0.108,-0.554-0.093,-0.488-0.079,1.282 1.473,-0.076 0.054,-2.379-1.623,-0.562 0.092,-0.511 0.108,-0.439 0.108,-0.356 0.099,2.569 1.465,-3.301-1.310,-0.066 0.220,0.247 0.312,0.426 0.350,0.512 0.346,1.606 0.619,0.301 0.163,-0.785-0.132,0.575 0.254,0.554 0.226,0.495 0.187,0.419 0.150,2.512 0.530,-0.056 0.000,-2.667-0.313,-0.872 0.018,-4.457-0.169,-1.255 0.097,-0.674 0.101,-0.262 0.098,8.878 0.244,-5.460-0.094,-0.240 0.031,-4.162 0.019,0.046 0.071,0.334 0.062,0.487 0.051,0.544 0.042,2.731-0.021,-1.465 0.034,1.124-0.009,1.201-0.018,1.156-0.019,1.035-0.021,1.635 0.018,-0.098 0.072,0.843 0.010,0.696-0.010,0.545-0.021,0.407-0.024,1.254 0.130</inkml:trace>
</inkml:ink>
</file>

<file path=ppt/ink/ink9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438.000 630.000,'0.012'0.000,"0.341"-0.009,0.416-0.012,0.436-0.016,0.414-0.014,0.361-0.013,0.301-0.011,0.236-0.009,0.178-0.006,0.127-0.006,0.083-0.003,0.933 0.019,1.595-0.026,6.336-0.131,2.072-0.058,1.091-0.044,0.398-0.034,-0.059-0.021,-6.488 0.128,6.279-0.285,0.464-0.088,0.140-0.060,-0.081-0.036,-0.219-0.019,-0.293-0.006,-8.764 0.442,9.168-0.461,-0.746 0.042,-1.281 0.066,-1.539 0.082,-1.599 0.082,-1.530 0.081,-1.376 0.071,-5.829 0.276,7.666-0.488,0.882-0.116,0.161-0.055,-0.329-0.011,-0.632 0.020,-0.793 0.039,-5.049 0.407,4.337-0.357,-1.348 0.112,-1.310 0.112,-1.184 0.103,-1.009 0.089,0.091 0.099</inkml:trace>
</inkml:ink>
</file>

<file path=ppt/ink/ink9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420.000 639.000,'0.027'0.000,"0.116"0.000,0.112 0.000,0.112 0.000,0.104 0.000,0.092 0.000,0.078 0.000,-0.281 0.000,1.722-0.067,1.055-0.101,0.937-0.113,0.781-0.110,-2.648 0.221,3.183-0.212,1.399-0.068,4.860-0.281,0.701-0.020,-0.145 0.022,-0.681 0.051,-6.837 0.419,6.661-0.279,0.610 0.031,2.081-0.049,0.570-0.009,0.412-0.020,0.281-0.024,-12.230 0.486,9.773-0.393,0.308 0.011,2.568-0.107,-0.781-0.004,-1.125-0.007,-1.271-0.007,-1.278-0.008,-1.197-0.005,-8.025 0.508,6.947-0.541,-0.985 0.012,-1.024 0.039,-0.980 0.055,-0.888 0.060,-2.253 0.221,-0.313 0.030,0.747-0.089,-0.757 0.056,-0.666 0.046,-0.565 0.036,-0.457 0.025,-0.357 0.019,-1.874-0.336</inkml:trace>
</inkml:ink>
</file>

<file path=ppt/ink/ink9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484.000 807.000,'0.012'0.000,"0.020"0.000,0.020 0.000,0.021 0.000,0.019 0.000,0.016 0.000,0.012 0.000,0.564-0.017,0.681-0.027,0.695-0.028,0.641-0.030,0.557-0.026,-1.914 0.068,2.107-0.123,0.733-0.060,1.294-0.078,0.341-0.008,0.103 0.016,-0.064 0.029,-0.171 0.038,-0.657 0.028,0.741-0.033,3.696-0.160,1.162-0.048,0.863-0.035,0.610-0.022,0.401-0.013,0.239-0.008,-10.089 0.424,11.186-0.526,0.561-0.086,0.223-0.077,-0.011-0.061,-0.166-0.052,-0.252-0.038,-1.350 0.050,-1.193 0.046,-1.336 0.066,-1.346 0.072,-1.265 0.073,-1.132 0.068,-2.619 0.241,0.986-0.049,-0.232 0.063,1.077-0.007,-0.887 0.098,-0.926 0.081,-0.870 0.061,1.689 0.200</inkml:trace>
</inkml:ink>
</file>

<file path=ppt/ink/ink9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526.000 818.000,'0.161'0.000,"0.246"0.000,0.275 0.000,0.270 0.000,0.242 0.000,0.206 0.000,0.165 0.000,1.516 0.080,7.512 0.219,3.572 0.086,2.102 0.026,1.007-0.013,0.231-0.039,-0.281-0.050,2.573-0.075,0.199-0.114,-0.427-0.115,-0.775-0.105,-0.919-0.090,-11.318 0.091,8.850-0.325,-1.012-0.135,-1.319-0.097,-1.427-0.063,-1.399-0.038,-1.285-0.018,-7.157 0.613,6.681-0.745,-1.588 0.069,-1.530 0.117,-1.358 0.134,-1.133 0.135,-0.897 0.120,2.772-0.990</inkml:trace>
</inkml:ink>
</file>

<file path=ppt/ink/ink9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1148.000 724.000,'-0.110'-0.049,"-0.174"-0.077,-0.200-0.089,-0.202-0.090,-0.191-0.085,-0.167-0.074,-0.148-0.013,-0.125 0.026,-0.101 0.050,-0.077 0.062,-0.058 0.064,1.225 0.223,-2.281-0.089,-0.595 0.177,-0.414 0.177,-0.271 0.162,-0.158 0.139,-0.077 0.113,1.107-0.071,-0.467 0.284,0.109 0.199,0.150 0.196,0.167 0.178,0.168 0.157,0.158 0.130,1.012-0.483,-1.115 1.245,0.318 0.112,0.369-0.026,0.371-0.106,0.339-0.151,0.295-0.164,0.240-0.158,0.737-1.559,-0.271 1.218,0.071 0.362,-0.047 2.331,0.208 0.178,0.173-0.212,0.137-0.434,0.104-0.535,0.075-0.550,0.417-0.477,0.431 0.346,1.291 1.462,0.744 0.215,0.612 0.024,0.483-0.103,0.365-0.177,-0.586-0.878,0.175-0.222,1.350 0.243,0.563-0.363,0.563-0.348,0.526-0.317,0.465-0.272,-0.488-0.436,3.844 0.215,1.013-0.310,0.662-0.306,0.390-0.276,0.190-0.237,0.050-0.193,-0.985-0.181,-1.010-0.154,-1.152-0.130,-1.152-0.105,-1.057-0.081,-6.421 0.227,5.922-0.600,0.680-0.326,3.428-0.856,-0.634-0.261,-1.182-0.103,-1.407 0.001,-5.528 1.398,0.977-0.443,-0.438-0.035,1.063-1.203,-1.363-0.242,-1.217-0.212,-1.030-0.176,-0.830-0.140,-0.640-0.107,-0.470-0.077,-0.324-0.053,-0.210-0.031,-0.120-0.019,0.495 1.176,-0.122-0.012,-1.025-0.967,-0.713-0.210,-0.765-0.219,-0.750-0.215,-0.693-0.195,-0.610-0.171,3.225 2.466,-5.537-3.262,-0.143 0.288,0.407 0.503,0.710 0.592,0.837 0.596,0.847 0.551,4.458 2.127,-6.629-2.162,-1.444-0.028,-0.801 0.111,-0.328 0.192,0.006 0.232,0.220 0.243,2.581 0.681,-0.066 0.157,-3.335-0.111,0.949 0.415,1.245 0.385,1.332 0.336,1.279 0.277,2.994-0.016,-1.301 0.391,1.157 0.107,0.960 0.033,0.757-0.018,0.567-0.045,0.400-0.057,1.270 1.122</inkml:trace>
</inkml:ink>
</file>

<file path=ppt/ink/ink9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481.000 960.000,'0.023'0.000,"0.036"0.000,0.043 0.000,0.043 0.000,0.042 0.000,0.037 0.000,0.128 0.037,0.160 0.057,0.177 0.068,0.172 0.066,0.157 0.065,0.137 0.055,-0.910-0.272,1.975 0.582,1.001 0.224,0.959 0.181,0.857 0.140,0.724 0.104,-2.068-0.539,2.996 0.444,0.679-0.022,0.460-0.048,0.284-0.063,0.149-0.068,0.051-0.067,-4.677-0.535,5.797 0.616,0.222-0.010,-0.038-0.038,-0.208-0.052,-0.301-0.059,-0.344-0.058,-0.345-0.055,-2.918-0.295,6.530 0.257,2.106-0.178,1.912-0.208,1.628-0.206,1.315-0.189,-8.351-0.057,8.425-0.429,-1.089-0.275,-1.607-0.216,-1.789-0.164,-1.743-0.117,-4.046 0.367,1.938-0.342,-1.066-0.014,-0.934-0.016,-0.769-0.015,-0.605-0.015,-3.259 0.505,3.003-1.034,-0.566-0.265,-0.757-0.179,-0.810-0.110,-0.776-0.058,-0.689-0.023,-1.279 0.648,-0.393 0.006,-0.196-0.320,-0.404-0.052,-0.334-0.057,-0.268-0.058,-0.205-0.052,-0.156-0.444,-0.143 0.008,-0.094-0.040,-0.065 0.007,-0.039 0.037,-0.021 0.053,-0.257-0.546,-0.234-0.118,-0.204 0.094,-0.172 0.222,-0.137 0.285,-0.104 0.308,-0.641 0.090,-0.983-0.091,-0.784 0.110,-0.683 0.106,-0.564 0.093,-0.443 0.075,2.121 0.953,-2.306-0.684,-0.307 0.038,-0.131 0.070,-0.006 0.085,0.077 0.091,0.127 0.089,2.897 0.825,-6.274-1.250,-0.848-0.028,-0.030 0.089,0.495 0.160,0.793 0.192,0.929 0.198,0.139 0.437,-1.632 0.062,-7.980-0.188,-1.167 0.337,0.026 0.349,0.753 0.329,1.132 0.287,3.030 0.160,1.384 0.162,1.344 0.134,1.224 0.104,1.064 0.079,0.884 0.058,0.324 0.074,0.878-0.028,0.275 0.046,0.177 0.048,0.101 0.046,0.045 0.042,0.004 0.034,3.206-0.672,-4.497 1.197,0.098 0.179,0.439 0.090,0.617 0.028,0.681-0.014,0.667-0.039,0.800-0.137,0.695-0.160,0.670-0.204,0.603-0.217,0.518-0.209,0.425-0.190,0.432-0.269,0.169 0.030,0.219 0.268,0.261 0.045,0.222 0.032,0.181 0.023,0.143 0.013,-0.125-0.244,0.059 0.010,0.423 0.376,-0.013-0.072,-0.068-0.101,-0.095-0.110,-0.105-0.109,-0.232-0.212,0.142 0.147,-0.097-0.060,-0.102-0.060,-0.093-0.053,-0.082-0.045,0.431 0.945</inkml:trace>
</inkml:ink>
</file>

<file path=ppt/ink/ink9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737.000 956.000,'0.059'0.105,"0.091"0.162,0.105 0.186,0.105 0.186,0.095 0.172,0.085 0.148,0.068 0.123,0.056 0.096,0.040 0.074,0.029 0.052,0.021 0.035,0.011 0.022,0.368 0.458,0.753 0.704,0.818 0.626,0.822 0.569,0.758 0.492,0.660 0.401,-0.658-0.850,-0.266-0.417,0.220-0.009,2.531 1.405,0.202-0.450,0.016-0.559,-0.100-0.583,-0.166-0.551,-1.646-0.974,0.838-0.368,-0.320-0.753,-0.364-0.733,-0.369-0.668,-0.346-0.580,-0.305-0.483,-3.338 1.522,3.874-2.910,-0.045-0.638,-0.195-0.319,-0.274-0.096,-0.301 0.052,-1.404 1.522,-0.073 0.104,0.998-0.896,-0.055 0.353,-0.048 0.376,-0.043 0.367,-0.034 0.332,-1.378 1.012,1.012-0.408,-0.339 0.361,-0.228 0.498,-0.142 0.548,-0.077 0.542,-0.027 0.497,0.004 0.432,-0.681-0.265,1.943 1.625,0.740 0.525,0.632 0.304,0.513 0.145,0.395 0.036,-2.290-1.664,3.211 1.265,0.457-0.337,0.238-0.396,0.081-0.400,-0.025-0.372,-1.617-0.626,1.305-0.096,-0.372-0.366,-0.505-0.333,-0.553-0.287,-0.543-0.236,-0.497-0.187,-0.020-0.239,-0.586-0.093,-0.661-0.012,-0.651 0.036,-0.587 0.064,-1.336 0.403,0.349-0.122,-0.145 0.043,0.159-0.053,-0.247 0.090,-0.196 0.075,-0.148 0.064,-0.105 0.048,-0.072 0.036,-0.044 0.025,0.297 0.163</inkml:trace>
</inkml:ink>
</file>

<file path=ppt/ink/ink9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601.000 401.000,'0.053'0.013,"0.093"0.024,0.338 0.078,0.197 0.041,0.151 0.026,0.110 0.017,0.076 0.009,0.047 0.002,-0.840-0.164,1.241 0.325,0.377 0.150,0.371 0.147,0.339 0.134,0.295 0.113,-0.207-0.131,0.097-0.045,0.547 0.068,1.831 0.302,0.515-0.023,0.293-0.071,0.125-0.098,0.007-0.111,-2.173-0.333,-0.062-0.053,2.451 0.130,-0.205-0.135,-0.258-0.118,-0.275-0.096,-0.264-0.077,-0.238-0.058,-4.029-0.055,3.741 0.008,-0.070-0.025,-0.154-0.016,-0.200-0.008,-0.217-0.005,-0.215-0.000,10.362-0.119</inkml:trace>
</inkml:ink>
</file>

<file path=ppt/ink/ink9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696.000 975.000,'8.457'0.174,"5.062"0.090,2.555 0.032,0.806-0.005,-0.330-0.029,-0.992-0.041,-1.310-0.044,1.714-0.417,-0.331-0.201,0.669-0.156,4.204-0.214,-0.117 0.046,-0.528 0.117,-0.730 0.151,-5.079 0.255,-0.046 0.142,2.728 0.172,-1.416 0.150,-1.727 0.108,-1.795 0.076,-1.709 0.046,-1.637 0.013,-1.917-0.039,-1.730-0.057,-1.477-0.066,-1.203-0.064,-0.934-0.060,-0.818-0.071,-6.778-0.023</inkml:trace>
</inkml:ink>
</file>

<file path=ppt/ink/ink9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667.000 979.000,'0.279'0.014,"0.428"0.021,0.484 0.025,0.477 0.023,0.434 0.022,0.370 0.019,-0.067 0.012,1.314 0.089,5.347 0.309,2.624 0.121,2.019 0.071,1.486 0.032,1.040 0.005,0.675-0.014,-9.450-0.439,14.934 0.437,1.015-0.122,0.174-0.126,-0.356-0.121,-0.650-0.106,-10.119-0.149,7.283 0.001,-0.874-0.069,-1.168-0.061,-1.281-0.050,-1.265-0.040,-1.167-0.032,-8.294 0.061,5.476-0.133,-0.302-0.063,0.940-0.094,-0.921-0.027,-1.021-0.006,-1.023 0.007,-0.962 0.017,15.800-1.038</inkml:trace>
</inkml:ink>
</file>

<file path=ppt/ink/ink9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815.000 868.000,'-0.037'0.000,"-0.061"0.000,-0.071 0.000,-0.074 0.000,-0.073 0.000,-0.132 0.000,-0.033 0.000,-0.006 0.000,0.010 0.000,0.018 0.000,0.023 0.000,-0.299 0.133,-0.327 0.133,-0.291 0.126,-0.249 0.109,-0.204 0.093,-0.365 0.163,-0.070 0.066,-0.147 0.100,-0.096 0.082,-0.053 0.065,-0.022 0.049,-0.001 0.035,2.005-0.900,-2.720 1.405,-0.084 0.202,0.061 0.122,0.147 0.063,0.186 0.021,0.197-0.007,1.296-0.930,0.079-0.027,-0.757 0.773,0.166 0.062,0.148 0.075,0.128 0.076,0.104 0.072,0.184 0.254,0.290-0.131,0.201-0.083,0.193-0.155,0.175-0.191,0.153-0.202,0.128-0.199,0.180 0.087,0.211 0.191,0.211 0.281,0.195 0.320,0.172 0.323,0.145 0.303,-0.024-0.278,0.556 1.226,0.194-0.065,0.141-0.235,0.098-0.313,0.062-0.335,0.034-0.317,-0.123-0.462,-0.043-0.309,-0.053-0.279,-0.055-0.237,-0.051-0.192,-1.233-0.927,1.414 0.781,0.544 0.161,1.598 0.622,0.359 0.040,0.083-0.058,-0.105-0.118,-0.219-0.150,0.194-0.154,0.186-0.239,0.275-0.236,0.311-0.217,0.311-0.187,0.288-0.155,-2.100-0.201,0.223-0.086,2.517-0.175,0.187-0.154,-0.010-0.116,-0.137-0.082,-0.216-0.056,-0.251-0.035,-3.325 0.310,4.149-0.692,-0.179-0.210,-0.299-0.170,-0.351-0.133,-0.351-0.098,-0.322-0.068,-2.407 0.721,-0.181 0.001,1.258-0.917,-0.640-0.324,-0.619-0.351,-0.556-0.337,-0.473-0.304,-0.542 0.482,-0.039-0.879,-0.228-0.005,-0.183 0.126,-0.138 0.199,-0.101 0.233,-0.106 0.648,-0.111-0.376,-0.169 0.003,-0.178-0.005,-0.175-0.011,-0.159-0.013,-0.141-0.013,0.127 0.975,-1.047-1.417,-0.414 0.096,-0.303 0.167,-0.207 0.195,-0.132 0.197,-0.073 0.181,-0.196 0.199,-0.555-0.027,-0.632-0.078,-0.635-0.103,-0.589-0.111,-0.518-0.110,0.352 0.269,0.190 0.201,0.333 0.260,0.409 0.282,0.432 0.278,0.419 0.258,0.869 0.396,-0.155 0.125,-1.559 0.001,-0.025 0.184,0.109 0.145,0.185 0.106,0.221 0.075,1.027 0.059,0.192 0.061,-0.883 0.159,-0.154 0.124,-0.241 0.110,-0.276 0.093,-0.276 0.076,2.951-0.410,-2.587 0.359,0.417-0.060,0.548-0.080,0.594-0.085,0.577-0.083,0.527-0.076,-0.505 0.003</inkml:trace>
</inkml:ink>
</file>

<file path=ppt/ink/ink9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164.000 255.000,'0.000'0.003,"0.184"0.117,0.289 0.094,0.457 0.075,0.590 0.074,0.621 0.066,0.600 0.054,0.547 0.043,-0.916-0.173,2.774 0.297,1.059 0.029,0.895 0.005,0.727-0.010,0.562-0.019,0.417-0.024,1.787 0.033,0.968-0.033,0.922-0.031,0.810-0.028,0.671-0.024,0.528-0.018,-1.450-0.087,0.255-0.028,0.245-0.027,0.220-0.025,0.190-0.020,0.157-0.019,0.123-0.014,-8.184-0.188,10.096 0.138,1.081-0.040,0.654-0.042,0.326-0.038,0.091-0.035,0.732-0.029,0.397-0.058,-1.822-0.077,-2.095-0.074,-2.079-0.070,-1.891-0.060,-4.123 0.062,-0.336-0.040,-1.497 0.003,-1.353 0.004,-1.169 0.009,-0.973 0.009,-0.780 0.009,-0.597-0.005,-0.494 0.009,-0.332 0.010,-0.205 0.007,-0.107 0.007,-0.036 0.004,-0.005-0.028,-0.067-0.080,-2.587-1.866</inkml:trace>
</inkml:ink>
</file>

<file path=ppt/ink/ink9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151.000 279.000,'0.015'0.000,"0.271"0.000,0.301 0.000,1.959 0.000,1.463 0.000,1.324 0.000,1.123 0.000,0.906 0.000,-5.916 0.003,9.363 0.150,2.647 0.141,2.008 0.130,1.447 0.115,0.981 0.094,0.612 0.076,-4.026-0.197,1.600 0.006,7.103 0.100,0.909-0.118,0.093-0.146,-0.461-0.159,-0.802-0.155,-8.357-0.099,-0.238-0.104,10.511-0.594,-0.271-0.474,-0.422-0.437,-0.482-0.381,-0.482-0.313,-10.070 0.917,6.197-0.908,-1.703 0.037,-2.003 0.131,-2.073 0.185,-1.989 0.207,-1.804 0.211,-4.203 0.665,12.521-2.695</inkml:trace>
</inkml:ink>
</file>

<file path=ppt/ink/ink9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270.000 282.000,'0.366'0.032,"0.567"0.049,0.646 0.056,0.645 0.057,0.593 0.051,0.736 0.064,1.147 0.101,1.213 0.106,1.173 0.103,1.063 0.093,0.921 0.081,0.761 0.066,5.242 0.234,3.541 0.053,2.627-0.027,1.848-0.073,1.212-0.098,-9.665-0.447,10.485 0.077,0.573-0.294,-0.099-0.313,-0.530-0.306,-0.773-0.280,-0.881-0.243,-18.585 0.668,19.719-1.144,-1.771-0.153,-2.495-0.019,-2.757 0.068,-2.702 0.115,-2.456 0.139,-9.871 0.934,13.702-1.663,0.888-0.285,-0.424-0.074,-1.194 0.060,-1.573 0.140,-1.670 0.175,-2.274 0.279,15.612-3.273</inkml:trace>
</inkml:ink>
</file>

<file path=ppt/ink/ink9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559.000 950.000,'0.007'0.068,"0.010"0.104,0.012 0.118,0.012 0.118,0.010 0.108,0.010 0.093,0.008 0.076,0.005 0.059,0.005 0.044,0.003 0.031,0.002 0.021,0.001 0.012,0.212 0.640,0.262 0.670,0.276 0.612,0.260 0.531,0.235 0.442,0.199 0.348,0.162 0.267,-0.234-0.805,0.124 0.047,0.895 1.091,0.616 0.181,0.645 0.163,0.617 0.137,0.552 0.112,0.471 0.087,0.368-0.264,-0.107-0.818,-0.262-0.966,-0.336-0.980,-0.358-0.912,-2.073-1.047,1.365-0.938,-0.287-0.979,-0.302-0.787,-0.292-0.605,-0.267-0.446,-0.229-0.312,-2.054 2.891,2.779-4.188,0.454-0.465,0.381-0.151,0.305 0.055,0.235 0.183,0.171 0.247,0.269 0.257,-0.217 0.741,-0.303 0.770,-0.327 0.718,-0.311 0.622,-0.277 0.510,-1.830 0.861,0.703 0.083,-0.323 0.365,-0.297 0.296,-0.257 0.232,-0.215 0.176,-0.175 0.124,-0.690-0.304,1.545 0.908,0.832 0.377,0.851 0.307,0.811 0.240,0.731 0.180,0.632 0.129,-3.222-1.422,4.943 1.331,0.682-0.223,0.286-0.297,0.007-0.329,-0.181-0.327,-0.294-0.307,-1.426-0.370,0.727-0.185,-0.937-0.230,-1.030-0.170,-1.021-0.119,-0.946-0.079,-0.829-0.045,-0.527-0.031,-0.511 0.017,-0.339 0.035,-0.206 0.043,-0.105 0.044,-0.034 0.042,-0.413 0.084,0.075 0.034,0.849 0.102,0.285 0.097,0.237 0.079,0.189 0.060,0.144 0.045,-0.526-0.085,0.536 0.045,-0.111-0.061,-0.161-0.072,-0.178-0.074,-0.177-0.068,-0.162-0.060,-1.006-0.011,1.205-0.211,0.089-0.155,0.059-0.131,0.037-0.104,0.021-0.078,-0.101 0.093,0.099 0.027,0.042 0.046,0.001 0.052,-0.027 0.056,-0.043 0.054,-1.160 0.212,8.393-1.705</inkml:trace>
</inkml:ink>
</file>

<file path=ppt/ink/ink9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555.000 955.000,'0.026'0.026,"0.048"0.048,0.377 0.229,0.410 0.181,0.434 0.166,0.414 0.143,0.373 0.120,0.318 0.095,-1.306-0.560,3.474 1.070,1.749 0.227,1.627 0.130,1.421 0.059,1.178 0.012,-6.374-1.220,8.186 1.005,-0.045-0.374,-0.603-0.407,-0.889-0.389,-0.979-0.345,-0.950-0.286,-0.705-0.264,-0.261-0.235,-0.068-0.198,0.057-0.159,0.128-0.120,-4.969 0.661,2.176-0.179,0.906 0.027,6.811-0.257,1.059 0.181,0.199 0.193,-0.356 0.186,-0.674 0.168,-5.806 0.064,4.927 0.092,-1.435 0.049,-1.588 0.018,-1.545-0.002,-1.386-0.015,-3.230-0.069,1.186 0.033,-1.117-0.021,-0.941-0.022,-0.756-0.017,-0.577-0.015,-0.418-0.012,-0.283-0.008,-0.158-0.005,-0.095-0.004,-0.049-0.002,-0.014-0.002,0.007 0.000,0.030-0.001,0.049 0.001,0.053 0.000,0.052 0.000,0.048 0.002,0.041 0.000,0.033-0.000,0.150 0.017,0.206 0.025,0.227 0.028,0.220 0.029,0.201 0.025,-0.172 0.023,0.358 0.083,0.006 0.012,-0.052-0.010,-0.084-0.022,-0.099-0.031,-0.101-0.032,2.238 0.139</inkml:trace>
</inkml:ink>
</file>

<file path=ppt/ink/ink9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406.000 610.000,'0.000'0.141,"0.000"0.212,0.000 0.117,0.000 0.069,0.000 0.033,0.000 0.010,0.210 0.151,0.167 0.036,0.128-0.022,0.094-0.062,0.063-0.078,0.040-0.084,0.942-0.119,5.430 0.563,3.023 0.080,2.098-0.024,1.351-0.086,0.779-0.114,-6.175-0.410,5.508 0.124,0.105-0.132,-0.181-0.126,-0.351-0.112,-0.441-0.096,-0.467-0.080,-9.779 0.002,10.719-0.195,-0.523-0.127,-0.885-0.093,-1.042-0.066,-1.060-0.041,-0.986-0.024,-0.339-0.155,-0.692-0.068,-0.860-0.008,-0.897 0.031,-0.849 0.051,-0.755 0.063,-3.555 0.516,9.668-2.647</inkml:trace>
</inkml:ink>
</file>

<file path=ppt/ink/ink9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611.000 856.000,'-0.212'-0.141,"-0.353"-0.236,-0.728-0.431,-0.517-0.260,-0.432-0.190,-0.347-0.132,-0.267-0.086,0.891 0.530,-2.179-0.807,-0.433 0.021,-0.209 0.102,-0.053 0.147,0.049 0.162,0.832 0.568,-1.484 0.521,-0.093 0.848,0.062 0.853,0.155 0.785,0.201 0.685,0.214 0.565,3.955-2.794,-3.686 3.746,0.121 0.725,0.230 0.485,0.283 0.292,0.300 0.148,0.289 0.043,2.712-4.867,-2.515 5.656,0.502 0.226,0.604 0.018,0.628-0.119,0.593-0.195,0.531-0.231,0.448-0.238,-0.029-5.114,1.980 5.972,1.402-0.117,1.092-0.376,0.811-0.501,0.569-0.536,-2.096-2.638,4.055 1.467,1.943-0.328,1.826-0.362,1.631-0.358,1.396-0.336,1.152-0.298,-5.066-1.184,8.070 0.400,0.723-0.752,0.169-0.776,-0.202-0.740,-0.432-0.666,-0.550-0.570,-14.701 1.086,17.667-2.810,-0.943-0.896,-1.674-0.555,-1.966-0.296,-1.967-0.115,-1.793 0.004,-2.544 0.383,-2.167 0.518,-1.333 0.255,-1.260 0.310,-1.132 0.328,-0.978 0.319,-1.785 1.011,-0.538-0.103,-1.078-1.604,-2.022-0.546,-1.994-0.536,-1.848-0.495,-1.631-0.437,-1.384-0.369,4.420 3.279,-10.868-5.524,-2.455-0.279,-1.376 0.163,-0.599 0.419,-0.074 0.541,8.554 3.543,-8.072-2.008,1.829 1.109,2.462 1.080,2.642 0.972,2.530 0.822,2.245 0.661,1.882 0.507,1.497 0.367,1.136 0.253,0.818 0.159,0.552 0.089,0.394 1.138</inkml:trace>
</inkml:ink>
</file>

<file path=ppt/ink/ink9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247.000 490.000,'0.000'0.009,"0.000"0.013,0.000 0.017,0.000 0.016,0.000 0.016,0.000 0.014,0.000 0.011,0.000 0.011,0.000 0.041,0.000 0.120,0.017 0.443,0.026 0.381,0.031 0.377,0.032 0.351,0.088 0.308,0.216 1.329,0.114 0.301,0.077 0.031,0.048-0.137,0.026-0.235,0.530 0.801,0.233 0.351,0.289 0.653,1.081 2.803,0.247 0.320,0.102-0.060,0.003-0.301,-0.063-0.442,-2.451-5.981,2.924 6.381,-0.211-0.867,-0.048-0.408,-0.126-0.503,-0.170-0.532,-0.190-0.521,-0.689-1.410,0.003-0.147,1.001 1.258,0.058-0.305,0.036-0.305,0.022-0.283,0.010-0.250,0.353-0.062,0.358-0.137,0.071-0.406,-0.024-0.449,-0.079-0.442,-0.110-0.402,-0.199-0.430,-1.184-0.583,-0.104-0.180,0.712-0.088,-0.378-0.270,-0.401-0.207,-0.389-0.152,-1.150 0.011,0.702-0.466,-0.048-0.307,0.413-0.831,0.129-0.592,0.160-0.539,0.169-0.466,-0.875 1.234,0.068-0.115,0.093-0.124,1.166-1.695,0.116-0.122,0.033-0.002,-0.023 0.077,-0.060 0.123,-2.209 3.136,2.539-3.431,-0.036 0.136,-0.206 0.316,-0.299 0.409,-0.336 0.436,-0.337 0.423,-1.532 2.041,1.230-1.552,-0.319 0.447,-0.301 0.394,-0.267 0.327,-0.222 0.262,-0.179 0.199,-0.253 0.336,0.001 0.006,0.333-0.001,0.162 0.297,0.177 0.310,0.178 0.301,0.167 0.274,0.149 0.239,0.358 0.566,0.180 0.267,0.364 0.464,1.704 2.131,0.292 0.358,0.049 0.050,-0.105-0.148,-2.505-3.134,2.460 2.769,-0.062-0.281,-0.173-0.379,-0.229-0.416,-0.249-0.409,-0.244-0.374,-2.444-2.259,2.358 1.697,0.613 0.052,1.066 0.265,0.237-0.202,0.027-0.271,-0.113-0.299,-0.201-0.299,-3.609-1.194,3.106 0.375,0.933-0.559,-0.343-0.549,-0.477-0.393,-0.527-0.265,-0.520-0.164,-2.534 0.954,2.083-1.815,-0.238-0.313,0.094-0.488,1.483-2.325,0.034-0.399,-0.066-0.076,-0.126 0.133,-0.698 1.071,-0.137 0.334,0.070 0.160,-0.158 0.500,-0.147 0.488,-0.130 0.447,-0.111 0.387,-0.089 0.324,-1.494 1.153,1.214-0.562,-0.165 0.417,-0.176 0.406,-0.175 0.375,-0.160 0.327,-0.141 0.277,-0.754-0.202,1.512 1.222,0.508 0.595,0.452 0.457,0.384 0.338,0.312 0.235,-0.251-0.405,2.112 1.235,0.362-0.105,0.082-0.276,-0.095-0.356,-0.239-0.416,-0.303-0.417,-1.031-0.713,-0.031-0.305,0.041-0.279,0.085-0.246,0.111-0.207,-0.207-0.225,1.463-0.137,0.366-0.229,0.231-0.214,0.127-0.187,0.049-0.159,-0.003-0.129,-5.279 0.459,5.481-0.854,0.142-0.244,0.768-0.326,-0.195-0.078,-0.299-0.003,-0.343 0.046,-0.510 0.147,-0.581 0.201,-0.493 0.189,-0.738 0.234,-0.690 0.212,-0.602 0.182,-0.499 0.148,-1.200 0.160,1.315 0.135,0.053 0.269,0.016 0.274,-0.008 0.255,-0.024 0.223,0.460 0.234,0.044 0.018,0.220 0.050,0.140 0.000,0.076-0.033,0.030-0.054,-3.062-0.976,5.426 0.997,0.794-0.194,0.623-0.181,0.303-0.192,0.071-0.187,-0.084-0.170,-0.821-0.170,-0.438-0.141,0.331-0.115,-1.221-0.064,-0.561-0.054,-0.564-0.040,-0.531-0.028,0.158-0.032,-1.522 0.100,-0.201 0.015,0.903-0.053,-0.439 0.044,-0.405 0.043,-0.352 0.040,3.620 0.002</inkml:trace>
</inkml:ink>
</file>

<file path=ppt/ink/ink9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182.000 428.000,'0.120'0.034,"0.184"0.053,0.206 0.059,0.202 0.057,0.184 0.053,0.165 0.082,0.273 0.131,0.280 0.141,0.261 0.139,-0.447-0.209,0.971 0.330,0.381 0.112,1.246 0.317,0.387-0.032,0.254-0.096,0.151-0.128,-2.862-0.651,1.565 0.194,0.034-0.113,1.239-0.069,-0.272-0.244,-0.375-0.223,-0.419-0.196,-0.419-0.166,-0.802-0.055,-0.204-0.137,0.652-0.540,-0.124-0.262,-0.059-0.210,-0.016-0.159,-1.288 0.792,-0.029-0.031,0.997-0.917,0.206-0.379,0.241-0.401,0.247-0.391,0.234-0.357,-0.879 0.762,0.006-0.217,0.984-1.929,-0.222-0.633,-0.294-0.562,-0.316-0.473,-0.310-0.382,-0.750 1.173,-0.200-1.896,-0.739 0.115,-0.721 0.289,-0.652 0.373,-0.557 0.397,-0.037 1.705,-0.656-0.325,-0.482 0.276,-0.275 0.542,-0.394 0.271,-0.359 0.254,-0.317 0.228,-0.167 0.371,-0.883-0.147,-0.238 0.273,-0.574 0.113,0.227 0.501,0.363 0.496,0.422 0.458,3.711 1.167,-3.231-0.519,-0.320 0.295,-2.497 0.658,-0.647 0.896,-0.488 0.847,-0.351 0.744,6.920-2.137,-4.256 1.772,-0.273 0.448,-3.495 2.253,0.484 0.247,0.855-0.092,1.006-0.291,1.015-0.389,2.936-1.961,-1.922 2.462,0.545 0.779,0.538 0.811,0.489 0.767,0.421 0.676,1.191-1.735,0.661-0.894,0.444-0.224,0.519 1.577,0.778-0.805,0.636-0.857,0.499-0.830,-0.345-1.914,1.633 1.083,0.324-0.760,0.066-0.691,-0.095-0.589,-0.187-0.477,-0.529-0.381,13.169-0.287</inkml:trace>
</inkml:ink>
</file>

<file path=ppt/ink/ink9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421.000 876.000,'0.000'-0.074,"-0.072"-0.052,-0.124-0.105,-0.371-0.270,-0.333-0.174,-0.329-0.151,-0.306-0.123,-0.271-0.098,-0.673-0.251,-0.323-0.027,-0.257 0.010,-0.196 0.033,-0.141 0.044,-0.095 0.047,-0.387-0.033,-1.140 0.005,-1.094 0.164,-1.073 0.218,-0.975 0.234,-0.837 0.228,2.019 0.266,0.113 0.212,0.233 0.225,-2.240 0.756,0.021 0.676,-0.017 0.641,-0.039 0.563,-0.049 0.467,2.162-0.470,-1.708 1.265,0.290 0.301,0.458 0.134,0.533 0.020,5.782-3.728,-4.996 3.788,0.261 0.234,-0.216 0.751,0.569 0.072,0.590-0.012,0.561-0.066,2.879-3.388,-1.443 2.559,0.401 0.122,-0.063 1.753,0.848 0.013,0.795-0.094,0.698-0.156,0.488-5.282,0.719 4.542,0.847-0.049,1.395 0.471,1.207-0.271,1.105-0.315,0.955-0.323,0.792-0.301,-2.200-2.043,4.747 1.879,0.304-0.519,-0.321-0.620,-0.685-0.634,-0.858-0.595,-2.343-1.153,5.090 0.415,1.749-0.236,3.212-0.180,1.309-0.353,0.878-0.335,0.536-0.296,-10.241-0.292,11.292-0.330,2.209-0.294,10.071-0.611,-0.728-0.174,-2.286-0.026,-3.025 0.062,2.031 0.035,1.894 0.035,1.173 0.059,0.632 0.066,0.244 0.066,-0.015 0.062,1.873-0.124,1.072-0.153,-0.784-0.123,-1.915-0.090,-2.497-0.067,-2.685-0.045,-1.917-0.203,-3.442-0.198,-1.692-0.402,-1.517-0.434,-1.303-0.425,-1.078-0.394,-0.859-0.346,-8.676 2.217,7.060-2.814,-1.653-0.152,-1.843 0.034,-1.849 0.155,-1.737 0.224,-1.549 0.259,-2.984 2.299,0.359-3.152,-1.776 0.008,-1.320 0.192,-0.930 0.290,-0.613 0.329,1.100 2.195,-0.792-0.509,-7.367-5.644,-3.600-1.808,-6.074-2.876,-2.780-0.314,-1.792 0.351,-1.029 0.741,-0.472 0.923,5.245 3.136,-5.891-0.842,-0.254 1.289,0.142 1.288,0.386 1.191,0.513 1.043,-1.931 0.939,-0.606 1.106,-0.779 0.954,-0.817 0.779,-0.777 0.609,-0.683 0.449,19.034-0.470,-21.783 1.159,0.949 0.189,2.444 0.000,3.147-0.117,3.305-0.177,14.432-0.879,-0.772 0.049,-9.858 0.616,-1.561 0.099,-7.747 0.491,0.877-0.043,2.058-0.116,2.721-0.156,2.994-0.176,-36.307 2.582</inkml:trace>
</inkml:ink>
</file>

<file path=ppt/ink/ink9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242.000 724.000,'-0.104'0.000,"-0.157"0.000,-0.177 0.000,-0.170 0.000,-0.153 0.000,-0.129 0.000,-0.311 0.000,-0.391 0.000,-0.408 0.000,-0.379 0.000,1.406 0.012,-1.718 0.124,-0.267 0.127,-0.196 0.115,-0.014 0.087,0.064 0.068,0.110 0.048,0.136 0.034,-0.353 0.253,0.148 0.081,0.227 0.017,0.262-0.026,0.262-0.052,0.241-0.062,0.922-0.342,0.018 0.030,-1.026 0.726,-0.414 0.507,-0.472 0.548,-0.477 0.536,-0.443 0.489,-0.434 0.435,0.205-0.141,0.082-0.052,0.191-0.157,0.248-0.215,0.273-0.241,0.271-0.242,1.833-1.584,-0.550 0.510,0.099-0.028,-1.107 1.273,0.397-0.140,0.392-0.171,0.354-0.177,1.410-1.961,-0.616 1.061,0.113-0.010,-0.167 0.845,0.247 0.016,0.214-0.002,0.174-0.014,0.135-0.019,0.155-0.384,0.141-0.085,0.141-0.089,0.132-0.085,0.117-0.078,0.100-0.068,0.517 0.313,0.332 0.027,0.301 0.022,0.239-0.024,0.179-0.051,0.130-0.066,0.088-0.070,-1.872-1.318,2.720 1.755,0.388 0.112,0.259 0.021,0.156-0.033,0.080-0.067,0.027-0.080,-0.114-0.185,-0.275-0.272,-0.318-0.286,-0.316-0.272,-0.289-0.237,-1.679-0.538,3.373 0.149,1.257-0.254,0.854-0.244,0.532-0.224,0.284-0.193,0.106-0.160,-0.019-0.129,-2.420 0.210,3.862-0.512,0.813-0.145,0.544-0.095,0.331-0.054,0.169-0.026,-1.484 0.190,-0.138 0.015,2.630-0.333,-1.000 0.152,-1.164 0.177,-1.163 0.177,-1.065 0.164,-4.698 0.522,4.183-0.738,-0.138-0.185,-0.256-0.148,-0.313-0.112,-0.328-0.084,-0.312-0.056,-4.476 1.332,4.247-1.504,-0.617 0.019,-0.725 0.091,-0.735 0.129,-0.685 0.143,-0.598 0.141,-0.496 0.126,-0.393 0.110,-0.299 0.090,-0.213 0.069,-0.146 0.052,-0.202 0.108,-0.019-0.234,-0.021-0.211,0.046-1.380,-0.105-0.385,-0.107-0.234,-0.101-0.118,-0.089-0.039,0.019 1.346,-0.057-0.025,-0.310-1.413,-0.154 0.073,-0.124 0.149,-0.095 0.186,-0.071 0.197,0.171 0.893,-0.185-0.028,-0.679-0.749,-0.195 0.122,-0.108 0.183,-0.046 0.208,0.001 0.209,0.028 0.198,0.046 0.175,1.499 1.302,-2.268-1.263,-0.872-0.080,-1.746-0.293,-1.068 0.022,-0.893 0.062,-0.709 0.083,-0.540 0.090,-0.390 0.086,-0.098 0.223,-0.499 0.174,0.081 0.242,0.210 0.231,0.276 0.204,0.295 0.173,0.290 0.177,0.610 0.175,0.618 0.152,0.573 0.125,0.496 0.099,0.407 0.074,2.538-0.154,-2.760 0.316,-0.387 0.067,-0.422 0.035,-0.406 0.014,-0.362 0.002,4.612-0.425,-5.290 0.573,0.128 0.027,0.488-0.025,0.669-0.053,0.721-0.066,2.935-0.357,-1.495 0.165,0.657-0.082,0.631-0.074,0.567-0.062,0.484-0.052,0.396-0.041,0.383-0.042,0.348-0.041,0.299-0.036,0.246-0.033,0.194-0.024,0.146-0.021,0.343-0.089</inkml:trace>
</inkml:ink>
</file>

<file path=ppt/ink/ink9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470.000 954.000,'0.000'0.028,"0.000"0.043,0.000 0.048,0.000 0.058,0.000 0.063,0.000 0.061,0.000 0.054,0.000 0.871,-0.045 1.012,-0.067 0.651,-0.075 0.446,-0.074 0.286,0.210-2.933,-0.205 2.721,-0.024 0.540,-0.096 2.044,0.026 0.483,0.044 0.243,0.053 0.071,0.165-4.147,-0.041 1.531,-0.007 0.227,-0.125 3.867,-0.004-0.168,0.006-0.531,0.012-0.709,0.013-0.761,0.014-0.729,0.031-1.155,0.004-0.583,0.002-0.520,0.001-0.441,-0.002-0.363,-0.068-0.184,0.066-0.747,-0.001-0.078,-0.110 0.510,-0.019-0.109,-0.018-0.090,-0.018-0.075,-0.015-0.057,0.097-0.338,-0.073 0.341,0.025-0.129,0.026-0.161,0.024-0.166,0.020-0.155,0.107-0.439,-0.011-0.053,-0.140 0.155,0.016-0.120,0.032-0.091,0.042-0.066,0.041-0.046,-0.102 0.210</inkml:trace>
</inkml:ink>
</file>

<file path=ppt/ink/ink9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473.000 957.000,'-0.020'0.030,"-0.031"0.047,-0.037 0.055,-0.038 0.056,-0.035 0.054,-0.032 0.047,-0.027 0.041,0.163-0.244,-0.648 1.118,-0.304 0.570,-0.209 0.396,-0.132 0.255,-0.074 0.147,-0.031 0.067,1.162-2.103,-1.428 2.824,-0.081 0.347,0.037 0.111,0.109-0.047,0.149-0.146,0.161-0.199,1.081-2.732,-0.796 2.361,-0.371 1.414,0.085-0.073,0.113-0.271,0.117-0.370,0.112-0.393,0.098-0.374,0.208-0.742,0.094-0.375,0.090-0.359,0.080-0.324,0.068-0.279,-0.477 0.120</inkml:trace>
</inkml:ink>
</file>

<file path=ppt/ink/ink9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466.000 979.000,'0.040'0.000,"0.069"0.026,0.439 0.295,0.278 0.305,0.263 0.342,0.220 0.335,0.177 0.306,0.138 0.269,0.266 0.350,-0.046-0.010,-0.065-0.033,-0.122-0.101,-0.152-0.139,-0.161-0.156,-0.432-0.568,-0.048-0.069,0.223 0.306,-0.119-0.141,-0.123-0.137,-0.114-0.125,-0.103-0.107,-0.086-0.090,-0.431-0.686,2.151 2.287</inkml:trace>
</inkml:ink>
</file>

<file path=ppt/ink/ink9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986.000 953.000,'0.030'0.119,"0.048"0.193,0.049 0.279,0.032 0.251,0.021 0.232,0.012 0.204,0.007 0.172,0.002 0.137,-0.160-1.236,0.147 2.013,-0.002 0.619,-0.004 0.509,-0.003 0.401,-0.003 0.307,-0.003 0.221,-0.136-3.459,0.134 4.485,-0.024 0.068,-0.026-0.195,-0.028-0.343,-0.023-0.411,-0.020-0.421,-0.027-1.817,-0.005-0.005,-0.001 1.666,-0.008 0.529,-0.006 0.596,-0.004 0.602,-0.003 0.567,-0.002 0.509,0.002-2.254,-0.002 2.868,0.000-0.300,0.000-0.570,0.002-0.706,-0.001-0.751,0.003-2.178,0.000-0.239,-0.000 0.890,0.001-0.588,-0.001-0.549,0.002-0.487,-0.001-0.415,0.001-0.340,0.002 0.272</inkml:trace>
</inkml:ink>
</file>

<file path=ppt/ink/ink9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980.000 973.000,'-0.012'0.000,"-0.018"0.000,-0.020 0.000,-0.021 0.000,-0.018 0.000,-0.016 0.000,-0.013 0.000,-0.058 0.102,-0.084 0.155,-0.092 0.179,-0.088 0.176,0.155-0.163,-0.032 0.106,-0.029 0.108,-0.299 0.730,-0.026 0.186,0.004 0.106,0.021 0.046,0.033 0.006,0.492-1.386,-0.409 1.616,0.069 0.093,0.063 0.012,0.055-0.043,0.046-0.074,0.036-0.087,0.100-0.620,0.020-0.052,-0.036 0.445,0.017-0.167,0.007-0.175,0.002-0.164,-0.004-0.146,0.085-0.633,-1.458 1.805</inkml:trace>
</inkml:ink>
</file>

<file path=ppt/ink/ink9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996.000 960.000,'0.074'0.059,"0.115"0.092,0.133 0.107,0.136 0.108,0.126 0.102,-0.166-0.110,0.093 0.117,0.478 0.552,0.137 0.248,0.083 0.199,0.044 0.153,0.013 0.113,-0.985-1.348,1.052 1.539,0.361 0.596,0.006 0.062,-0.084-0.082,-0.138-0.172,-0.166-0.222,-0.172-0.240,-0.686-1.110,0.476 0.890,-0.188-0.274,-0.162-0.263,-0.135-0.239,-0.106-0.206,-0.082-0.167,-0.208-0.407,0.202 1.298</inkml:trace>
</inkml:ink>
</file>

<file path=ppt/ink/ink9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396.000 1090.000,'0.008'0.000,"0.011"0.000,0.015 0.000,0.013 0.000,0.012 0.000,0.012 0.000,0.010 0.000,0.006 0.000,0.007 0.000,0.003 0.000,0.000 0.000,0.034 0.000,0.092 0.025,0.086 0.040,0.087 0.048,0.083 0.049,0.077 0.049,-0.299-0.105,0.591 0.310,0.254 0.245,0.122 0.210,0.072 0.192,0.036 0.162,0.010 0.132,-0.094-0.020,0.010 0.062,0.011 0.048,0.012 0.034,0.012 0.024,0.010 0.015,-0.223-0.229,0.168 0.260,-0.067-0.017,-0.099-0.057,-0.113-0.077,-0.116-0.090,-0.110-0.088,-0.435-0.700,0.210 0.385,-0.016-0.018,0.224 0.362,-0.035-0.134,-0.037-0.153,-0.036-0.154,-0.381-0.500,0.389 0.465,-0.013-0.076,-0.031-0.102,-0.038-0.111,-0.042-0.108,-0.038-0.098,-0.203-0.145,0.002-0.026,0.220-0.021,0.027-0.102,0.025-0.094,0.019-0.083,0.017-0.068,-0.227 0.076,0.208-0.165,-0.013-0.031,-0.034-0.006,-0.043 0.010,-0.048 0.019,-0.048 0.026,-0.184 0.149,0.331-0.406,0.152-0.225,0.419-0.512,0.215-0.218,0.174-0.144,0.136-0.086,0.100-0.041,0.160-0.042,0.194-0.036,-0.064 0.213,-0.125 0.258,-0.151 0.262,-0.155 0.242,-0.271 0.263,-0.152 0.172,-0.139 0.146,-0.122 0.119,-0.101 0.090,-0.080 0.069,-0.060 0.047,0.413 0.104,0.339 0.125,0.291 0.127,0.241 0.115,0.187 0.101,-1.716-0.452,1.920 0.679,-0.018 0.098,-0.148 0.029,-0.216-0.018,-0.239-0.043,-0.234-0.057,-0.892-0.478,0.390 0.245,0.793 0.503,0.072 0.051,-0.023-0.019,-0.080-0.067,-0.115-0.091,-0.127-0.101,-0.006-0.044,-0.228-0.169,-0.220-0.157,-0.194-0.137,-0.163-0.112,-0.127-0.088,0.142-0.184,0.218-0.224,0.221-0.240,0.206-0.235,0.181-0.212,-0.204 0.056,0.440-0.385,0.049-0.080,0.001-0.023,-0.027 0.013,-0.047 0.037,0.044-0.016,-0.176 0.162,-0.188 0.176,-0.181 0.167,-0.157 0.148,-0.131 0.122,-0.752 0.476,0.017-0.001,1.267-0.466,0.201 0.052,0.034 0.087,-0.074 0.102,-0.135 0.104,-0.161 0.095,-0.176 0.145,-0.109 0.163,-0.084 0.164,-0.064 0.155,-0.046 0.136,-0.030 0.114,-0.641-0.578,0.519 0.466,0.114 0.105,0.706 0.602,0.080 0.014,-0.016-0.083,-0.077-0.139,-0.113-0.168,-0.430-0.336,-0.038-0.061,0.253 0.087,-0.111-0.126,-0.119-0.117,-0.115-0.105,-0.104-0.088,0.123-0.145,-0.239-0.089,0.008-0.069,0.314-0.192,-0.032-0.111,-0.054-0.077,-0.061-0.051,-0.637 0.418,0.698-0.459,0.044 0.009,0.010 0.046,-0.010 0.065,-0.024 0.076,-0.030 0.075,-0.669 0.233,0.468-0.103,0.027 0.030,0.214 0.008,-0.039 0.039,-0.066 0.031,-0.080 0.025,-0.084 0.018,-0.480 0.006,0.324 0.005,-0.001 0.004,0.126 0.009,-0.037 0.002,-0.044 0.002,-0.049-0.001,-0.049-0.002,-0.313-0.013,0.236 0.007,0.019-0.001,0.210-0.015,-0.017-0.029,-0.039-0.032,-0.050-0.032,-0.050-0.027,-0.177 0.054,0.259-0.080,0.118-0.032,0.638-0.191,0.094-0.032,-0.010-0.005,-0.073 0.012,-0.110 0.022,-0.112 0.033,-0.163 0.056,-0.156 0.056,-0.141 0.055,-0.119 0.048,-0.097 0.041,-0.132-0.009,0.091-0.816</inkml:trace>
</inkml:ink>
</file>

<file path=ppt/ink/ink9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390.000 1094.000,'0.007'0.000,"0.012"0.000,0.012 0.000,0.013 0.000,0.010 0.000,0.010 0.000,0.007 0.000,0.005 0.000,0.004 0.000,0.003 0.000,0.002 0.000,0.001 0.000,0.090 0.024,0.191 0.038,0.877 0.154,0.883 0.148,0.889 0.145,0.818 0.130,0.703 0.112,-0.092-0.043,0.039-0.033,-0.094-0.060,-0.173-0.074,-0.211-0.076,-0.220-0.073,-0.209-0.064,1.959-0.066,0.694-0.067,0.313-0.050,-0.105-0.043,-0.369-0.034,-0.517-0.028,-4.362-0.033,6.267 0.083,1.207 0.111,0.342 0.133,-0.042 0.134,-0.278 0.128,-0.404 0.112,-2.310-0.156,0.237 0.065,-0.891-0.059,-0.923-0.073,-0.883-0.082,-0.801-0.078,-0.696-0.074,-0.670 0.053</inkml:trace>
</inkml:ink>
</file>

<file path=ppt/ink/ink9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347.000 1111.000,'1.299'-0.084,"0.984"-0.044,0.708-0.017,0.479 0.002,0.298 0.012,0.161 0.020,-0.420 0.039,-0.138 0.036,-0.183 0.036,-0.202 0.035,-0.199 0.033,-0.184 0.028,-0.414 0.021,3.395 0.253,0.704 0.076,0.116 0.021,-0.248-0.014,-0.445-0.034,-0.525-0.043,7.072 0.107,3.948 0.029,1.637-0.026,0.088-0.059,-0.868-0.072,-4.954-0.132,1.208-0.013,-1.705-0.051,-1.842-0.046,-1.804-0.036,-1.656-0.030,-1.445-0.023,1.183-0.137</inkml:trace>
</inkml:ink>
</file>

<file path=ppt/ink/ink9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371.000 1119.000,'0.110'0.000,"0.174"0.000,0.316-0.020,0.341-0.032,0.340-0.035,0.311-0.035,0.492 0.004,0.599 0.029,0.606 0.040,0.563 0.045,0.492 0.045,-2.502-0.010,4.404 0.171,0.744 0.085,0.321 0.055,0.031 0.034,-0.148 0.017,-0.248 0.006,-5.605-0.325,8.159 0.265,1.575-0.045,0.678-0.049,0.055-0.050,-0.349-0.047,-0.581-0.040,-4.614-0.055,-0.214-0.012,4.003-0.015,-1.153-0.048,-1.246-0.047,-1.194-0.038,-1.063-0.032,-3.539 0.087,1.909-0.081,-0.826 0.009,-0.735 0.014,-0.619 0.019,-0.502 0.017,-0.387 0.017,-1.363-0.018</inkml:trace>
</inkml:ink>
</file>

<file path=ppt/ink/ink9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308.000 1125.000,'0.089'0.000,"0.135"0.000,0.675 0.020,0.983 0.032,1.087 0.035,1.065 0.035,0.737 0.043,0.869 0.054,1.693 0.069,0.986 0.023,0.813 0.009,0.634-0.000,-1.884-0.103,1.220-0.021,2.533-0.027,0.642-0.075,0.249-0.079,-0.027-0.079,-0.212-0.075,0.352-0.109,-1.033-0.093,-1.160-0.084,-1.155-0.071,-1.068-0.058,-0.934-0.046,-3.204 0.246,-0.215 0.013,1.839-0.172,-0.879 0.072,-0.903 0.080,-0.852 0.077,-0.758 0.070,0.110-0.006</inkml:trace>
</inkml:ink>
</file>

<file path=ppt/ink/ink9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392.000 1112.000,'0.577'0.066,"0.893"0.101,1.022 0.116,1.022 0.116,0.943 0.108,0.818 0.092,0.732 0.139,1.523 0.197,0.642 0.058,0.417 0.013,0.245-0.014,-2.606-0.323,-0.293-0.067,1.105 0.044,-0.378-0.100,-0.351-0.089,-0.304-0.077,-0.256-0.062,1.107-0.063,0.306-0.059,-0.227-0.053,-0.555-0.044,-0.721-0.035,-0.775-0.027,7.375-0.134</inkml:trace>
</inkml:ink>
</file>

<file path=ppt/ink/ink9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322.000 1125.000,'0.479'0.000,"0.749"0.000,1.329 0.045,1.237 0.067,1.142 0.075,0.987 0.074,-1.062-0.033,1.092 0.058,3.497 0.156,1.085 0.031,0.654 0.004,0.327-0.016,0.086-0.026,-9.059-0.343,5.519 0.165,0.443-0.022,6.063 0.066,0.293-0.084,-0.166-0.082,-0.454-0.077,-0.612-0.067,-5.496-0.041,-0.386-0.059,3.625-0.214,-1.300-0.109,-1.334-0.075,-1.265-0.048,-1.132-0.029,-0.969-0.012,-1.086 0.040,-0.840 0.039,-0.749 0.047,-0.636 0.052,-0.524 0.050,-0.414 0.046,-0.648-0.564</inkml:trace>
</inkml:ink>
</file>

<file path=ppt/ink/ink9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356.000 1125.000,'0.041'0.000,"2.016"0.013,1.822 0.021,1.664 0.022,1.436 0.024,1.178 0.021,0.924 0.019,0.257 0.035,-0.284 0.041,-0.565 0.041,-0.694 0.040,-0.722 0.034,-5.636-0.252,1.945 0.060,3.991 0.080,1.077-0.012,6.486 0.022,0.094-0.114,-0.860-0.122,-1.357-0.116,-10.537 0.109,6.984-0.292,-1.068-0.128,-0.483-0.139,-1.354-0.027,-1.233 0.013,-1.063 0.039,-0.875 0.051,-2.026 0.322,1.183-0.245,-0.647 0.093,-0.506 0.084,-0.378 0.076,-0.265 0.062,-0.515 0.123</inkml:trace>
</inkml:ink>
</file>

<file path=ppt/ink/ink9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666.000 1114.000,'0.015'-0.007,"0.023"-0.012,0.025-0.013,0.027-0.013,0.023-0.012,0.021-0.009,0.015-0.009,0.014-0.007,0.010-0.004,0.006-0.003,0.004-0.003,0.001 0.014,0.026 0.008,0.029 0.011,0.031 0.010,0.028 0.011,4.283 0.303,0.177 0.025,1.369 0.085,4.220 0.247,1.003 0.043,0.322-0.004,-0.148-0.034,-0.444-0.052,-6.433-0.347,5.054 0.173,2.413 0.010,-0.650-0.087,-1.010-0.079,-1.166-0.070,-1.179-0.057,-1.057-0.119,-1.196-0.079,-1.368-0.043,-1.293-0.019,-1.146-0.001,-0.965 0.011,-0.779 0.016,-0.598 0.020,-0.442 0.019,-0.305 0.019,-0.198 0.016,-0.114 0.013,-0.609 0.011,-0.887 0.008,-0.983 0.005,-0.974 0.005,-0.894 0.002,-0.780 0.002,-0.647 0.001,1.146-0.056,-0.888-0.057,-4.116-0.139,-0.265-0.056,0.334-0.029,0.693-0.008,0.873 0.005,-0.152 0.028,0.234 0.040,0.464 0.045,0.577 0.046,0.607 0.042,0.581 0.037,-0.288 0.104,0.766 0.069,0.573 0.050,0.732 0.037,0.791 0.024,0.780 0.016,0.722 0.007,0.962-0.036,0.606 0.095,1.264 0.068,1.199 0.081,1.063 0.079,0.894 0.076,-0.856-0.216,2.468 0.237,1.141-0.002,0.986-0.028,0.818-0.045,0.656-0.051,0.506-0.055,-6.831-0.327,5.671 0.178,0.897-0.035,3.829 0.010,0.547-0.056,0.102-0.048,-0.205-0.041,-0.396-0.034,-6.898-0.050,4.398-0.055,0.140-0.063,5.353-0.231,-0.833-0.144,-1.223-0.115,-1.357-0.088,-1.322-0.064,-6.874 0.464,3.791-0.391,-1.177 0.028,-1.171 0.061,-1.093 0.076,-0.975 0.084,-0.837 0.067,-0.887 0.085,-0.743 0.075,-0.598 0.062,-0.461 0.049,-0.342 0.040,-0.240 0.029,0.474 0.015,-1.720 0.010,-1.096 0.010,-1.071 0.006,-0.985 0.004,-0.863-0.001,-0.729-0.001,3.734-0.013,-6.270-0.001,-0.479-0.023,0.147-0.026,0.537-0.025,0.747-0.024,0.827-0.021,6.065 0.086,-9.597-0.149,-1.193 0.008,-0.006 0.042,0.755 0.059,1.186 0.069,1.374 0.067,0.787 0.280,1.161 0.175,1.315 0.094,1.319 0.035,1.221-0.004,1.071-0.030,0.896-0.044,1.055-0.357,1.345 0.252,1.704-0.083,1.494-0.083,1.250-0.074,1.000-0.066,1.712-0.054,0.787-0.042,0.139-0.033,-0.288-0.024,-0.538-0.015,-0.659-0.011,-0.689-0.005,-5.422 0.014,10.573-0.004,3.163 0.021,2.202 0.025,1.428 0.025,0.827 0.026,0.387 0.020,-0.797-0.072,-0.984-0.091,-1.448-0.098,-1.638-0.097,-1.638-0.087,-1.520-0.075,-1.050-0.092,-0.956-0.075,-1.468-0.020,-1.395 0.002,-1.239 0.018,-1.042 0.026,-1.085 0.063,-0.959 0.076,-0.838 0.079,-0.697 0.076,-0.555 0.067,-0.420 0.059,-0.304 0.046,-0.210 0.037,-0.159 0.024,-0.116 0.018,-0.081 0.011,-0.051 0.008,-0.030 0.004,0.398-0.015,-3.309-0.077,-1.694-0.041,-1.087-0.015,-0.622 0.002,-0.287 0.013,5.821 0.096,-7.552-0.074,-0.882 0.019,-0.364 0.018,-0.015 0.015,0.203 0.015,0.318 0.010,7.817 0.015,-6.945 0.089,-1.552 0.160,-4.624 0.326,-1.278 0.229,-0.697 0.191,-0.272 0.153,0.017 0.116,1.020 0.018,1.587-0.046,1.832-0.082,1.855-0.102,1.731-0.105,1.527-0.100,6.124-0.675,-0.006 0.004,-6.750 0.839,0.757-0.043,1.137-0.111,1.273-0.141,1.243-0.149,1.119-0.140,0.944-0.122,1.501-0.115,1.314-0.064,1.239-0.051,1.106-0.039,0.945-0.027,-1.286-0.011,0.375-0.007,3.605-0.030,1.128-0.029,0.904-0.029,0.695-0.026,0.509-0.021,0.678-0.078,-0.457-0.047,-0.527-0.039,-0.775-0.028,-0.882-0.018,-0.891-0.011,-0.837-0.004,-3.709 0.173,5.875-0.673,0.435-0.218,0.014-0.126,-0.245-0.060,-0.383-0.012,-1.349 0.182,-0.878 0.139,-0.521 0.072,-1.121 0.161,-1.003 0.138,-0.842 0.116,1.162-0.390</inkml:trace>
</inkml:ink>
</file>

<file path=ppt/ink/ink9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496.000 871.000,'-0.066'0.000,"-0.064"0.000,-0.242 0.000,-0.070 0.000,-0.017 0.000,0.018 0.000,0.038 0.000,0.049 0.000,0.050 0.000,0.048 0.000,0.042 0.000,0.036 0.000,0.074 0.000,-0.012 0.000,-0.124 0.054,-0.061 0.087,-0.061 0.100,-0.054 0.105,-0.050 0.099,0.027 0.021,-0.007 0.056,0.001 0.047,-0.190 0.243,-0.114 0.097,-0.127 0.084,-0.122 0.070,-0.109 0.053,0.448-0.488,-0.583 0.490,-0.012-0.006,0.046-0.029,0.076-0.041,0.091-0.044,0.367-0.339,0.008 0.003,-0.231 0.246,-0.013 0.023,-0.016 0.020,-0.013 0.015,-0.015 0.014,-0.011 0.009,0.758-0.776,-0.924 0.959,0.072-0.051,0.118-0.094,0.137-0.110,0.134-0.112,0.261-0.321,-0.468 0.663,-0.175 0.349,-0.009 0.133,0.051 0.044,0.084-0.014,0.097-0.048,0.382-0.741,-0.210 0.413,0.034-0.064,0.038-0.070,0.036-0.067,0.034-0.063,-0.012 0.006,0.028-0.086,0.024-0.083,0.018-0.074,0.013-0.062,0.011-0.051,0.006-0.040,0.012-0.029,0.034-0.053,0.040-0.050,0.038-0.045,0.034-0.036,0.030-0.030,0.195-0.310,-0.113 0.311,0.025 0.111,-0.007 0.361,0.040 0.095,0.031 0.039,0.026 0.002,0.022-0.224,0.008 0.093,0.015 0.287,0.021 0.044,0.020 0.006,0.019-0.018,0.016-0.034,0.015-0.041,0.010-0.043,0.010-0.041,-0.088-0.812,0.242 0.946,0.154 0.135,0.094-0.016,0.067-0.051,0.041-0.067,0.023-0.073,-0.220-0.419,0.400 0.502,0.119 0.066,0.084 0.018,0.052-0.015,0.031-0.037,0.012-0.046,-0.113-0.196,0.224 0.125,-0.040-0.101,-0.076-0.109,-0.091-0.110,-0.096-0.100,-0.093-0.089,-0.665-0.457,0.667 0.410,-0.014-0.037,-0.042-0.045,-0.056-0.049,-0.064-0.047,-0.062-0.043,-0.009-0.025,-0.066-0.060,-0.056-0.055,-0.048-0.047,-0.036-0.039,-0.028-0.031,-0.286-0.041,0.461 0.014,0.075-0.015,0.089-0.009,0.066-0.007,0.049-0.002,0.034-0.003,0.022-0.000,-0.062 0.003,0.199-0.001,0.030 0.001,0.008 0.002,-0.009 0.001,-0.019 0.002,-0.025 0.002,-0.546 0.001,0.694 0.000,0.026 0.000,-0.026 0.002,-0.059-0.001,-0.076 0.001,-0.083 0.001,-0.122-0.072,0.017-0.070,0.301-0.157,-0.059-0.059,-0.085-0.026,-0.094-0.005,-0.719 0.316,0.413-0.218,-0.012-0.034,0.210-0.185,-0.049-0.005,-0.054 0.019,-0.055 0.034,-0.051 0.042,0.000-0.017,-0.021-0.027,0.030-0.083,0.037-0.094,0.038-0.096,0.038-0.092,0.034-0.083,-0.404 0.510,0.528-0.719,0.009-0.077,-0.020-0.048,-0.038-0.024,-0.046-0.008,-0.047 0.002,-0.193 0.246,-0.061-0.029,0.027-0.321,-0.107 0.078,-0.097 0.113,-0.083 0.126,-0.102 0.324,-0.020-0.098,-0.016-0.066,-0.035-0.738,-0.071-0.139,-0.068-0.092,-0.065-0.056,-0.056-0.027,-0.106-0.179,-0.029 0.183,-0.031 0.109,-0.016 0.147,-0.005 0.164,0.003 0.165,0.009 0.153,0.234 0.679,-0.372-0.905,-0.123-0.111,-0.126-0.083,-0.118-0.055,-0.105-0.034,-0.090-0.020,0.625 1.016,-0.840-1.027,-0.010 0.099,0.075 0.154,0.125 0.182,0.148 0.185,0.155 0.177,0.662 0.753,-0.818-0.862,-0.043 0.008,0.015 0.070,0.051 0.104,0.071 0.118,0.080 0.121,0.078 0.112,0.028 0.078,0.111 0.122,0.104 0.104,0.090 0.082,0.072 0.063,0.084 0.045,0.040 0.026,0.032 0.019,0.023 0.010,0.017 0.007,0.010 0.002,0.007-0.001,-0.327 0.076</inkml:trace>
</inkml:ink>
</file>

<file path=ppt/ink/ink9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789.000 1087.000,'0.000'0.017,"0.000"0.025,0.000 0.028,0.000 0.030,0.000 0.025,0.000 0.022,0.000 0.019,0.000 0.013,0.000 0.011,0.000 0.008,0.026-0.051,0.048 0.065,0.225 0.348,0.190 0.207,0.181 0.186,0.165 0.159,0.141 0.130,0.116 0.103,-0.851-1.059,1.386 1.351,0.249 0.062,0.120-0.037,0.027-0.097,-0.033-0.128,-0.069-0.139,-1.532-1.037,1.751 1.073,0.219 0.011,0.175-0.027,0.135-0.052,0.099-0.063,0.069-0.066,0.182-0.184,0.164-0.129,0.646-0.047,-0.015-0.177,-0.097-0.161,-0.137-0.134,-2.201-0.204,1.100-0.007,0.031-0.099,0.999-0.225,-0.041-0.210,-0.093-0.187,-0.122-0.158,-0.130-0.131,-0.128-0.101,-2.368 0.795,1.349-0.575,0.058-0.122,1.725-1.058,-0.145-0.123,-0.277 0.011,-0.337 0.092,-0.342 0.132,-0.318 0.148,-0.275 0.143,-0.226 0.128,-0.174 0.107,-0.131 0.087,-0.574 0.580,0.098 0.035,1.061-0.352,0.054 0.170,-0.065 0.173,-0.134 0.162,-0.163 0.139,-0.169 0.116,-0.059 0.118,0.071 0.089,0.015 0.081,-0.021 0.072,-0.046 0.061,-0.058 0.049,-0.105 0.028,-0.131 0.012,-0.138 0.001,-0.135-0.008,-0.124-0.010,-0.108-0.015,-0.312-0.099,0.351 0.092,-0.022-0.022,-0.010-0.017,-0.006-0.013,-0.001-0.012,0.003-0.007,-0.622-0.130,1.550 0.359,0.454 0.110,0.192 0.046,0.008-0.001,-0.109-0.028,-0.176-0.044,-0.195-0.065,-0.145-0.061,-0.217-0.076,-0.194-0.072,-0.165-0.060,-0.135-0.050,-0.475-0.055,0.407-0.002,-0.049-0.025,-0.043-0.018,-0.033-0.011,-0.026-0.005,-0.370 0.007,0.346-0.026,-0.067-0.025,-0.087-0.027,-0.093-0.026,-0.087-0.024,-0.081 0.035,0.318-0.103,0.098-0.028,0.024-0.001,-0.025 0.019,-0.052 0.028,-0.067 0.034,1.355-0.162</inkml:trace>
</inkml:ink>
</file>

<file path=ppt/ink/ink9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184.000 802.000,'0.212'0.306,"0.259"0.275,0.592 0.466,0.446 0.188,0.395 0.088,0.334 0.017,0.269-0.028,-0.794-0.539,1.447 0.313,0.541-0.113,1.142-0.095,0.662-0.232,0.572-0.233,0.470-0.215,-5.215-0.174,5.267-0.285,0.284-0.326,0.727-0.371,0.175-0.275,0.101-0.219,0.047-0.166,0.009-0.121,-2.165 0.438,0.053-0.033,2.387-0.532,0.129 0.022,0.061 0.057,0.014 0.078,-0.021 0.085,-1.240 0.292,1.900-0.311,-0.647 0.125,-0.886 0.146,-0.963 0.147,-0.938 0.135,-0.848 0.120,-1.904 0.382,-0.357 0.073,5.146-1.054</inkml:trace>
</inkml:ink>
</file>

<file path=ppt/ink/ink9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155.000 252.000,'0.007'0.007,"0.012"0.012,0.014 0.014,0.012 0.012,0.014 0.014,0.010 0.010,0.010 0.010,0.008 0.008,0.005 0.005,0.005 0.005,0.000-0.024,0.348 0.216,0.316 0.181,1.330 0.719,0.733 0.321,0.569 0.216,0.422 0.132,-2.310-1.158,1.980 0.819,0.317 0.085,1.752 0.637,0.389 0.065,0.245 0.016,0.138-0.017,-5.110-1.868,3.301 1.120,0.214 0.014,1.865 0.505,0.241-0.036,0.135-0.063,0.053-0.079,-0.002-0.084,-5.446-1.415,3.833 0.843,0.694 0.031,6.753 1.044,1.116-0.058,1.292-0.012,0.898-0.058,0.581-0.084,-5.969-0.813,0.360-0.025,9.451 0.773,2.314-0.020,-1.366-0.299,-2.225-0.320,-2.543-0.303,-2.511-0.266,-2.267-0.220,1.922-0.211,3.498-0.128,3.554-0.102,3.325-0.079,-1.139-0.055,0.506-0.033,3.926-0.031,-0.806-0.016,-1.235-0.008,-1.400 0.000,-19.470 0.041,15.408-0.026,0.616 0.004,6.641-0.003,-0.569 0.007,-1.149 0.007,-1.422 0.005,-1.477 0.006,-10.071-0.008,-0.244-0.023,8.588-0.071,-0.437-0.021,-0.892-0.003,-1.117 0.007,-1.178 0.015,-7.015 0.025,1.747-0.032,0.049-0.010,5.313-0.149,-0.288-0.128,-0.521-0.139,-0.633-0.137,-0.656-0.127,-0.446-0.241,0.462-0.311,-1.345-0.113,-1.418-0.049,-1.333-0.005,-9.229 1.239,5.208-0.905,-0.080-0.125,2.287-0.671,-0.219-0.176,-0.278-0.126,-0.302-0.088,-0.295-0.053,-0.275-0.031,-4.591 1.364,5.379-1.875,-0.394 0.015,-0.694 0.168,-0.833 0.250,-0.864 0.287,-0.816 0.288,-1.454 0.534,-0.272 0.097,0.884-0.736,-0.038-0.602,0.055-0.721,0.110-0.737,0.134-0.690,-2.113 1.839,1.223-2.384,-0.647-0.035,-0.691 0.199,-0.670 0.334,-0.606 0.396,-0.737 1.285,-0.372-0.054,-0.637-1.351,-0.496 0.245,-0.344 0.359,-0.221 0.407,-0.127 0.406,0.141 0.715,-0.354 0.009,-0.443-0.043,-1.599-0.584,-1.554-0.272,-1.666-0.297,-1.637-0.295,-1.516-0.276,1.813 0.982,-0.639 0.026,-6.169-1.616,0.257 0.452,0.942 0.552,1.275 0.563,10.526 2.675,-5.116-1.134,-0.478 0.050,-8.440-1.163,-2.448 0.072,-2.147 0.075,-1.793 0.069,-1.424 0.061,-1.426 0.101,0.661 0.226,-0.475 0.089,-0.061 0.100,0.216 0.100,0.385 0.096,0.476 0.086,19.130 1.384,-17.528-1.104,-1.084 0.063,-4.598-0.126,1.204 0.177,1.992 0.192,2.379 0.187,8.699 0.438,-4.736-0.051,-0.114 0.120,-3.027 0.086,0.022 0.141,0.144 0.123,0.218 0.103,0.253 0.083,16.766-0.043,-10.038 0.051,-0.540 0.013,-10.191 0.057,0.084-0.017,0.800-0.033,1.215-0.040,1.405-0.043,2.861-0.115,-0.494-0.075,-4.063-0.106,0.827-0.022,1.299 0.007,1.512 0.025,1.552 0.037,1.468 0.040,13.522 0.166,-13.312-0.061,1.274 0.131,1.592 0.142,1.676 0.136,1.607 0.124,0.683 0.190,1.498 0.122,1.894 0.121,0.426 0.304,0.189 0.338,0.023 0.340,3.439-0.992,-2.444 1.146,0.200 0.185,-0.890 0.804,0.634-0.013,0.674-0.124,0.645-0.185,0.576-0.207,0.488-0.205,0.451-0.127,0.280-0.027,0.271-0.065,0.245-0.086,0.212-0.094,-0.031 0.832,0.403-0.612,0.064 0.123,-0.088 1.159,0.198 0.372,0.205 0.346,0.194 0.305,0.367 0.719,0.087-1.942,0.177 0.110,0.836 2.385,0.467-0.084,0.374-0.260,0.288-0.355,-0.190-1.134,-0.124-0.658,0.110-0.212,0.741 0.493,-0.095-0.479,-0.190-0.481,-0.242-0.451,-0.260-0.404,-0.035-0.171,-0.067-0.127,-0.004-0.027,0.040 0.040,0.065 0.081,0.077 0.101,0.078 0.108,0.075 0.104,0.290 0.224,0.306 0.206,0.331 0.208,0.323 0.193,0.294 0.171,-1.388-0.997,1.613 1.054,0.021-0.041,-0.145-0.150,-0.248-0.212,-0.299-0.242,0.368 0.072,-0.056-0.228,0.027-0.182,0.073-0.138,0.099-0.100,0.105-0.068,-0.781-0.356,-0.029-0.078,-0.034-0.076,0.302 0.028,-0.313-0.136,-0.362-0.134,-0.371-0.124,-0.345-0.126,-0.307-0.117,-0.060-0.064,-0.151-0.069,-0.080-0.042,-0.029-0.023,-0.916-0.124,0.670 0.035,0.226-0.013,1.130 0.015,0.145-0.027,-0.014-0.023,-0.110-0.018,-0.630-0.017,0.070-0.007,0.652-0.005,0.087-0.006,0.055-0.004,0.028-0.001,0.010-0.002,8.527-0.027</inkml:trace>
</inkml:ink>
</file>

<file path=ppt/ink/ink9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487.000 288.000,'0.217'0.014,"0.345"0.021,0.404 0.025,0.417 0.026,0.395 0.026,1.550 0.160,1.038 0.095,0.681 0.049,0.404 0.015,0.195-0.007,0.048-0.022,-2.099-0.150,0.362 0.029,4.290 0.224,2.516 0.045,2.639 0.026,2.547 0.013,2.328 0.003,2.029-0.005,-11.160-0.366,16.826 0.116,-0.047-0.213,-1.544-0.182,-2.362-0.149,-2.691-0.118,-2.684-0.086,-9.308 0.189,17.755-0.796,7.298-0.433,1.808-0.133,-0.156-0.001,-1.328 0.077,-1.916 0.120,-2.101 0.133,-2.027 0.129,-1.801 0.117,-1.503 0.098,-1.190 0.078,-6.624 0.244,2.468-0.085,-1.866 0.090,-2.017 0.100,-1.962 0.099,-1.785 0.093,-1.392 0.081,-3.297 0.078,-0.492-0.003,15.779-0.718</inkml:trace>
</inkml:ink>
</file>

<file path=ppt/ink/ink10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809.000 294.000,'0.119'0.013,"0.210"0.024,2.314 0.153,2.571 0.129,2.671 0.120,2.501 0.105,2.182 0.085,1.801 0.067,1.412 0.050,1.054 0.036,0.744 0.022,0.491 0.014,0.165-0.114,2.613-0.026,0.513-0.091,0.075-0.091,-0.196-0.079,-0.348-0.067,-9.242-0.178,7.926 0.059,-1.517-0.058,-2.045-0.051,-2.217-0.041,-2.149-0.032,-1.937-0.025,-7.723-0.031,5.080-0.146,0.931-0.125,7.930-0.504,0.251-0.141,-0.811-0.034,-1.407 0.037,-8.900 0.584,2.961-0.221,-0.897 0.025,16.923-2.124</inkml:trace>
</inkml:ink>
</file>

<file path=ppt/ink/ink10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142.000 428.000,'0.810'0.000,"1.302"0.000,1.549 0.000,1.618 0.000,1.564 0.000,2.946 0.000,2.986 0.000,1.538 0.000,0.998 0.000,0.584 0.000,0.280 0.000,-10.127 0.000,11.162-0.017,0.110-0.027,-0.373-0.028,-0.636-0.030,-0.742-0.026,-3.793-0.017,-1.278-0.021,0.255-0.043,4.183-0.118,0.754-0.029,0.673-0.009,0.578 0.005,0.476 0.012,-5.721 0.108,0.643-0.031,9.578-0.314,0.109-0.128,-0.692-0.115,-1.156-0.099,-1.365-0.081,-1.400-0.064,0.569-0.658,-1.704-0.478,-2.096-0.376,-2.156-0.284,-2.007-0.201,-5.097 1.249,1.759-1.922,-2.026-0.288,-1.759-0.156,-1.444-0.063,-1.127 0.000,-0.525 1.736,-1.203-1.925,-0.930-0.201,-0.766-0.064,-0.608 0.030,-0.463 0.088,-0.335 0.121,2.503 2.612,-4.596-2.969,-1.178 0.197,-0.928 0.331,-0.696 0.388,-0.499 0.393,-0.334 0.367,3.564 1.373,-0.658 0.064,-5.413-0.726,-0.961 0.240,-0.536 0.258,-0.219 0.257,0.006 0.238,11.249 1.140,-15.738-0.910,-2.489 0.348,-0.587 0.413,0.176 0.390,0.638 0.343,0.878 0.288,0.798 0.398,-1.077 0.513,0.865 0.346,1.021 0.259,1.029 0.187,0.946 0.124,7.373-0.974,-5.414 1.005,0.123 0.112,0.339 0.042,0.460-0.011,0.509-0.044,0.510-0.062,7.363-1.399,-4.079 0.844,0.131 0.016,-2.906 0.719,0.995-0.070,1.190-0.112,1.236-0.131,1.183-0.136,0.646 0.127,0.935-0.035,1.234-0.231,1.149-0.275,1.003-0.284,0.830-0.265,0.697-0.143,0.479-0.063,0.396-0.114,0.276-0.106,0.179-0.090,0.037-0.190,0.113 0.165,0.019-0.019,-0.011-0.018,-0.028-0.017,-0.037-0.013,-0.059-0.057,-0.025 0.087,0.089 0.382,0.129 0.288,0.153 0.286,0.157 0.259,0.144 0.221,-0.474-1.300,0.631 1.440,0.043-0.084,-0.006-0.184,-0.036-0.230,-0.050-0.237,-0.548-0.969,0.588 0.548,0.207-0.112,0.263-0.054,0.235-0.046,0.216-0.021,0.193-0.005,0.163 0.006,0.873 0.336,0.118 0.039,-0.138-0.064,-0.285-0.123,-0.352-0.148,-0.363-0.151,0.922 0.113,0.512 0.039,0.131-0.040,-0.126-0.087,-0.277-0.113,-0.356-0.119,-0.218-0.041,-0.331-0.075,-0.249-0.066,-0.236-0.066,-0.209-0.063,-0.181-0.056,-0.146-0.047,-0.084-0.036,-0.163-0.034,-0.145-0.024,-0.124-0.017,-0.098-0.011,-0.075-0.005,-0.147 0.001,0.019 0.000,2.233-0.063</inkml:trace>
</inkml:ink>
</file>

<file path=ppt/ink/ink10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147.000 417.000,'0.221'0.000,"0.049"0.000,0.194 0.000,0.825 0.037,0.555 0.061,0.506 0.071,0.441 0.074,0.369 0.073,-2.420-0.240,2.096 0.237,0.608 0.084,3.926 0.466,1.059 0.107,0.618 0.043,0.288-0.004,0.057-0.032,-7.496-0.782,9.778 0.820,0.589-0.071,0.417-0.071,-0.032-0.092,-0.322-0.100,-0.492-0.097,1.556-0.088,0.025-0.134,-0.640-0.135,-1.019-0.130,-1.186-0.113,-1.207-0.096,-1.130-0.079,-1.184-0.038,-0.746-0.025,-0.587-0.010,-0.444 0.000,-0.319 0.006,-0.217 0.011,-0.304 0.017,-0.596 0.034,-0.630 0.035,-0.609 0.035,-0.550 0.032,-0.469 0.026,-0.387 0.023,0.088 0.064</inkml:trace>
</inkml:ink>
</file>

<file path=ppt/ink/ink10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136.000 430.000,'0.134'0.000,"0.206"0.000,0.239 0.000,0.237 0.000,0.220 0.000,0.192 0.000,0.158 0.000,-0.696 0.000,3.725 0.000,3.516 0.000,1.689 0.000,0.804 0.000,0.163 0.000,-0.278 0.000,-8.039-0.003,11.756-0.202,1.362-0.211,0.904-0.207,0.547-0.187,0.280-0.159,0.093-0.128,-1.655 0.043,-0.878 0.024,-1.004 0.054,-1.012 0.071,-0.942 0.075,-0.827 0.071,24.276-1.564</inkml:trace>
</inkml:ink>
</file>

<file path=ppt/ink/ink10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304.000 708.000,'-0.096'-0.016,"-0.147"-0.024,-0.169-0.029,-0.168-0.028,-0.155-0.025,0.423 0.074,-0.737-0.084,-0.088 0.011,-0.007 0.016,0.041 0.020,0.069 0.019,0.199 0.026,0.024 0.048,-0.102 0.068,-0.438 0.143,-0.092 0.105,-0.045 0.087,-0.013 0.069,0.010 0.055,1.157-0.404,-0.992 0.528,-0.122 0.163,-0.623 0.577,-0.084 0.290,-0.021 0.250,0.022 0.209,0.049 0.167,-0.209 0.507,0.055 0.179,0.056 0.139,0.051 0.102,0.044 0.071,0.035 0.047,-0.294 0.352,-0.257 0.151,-0.294 0.148,-0.288 0.134,-0.259 0.111,-0.220 0.090,1.548-1.730,-1.313 1.794,0.116-0.014,0.270-0.249,0.354-0.387,0.388-0.457,0.384-0.472,1.166-1.626,-0.399 1.018,0.176 0.042,-0.012 0.909,0.343-0.008,0.309-0.057,0.269-0.086,0.221-0.098,0.200-0.295,0.212-0.113,0.226-0.018,0.195-0.045,0.169-0.019,0.144-0.003,0.114 0.007,0.625 0.482,0.392-0.007,0.457 0.023,0.417-0.035,0.362-0.070,0.302-0.090,-1.377-1.096,0.147-0.072,2.064 0.779,-0.058-0.347,-0.253-0.370,-0.359-0.356,-0.400-0.323,-0.136-0.240,-0.491-0.266,-0.439-0.201,-0.366-0.144,-0.292-0.096,-0.219-0.059,-0.989 0.004,5.115-1.553,2.133-0.952,0.941-0.553,0.130-0.260,-0.375-0.059,-5.522 2.096,4.829-2.516,-0.614-0.142,-0.798 0.041,-0.852 0.151,-0.818 0.210,-0.732 0.230,-1.653 1.107,-0.238-0.063,0.354-1.237,-0.346-0.693,-0.301-0.774,-0.254-0.778,-0.206-0.733,-0.558-0.534,-0.535-0.217,-0.541-1.340,-0.454 0.777,-0.296 1.012,-0.172 1.063,0.793 4.738,-0.788-2.911,-0.526-0.633,-0.172 0.444,-0.091 0.469,-0.031 0.452,0.010 0.407,-0.084 0.320,0.226 0.501,0.094 0.229,-0.348 0.035,-0.340 0.179,-0.422 0.136,-0.442 0.098,0.117 0.258,-0.101 0.149,-0.236 0.103,-0.190 0.094,-0.195 0.068,-0.187 0.049,-0.169 0.029,-0.375-0.011,0.375 0.066,0.502 0.067,0.543 0.062,0.526 0.055,0.474 0.045,0.028-0.009,0.068 0.001,0.167 0.021,0.221 0.030,0.241 0.036,0.236 0.036,0.217 0.033,-0.514-0.036</inkml:trace>
</inkml:ink>
</file>

<file path=ppt/ink/ink10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667.000 794.000,'0.000'0.015,"0.000"0.022,0.000 0.026,0.000 0.024,0.000 0.021,0.000 0.019,0.037 0.129,0.061 0.234,0.071 0.274,0.074 0.287,0.073 0.275,0.356 0.677,0.265 0.327,0.260 0.290,0.226 0.205,0.187 0.134,0.148 0.078,0.113 0.037,-1.474-2.431,1.800 2.704,0.001-0.137,-0.138-0.299,-0.215-0.382,-0.249-0.405,-0.253-0.392,-0.776-1.076,1.201 0.749,0.236-0.318,0.174-0.311,0.121-0.282,0.080-0.244,0.045-0.198,-0.091-0.287,0.088-0.342,0.098-0.355,0.096-0.339,0.090-0.306,0.078-0.263,0.830-0.995,0.461-0.596,0.252-0.337,0.102-0.148,-0.004-0.014,-0.070 0.071,-0.108 0.122,-3.401 2.995,3.247-2.749,-0.143 0.235,-0.225 0.308,-0.267 0.335,-0.273 0.329,-0.261 0.303,-2.310 1.577,2.567-1.433,-0.007 0.192,-0.147 0.218,-0.225 0.221,-0.263 0.209,-0.267 0.184,-0.253 0.157,-1.121 0.552,1.923 1.060,0.256 0.946,0.089 0.694,-0.020 0.484,-0.089 0.311,-0.646-0.544,0.401 0.598,-0.085-0.065,-0.135-0.184,-0.160-0.253,-0.166-0.282,-0.158-0.283,-1.178-1.386,1.614 1.201,0.249-0.284,0.199-0.316,0.153-0.317,0.114-0.293,0.078-0.260,-2.641-0.591,2.957-0.017,-0.018-0.466,-0.144-0.383,-0.215-0.301,-0.243-0.228,-0.244-0.162,0.222-0.285,0.172-0.156,0.064-0.031,-0.009 0.054,-0.057 0.104,-0.084 0.130,-2.411 1.278,3.273-0.914,0.893 0.135,1.745 0.062,0.251 0.324,-0.111 0.329,-0.340 0.310,-0.467 0.277,-4.707-0.142,5.013 0.656,0.489 0.478,-0.352 0.260,-0.455 0.147,-0.475 0.065,-0.445 0.012,-0.387-0.023,0.001-0.095,0.236-0.127,0.356-0.137,0.398-0.131,-0.501-0.255,-0.547-0.277,-0.310-0.258,-0.362-0.270,-0.370-0.260,-0.355-0.237,-0.320-0.206,-1.657 0.270,0.798-0.514,-0.082-0.238,0.476-0.691,-0.299-0.094,-0.320 0.039,-0.317 0.122,-0.290 0.170,-0.910 1.226,0.961-1.228,-0.042 0.169,-0.052 0.203,-0.054 0.206,-0.051 0.191,-0.044 0.170,-0.088 0.418,0.533 0.438,0.253 0.435,0.216 0.360,0.179 0.286,0.140 0.215,-0.368-0.254,0.649 0.342,0.259-0.006,0.233-0.060,0.201-0.088,0.165-0.103,0.132-0.104,0.039-0.189,0.179-0.166,0.183-0.168,0.173-0.160,0.157-0.145,0.133-0.124,-1.302-0.156,2.619-0.034,-0.049-0.145,-0.353-0.128,-0.514-0.109,-0.578-0.088,-0.570-0.068,-0.883 0.086,-0.064 0.010,0.553-0.016,0.074 0.066,0.099 0.074,0.109 0.075,0.108 0.070,0.477 0.052,0.306 0.036,-0.017 0.019,-0.117 0.007,-0.171-0.002,-0.190-0.006,-1.001-0.020,0.467 0.001,-0.129-0.009,-0.120-0.008,-0.107-0.007,-0.091-0.006,-0.072-0.005,-2.224-0.010,2.612-0.082,0.063-0.042,-0.019-0.017,-0.071 0.002,-0.097 0.011,-0.105 0.017,0.270 0.014,0.180-0.002,-0.013-0.005,-0.140-0.007,-0.212-0.009,-0.245-0.009,-2.230 0.103,1.360-0.064,-0.106 0.005,0.472-0.019,-0.224 0.016,-0.219 0.017,-0.201 0.014,-0.177 0.015,-0.480 0.018,-0.058 0.006,0.284 0.002,-0.044 0.007,-0.028 0.006,-0.015 0.004,-0.005 0.002,-0.198 0.001,0.146 0.001,-0.091 0.001,-0.107-0.001,-0.112 0.000,-0.107 0.000,-0.095-0.001,-0.081-0.001,-0.020 0.000,-0.050-0.001,-0.032 0.000,-0.019 0.000,-0.009-0.001,-0.033 0.000,-0.003 0.000,-0.001 0.000,-0.000 0.000,0.000 0.000,0.003 0.000,-0.252 0.002,0.306 0.042,0.114 0.023,0.310 0.060,0.091 0.030,0.043 0.022,0.008 0.018,-0.017 0.011,0.035 0.017,-0.111-0.021,-0.125-0.029,-0.124-0.033,-0.114-0.032,-0.099-0.028,-0.081-0.024,0.500 0.050,0.792 0.088,0.915 0.106,0.910 0.107,0.828 0.099,-0.695-0.122,-0.728-0.090,0.145 0.011,1.994 0.198,-0.077-0.011,-0.260-0.028,-0.363-0.035,-0.405-0.040,-1.390-0.167,0.060-0.022,1.679 0.073,-0.273-0.061,-0.421-0.055,-0.484-0.045,-0.489-0.039,-0.466-0.041,-0.321-0.036,-0.251-0.035,-0.188-0.028,-0.136-0.026,-0.091-0.019,-0.055-0.015,-0.605 0.062,0.786-0.257,0.008-0.151,-0.029-0.136,-0.047-0.118,-0.056-0.095,-0.057-0.073,-0.030-0.301,-0.051-0.218,-0.077-0.136,-0.085-0.072,-0.086-0.029,-0.062-0.109,0.023-0.338,0.048-0.391,0.061-0.400,0.066-0.377,0.062-0.335,0.057-0.287,-0.002-0.393,-0.154-0.158,-0.217-0.069,-0.245-0.007,-0.243 0.034,-0.226 0.056,-0.195 0.067,-1.398-1.086,-1.366-0.648,-1.248-0.429,-1.071-0.259,-0.879-0.133,2.429 2.974,-0.289 0.037,-3.748-2.364,-0.713 0.480,-0.487 0.599,-0.304 0.635,-0.167 0.607,1.730 1.224,-3.114-0.120,-0.095 0.787,0.083 0.691,0.183 0.574,0.231 0.453,1.457 0.307,0.880 0.205,0.947 0.138,0.920 0.086,0.834 0.048,0.717 0.017,0.592-0.002,-7.486 0.554,-5.597 0.528,-2.920 0.386,-1.255 0.287,-0.110 0.202,0.616 0.133,1.025 0.079,1.571 0.207,0.683 0.255,0.981 0.146,1.109 0.066,1.117 0.009,3.034-0.611,-1.323 0.374,1.187-0.277,1.191-0.318,1.113-0.319,0.982-0.302,0.834-0.265,4.472-0.963,-4.339 0.938,0.681-0.122,0.668-0.115,0.604-0.098,0.513-0.080,0.415-0.064,0.532-0.109,0.090 0.023,0.561-0.090,0.561-0.092,0.512-0.086,1.448-0.463,-0.485 0.316,0.203 0.022,0.053 0.126,0.146 0.025,0.098 0.019,0.059 0.014,0.032 0.009,-0.059 0.092,0.072-0.058,0.069-0.043,0.082-0.057,0.084-0.060,0.081-0.058,0.232-0.492,-0.152 1.164,0.124 0.503,0.144 0.380,0.147 0.275,0.138 0.185,0.121 0.117,-0.170-1.109,0.004-0.009,0.350 1.304,0.174 0.085,0.185 0.067,0.180 0.050,0.161 0.036,-0.494-1.370,1.019 1.405,0.196-0.233,0.113-0.286,0.050-0.294,0.011-0.274,-0.016-0.236,-0.623-0.634,0.504 0.202,-0.179-0.293,-0.215-0.281,-0.214-0.250,-0.450-0.224,-0.182-0.069,0.921 0.408</inkml:trace>
</inkml:ink>
</file>

<file path=ppt/ink/ink10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1075.000 795.000,'0.011'0.000,"0.018"0.000,0.019 0.000,0.020 0.000,0.018 0.000,0.016 0.000,0.014 0.000,0.080 0.048,0.113 0.073,0.126 0.085,0.124 0.085,0.112 0.076,0.044 0.068,0.491 0.343,0.393 0.278,0.383 0.268,0.352 0.242,0.308 0.209,0.260 0.176,0.481 0.337,-0.159-0.086,-0.284-0.168,-0.338-0.203,-0.343-0.210,-0.315-0.194,-1.504-1.121,2.520 1.503,0.808 0.353,1.408 0.649,0.158-0.048,-0.176-0.221,-0.385-0.316,-0.494-0.358,-0.266-0.241,-0.345-0.308,-0.255-0.280,-0.179-0.241,-0.117-0.198,-0.069-0.157,0.321-0.132,0.391-0.101,-0.076-0.095,-0.192-0.068,-0.246-0.046,-0.256-0.027,-0.273-0.014,-0.206-0.006,-0.169-0.000,-0.133 0.004,-0.100 0.007,-0.070 0.006,-1.611 0.012,1.715-0.227,0.551-0.184,1.822-0.442,0.462-0.181,0.195-0.101,0.008-0.043,-0.116 0.000,-3.998 0.941,5.184-1.345,-0.193-0.048,0.028-0.115,-0.162-0.067,-0.277-0.031,-0.339-0.004,-4.151 1.443,3.013-1.317,0.065-0.245,1.973-1.417,-0.406-0.220,-0.571-0.056,-0.631 0.050,-0.618 0.113,-1.892 1.577,-0.192 0.095,0.903-1.089,-0.583 0.469,-0.512 0.481,-0.425 0.447,-0.336 0.387,-0.271 0.492,-0.101 0.391,-0.048 0.376,-0.010 0.340,0.015 0.295,0.031 0.243,-0.431-0.755,0.798 1.559,0.267 0.570,0.673 1.179,0.325 0.369,0.245 0.163,0.177 0.025,-0.134-0.551,0.093-0.266,0.078-0.301,0.063-0.302,0.050-0.280,0.036-0.246,-0.226-0.729,0.529-0.114,2.600 0.124,0.310-0.758,-0.087-0.797,-0.321-0.752,-0.437-0.658,-2.518 0.356,1.337-2.171,-0.822-0.982,-0.776-0.744,-0.678-0.534,-0.562-0.362,-0.674 2.424,-0.130-0.832,-0.187-0.150,-0.317-2.098,-0.324 0.120,-0.260 0.291,-0.199 0.378,-0.148 0.406,0.284 1.861,-0.039 0.214,-0.752-1.112,-0.525 0.293,-0.573 0.248,-0.561 0.203,-0.511 0.158,-0.444 0.118,-1.956-0.289,-1.826-0.166,-1.524-0.002,-1.221 0.108,-0.941 0.170,-0.694 0.200,0.480 0.534,0.475 0.536,0.729 0.582,0.848 0.574,0.873 0.534,0.836 0.472,6.387 0.174,-7.705 0.636,-0.100 0.514,0.126 0.351,0.256 0.223,0.317 0.123,0.333 0.052,6.858-1.511,-3.543 0.823,-0.209 0.056,-5.267 1.281,-0.198 0.119,0.159 0.036,0.361-0.017,8.464-2.180,-7.454 1.950,0.470-0.108,0.843-0.212,1.026-0.266,1.076-0.281,1.032-0.272,0.932-0.249,-2.054 0.962,-0.806 0.549,-0.533 0.454,-0.162 0.311,0.092 0.194,0.253 0.106,1.554-0.681,-0.822 0.670,1.037-0.311,1.064-0.346,0.996-0.340,0.873-0.311,1.012-0.662,0.493-0.245,0.285 0.010,0.309 0.876,0.568 0.018,0.436-0.017,0.320-0.035,-0.766-1.836,0.610 1.201,0.141 0.151,0.801 1.220,0.097-0.049,-0.016-0.204,-0.083-0.278,-1.420-2.020,0.908 1.191,-0.026-0.115,0.197 0.137,-0.054-0.166,-0.057-0.156,-0.058-0.137,-0.052-0.117,-0.456-0.435,-0.007-0.015,0.558 0.451,0.037-0.009,0.029-0.013,0.025-0.010,0.019-0.012,-0.140-0.102,0.501 0.373,-0.022-0.026,-0.123-0.103,-0.176-0.145,-0.195-0.157,-0.192-0.156,0.020-0.153,-0.003-0.141,-0.019-0.122,-0.027-0.099,-0.030-0.079,-0.030-0.059,-0.129-0.041,-0.090-0.025,-0.097-0.016,-0.093-0.010,-0.087-0.004,-0.076-0.001,-0.122 0.011,-0.006 0.002,1.054-0.074</inkml:trace>
</inkml:ink>
</file>

<file path=ppt/ink/ink10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946.000 847.000,'0.010'0.000,"0.016"0.000,0.018 0.000,0.018 0.000,0.019 0.000,0.015 0.000,0.014 0.000,-0.041 0.000,0.864 0.127,1.018 0.198,1.103 0.224,1.068 0.225,0.961 0.206,-2.887-0.549,4.594 0.933,0.504 0.107,-0.043-0.016,-0.389-0.093,-0.583-0.134,-0.663-0.153,-4.379-0.849,3.589 0.534,0.947 0.044,6.882 0.645,1.311-0.091,0.434-0.167,-0.149-0.202,-0.486-0.232,1.023-0.175,0.872-0.144,-0.324-0.140,-0.676-0.111,-0.840-0.084,-0.879-0.062,-3.262-0.080,0.972-0.106,-0.864-0.089,-0.954-0.075,-0.956-0.063,-0.893-0.050,-0.796-0.038,-4.898 0.362,4.719-0.444,-1.129 0.034,-1.058 0.049,-0.920 0.058,-0.755 0.054,-0.588 0.049,-0.442 0.087,-0.187 0.039,-0.163 0.039,-0.135 0.033,-0.110 0.029,-0.084 0.024,0.541 0.091</inkml:trace>
</inkml:ink>
</file>

<file path=ppt/ink/ink10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566.000 278.000,'0.970'0.092,"1.502"0.142,1.719 0.162,1.720 0.163,1.585 0.150,1.375 0.130,-1.243-0.132,2.094 0.164,0.740 0.035,0.554 0.018,0.394 0.002,0.263-0.004,-1.578-0.094,1.068 0.119,6.798 0.621,1.175 0.126,0.550 0.059,0.110 0.011,-0.180-0.019,2.377 0.063,0.592-0.169,0.648-0.188,0.623-0.184,0.552-0.165,0.461-0.138,-15.269-0.659,16.674 0.135,1.149-0.270,-0.186-0.233,-1.044-0.194,-1.531-0.154,-1.744-0.119,-18.195 0.413,17.069-0.598,-1.124-0.087,-1.633-0.028,-1.869 0.014,-1.902 0.039,-1.804 0.055,-7.823 0.416,8.074-0.467,-1.273 0.046,-1.436 0.059,-1.426 0.064,-1.309 0.061,-1.130 0.055,17.461-1.893</inkml:trace>
</inkml:ink>
</file>

<file path=ppt/ink/ink10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661.000 844.000,'0.011'0.000,"0.019"0.000,0.021 0.000,0.022 0.000,0.020 0.000,0.019 0.000,0.645-0.015,0.936-0.022,1.039-0.026,1.007-0.024,0.899-0.021,0.754-0.019,-1.123 0.010,1.320-0.059,5.619-0.253,1.902-0.150,1.174-0.127,0.626-0.103,3.744-0.319,1.700-0.173,0.743-0.092,0.099-0.036,-0.300 0.002,-0.513 0.025,-3.290 0.455,7.037-0.118,-0.185 0.186,-1.481 0.188,-2.175 0.173,-2.435 0.148,-3.883 0.158,0.264 0.062,0.272 0.051,6.784 0.040,1.187 0.053,0.986 0.031,0.777 0.017,-7.128-0.031,-0.797-0.039,1.189-0.050,-1.419-0.040,-1.443-0.031,-1.365-0.024,-1.230-0.017,-4.502 0.039,-0.298-0.017,4.210-0.148,-1.429 0.008,-1.517 0.030,-1.451 0.041,-1.297 0.045,5.396-0.171</inkml:trace>
</inkml:ink>
</file>

<file path=ppt/ink/ink10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697.000 855.000,'0.970'0.012,"1.518"0.020,1.758 0.022,1.783 0.022,1.666 0.021,1.469 0.019,-3.226-0.032,0.533 0.023,6.072 0.155,1.277 0.080,0.873 0.069,0.554 0.059,0.306 0.048,2.204 0.052,1.481-0.008,1.547-0.024,1.461-0.032,1.283-0.035,1.069-0.032,-9.086-0.263,12.973-0.129,1.463-0.239,0.040-0.222,-0.891-0.196,-1.435-0.167,-1.693-0.135,-20.623 0.719,18.611-0.739,-0.782 0.012,-0.659 0.046,-1.366 0.098,-1.409 0.114,-1.350 0.118,-1.226 0.113,0.143 0.083,-2.460 0.108,-1.959 0.079,-1.955 0.062,-1.817 0.048,-1.604 0.034,7.766 0.280</inkml:trace>
</inkml:ink>
</file>

<file path=ppt/ink/ink10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789.000 869.000,'5.302'-0.074,"4.266"-0.041,3.291-0.019,2.423-0.001,1.690 0.009,1.095 0.014,0.635 0.018,2.085 0.019,0.209 0.016,-1.008 0.017,-1.711 0.012,-2.036 0.010,-2.095 0.009,-11.206 0.009,17.098-0.044,2.680-0.060,1.424-0.070,0.530-0.070,-0.065-0.064,-0.426-0.056,-10.654 0.106,0.232-0.089,8.427-0.431,-0.756-0.160,-1.312-0.109,-1.584-0.068,-1.658-0.036,-0.907-0.063,-2.072 0.050,-2.219 0.090,-2.146 0.106,-1.944 0.110,-1.669 0.105,-1.285 0.122,-1.310 0.151,-0.869 0.104,-0.722 0.092,-0.581 0.080,-0.449 0.066,-0.333 0.054,-2.239 0.267</inkml:trace>
</inkml:ink>
</file>

<file path=ppt/ink/ink10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639.000 266.000,'0.070'0.014,"0.107"0.021,0.120 0.025,0.120 0.023,0.109 0.022,0.092 0.019,0.595 0.045,0.890 0.065,0.995 0.070,0.981 0.067,0.895 0.060,0.720 0.061,0.925 0.086,0.865 0.086,0.765 0.081,0.642 0.069,0.517 0.059,-2.754-0.279,0.974 0.065,0.918 0.061,8.055 0.587,1.274 0.003,0.485-0.065,-0.054-0.105,-0.397-0.121,-14.308-0.819,14.705 0.699,0.050-0.096,-0.510-0.107,-0.836-0.106,-0.994-0.099,-1.027-0.086,1.969-0.112,1.304-0.126,0.831-0.121,0.464-0.114,0.194-0.098,0.004-0.082,-0.120-0.066,-15.609 0.246,15.523-0.384,-1.699-0.059,-2.292-0.027,-2.501-0.001,-2.453 0.014,-2.240 0.023,-1.718-0.002,-1.903 0.033,-1.514 0.033,-1.146 0.028,-0.826 0.024,-0.558 0.019,-2.295-0.806</inkml:trace>
</inkml:ink>
</file>

<file path=ppt/ink/ink10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534.000 295.000,'2.333'0.071,"3.883"0.117,8.761 0.237,4.816 0.103,3.323 0.051,2.123 0.016,1.209-0.007,-0.934-0.193,-0.263-0.255,-0.539-0.288,-0.670-0.288,-0.698-0.265,-0.664-0.228,-18.125 0.729,22.670-1.270,1.801-0.204,-0.028-0.020,-1.196 0.101,-1.854 0.168,-2.142 0.201,-19.019 0.988,20.127-0.711,1.004 0.181,0.433 0.159,0.027 0.133,-0.237 0.109,-0.393 0.085,-2.193-0.007,-0.344-0.088,-0.061-0.083,-2.395-0.019,-2.743 0.006,-2.787 0.022,-2.627 0.031,13.634-0.987</inkml:trace>
</inkml:ink>
</file>

<file path=ppt/ink/ink10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858.000 1090.000,'0.015'0.075,"0.024"0.060,0.029 0.048,0.030 0.037,0.001-0.028,0.049 0.069,0.565 0.602,0.378 0.331,0.227 0.176,0.133 0.080,0.059 0.016,0.011-0.027,-0.021-0.052,-1.158-1.095,2.675 1.701,1.066 0.380,0.779 0.210,0.539 0.081,-2.845-1.482,2.816 1.040,0.732 0.070,3.303 0.862,0.460-0.140,0.052-0.227,-0.218-0.271,-0.381-0.279,-0.819-0.404,-0.132-0.259,1.606 0.015,-0.419-0.276,-0.481-0.217,-0.475-0.162,-3.559-0.439,0.802 0.015,1.981 0.102,0.832 0.009,3.731 0.164,0.856-0.040,0.535-0.056,0.286-0.065,-10.891-0.489,7.348 0.232,6.910 0.097,0.582-0.087,1.073-0.069,-0.391-0.079,-0.669-0.069,-0.807-0.054,-6.561-0.057,3.335-0.010,-0.224-0.020,2.390-0.019,-0.534-0.015,-0.609-0.008,-0.617-0.005,-0.580 0.000,-0.288 0.000,-0.987 0.003,-0.989 0.004,-0.919 0.004,-0.808 0.004,-0.676 0.003,-7.225 0.020,8.360 0.253,5.638 0.342,0.598 0.134,-0.670 0.039,-1.411-0.021,-1.763-0.057,-1.680-0.125,0.204-0.037,0.038-0.057,3.086 0.089,0.862 0.026,0.884 0.049,0.830 0.059,1.031 0.133,0.482 0.080,-0.194 0.045,-0.613 0.015,-0.833-0.003,-0.915-0.015,-0.899-0.020,-5.953-0.380,4.702 0.271,-0.524-0.058,-0.774-0.075,-0.892-0.081,-0.916-0.079,-8.316-0.425,9.797 0.347,0.631-0.091,-0.251-0.096,-0.481-0.082,-0.586-0.068,-0.606-0.050,-0.308-0.039,-0.072-0.025,-0.864-0.018,-1.032-0.009,-1.053-0.006,-0.981 0.000,-5.211 0.017,4.803-0.113,-1.100-0.016,0.383-0.045,5.528-0.301,0.207-0.092,-0.328-0.048,-0.624-0.018,-8.316 0.526,4.591-0.302,0.096-0.033,3.519-0.275,-0.817 0.053,-1.112 0.092,-1.194 0.108,-5.643 0.380,3.505-0.320,0.374-0.091,1.866-0.257,-0.184-0.031,-0.460 0.016,-0.617 0.047,-0.685 0.064,-3.926 0.506,4.100-0.717,0.430-0.179,1.188-0.361,0.086-0.146,-0.088-0.102,-0.201-0.062,-0.261-0.036,-5.018 1.377,4.019-1.351,-0.889 0.118,-0.287-0.070,1.187-0.797,-0.666 0.043,-0.647 0.115,-0.585 0.154,-1.578 0.881,0.102-0.189,-0.202 0.035,0.531-0.742,-0.498 0.134,-0.444 0.153,-0.373 0.149,-0.865 1.430,0.445-1.352,-0.171-0.123,-0.132-0.084,-0.097-0.053,-0.069-0.029,-0.044-0.011,0.021 0.002,0.069-0.106,0.080-0.176,0.052 0.034,0.038 0.078,0.027 0.101,0.018 0.110,-0.149 0.723,0.011-0.048,0.260-1.148,-0.009 0.062,-0.030 0.158,-0.041 0.200,-0.377 1.618,0.176-0.993,-0.030-0.045,0.010-0.872,-0.139 0.047,-0.135 0.117,-0.125 0.148,-0.072 0.395,-0.074 0.256,-0.010 0.312,-0.016 0.189,-0.001 0.163,0.007 0.139,0.013 0.111,0.171 0.232,-0.133-0.118,-0.259-0.202,-0.189-0.122,-0.660-0.431,-0.312-0.117,-0.238-0.058,-0.171-0.015,1.717 1.006,-1.082-0.546,-0.082 0.037,-0.685-0.161,-0.179 0.075,-0.157 0.078,-0.130 0.073,-0.107 0.065,2.179 0.472,-1.562-0.249,-0.306 0.018,-2.335-0.172,-0.254 0.081,0.026 0.087,0.207 0.081,0.305 0.074,0.347 0.061,3.358 0.122,-3.408-0.058,-0.289 0.033,-0.221 0.025,-0.164 0.019,-0.112 0.013,0.855 0.004,-0.272 0.003,-2.578 0.010,-0.017 0.001,0.232-0.001,0.370-0.002,0.426-0.003,2.506-0.009,-1.232 0.001,0.017-0.001,-0.403-0.002,-0.174-0.001,-0.210-0.002,-0.225-0.001,0.118-0.001,-0.246-0.001,-0.276 0.000,-2.862 0.000,-0.269-0.001,-0.071 0.000,0.056 0.000,7.562 0.001,-5.072-0.001,-0.634 0.001,-3.130 0.012,-0.308 0.020,0.037 0.024,0.263 0.025,0.399 0.024,7.955-0.082,-4.726 0.050,-0.287 0.001,-4.175 0.035,0.265-0.009,0.633-0.012,0.843-0.014,0.929-0.014,6.867-0.048,-7.382 0.036,0.644-0.013,0.728-0.013,0.722-0.008,0.664-0.007,0.573-0.004,4.659-0.003,-3.998-0.013,-1.514-0.025,-1.259-0.030,-1.025-0.036,-6.621-0.141,-0.679-0.066,0.104-0.049,0.623-0.037,0.928-0.023,11.527 0.329,-6.256-0.176,0.212 0.013,-5.557-0.125,0.913 0.057,1.055 0.059,1.065 0.059,7.014 0.130,-6.505-0.097,0.263-0.031,0.546-0.050,0.701-0.061,0.758-0.063,0.747-0.060,2.724 0.045,-3.603-0.517,-0.840-0.313,-1.003-0.146,-0.652 0.030,-0.523 0.128,-0.406 0.186,-0.299 0.214,-1.439 0.378,-1.187 0.454,0.744 0.410,0.979 0.321,1.034 0.237,8.147-0.623,-2.198 0.187,0.069-0.010,-2.383 0.140,-0.251-0.063,-2.840-0.031,-0.354-0.239,-0.226-0.251,-0.128-0.242,0.570-0.144,0.976-0.073,1.145-0.018,1.168 0.014,1.097 0.038,0.971 0.046,4.117 0.187,-4.490-0.012,0.122 0.100,0.361 0.077,0.488 0.056,0.534 0.038,0.523 0.025,0.927-0.057,-0.911-0.005,-2.689 0.015,-0.385-0.039,0.076-0.045,0.378-0.047,0.557-0.044,2.014 0.008,0.282 0.021,-1.043 0.050,0.602 0.056,0.606 0.056,0.572 0.052,0.511 0.047,2.129-0.133,-1.347 0.147,-0.116 0.047,-1.196 0.179,-0.139 0.059,-0.077 0.040,-0.032 0.029,0.002 0.016,2.558-0.370,-1.376 0.146,-2.539 0.201,-0.610-0.044,-0.278-0.034,-0.035-0.026,0.130-0.019,0.235-0.012,2.134-0.125,-1.415 0.176,0.152 0.040,-0.498 0.124,0.459 0.019,0.510 0.006,0.510-0.005,0.480-0.010,3.252-0.554,-2.151 0.447,0.052 0.035,-0.885 0.244,0.077 0.010,0.090-0.010,0.090-0.026,0.087-0.033,1.252-0.304,-0.013-0.016,-1.323 0.254,0.195-0.070,0.278-0.081,0.314-0.079,0.315-0.074,0.144-0.034,0.418-0.074,0.377-0.059,0.323-0.048,0.262-0.035,0.200-0.026,0.592-0.134,-1.589 0.337,-0.729 0.150,-0.495 0.107,-1.319 0.267,-0.285 0.039,-0.082-0.008,0.054-0.037,0.266-0.054,0.380-0.059,0.314-0.005,0.535-0.032,0.507-0.018,0.449-0.011,0.715-0.044,0.184 0.129,-0.023 0.345,0.289 0.066,0.260 0.012,0.222-0.024,0.182-0.046,0.292-0.926,-0.126 1.007,0.103 0.019,0.071-0.021,0.047-0.042,0.029-0.054,0.014-0.057,-0.002-0.450,0.118 0.373,0.046-0.077,0.026-0.089,0.013-0.089,0.003-0.083,-0.068-0.106,-0.017 0.042,0.160 0.372,0.038 0.028,0.038 0.030,0.019-0.015,0.005-0.044,-0.004-0.059,-0.010-0.066,-0.256-0.482,0.220 0.497,-0.010-0.033,-0.007-0.061,-0.002-0.077,-0.002-0.081,-0.184-0.330,0.518 0.574,0.032-0.042,0.025-0.033,-0.018-0.071,-0.047-0.093,-0.062-0.099,1.456 1.649</inkml:trace>
</inkml:ink>
</file>

<file path=ppt/ink/ink10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886.000 1107.000,'0.050'0.008,"0.075"0.013,0.088 0.015,0.084 0.013,0.079 0.014,0.066 0.011,0.055 0.008,0.042 0.008,0.031 0.005,0.021 0.004,-0.028 0.008,0.735 0.149,0.590 0.115,1.842 0.270,1.217 0.095,1.085 0.049,0.915 0.015,0.736-0.005,-4.586-0.500,7.006 0.416,1.312-0.114,0.938-0.122,0.630-0.115,0.385-0.100,-5.427-0.116,5.272 0.082,0.457 0.002,0.039-0.001,-0.243-0.003,-0.415-0.002,-7.171-0.117,11.714 0.226,0.310 0.000,-0.522-0.029,-0.984-0.044,-1.178-0.049,-1.197-0.048,-1.103-0.043,-1.691-0.031,0.196-0.006,0.487 0.002,0.645 0.008,0.704 0.009,0.693 0.011,-4.760-0.016,0.400 0.019,6.492 0.110,0.267 0.031,-0.162 0.021,-0.436 0.011,-2.632-0.054,2.349 0.045,-1.538-0.017,-1.814-0.018,-1.858-0.017,-1.747-0.016,-1.550-0.012,-4.067-0.111,5.794 0.241,1.341 0.121,1.174 0.118,0.981 0.106,0.788 0.093,0.602 0.077,0.049 0.060,-0.685 0.002,-0.366 0.015,-0.427 0.004,-0.437-0.003,-0.414-0.009,-0.372-0.010,-8.652-0.716,11.188 0.822,0.579-0.069,0.161-0.105,-0.107-0.120,-0.263-0.116,-3.572-0.223,1.675-0.026,-0.180-0.082,-0.263-0.072,-0.304-0.059,-0.309-0.049,-0.294-0.038,-8.333-0.040,8.702 0.019,-0.124-0.002,-0.239 0.008,-0.302 0.015,-0.318 0.018,-0.310 0.018,-7.649-0.067,7.596 0.080,-0.386 0.015,-0.762 0.012,-0.963 0.012,-1.035 0.009,-1.015 0.008,-0.071-0.026,2.895 0.019,0.655-0.020,0.037-0.021,-0.364-0.022,-0.592-0.021,-0.695-0.016,-0.710-0.016,1.218-0.010,0.248-0.011,-0.043-0.007,-0.218-0.004,-0.305-0.003,-3.432 0.002,2.695-0.004,-0.385 0.001,-0.441 0.000,-0.444 0.001,-0.408 0.000,-0.355 0.002,-3.815 0.001,4.867-0.001,0.887 0.001,0.846 0.000,0.747 0.000,0.623 0.001,-7.234 0.000,6.547-0.012,-0.267-0.017,-0.559-0.022,-0.712-0.022,-0.762-0.020,-0.742-0.019,-4.056 0.086,3.888-0.124,0.297-0.026,1.529-0.058,-0.105 0.007,-0.295 0.022,-0.398 0.028,-0.432 0.033,-0.540 0.030,-0.796 0.016,-0.608 0.002,-0.578-0.006,-0.518-0.011,-0.445-0.013,2.220-0.515</inkml:trace>
</inkml:ink>
</file>

<file path=ppt/ink/ink10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1502.000 1107.000,'0.010'0.000,"0.017"0.000,0.019 0.000,0.020 0.000,0.017 0.000,0.017 0.000,0.013 0.000,-0.088 0.000,0.238 0.000,0.219 0.000,0.328 0.027,0.309 0.043,0.302 0.053,0.280 0.058,1.032 0.219,-0.162 0.027,0.363 0.101,0.857 0.180,-0.032-0.003,-0.211-0.050,-0.313-0.079,-0.358-0.090,-0.362-0.092,0.473-0.032,1.120 0.030,1.421 0.059,1.530 0.074,1.504 0.079,1.390 0.079,-5.494-0.389,8.219 0.455,-0.013-0.068,-0.698-0.097,-1.072-0.108,-1.219-0.105,-1.549-0.117,-0.731-0.089,-0.561-0.078,-0.414-0.067,-0.289-0.056,-0.186-0.042,-0.107-0.033,-4.578 0.084,7.134-0.208,0.333-0.037,-0.460 0.001,-0.906 0.024,-1.099 0.036,-4.063 0.138,2.956-0.109,-0.676-0.006,-0.596-0.015,-0.496-0.021,-0.395-0.022,-0.299-0.021,-1.102 0.079,-0.189-0.023,0.163-0.107,-0.310-0.017,-0.269-0.005,-0.228 0.002,-0.463 0.188,0.279-0.240,-0.064-0.044,0.001-0.211,-0.114-0.124,-0.102-0.118,-0.090-0.103,-0.171 0.805,0.022-0.447,-0.064-0.084,-0.352-0.885,-0.403-0.424,-0.408-0.401,-0.380-0.358,-0.336-0.305,0.258 0.568,-0.079 0.014,-0.360-0.347,0.072 0.270,0.130 0.323,0.156 0.339,0.165 0.324,1.202 1.270,-0.496-0.316,-1.930-0.780,-0.702 0.044,-1.248-0.109,-0.739 0.047,-0.605 0.045,-0.474 0.038,5.191 1.087,-4.849-0.843,-0.621 0.013,-2.347-0.182,-0.195 0.155,0.109 0.183,0.294 0.186,0.390 0.175,-0.003 0.156,-0.111 0.124,0.292 0.113,0.347 0.085,0.351 0.062,0.326 0.043,0.287 0.026,-0.654 0.038,-0.938 0.050,-0.732 0.052,-0.546 0.049,-0.389 0.046,-0.791 0.057,0.955 0.005,1.247-0.009,1.318-0.018,1.255-0.022,1.109-0.023,4.245-0.191,-0.031 0.026,-4.159 0.895,-0.134 0.435,0.032 0.350,0.342 0.203,0.450 0.113,0.494 0.045,0.493-0.001,0.570-0.115,0.481-0.107,0.231 0.126,0.580-0.223,0.493-0.224,0.402-0.207,0.389-0.547,0.116-0.078,0.143 0.158,0.214-0.099,0.189-0.080,0.156-0.060,0.126-0.044,-0.081-0.171,0.095 0.018,0.456 0.270,0.155 0.061,0.114 0.055,0.079 0.044,0.049 0.037,4.625 3.025</inkml:trace>
</inkml:ink>
</file>

<file path=ppt/ink/ink10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752.000 283.000,'-0.411'-0.013,"-0.510"-0.024,-0.845-0.029,-0.634-0.015,-1.720-0.045,-0.444-0.002,-0.138 0.007,0.071 0.013,2.474 0.054,-3.028-0.083,-0.635-0.014,-1.381 0.011,-0.165 0.069,0.074 0.088,0.229 0.096,0.321 0.093,5.297-0.150,-5.089 0.556,0.690 0.279,0.774 0.218,0.777 0.164,0.724 0.118,0.639 0.078,0.540 0.050,0.714-0.265,-1.418 1.345,-0.339 0.392,-0.217 0.197,-0.125 0.054,-0.055-0.044,-0.004-0.105,2.998-2.428,-2.936 2.094,-0.359 0.034,-2.290 1.179,-0.498 0.060,-0.309 0.011,-0.165-0.020,4.754-2.562,-3.944 2.519,0.896-0.149,1.036-0.248,1.032-0.288,0.943-0.287,2.208-2.430,-0.972 2.080,0.376 0.192,0.260 0.519,0.331-0.062,0.251-0.160,0.181-0.216,0.125-0.239,-0.062-2.114,0.095 1.386,0.027-0.081,0.105 0.715,-0.001-0.290,-0.019-0.309,-0.032-0.292,-0.115-1.068,0.105 0.321,0.097 0.015,0.693 0.890,0.441 0.062,0.388 0.026,0.323 0.004,0.254-0.012,-0.862-0.786,0.899 0.560,0.352 0.160,1.453 0.785,0.746 0.282,0.681 0.240,0.592 0.195,-4.943-2.695,6.836 3.055,0.947 0.058,0.440-0.107,0.084-0.205,-0.150-0.254,-0.290-0.265,-7.322-2.384,8.145 2.167,0.353-0.212,0.065-0.225,-0.124-0.215,-0.235-0.195,-0.288-0.167,2.556 0.011,1.908-0.096,1.351-0.161,0.897-0.186,0.538-0.192,0.271-0.179,-13.630-0.782,11.683-0.061,1.785-0.391,7.441-0.729,0.672-0.509,-0.303-0.396,-0.932-0.292,-1.297-0.207,-6.552 0.517,-1.224-0.051,4.120-1.107,-3.396-0.072,-3.291-0.018,-2.963 0.018,-2.524 0.038,-3.173 0.549,-1.224-0.751,-1.668 0.064,-1.238 0.168,-0.870 0.224,-0.573 0.243,-0.337 0.238,-4.195-2.141,-2.450-1.072,-1.209-0.365,-0.336 0.109,0.241 0.395,0.583 0.547,-21.502-9.025</inkml:trace>
</inkml:ink>
</file>

<file path=ppt/ink/ink10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136.000 423.000,'0.035'0.000,"0.026"0.003,1.731 0.155,1.417 0.162,1.263 0.162,1.077 0.152,0.880 0.134,0.692 0.113,0.521 0.092,2.653 0.127,2.448-0.030,2.575-0.066,2.441-0.084,2.151-0.086,1.794-0.081,-1.089-0.181,0.451-0.094,-0.357-0.094,-0.871-0.085,-1.155-0.078,-1.271-0.064,-10.121-0.112,9.873-0.074,-1.551-0.115,-1.750-0.087,-1.747-0.062,-1.619-0.045,-1.415-0.026,-0.433-0.026,-1.552 0.042,-1.539 0.055,-1.395 0.061,-1.185 0.057,-0.950 0.049,-1.489 0.033</inkml:trace>
</inkml:ink>
</file>

<file path=ppt/ink/ink10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696.000 294.000,'0.236'-0.236,"0.645"-0.409,0.538-0.180,0.478-0.075,0.399-0.005,0.316 0.038,0.240 0.062,0.170 0.070,-0.562 0.306,0.510 0.048,2.103-0.015,0.731 0.146,0.525 0.147,0.353 0.138,0.219 0.121,0.114 0.103,-5.534-0.197,7.773 0.594,1.260 0.304,0.949 0.260,0.676 0.212,0.454 0.164,0.277 0.122,-1.819-0.177,-0.289 0.028,-0.170 0.043,-0.726-0.051,-0.783-0.069,-0.772-0.077,-0.714-0.079,-0.630-0.072,1.724 0.419,0.306 0.214,0.086 0.191,-0.059 0.161,-0.140 0.128,-5.639-1.478,4.269 1.450,-0.602 0.104,-0.744 0.048,-0.782 0.007,-0.755-0.017,-0.684-0.035,-3.155-1.944,2.556 2.190,-0.612-0.008,-0.569-0.106,-0.499-0.159,-0.418-0.185,-0.334-0.183,-0.262-0.038,-0.193-0.090,-0.137-0.115,-0.091-0.124,-0.054-0.119,-0.027-0.109,-0.007-0.093,-0.012-0.178,0.000-0.081,0.003-0.071,0.003-0.061,0.004-0.051,0.005-0.038,-0.108-0.668,0.150 0.814,0.267 1.463,0.055 0.371,-0.003 0.088,-0.038-0.101,-0.061-0.214,-0.067-0.270,0.394 4.514</inkml:trace>
</inkml:ink>
</file>

<file path=ppt/ink/ink10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779.000 396.000,'0.008'0.000,"0.012"0.000,0.014 0.000,0.013 0.000,0.011 0.000,0.011 0.000,0.008 0.000,0.006 0.000,0.004 0.000,0.004 0.000,0.001 0.000,-0.004 0.000,0.033 0.000,0.258 0.011,0.349 0.016,0.398 0.022,0.405 0.020,0.386 0.020,0.347 0.019,-1.173-0.049,2.810 0.187,0.844 0.067,0.628 0.043,0.445 0.026,0.292 0.011,0.176 0.003,-0.358-0.049,-0.044-0.041,-0.079-0.049,-0.097-0.048,-0.103-0.047,-0.100-0.041,-0.088-0.035,-3.084-0.068,4.085-0.069,0.490-0.071,0.269-0.049,0.106-0.032,-0.008-0.018,-0.082-0.008,-5.684 0.182,7.758-0.269,0.278-0.081,-0.163-0.087,-0.414-0.084,-0.530-0.075,-0.552-0.062,-1.758 0.018,-0.587-0.121,-0.563-0.136,-0.510-0.137,-0.445-0.128,-0.372-0.114,-2.881 1.016,2.620-2.036,-0.633-0.640,-0.700-0.484,-0.693-0.350,-0.634-0.237,-0.553-0.147,-0.459-0.080,-0.364-0.031,-0.628-0.143,0.280 1.774,-0.274-0.028,-1.495-1.554,-0.699 0.068,-0.596 0.145,-0.489 0.183,-0.384 0.201,-0.293 0.195,2.882 2.013,-4.841-2.254,-0.319 0.369,0.036 0.427,0.251 0.426,0.362 0.388,1.607 0.680,-1.730-0.162,0.250 0.318,0.423 0.308,0.495 0.277,0.501 0.235,0.461 0.190,0.402 0.146,0.328 0.107,0.260 0.074,0.192 0.048,0.138 0.027,2.596-0.029,-10.893 3.207,-3.311 1.765,-0.840 1.037,0.750 0.504,1.668 0.130,2.094-0.107,2.694-0.524,1.911-0.445,1.728-0.631,1.483-0.702,1.219-0.695,0.958-0.642,0.996-1.886,0.027 0.438,0.296 0.552,0.394-0.327,0.267-0.310,0.166-0.280,0.088-0.240,0.031-0.201,-0.271-0.294,3.641 2.214</inkml:trace>
</inkml:ink>
</file>

<file path=ppt/ink/ink10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809.000 408.000,'0.295'0.033,"0.457"0.050,0.522 0.059,0.523 0.058,0.482 0.053,0.419 0.046,0.344 0.040,0.274 0.029,0.205 0.023,0.146 0.017,0.100 0.010,0.060 0.007,5.153-0.114,2.923-0.132,1.199-0.142,0.009-0.137,-0.753-0.125,-1.186-0.108,-1.361-0.118,-1.793-0.024,-1.484 0.007,-1.395 0.037,-1.240 0.053,-1.054 0.061,-0.859 0.062,-2.079-0.198</inkml:trace>
</inkml:ink>
</file>

<file path=ppt/ink/ink10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900.000 315.000,'-0.012'0.000,"-0.018"0.000,-0.020 0.000,-0.021 0.000,-0.018 0.000,-0.016 0.000,-0.013 0.000,-0.172 0.017,-0.252 0.027,-0.277 0.028,-0.273 0.030,-0.243 0.026,0.185 0.064,-0.557 0.350,-0.109 0.330,-0.035 0.330,0.014 0.301,0.044 0.259,0.789-0.579,-0.564 1.211,0.060 0.381,0.063 0.287,0.060 0.207,0.055 0.138,0.045 0.086,-0.024 0.226,0.059-0.077,0.057-0.121,0.051-0.138,0.043-0.140,0.035-0.129,0.027-0.112,0.637-1.834,-0.482 2.056,0.216 0.339,0.259 0.337,0.271 0.312,0.256 0.272,0.450 0.286,0.315-0.378,0.317-0.238,0.273-0.338,0.224-0.383,0.180-0.390,0.137-0.368,-1.064-1.558,2.401 1.605,0.771-0.225,0.632-0.246,0.494-0.239,0.369-0.218,0.262-0.185,0.180-0.249,-0.208-0.341,-0.309-0.338,-0.350-0.306,-0.342-0.263,-0.311-0.212,-0.049-0.839,0.496-1.176,-0.147-0.977,-0.254-0.828,-0.294-0.663,-1.444 1.090,-0.304-0.115,0.192-1.252,-0.573-0.038,-0.532 0.049,-0.463 0.097,-0.382 0.122,-0.354 0.208,-0.322 0.434,-0.263 0.460,-0.206 0.441,-0.152 0.390,-0.108 0.326,0.349 1.491,-0.971-1.547,-0.600-0.182,-0.585-0.183,-0.531-0.171,-0.455-0.150,-0.371-0.124,0.269 0.432,-0.208 0.058,-0.895-0.264,-0.181 0.286,-0.109 0.316,-0.055 0.313,1.655 0.823,-0.043 0.105,-0.999-0.177,0.313 0.228,0.425 0.223,0.469 0.205,0.472 0.181,0.441 0.152,-2.648 0.426</inkml:trace>
</inkml:ink>
</file>

<file path=ppt/ink/ink10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744.000 402.000,'0.013'0.000,"0.024"0.000,0.096 0.000,0.062 0.000,0.049 0.000,0.038 0.000,0.029 0.000,0.019 0.000,0.086 0.196,0.124 0.308,0.136 0.356,0.137 0.361,0.125 0.338,0.110 0.297,0.213 0.569,0.061 0.236,0.119 0.327,0.093 0.262,0.071 0.201,0.050 0.146,0.034 0.102,-0.933-2.074,1.512 2.980,0.092-0.050,-0.015-0.246,-0.081-0.344,-0.113-0.377,-0.124-0.365,-0.283-0.588,-0.166-0.391,-0.161-0.368,-0.146-0.323,-0.127-0.273,-0.103-0.220,0.005-0.145,0.083-0.113,-0.012-0.183,-0.017-0.166,-0.018-0.139,-0.020-0.112,-0.450-0.117,0.443-0.099,0.043-0.190,0.020-0.201,0.005-0.195,-0.004-0.178,-0.012-0.154,0.149-0.349,0.235-0.443,0.277-0.476,0.286-0.464,0.271-0.424,0.244-0.370,0.207-0.307,0.068-0.081,-0.006 0.039,-0.062 0.127,-0.092 0.175,-0.109 0.195,-0.110 0.195,-1.950 2.473,1.974-2.286,-0.070 0.199,-0.168 0.275,-0.225 0.309,-0.247 0.310,-0.246 0.291,-0.078 0.273,-0.188 0.453,-0.138 0.427,-0.099 0.378,-0.062 0.318,-0.038 0.253,-0.104 0.164,0.051 0.267,0.374 0.681,0.236 0.460,0.240 0.409,0.223 0.341,0.191 0.269,-1.738-2.557,1.984 2.752,0.151 0.014,0.052-0.147,-0.014-0.237,-0.055-0.273,-1.039-1.218,1.058 0.778,-0.169-0.360,-0.252-0.378,-0.287-0.355,-0.284-0.315,-0.261-0.266,-1.041-0.482,1.153 0.104,0.132-0.377,0.156-0.353,0.156-0.309,0.143-0.255,-1.238 0.640,1.468-1.169,0.159-0.322,0.109-0.232,0.069-0.157,0.037-0.097,0.016-0.052,-0.439 0.386,0.909-0.865,0.091-0.042,-0.019 0.084,-0.088 0.158,-0.123 0.190,-0.815 0.783,0.319-0.163,-0.378 0.388,-0.384 0.366,-0.358 0.324,-0.314 0.272,-0.348 0.359,0.162 0.486,0.117 0.611,0.181 0.606,0.210 0.559,0.214 0.490,-0.223-0.352,0.069 0.078,0.470 0.586,0.088-0.087,0.061-0.153,0.038-0.182,0.021-0.189,0.008-0.180,0.001-0.160,-1.659-1.513,1.579 1.080,0.049-0.224,0.202-0.152,-0.094-0.277,-0.134-0.246,-0.148-0.211,-0.147-0.172,-0.134-0.135,-0.670-0.069,-0.011-0.072,0.697-0.367,0.017-0.269,0.010-0.235,0.003-0.197,0.000-0.156,-0.361 0.266,0.508-0.398,0.144-0.042,0.143-0.019,0.132 0.000,0.115 0.009,-0.123 0.152,-0.003 0.069,-0.026 0.075,-0.038 0.075,-0.043 0.068,-0.044 0.061,-0.042 0.051,-1.180 0.574,8.036-3.648</inkml:trace>
</inkml:ink>
</file>

<file path=ppt/ink/ink10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426.000 428.000,'0.110'0.000,"0.174"0.000,0.780 0.000,1.024 0.000,1.099 0.000,1.052 0.000,0.931 0.000,-1.888 0.027,4.208 0.154,1.150 0.135,0.784 0.125,0.495 0.106,0.276 0.087,-6.270-0.376,7.240 0.561,0.234 0.072,-0.275 0.013,-0.577-0.024,-0.720-0.043,-0.752-0.055,-1.122-0.103,-0.834-0.087,-0.775-0.087,-0.681-0.080,-0.571-0.071,-0.458-0.060,0.008-0.041,-0.378-0.067,-0.295-0.056,-0.220-0.046,-0.156-0.035,-0.102-0.025,7.842-0.116</inkml:trace>
</inkml:ink>
</file>

<file path=ppt/ink/ink10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764.000 392.000,'0.000'0.022,"0.000"0.034,0.000 0.038,0.000 0.036,0.000 0.034,0.000 0.026,0.000 0.023,0.000 0.016,0.000 0.012,0.000 0.008,0.000 0.005,0.000 0.003,0.000-0.031,0.000 0.155,0.120 1.060,0.184 0.732,0.206 0.657,0.202 0.553,0.184 0.442,-0.203-1.346,0.996 2.652,0.268 0.374,0.107 0.038,-0.003-0.177,-0.073-0.296,-0.110-0.349,-0.190-0.410,-0.148-0.425,-0.149-0.498,-0.140-0.510,-0.122-0.479,-0.102-0.424,-0.009-0.308,-0.099-0.453,-0.082-0.382,-0.064-0.304,-0.049-0.232,-0.035-0.166,-0.048-0.133,0.011-0.104,0.020-0.083,0.026-0.064,0.027-0.047,0.026-0.030,-0.596 0.255,1.125-0.864,0.366-0.489,0.283-0.418,0.208-0.341,0.145-0.264,0.093-0.194,-0.235 0.239,-0.053 0.070,-0.074 0.113,-0.084 0.135,-0.085 0.141,-0.078 0.134,0.140 0.042,-0.019 0.263,-0.002 0.260,0.009 0.236,0.014 0.204,0.016 0.165,-0.032 0.176,0.082 0.241,-0.058 0.308,-0.094 0.313,-0.108 0.293,-0.108 0.255,-0.392 0.021,0.211 0.469,0.020 0.253,0.028 0.197,0.031 0.151,0.032 0.107,0.028 0.074,-0.873-1.258,1.288 1.512,0.096-0.153,0.029-0.240,-0.016-0.274,-0.043-0.275,-0.057-0.252,-1.605-1.035,1.439 0.757,-0.124-0.175,-0.174-0.171,-0.195-0.156,-0.197-0.135,-0.182-0.114,-0.737-0.209,1.564-0.668,0.537-0.692,0.385-0.565,0.258-0.444,0.156-0.334,0.083-0.237,0.027-0.160,-0.009-0.097,-0.468 0.459,-0.610 0.611,0.083-0.061,1.590-1.337,0.108 0.179,0.020 0.299,-0.041 0.357,-0.077 0.368,-0.094 0.353,-2.962 1.549,2.750-1.089,-0.310 0.376,-0.375 0.344,-0.395 0.299,-0.378 0.248,-0.343 0.200,-1.038 0.037,0.953 0.333,-0.222 0.195,-0.200 0.127,-0.169 0.075,-0.134 0.037,-0.103 0.010,-0.166-0.136,-0.052-0.061,-0.042-0.070,-0.029-0.072,-0.019-0.066,-0.012-0.061,0.045-0.055,0.081-0.026,0.067-0.013,0.069 0.005,0.064 0.015,0.055 0.018,-0.030 0.023,0.356 0.127,0.174 0.034,0.136 0.002,0.101-0.018,0.072-0.029,0.047-0.038,-0.971-0.218,1.444 0.298,0.038-0.040,-0.026-0.062,-0.063-0.070,-0.081-0.069,-0.083-0.062,-0.411-0.059,-0.195-0.034,-0.209-0.026,-0.200-0.021,-0.184-0.014,-0.116-0.008,-0.183-0.000,-0.147 0.004,-0.113 0.007,-0.083 0.008,-0.058 0.007,-0.037 0.008,-0.021 0.005,-0.009 0.006,-0.002 0.003,0.003 0.003,0.006 0.002,0.007 0.001,0.007 0.001,0.007 0.000,0.005 0.000,0.006 0.000,0.003 0.000,0.153 0.143</inkml:trace>
</inkml:ink>
</file>

<file path=ppt/ink/ink10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210.000 399.000,'0.010'0.000,"0.016"0.000,0.018 0.000,0.018 0.000,0.019 0.000,0.015 0.000,0.014 0.000,0.079 0.074,0.013 0.034,0.100 0.074,0.349 0.234,0.142 0.098,0.094 0.061,0.053 0.033,0.026 0.011,0.005-0.002,-0.774-0.491,1.082 0.712,0.306 0.200,0.263 0.162,0.216 0.127,-1.088-0.733,1.194 0.531,0.483 0.043,2.353 0.608,0.746-0.052,0.485-0.106,0.286-0.132,0.137-0.137,-1.094-0.425,2.494 0.082,0.605-0.187,0.422-0.166,0.273-0.139,0.158-0.113,-1.880-0.153,2.669-0.030,-0.647-0.108,-0.986-0.092,-1.105-0.075,-1.087-0.058,-5.241 0.081,1.436-0.093,3.407-0.343,0.423-0.157,1.359-0.265,-0.280-0.072,-0.539-0.017,-0.674 0.022,-0.257-0.038,-2.692 0.428,-0.230 0.038,1.576-0.232,-0.520 0.134,-0.463 0.133,-0.390 0.120,-2.059 0.243,1.296-0.046,-0.059 0.094,0.703 0.111,-0.097 0.099,-0.107 0.068,-0.105 0.043,-0.094 0.024,-0.411-0.064,0.865 0.032,0.060-0.029,-0.063-0.033,-0.138-0.032,-0.177-0.032,-0.721-0.038,-0.099-0.016,-0.080-0.013,0.574-0.008,-0.089-0.014,-0.083-0.010,-0.073-0.006,-1.417 0.001,2.166-0.005,0.140-0.002,-0.114 0.000,-0.264 0.000,-0.336 0.002,4.421-0.011</inkml:trace>
</inkml:ink>
</file>

<file path=ppt/ink/ink10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571.000 389.000,'0.000'0.072,"0.000"0.124,0.000 0.157,0.000 0.178,0.000 0.412,0.000 0.155,0.000 0.086,0.000 0.033,0.000-0.004,0.040-0.429,0.069-0.025,0.310 0.447,0.213-0.069,0.180-0.074,0.149-0.071,-0.549-0.614,0.729 0.429,0.194-0.020,0.245-0.001,0.089-0.075,0.040-0.084,0.006-0.084,-0.019-0.078,-0.308-0.120,-0.020-0.030,-0.016-0.020,0.647 0.102,0.478 0.063,0.550 0.080,0.557 0.085,0.519 0.083,0.309 0.060,-0.150-0.010,-0.321-0.033,-0.404-0.048,-0.423-0.051,-1.011-0.240,1.252 0.151,0.805 0.080,3.686 0.456,0.951 0.065,0.465 0.009,0.127-0.027,-7.584-0.905,5.738 0.689,0.040 0.012,1.027 0.116,-0.287-0.053,-0.387-0.073,-0.428-0.079,-0.431-0.080,-5.561-0.589,4.328 0.395,-0.244-0.082,1.631 0.026,-0.573-0.135,-0.581-0.115,-0.537-0.091,-2.709-0.091,-0.171-0.018,1.140-0.025,-0.488-0.049,-0.478-0.044,-0.435-0.037,-0.381-0.031,-0.895 0.034,-0.123-0.024,0.015-0.060,-0.131-0.041,0.131-0.180,-0.214-0.059,-0.177-0.040,-0.143-0.025,-0.210 0.169,0.163-0.391,-0.023-0.066,-0.017-0.022,-0.009 0.005,-0.004 0.021,-0.160 0.360,0.010 0.009,0.001-0.034,-0.006-0.067,0.177-0.742,-0.021-0.211,-0.024-0.150,-0.025-0.100,-0.276 1.420,0.051-1.112,-0.105-0.282,-0.353-1.355,-0.392-0.476,-0.388-0.350,-0.356-0.247,-0.310-0.161,0.588 1.697,-0.175-0.058,-2.184-2.706,-0.995-0.363,-0.885-0.265,-0.740-0.181,2.130 2.340,-0.106 0.116,-2.111-1.312,-0.217 0.394,-0.134 0.434,-0.068 0.426,-0.022 0.390,0.998 0.756,0.128 0.280,0.140 0.251,-0.764 0.045,-0.360 0.238,-0.454 0.199,-0.486 0.159,-0.472 0.124,0.219 0.345,-3.472 0.006,-0.372 0.346,0.181 0.347,0.514 0.321,0.683 0.279,0.736 0.232,1.079 0.268,0.674 0.230,0.803 0.161,0.834 0.106,0.797 0.065,1.308-0.143,0.303 0.120,-0.435 0.501,0.501 0.105,0.470 0.056,0.415 0.024,0.351-0.003,1.903-1.549,-0.013 0.065,-2.326 3.643,0.005 0.730,0.200 0.168,0.308-0.205,0.356-0.427,0.361-0.540,1.016-2.417,-0.169 0.579,0.117-0.156,-0.147 1.121,0.325-0.441,0.260-0.385,0.197-0.318,0.064-1.209,0.165 0.320,0.110-0.010,0.498 0.603,0.126-0.172,0.035-0.207,-0.026-0.215,-0.062-0.203,-0.080-0.179,-0.086-0.151,-0.083-0.121,1.152-0.048</inkml:trace>
</inkml:ink>
</file>

<file path=ppt/ink/ink10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738.000 307.000,'-0.165'-0.024,"-0.274"-0.038,-0.480-0.065,-0.348-0.041,-0.295-0.034,-0.240-0.025,1.001 0.131,-0.772-0.069,-0.162 0.008,-1.158-0.038,0.135 0.070,0.305 0.076,0.380 0.073,1.692 0.002,-1.037 0.423,-0.067 0.360,-0.866 1.204,-0.208 0.768,-0.181 0.655,-0.149 0.535,-0.119 0.418,1.229-1.710,0.041 0.032,-1.045 2.206,0.176 0.424,0.200 0.408,0.203 0.368,0.188 0.315,0.623-1.037,0.132 1.496,0.531-0.149,0.528-0.327,0.484-0.416,0.422-0.443,0.022-1.880,0.274-0.166,1.020 1.280,0.331-0.522,0.180-0.537,0.070-0.507,-0.004-0.445,-2.038-2.237,3.847 2.315,0.962-0.117,0.817-0.168,0.143-0.399,-0.120-0.423,-0.274-0.407,-1.392-0.648,0.203-0.383,2.118-0.695,0.084-0.724,-0.079-0.606,-0.169-0.480,-5.459 1.762,5.809-2.781,0.075-0.574,-0.290-0.273,-0.497-0.061,-0.588 0.074,-0.597 0.157,-0.494 0.102,-0.854 0.447,-0.795 0.464,-0.689 0.432,-0.564 0.375,-0.438 0.306,-1.076 1.425,0.294-0.579,0.519-1.357,0.050-0.489,0.320-2.024,-0.350-0.479,-0.450-0.214,-0.482-0.027,-0.468 1.114,-0.557 0.027,-0.615 0.037,-1.565-1.159,-0.902 0.363,-0.705 0.439,-0.528 0.450,4.187 3.444,-2.897-1.852,-0.319 0.139,-2.385-0.786,0.175 0.531,0.478 0.553,0.632 0.520,0.675 0.461,1.495 0.511,-0.267 0.133,0.619 0.279,0.529 0.216,0.434 0.157,0.338 0.109,0.720-0.058,-0.295 0.123,0.213 0.021,0.188 0.007,0.158-0.003,0.126-0.011,0.098-0.012,-0.001 0.595</inkml:trace>
</inkml:ink>
</file>

<file path=ppt/ink/ink10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1552.000 613.000,'-0.137'-0.017,"-0.210"-0.027,-0.236-0.028,-0.231-0.030,-0.210-0.026,0.819 0.104,-1.627 0.202,-0.526 0.483,-0.399 1.014,-0.495 1.345,-0.450 1.425,-0.387 1.356,-0.408 2.014,-0.153 1.221,0.145 0.448,0.327-0.081,0.420-0.412,0.445-0.595,2.654-6.680,-1.390 4.619,-0.122 1.693,-1.754 11.556,0.164 4.313,0.354 3.122,0.445 2.125,0.467 1.335,1.219-12.338,0.007 3.467,0.211 0.060,-0.040 11.515,0.489-1.488,0.422-2.121,0.340-2.325,0.265-2.248,-0.067-11.457,0.662 9.397,0.280-1.771,0.191-2.013,0.118-1.992,0.065-1.815,0.025-1.552,-0.052-2.533,0.293-0.192,0.350 0.115,0.365 0.315,0.354 0.429,0.983 1.823,0.256-0.289,-0.060-0.956,-0.258-1.312,-0.365-1.443,-0.407-1.421,0.095-0.714,0.146-0.683,-0.054-1.061,-0.092-1.019,-0.110-0.913,-0.110-0.774,-0.010-0.656,-0.216-0.746,-0.217-0.622,-0.198-0.493,-0.169-0.371,-0.135-0.264,-1.682-0.041,1.908-0.714,0.359-0.535,0.821-0.763,0.215-0.340,0.097-0.181,0.016-0.067,-3.079 2.115,2.052-1.439,0.183-0.147,2.083-1.658,0.094-0.323,-0.090-0.212,-0.192-0.123,-1.548 1.135,-0.243-0.130,0.464-1.774,-0.263-1.242,-0.220-1.352,-0.173-1.324,-0.132-1.208,-0.214-1.856,-0.248-1.089,-0.401 0.392,-0.401 0.982,-0.370 1.274,-0.320 1.355,-0.669 7.406,-0.177-10.220,-0.514-0.453,-0.318 0.486,-0.175 1.008,-0.069 1.235,-0.002 1.261,-2.765-12.288</inkml:trace>
</inkml:ink>
</file>

<file path=ppt/ink/ink10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1832.000 648.000,'-0.037'0.000,"-0.057"0.000,-0.212 0.319,-0.281 0.492,-0.304 0.562,-0.294 0.561,-0.265 0.515,1.154-1.920,-1.878 4.668,-0.321 1.809,-0.136 1.328,-0.013 0.921,0.065 0.593,1.148-3.546,-0.884 7.734,0.179 3.410,0.235 3.083,0.254 2.647,0.247 2.170,0.224 1.709,0.950-21.548,-0.726 28.401,0.246 1.662,0.210-0.013,0.173-1.034,0.131-1.571,0.151-9.068,0.111 3.098,0.083-2.773,0.057-3.163,0.033-3.201,0.016-3.006,0.005-2.670,-0.199-9.665,0.362 6.436,0.203 0.223,0.671 3.545,0.484 0.599,0.463 0.519,0.418 0.433,0.363 0.348,-0.898-5.091,0.118-0.193,1.725 5.210,-0.017-1.611,-0.168-1.879,-0.256-1.913,-0.290-1.793,-0.204-1.467,-0.150-1.232,-0.289-1.272,-0.276-1.047,-0.246-0.825,-0.208-0.618,0.117-0.765,0.240-0.802,0.323-0.743,0.349-0.645,0.336-0.530,0.298-0.416,-2.059 1.585,3.619-5.237,0.553-2.125,0.161-1.540,-0.090-1.049,-0.237-0.659,-0.892 1.256,-0.607 0.848,-0.639 1.096,-0.613 1.176,-0.551 1.137,-0.472 1.031,-0.385 0.886,0.467-6.087,0.200-5.719,-0.274-2.798,-0.451-1.295,-0.522-0.266,-0.521 0.385,-0.254 9.415,-0.407-5.858,-0.257 2.074,-0.157 2.313,-0.082 2.293,-0.028 2.114,0.018 1.816,0.091 1.764,0.113 1.448,0.118 1.135,0.112 0.851,0.099 0.606,0.084 0.403,-0.234 3.190</inkml:trace>
</inkml:ink>
</file>

<file path=ppt/ink/ink10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1573.000 1242.000,'-2.614'0.104,"-1.642"0.157,-0.910 0.177,-0.387 0.170,-0.035 0.153,0.179 0.130,2.595-0.380,0.141 0.034,-1.298 0.467,0.034 0.206,-0.031 0.210,-0.072 0.202,-0.097 0.182,1.469-0.586,0.040 0.042,-1.438 0.892,0.244 0.077,0.296 0.034,0.313 0.004,0.298-0.017,1.235-0.844,0.140 0.030,-0.672 1.351,0.462 0.294,0.428 0.273,0.372 0.237,0.310 0.196,0.378-1.612,0.119-0.010,0.162 1.042,0.170-0.241,0.116-0.310,0.071-0.334,0.035-0.333,0.040-0.381,0.332 0.237,0.272-0.053,0.279-0.023,0.261 0.002,0.232 0.015,0.198 0.025,-1.541-1.418,3.586 2.212,0.956 0.257,0.438 0.014,0.073-0.141,-0.163-0.231,-0.305-0.272,-3.875-1.782,4.210 0.988,1.628 0.017,8.396 0.814,3.071-0.195,2.137-0.271,1.384-0.298,0.795-0.300,-18.006-0.981,18.571 0.346,0.766-0.410,1.891-0.477,-0.253-0.462,-0.585-0.413,-0.763-0.353,-0.827-0.289,1.121-0.465,-1.851-0.151,-1.914-0.071,-1.788-0.013,-1.565 0.021,-1.294 0.041,-0.823-0.451,-0.978-0.248,-1.659 0.002,-1.972 0.159,-2.026 0.251,-1.912 0.288,-2.995 0.209,-1.637-0.332,-1.967-0.994,-2.213-0.381,-1.918-0.292,-1.596-0.216,-1.276-0.150,0.111 0.661,-1.131-0.151,-3.680-0.824,-2.662-0.032,-2.665 0.040,-2.495 0.086,-2.223 0.111,-1.899 0.121,18.239 3.651,-20.013-2.688,0.175 0.882,1.253 0.868,1.889 0.807,2.190 0.710,2.250 0.605,1.490 0.480,2.648 0.266,2.401 0.119,2.067 0.018,1.703-0.050,1.341-0.089,1.013-0.108,-97.634 1.564</inkml:trace>
</inkml:ink>
</file>

<file path=ppt/ink/ink10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1724.000 1254.000,'-0.799'-0.052,"-0.925"-0.082,-0.929-0.093,-0.860-0.092,-0.749-0.086,-0.620-0.075,-0.359-0.021,-0.168 0.011,-0.033 0.034,0.053 0.044,0.103 0.046,0.126 0.046,0.331 0.135,-0.057 0.158,-0.104 0.175,-0.129 0.172,-0.135 0.160,-0.129 0.139,-0.118 0.118,-0.408 0.130,0.463-0.027,0.577-0.072,0.601-0.093,0.560-0.098,0.100 0.404,-1.323 0.710,-0.281 0.331,0.030 0.163,0.235 0.045,0.357-0.040,0.412-0.091,1.610-0.751,-1.208 0.956,0.471 0.138,0.496 0.138,0.478 0.130,0.433 0.113,0.374 0.097,0.309 0.077,0.799-1.706,0.038 2.358,0.636 0.225,0.502-0.223,0.479-0.048,0.419-0.105,0.355-0.132,0.288-0.144,0.224-0.142,0.053-0.270,-0.068-0.338,-0.141-0.363,-0.181-0.353,-0.197-0.327,-0.195-0.287,-1.386-0.895,3.085 1.078,1.728 0.063,1.752 0.023,1.647-0.006,1.463-0.022,1.240-0.034,1.011-0.037,0.789-0.037,1.451-0.308,1.053-0.316,0.349-0.337,-0.142-0.329,-0.456-0.304,-0.640-0.266,-8.355 0.249,11.784-1.239,0.075-0.447,-0.456-0.271,-0.743-0.140,-0.851-0.049,-7.072 1.054,5.148-0.849,-0.433 0.056,-0.748 0.125,-0.910 0.165,-0.956 0.180,-0.928 0.178,-8.088 1.235,9.656-1.520,-0.014-0.013,-0.310 0.047,-0.473 0.081,-0.539 0.096,-0.537 0.099,-1.502 0.251,-1.142 0.196,-1.193 0.205,-1.146 0.196,-1.031 0.175,-0.886 0.152,-0.732 0.123,-0.577 0.099,-0.763-0.057,-0.828-0.154,-0.814-0.206,-0.746-0.225,-0.652-0.221,-0.543-0.205,-0.436-0.178,-0.335-0.149,-0.654-0.185,-0.443-0.027,-0.401 0.017,-0.344 0.043,-0.281 0.055,-0.218 0.059,3.231 0.960,-4.742-0.887,-1.004 0.018,-0.621 0.065,-0.330 0.092,-0.112 0.103,0.038 0.107,5.120 0.633,-7.088-0.731,-0.905 0.038,-0.596 0.083,-0.353 0.108,-0.170 0.116,-0.038 0.112,10.488 0.620,-11.963-0.157,-0.221 0.459,0.247 0.442,0.529 0.398,0.669 0.341,0.711 0.280,5.352-0.572,-4.900 0.833,0.596-0.113,0.628-0.221,0.601-0.274,0.535-0.284,0.452-0.270,1.449-0.255,1.031-0.179,1.088-0.148,1.051-0.116,0.953-0.090,0.825-0.064,-1.744-1.028</inkml:trace>
</inkml:ink>
</file>

<file path=ppt/ink/ink10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273.000 452.000,'2.901'-0.221,"2.999"-0.199,2.838-0.169,2.529-0.140,2.144-0.108,-0.316 0.114,6.342-0.199,1.931 0.040,1.062 0.076,0.426 0.094,-0.010 0.097,0.052 0.192,7.629 0.034,3.370 0.083,6.752 0.057,1.587 0.076,0.575 0.063,-0.115 0.047,-16.222-0.016,5.759-0.106,1.235-0.119,12.844-0.403,1.487-0.336,0.831-0.335,0.343-0.313,-0.005-0.277,-12.145 0.307,-0.318-0.188,10.270-0.846,-2.236-0.146,-2.789-0.059,-2.984 0.005,-2.928 0.047,-20.318 1.567,16.791-1.651,10.974-1.358,-3.133 0.063,-4.573 0.299,-5.060 0.417,-4.925 0.453,-20.839 2.475,20.717-2.935,-1.570-0.028,-2.624 0.229,-3.057 0.366,-3.076 0.424,-2.835 0.423,-2.452 0.388,-7.893 1.364,2.344-0.475,9.152-2.132,0.099-0.301,-1.061 0.003,-1.686 0.192,-1.932 0.290,-1.919 0.328,-2.044 0.114,-1.752-0.116,-1.540-0.212,-1.284-0.255,-1.022-0.262,0.273 1.898,-1.361-2.069,-0.646-0.286,-0.482-0.189,-0.340-0.113,-0.226-0.054,0.703 0.950,-0.156-0.018,-1.919-1.350,-1.034-0.233,-1.092-0.232,-1.057-0.214,-0.962-0.188,3.041 1.977,-0.416-0.006,-7.831-2.744,-2.272 0.278,-1.911 0.416,-1.523 0.460,-1.151 0.446,-0.826 0.400,4.610 1.423,-4.646 0.060,-0.272 0.639,0.349 0.631,0.733 0.581,0.934 0.512,15.914 0.190,-20.408 1.011,0.360 0.683,-0.860 0.653,-0.305 0.542,0.087 0.432,0.343 0.332,6.516-0.711,0.560 0.176,-5.165 1.517,2.051 0.249,2.270 0.158,2.258 0.088,2.098 0.037,5.091-1.443,1.146-0.043,-0.609 1.168,1.840 0.007,1.641 0.004,1.405-0.002,1.160-0.003,0.956-0.072,0.799-0.230,0.618-0.272,0.612-0.232,0.586 0.049,0.541 0.131,0.480 0.181,0.171-0.317,0.377 0.214,0.361 0.232,1.423 1.828,0.026-0.263,-0.201-0.480,-0.321-0.566,-2.986-4.130,2.791 3.321,1.043 0.872,1.922 1.854,0.489 0.356,0.108 0.023,-0.148-0.199,-0.305-0.330,-1.357-1.417,0.916 0.960,-0.814-0.806,-0.855-0.835,-0.810-0.787,-0.718-0.692,-0.780-0.807,-0.521-0.544,-0.443-0.476,-0.361-0.396,-0.282-0.319,-0.213-0.245,-0.150-0.181,-0.853-0.881</inkml:trace>
</inkml:ink>
</file>

<file path=ppt/ink/ink10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1225.000 519.000,'-1.414'-0.471,"-1.981"-0.645,-0.953-0.291,-0.447-0.120,-0.094-0.001,0.140 0.075,0.281 0.119,3.471 1.071,-4.786-0.646,-1.310 0.215,-4.262 0.269,-0.423 0.536,0.326 0.492,0.750 0.422,3.685 0.054,-0.171 0.425,-3.315 1.462,0.123 0.584,0.343 0.393,0.458 0.241,0.496 0.126,-0.190 0.572,-0.195 0.761,0.330 0.521,0.442 0.433,0.476 0.342,0.461 0.259,0.414 0.187,2.573-2.072,0.289 0.275,-1.310 3.149,1.130-0.144,1.163-0.443,1.089-0.591,1.224-1.503,0.905-0.348,1.447-0.078,1.698-0.087,1.755-0.006,1.683 0.051,1.531 0.083,-1.184-1.437,0.655-0.124,5.332 1.887,0.175-0.679,-0.432-0.751,-0.764-0.726,-2.027-1.320,0.974-0.311,3.709-0.111,1.394-0.584,1.166-0.567,0.937-0.517,0.724-0.449,3.089-0.834,1.754-0.781,-0.299-0.577,-1.017-0.423,-1.387-0.295,-1.507-0.189,-2.951-0.100,6.978-2.187,-0.378-0.459,-1.377-0.052,-1.874 0.202,-2.014 0.338,-10.975 3.276,-3.254 1.012,8.266-3.198,-0.309-0.293,3.988-2.632,-2.196 0.033,-2.475 0.305,-2.452 0.452,-2.244 0.507,-2.870 2.163,-0.930 0.183,-1.107-1.676,-1.840 0.398,-1.412 0.382,-1.026 0.339,1.285 1.991,-0.259 0.096,-1.945-0.974,-0.285 0.286,-0.082 0.290,0.055 0.273,0.143 0.245,3.386 1.498,-8.426-2.548,-1.433-0.150,-0.938-0.085,-0.131 0.095,0.412 0.210,0.747 0.271,0.922 0.295,7.617 1.821,-12.144-2.053,-1.724 0.043,-0.196 0.191,0.832 0.276,1.461 0.314,1.784 0.321,2.678 0.567,-25.298 2.011</inkml:trace>
</inkml:ink>
</file>

<file path=ppt/ink/ink10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1039.000 428.000,'2.005'0.312,"1.522"0.205,1.328 0.164,1.847 0.233,1.837 0.229,1.695 0.210,1.481 0.181,2.220 0.298,1.484 0.203,0.905 0.128,0.467 0.069,0.152 0.027,-0.060-0.001,4.093 0.274,3.897 0.090,1.829-0.216,0.912-0.326,0.267-0.371,-0.158-0.368,-0.333-0.375,-1.556-0.390,-1.740-0.344,-1.708-0.287,-1.546-0.228,-1.315-0.173,-11.817 0.264,11.536-0.352,0.824-0.072,2.285-0.102,-0.763 0.013,-1.232 0.042,-1.439 0.057,-15.184 0.485,12.239-0.469,-1.219-0.057,0.201-0.107,-2.557 0.063,-2.538 0.094,-2.317 0.107,2.282-0.479</inkml:trace>
</inkml:ink>
</file>

<file path=ppt/ink/ink10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204.000 612.000,'0.007'0.000,"0.012"0.000,0.013 0.000,0.013 0.000,0.012 0.000,0.009 0.000,0.009 0.000,0.007 0.000,0.004 0.000,0.003 0.000,0.003 0.000,-0.002 0.000,0.033 0.000,0.091 0.000,0.071 0.000,0.067 0.000,0.060 0.000,0.053 0.000,-0.247 0.000,0.660 0.000,0.292 0.000,0.324 0.000,0.302 0.000,0.265 0.000,0.224 0.000,0.527 0.000,0.278 0.000,0.371 0.000,0.334 0.000,0.286 0.000,0.237 0.000,-1.435 0.000,0.307 0.000,2.721 0.027,0.533 0.043,0.319 0.051,0.158 0.052,0.040 0.049,-2.400-0.050,0.428 0.049,4.701 0.278,0.977 0.093,0.649 0.059,0.393 0.035,0.199 0.016,-4.848-0.283,-0.067 0.001,5.371 0.319,-0.648-0.057,-0.853-0.075,-0.905-0.082,-0.858-0.078,-7.413-0.364,6.610 0.311,-0.273-0.030,-0.523-0.045,-0.651-0.052,-0.690-0.051,-0.666-0.050,-4.236-0.130,9.373 0.165,2.438-0.001,1.739-0.005,-0.101-0.027,-0.830-0.030,-1.218-0.029,-3.437-0.042,-0.595-0.015,2.046-0.004,-1.292-0.019,-1.238-0.013,-1.093-0.011,-2.440-0.005,-0.420-0.001,0.470 0.034,0.102 0.059,0.271 0.070,0.365 0.076,0.407 0.073,-1.278-0.040,0.082 0.034,2.128 0.161,-0.029-0.014,-0.145-0.044,-0.208-0.057,-0.233-0.063,-0.011-0.061,-0.397-0.056,-0.617-0.049,-0.711-0.039,-0.719-0.032,-0.671-0.025,-2.361-0.021,4.503 0.002,-1.580 0.006,0.437 0.021,3.855 0.119,0.719 0.105,0.363 0.105,0.108 0.094,-5.330-0.246,5.265 0.402,0.337 0.087,1.147 0.116,-0.183-0.016,-0.359-0.051,-0.445-0.070,-7.578-0.547,8.591 0.476,-0.623-0.124,-0.989-0.120,-1.120-0.104,-1.101-0.086,-0.989-0.067,-2.743-0.064,-0.051-0.013,2.298-0.009,0.573-0.022,0.650-0.013,0.653-0.008,0.607-0.002,-2.898 0.009,0.226 0.000,4.698-0.060,0.173-0.076,-0.175-0.085,-0.369-0.082,-0.458-0.076,-0.916-0.020,-1.359 0.026,-1.405 0.050,-1.310 0.058,-1.134 0.059,-0.929 0.054,-0.720 0.046,-0.530 0.036,-0.370 0.029,-0.238 0.021,-0.138 0.014,-0.066 0.009,-0.016 0.004,0.016 0.003,0.034 0.001,0.041-0.002,0.041-0.001,0.040-0.002,0.033-0.002,0.027-0.001,0.022-0.002,0.014-0.001,0.012 0.000,0.006-0.001,0.005-0.001,0.001 0.000,0.000 0.000,0.000-0.000,-0.001 0.000,-0.001 0.000,-0.002 0.000,-0.000-0.000,-0.002 0.001,-0.001-0.001,0.000 0.000,0.000-0.000,-0.001 0.001,0.000-0.001,-0.001 0.000,0.001 0.001,0.000-0.001,0.000 0.000,0.000 0.001,-0.001-0.001,0.001 0.000,0.000 0.001,0.000-0.001,0.000 0.000,0.000 0.001,0.000-0.001,0.000-0.000,0.000 0.001,0.000-0.001,0.000 0.000,0.000 0.001,0.000-0.001,0.000 0.000,0.000 0.001,0.000-0.001,0.000 0.000,0.039-0.023,0.061-0.039,0.070-0.045,0.070-0.044,0.064-0.040,0.056-0.036,0.136-0.117,0.172-0.153,0.182-0.168,0.173-0.162,0.155-0.145,-0.312 0.016,1.178-1.989,0.207-0.761,0.019-0.420,-0.097-0.176,-0.161-0.012,-0.978 1.879,0.527-2.007,-0.319 0.219,-0.300 0.360,-0.266 0.415,-0.219 0.415,-0.214 0.509,-0.080-0.130,-0.063-0.013,-0.162-0.625,-0.223-0.092,-0.235-0.087,-0.227-0.078,-0.207-0.067,-0.226-0.104,-0.087 0.310,-0.032 0.384,0.001 0.403,0.025 0.379,0.037 0.339,0.042 0.284,-0.258 0.089,-0.245 0.062,-0.224 0.031,-0.195 0.006,-0.161-0.006,1.320 0.877,-1.945-0.861,-0.779-0.095,-1.438-0.302,-0.502 0.041,-0.262 0.089,-0.092 0.114,3.631 0.991,-1.425-0.301,-0.284-0.002,-2.948-0.504,-0.430 0.037,-0.227 0.058,-0.075 0.071,0.029 0.072,0.096 0.071,4.249 0.637,-6.238-0.677,-0.332 0.097,0.025 0.112,0.247 0.113,0.366 0.103,-0.220 0.066,0.250 0.075,-0.335 0.026,-0.281 0.019,-0.226 0.016,-0.176 0.011,-0.131 0.006,5.761 0.291,-7.546-0.219,-0.882 0.074,-0.516 0.084,-0.241 0.081,-0.043 0.079,0.093 0.068,4.890 0.086,-6.524 0.254,0.430 0.166,0.727 0.119,0.857 0.082,0.872 0.051,0.812 0.027,0.688 0.012,1.488-0.077,0.751-0.041,0.801-0.055,0.784-0.060,0.725-0.061,-0.215-0.004,0.671-0.049,0.671-0.037,0.622-0.027,0.538-0.017,0.446-0.011,1.687-0.145,0.064-0.013,-1.068 0.114,0.157 0.046,0.164 0.064,0.159 0.069,0.144 0.068,0.350 0.007,0.230 0.023,0.124 0.058,0.226 0.015,0.197 0.006,0.163 0.002,0.131 0.000,-0.004 0.169,0.118 0.108,0.094 0.118,0.070 0.113,0.049 0.101,0.031 0.083,0.136-0.057,0.037 0.206,0.033 0.235,0.030 0.239,0.027 0.225,0.022 0.204,0.151-0.645,-0.091 1.483,0.054 0.181,0.053 0.011,0.049-0.102,0.043-0.168,0.037-0.199,0.054-1.744,0.012 1.324,0.055 0.232,0.151 1.279,0.132-0.033,0.119-0.198,0.099-0.279,-0.120-1.349,0.080-0.076,0.383 0.625,0.192-0.191,0.176-0.202,0.152-0.193,0.126-0.178,-0.542-0.804,0.039-0.059,0.677 0.516,-0.021-0.146,-0.073-0.141,-0.104-0.126,-0.114-0.111,-0.588-0.451,-0.073-0.037,0.336 0.301,-0.177-0.158,-0.150-0.156,-0.121-0.145,-0.092-0.126,-0.256-0.140,0.115 0.094,-0.068-0.042,-0.051-0.043,-0.037-0.043,-0.026-0.037,-0.022-0.027,-0.034-0.026,-0.034-0.017,-0.027-0.012,-0.022-0.008,-0.018-0.003,-0.013-0.001,-0.009 0.000,-0.006 0.001,-0.002 0.002,-0.003 0.001,0.001 0.003,-0.000 0.000,0.001 0.002,0.001 0.002,0.001-0.001,0.001 0.002,0.000-0.001,0.002 0.001,0.000 0.000,0.000 0.000,0.001 0.000,-0.001 0.000,0.001 0.000,0.000-0.001,0.000 0.001,-0.001 0.000,0.001 0.000,0.000-0.001,0.000 0.001,-0.001 0.000,0.001-0.001,0.000 0.001,-0.001-0.001,0.001 0.001,0.000-0.001,-0.001 0.001,0.001 0.000,-0.001-0.001,0.001 0.001,0.000-0.001,-0.001 0.001,0.001 0.000,-0.001-0.001,0.001 0.001,0.000 0.000,-0.001-0.001,0.001 0.001,-0.001-0.001,0.001 0.001,0.000 0.000,0.024 0.024,0.047 0.047,0.108 0.091,0.088 0.062,0.082 0.051,0.069 0.042,0.056 0.029,-0.222-0.140,0.171 0.198,-0.025 0.014,-0.031-0.009,-0.035-0.023,-0.033-0.029,0.029 0.026,-0.128-0.165,0.015-0.010,0.256 0.174,0.075 0.019,0.067 0.027,0.054 0.029,0.044 0.028,0.310 0.180,0.183 0.075,0.215 0.086,0.180 0.055,0.144 0.032,0.110 0.016,0.082 0.002,-1.528-0.746,1.950 0.820,0.051-0.057,-0.071-0.094,-0.146-0.109,-0.183-0.111,-0.720-0.256,-0.114-0.057,0.244 0.021,-0.188-0.093,-0.166-0.080,-0.142-0.064,-0.116-0.051,-0.335-0.043,-0.007-0.012,0.408-0.046,0.120-0.065,0.135-0.064,0.134-0.059,0.124-0.051,0.114-0.089,0.014-0.087,-0.021-0.087,-0.039-0.077,-0.050-0.067,-0.050-0.054,-0.464 0.100,0.873-0.922,0.004-0.199,-0.124-0.017,-0.194 0.099,-0.223 0.162,-0.381 0.478,0.078-0.084,-0.190 0.212,-0.177 0.188,-0.157 0.159,-0.132 0.126,-0.130 0.245,0.161 0.242,0.082 0.440,0.100 0.445,0.101 0.416,0.096 0.363,0.084 0.302,-0.135-0.298,0.047 0.173,0.229 0.493,0.152 0.150,0.158 0.105,0.154 0.066,0.142 0.038,-0.311-0.726,0.050-0.105,0.614 0.566,-0.003-0.304,-0.052-0.312,-0.080-0.293,-0.091-0.260,-0.549-0.508,-0.042-0.094,0.518 0.126,0.130-0.164,0.163-0.141,0.173-0.115,0.165-0.089,-0.825-0.218,0.316-0.127,0.075-0.163,0.553-0.300,-0.049-0.202,-0.108-0.156,-0.145-0.115,0.177-0.280,-0.720 0.322,-0.062-0.039,0.471-0.451,-0.171 0.013,-0.176 0.051,-0.168 0.072,-0.151 0.079,0.328-0.010,0.334-0.005,0.044 0.161,-0.054 0.189,-0.110 0.187,-0.133 0.172,-0.137 0.146,-0.127 0.119,-0.185 0.177,0.163 0.159,0.595 0.282,0.030 0.181,-0.061 0.127,-0.111 0.081,-1.461-0.632,0.952 0.499,0.109 0.113,0.849 0.530,0.019 0.026,-0.073-0.056,-0.126-0.105,-0.147-0.126,-0.497-0.241,0.316 0.111,0.257 0.012,0.250-0.027,0.147-0.088,0.099-0.108,0.059-0.117,0.031-0.114,0.351-0.231,0.221-0.318,-0.237-0.311,-0.315-0.264,-0.333-0.213,-1.467 0.525,0.388-0.262,-0.004-0.093,0.672-0.555,-0.016-0.060,-0.033 0.013,-0.043 0.059,-0.046 0.088,-0.045 0.100,-0.927 0.628,1.650-0.485,0.292 0.259,0.205 0.256,0.135 0.233,0.079 0.200,0.040 0.162,-0.138 0.141,-0.024 0.105,-0.141 0.060,-0.209 0.028,-0.237 0.004,-0.241-0.010,-1.654-0.406,2.972 0.544,2.165 0.309,0.808 0.076,0.321 0.007,-0.020-0.041,-0.239-0.068,-5.152-0.750,2.869 0.384,0.087-0.008,2.867 0.338,-0.421-0.080,-0.649-0.098,-0.748-0.101,-0.758-0.096,-3.677-0.429,4.746 0.418,0.643-0.042,0.472-0.051,0.324-0.053,0.208-0.050,0.117-0.043,-4.535-0.217,4.919-0.177,-0.659-0.184,-0.984-0.106,-1.099-0.046,-1.073-0.008,-1.146 0.063,-0.744 0.047,-0.622 0.057,-0.497 0.056,-0.384 0.054,-0.279 0.046,-0.195 0.041,-0.076 0.032,0.005 0.025,0.056 0.018,0.085 0.013,0.097 0.008,0.056 0.002,0.241 0.006,0.049 0.000,-0.007 0.000,-0.041-0.001,-0.057-0.003,0.050-0.002,0.032-0.028,0.048-0.046,0.038-0.051,0.031-0.054,0.023-0.050,-0.228 0.050,0.117-0.049,0.897-0.265,0.425-0.069,0.376-0.033,0.316-0.008,0.257 0.010,-0.481 0.148,0.565-0.041,-0.241 0.078,-0.347 0.079,-0.390 0.075,-0.387 0.065,-0.358 0.056,-0.295 0.044,-0.277 0.036,-0.219 0.026,-0.168 0.018,-0.119 0.011,-0.083 0.007,-0.051 0.003,-0.013-0.013,0.317 0.011,0.126-0.001,0.061-0.003,0.013-0.002,-0.017-0.002,-0.165-0.004,-0.003-0.001,0.146-0.041,-0.014-0.066,-0.018-0.078,-0.021-0.078,-0.019-0.075,-0.159 0.022,0.048-0.166,0.323-0.675,0.038-0.251,-0.003-0.148,-0.029-0.069,-0.044-0.015,-0.051 0.023,-0.482 1.272,0.389-1.439,-0.027-0.211,0.027-0.310,-0.027 0.054,-0.022 0.141,-0.020 0.186,-0.015 0.201,-0.186 0.753,1.045-3.997</inkml:trace>
</inkml:ink>
</file>

<file path=ppt/ink/ink10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1097.000 605.000,'0.003'0.000,"0.190"0.026,0.201 0.041,0.200 0.046,0.184 0.047,0.159 0.043,0.131 0.036,0.707 0.246,0.518 0.193,0.365 0.147,0.241 0.106,0.141 0.071,-0.807-0.303,3.087 0.840,0.734 0.111,0.294-0.016,-0.001-0.089,-0.184-0.130,-0.280-0.142,1.110-0.029,1.859 0.017,1.399-0.089,1.173-0.117,0.941-0.126,0.716-0.120,0.276-0.161,1.342-0.151,-0.252-0.219,-0.554-0.210,-0.690-0.184,-0.713-0.155,-5.620 0.072,4.486-0.254,-0.337-0.073,-0.468-0.037,-0.517-0.012,-0.509 0.005,-3.090 0.193,-0.137 0.030,3.273-0.018,-0.277 0.220,-0.331 0.234,-0.337 0.221,-0.312 0.193,-6.787-0.407,3.771 0.284,-0.062 0.037,1.401 0.165,-0.415 0.000,-0.503-0.024,-0.531-0.039,-0.517-0.046,-3.680-0.373,1.768 0.174,-0.228-0.028,1.179 0.095,-0.655-0.080,-0.589-0.072,-0.501-0.059,-0.406-0.048,-0.490-0.040,0.100-0.004,-0.199 0.000,-0.174 0.011,-0.147 0.015,-0.116 0.018,-0.089 0.019,0.501 0.415</inkml:trace>
</inkml:ink>
</file>

<file path=ppt/ink/ink10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549.000 819.000,'0.000'0.011,"0.000"0.017,0.000 0.021,0.000 0.019,0.000 0.018,0.000 0.016,0.000 0.014,0.074-0.004,0.171 0.158,0.206 0.235,0.214 0.269,0.200 0.265,-0.300-0.312,0.081 0.150,0.085 0.162,0.775 1.186,0.126 0.217,0.043 0.067,-0.010-0.030,-0.044-0.088,-0.684-0.988,0.749 1.160,-0.030-0.047,-0.059-0.114,-0.073-0.146,-0.075-0.153,-0.070-0.146,0.234 0.007,0.112-0.113,0.042-0.158,-0.006-0.173,-0.035-0.169,-1.410-1.108,1.127 0.723,-0.074-0.173,-0.093-0.166,-0.102-0.150,-0.100-0.130,-0.092-0.110,-0.362-0.186,0.014-0.149,0.627-0.821,-0.030-0.354,0.007-0.281,-0.035-0.167,-0.060-0.078,-0.075-0.015,-0.269 0.366,0.016-0.123,0.546-1.225,0.179-0.449,0.179-0.404,0.167-0.345,0.145-0.279,-0.464 1.083,0.396-0.508,-0.147 0.629,-0.186 0.702,-0.195 0.691,-0.185 0.632,-0.165 0.543,-0.138 0.444,-0.113 0.348,-0.084 0.260,-0.064 0.185,-0.042 0.121,0.136 0.186,0.119 0.150,0.220 0.273,1.101 1.351,0.602 0.667,0.545 0.583,0.471 0.486,0.385 0.388,-0.413-0.591,1.503 1.460,0.315 0.060,0.142-0.142,0.018-0.264,-0.061-0.319,-2.257-2.189,0.132-0.102,3.476 1.902,0.323-0.521,0.128-0.563,-0.002-0.539,-0.080-0.478,-1.790-1.021,2.071-0.189,-0.213-0.778,-0.380-0.722,-0.450-0.626,-0.455-0.512,-3.904 0.640,4.376-1.824,0.681-0.760,0.622-0.586,0.533-0.429,0.437-0.296,0.342-0.191,-3.339 1.829,0.525-0.056,5.490-1.785,0.349 0.459,-0.197 0.640,-0.528 0.707,-0.703 0.699,-0.762 0.643,1.188 1.078,0.430 1.000,0.177 0.835,0.002 0.665,-0.106 0.505,-1.963-0.199,3.924 1.080,1.239 0.277,1.012 0.123,0.789 0.015,0.592-0.055,-0.768-0.388,-0.747-0.400,-1.007-0.450,-1.105-0.454,-1.093-0.422,-1.008-0.374,-0.884-0.316,-8.579-0.819,9.588 0.455,1.281-0.244,1.155-0.208,0.994-0.173,0.827-0.139,0.659-0.105,-9.358 0.101,12.468-0.331,0.208-0.118,-0.561-0.084,-1.009-0.054,-1.222-0.032,-1.269-0.016,-12.657 0.575,17.075-1.320,1.370-0.350,-0.214-0.148,-1.210-0.010,-1.759 0.080,-1.980 0.131,-10.072 1.062,3.366-0.462,0.241-0.137,5.670-1.005,-0.385-0.177,-0.785-0.087,-1.002-0.020,-1.086 0.024,-9.880 2.030,5.264-1.170,4.274-1.117,-0.998 0.068,-1.194 0.143,-1.241 0.184,-1.185 0.196,-1.068 0.193,-4.000 1.234,3.144-1.515,-1.181-0.169,-1.076-0.195,-0.918-0.196,-0.743-0.179,-0.746 0.603,-0.083-1.341,-0.333-0.391,-0.241-0.304,-0.161-0.229,-0.100-0.160,-0.071 2.122,-0.098-2.039,-0.148-0.018,-0.264 0.354,-0.369-0.065,-0.408-0.084,-0.406-0.092,-0.381-0.090,-0.496-0.231,-0.335 0.103,-0.274 0.155,-0.215 0.180,-0.161 0.182,-0.116 0.172,-0.550-0.081,-0.356 0.226,-0.366 0.218,-0.342 0.193,-0.300 0.163,-0.251 0.133,0.686 0.980,-2.706-0.293,-1.027 0.447,-0.828 0.435,-0.637 0.390,-0.468 0.334,-0.325 0.271,0.335 0.236,0.126 0.166,0.214 0.127,0.255 0.092,0.260 0.063,0.248 0.040,-2.247 0.059,-0.618 0.078,-0.162 0.076,0.126 0.066,0.290 0.057,0.362 0.044,5.345-0.091,-4.394 0.146,-0.314 0.007,-0.201-0.017,-0.111-0.032,-0.048-0.039,4.235-0.104,-0.329-0.016,-5.167-0.018,-0.503-0.103,-0.223-0.110,-0.022-0.109,0.112-0.100,0.193-0.088,4.827 0.134,-5.964-0.171,0.626 0.093,0.852 0.127,0.928 0.137,0.904 0.132,0.815 0.120,0.717 0.078,0.095 0.061,-0.096 0.041,-0.210 0.026,-0.270 0.015,-0.287 0.005,8.292-0.308,-10.571 0.193,-1.190-0.197,-0.771-0.223,-0.446-0.224,-0.210-0.206,12.348 0.464,-10.691-0.548,0.145-0.081,-1.033-0.097,0.721 0.054,0.829 0.092,0.839 0.111,0.783 0.114,0.232 0.107,0.203 0.096,0.167 0.081,0.134 0.066,0.101 0.051,0.074 0.037,-0.509-0.046,0.161-0.054,-0.045-0.063,0.063-0.061,0.130-0.057,0.162-0.049,0.174-0.043,-2.792-0.132,-0.480-0.005,0.239 0.042,0.657 0.071,0.854 0.079,5.362 0.180,-4.675-0.047,1.292 0.090,1.525 0.082,1.529 0.069,1.395 0.053,1.191 0.041,-2.026 0.149,-1.647 0.124,-0.334 0.058,0.320 0.020,0.696-0.005,0.730 0.021,1.181 0.002,1.299-0.040,0.963-0.028,0.824-0.030,0.672-0.030,0.821-0.169,0.134-0.017,-0.126 0.071,0.173-0.054,0.085-0.047,0.024-0.041,-0.019-0.034,-0.042-0.026,-0.120-0.064,-0.190-0.083,-0.211-0.088,-0.208-0.088,-0.190-0.078,-0.536-0.172,-0.281-0.082,-0.234-0.057,-0.144-0.026,-0.076-0.003,-0.026 0.012,0.008 0.020,-0.154-0.007,0.381 0.125,0.436 0.135,0.428 0.129,0.387 0.115,0.326 0.095,0.260 0.074,0.198 0.056,0.141 0.040,0.096 0.026,0.058 0.015,0.032 0.008,0.013 0.002,-0.001 0.000,-0.007-0.004,-0.013-0.003,-0.012-0.004,-0.133 0.123,-0.124 0.168,-0.047 0.123,-0.010 0.096,0.014 0.073,0.029 0.052,0.302-0.568,-0.023 0.079,-0.730 2.194,-0.282 1.038,-0.687 2.509,-0.142 0.818,-0.012 0.378,0.073 0.076,1.532-5.890,-1.142 4.538,-0.014 0.170,-0.278 1.144,-0.008-0.030,0.005-0.129,0.010-0.190,0.016-0.214,0.017-0.220,1.383-5.081,-1.515 6.216,0.222-0.311,0.276-0.592,0.287-0.717,0.270-0.735,0.235-0.682,0.217-0.985,0.131-0.506,0.102-0.439,0.078-0.364,0.055-0.291,0.036-0.223,-0.014-1.385,0.030 1.908,-0.008 0.236,-0.020 0.113,-0.025 0.025,-0.028-0.031,-0.027-0.068,-0.435 6.816</inkml:trace>
</inkml:ink>
</file>

<file path=ppt/ink/ink10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682.000 836.000,'1.862'0.168,"1.223"0.117,0.723 0.074,0.352 0.043,0.086 0.018,-0.088 0.002,-0.195-0.009,-1.762-0.171,6.972 0.756,2.201 0.177,1.101 0.028,0.318-0.072,-0.209-0.128,-0.251-0.157,-1.550-0.208,-0.971-0.153,-1.072-0.143,-1.069-0.128,-0.999-0.108,-0.887-0.091,-3.388-0.020,3.189-0.083,-0.767-0.055,-0.808-0.035,-0.771-0.022,-0.686-0.011,-0.579-0.004,-0.524 0.005,-0.437 0.008,-0.354 0.008,-0.274 0.011,-0.203 0.009,-0.142 0.008,-0.093 0.007,-0.891-0.380</inkml:trace>
</inkml:ink>
</file>

<file path=ppt/ink/ink10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701.000 826.000,'0.314'0.000,"0.523"0.000,0.648 0.000,1.266 0.000,0.856 0.000,0.721 0.000,0.587 0.000,0.456 0.000,-4.207-0.003,4.940-0.099,2.706-0.121,1.230-0.074,0.845-0.053,0.538-0.034,0.296-0.019,0.120-0.008,-6.713 0.239,7.120-0.223,-0.221 0.010,-0.543 0.009,-0.724 0.008,-0.796 0.009,-0.794 0.007,-3.682 0.110,21.669-1.936</inkml:trace>
</inkml:ink>
</file>

<file path=ppt/ink/ink10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1007.000 822.000,'0.053'0.000,"0.406"0.013,0.445 0.021,0.456 0.022,0.429 0.024,0.378 0.021,0.316 0.019,-1.298-0.049,2.266 0.237,7.797 0.789,3.193 0.288,1.795 0.109,0.783-0.011,0.101-0.082,-4.129-0.456,3.922 0.078,-0.647-0.224,-1.015-0.220,-1.166-0.200,-1.165-0.172,-3.692-0.120,1.240-0.082,-1.617-0.080,-1.593-0.059,-1.454-0.038,-1.250-0.024,-1.027-0.013,1.442-0.672</inkml:trace>
</inkml:ink>
</file>

<file path=ppt/ink/ink10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971.000 815.000,'0.713'0.000,"1.079"0.000,0.821 0.000,0.844 0.000,0.731 0.000,0.601 0.000,0.473 0.000,-0.628 0.000,1.880 0.014,0.845 0.021,0.720 0.025,0.587 0.026,0.462 0.026,-0.833 0.013,-0.107 0.030,-0.215 0.030,2.092 0.088,-0.041 0.022,-0.025 0.008,-0.016 0.002,0.055-0.051,-0.037-0.032,-0.673-0.038,-1.034-0.037,-1.185-0.035,-1.196-0.031,-0.679-0.024,-0.949-0.021,-0.920-0.017,-0.829-0.012,-0.706-0.008,-0.575-0.005,-1.164-0.054</inkml:trace>
</inkml:ink>
</file>

<file path=ppt/ink/ink10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841.000 821.000,'0.000'0.007,"0.000"0.010,0.000 0.013,0.000 0.010,0.000 0.011,0.000 0.008,0.000 0.006,0.000 0.006,0.000 0.004,0.000 0.001,0.000 0.003,0.000-0.000,0.000 0.000,0.000 0.610,0.000 0.933,0.000 1.049,0.000 1.031,0.000 0.930,0.000-1.767,-0.023 2.490,-0.036 0.458,-0.043 0.242,-0.043 0.086,-0.042-0.023,-0.037-0.092,-0.109-0.609,-0.136 0.285,-0.362 2.506,-0.084-0.021,-0.012-0.250,0.029-0.370,0.297-1.996,0.066 0.045,-0.022 1.467,0.112-0.054,0.105-0.125,0.093-0.161,0.076-0.173,0.063 0.215,0.047 0.200,0.037-0.284,0.025-0.391,0.015-0.430,0.010-0.419,-0.005-1.154,0.021 0.938,0.021-0.418,0.024-0.564,0.024-0.614,0.021-0.605,-0.019-1.783,0.073 0.059,0.597 1.940,0.261 0.121,0.558 0.797,0.210-0.123,0.121-0.212,0.057-0.249,-0.620-1.370,0.048-0.111,0.550 0.541,-0.064-0.285,-0.116-0.294,-0.144-0.278,-0.150-0.250,-0.586-0.659,0.009-0.058,0.717 0.424,0.010-0.182,-0.018-0.172,-0.034-0.154,-0.041-0.128,-0.045-0.103,1.112 0.029,1.100-0.010,1.040-0.017,0.915-0.020,0.758-0.021,-3.921-0.307,5.484 0.129,0.419-0.231,-0.020-0.250,-0.286-0.238,-0.418-0.211,-0.464-0.174,-1.752-0.081,1.979-0.955,0.126-0.683,-0.014-0.625,-0.101-0.537,-0.149-0.441,-1.758 0.653,1.670-1.716,-0.498-0.273,-0.589-0.110,-0.596-0.001,-0.548 0.067,-2.323 2.367,1.399-2.163,-0.271-0.093,-0.279 0.012,-0.263 0.081,-0.235 0.119,-0.201 0.136,-1.686 2.988,1.686-3.319,-0.280 0.300,-0.302 0.386,-0.290 0.408,-0.258 0.388,-0.216 0.340,-0.350 0.728,-0.150 0.262,-0.129 0.232,-0.110 0.197,-0.086 0.161,-0.068 0.127,-0.218 0.706,0.418-1.285,0.193-0.561,1.343-4.016,0.224-0.607,0.021-0.001,-0.105 0.367,-0.990 2.951,-0.107 0.354,0.320-0.932,-0.293 0.772,-0.289 0.720,-0.267 0.638,-0.231 0.537,-0.193 0.431,-0.146 0.265,-0.132 0.310,-0.093 0.223,-0.058 0.153,-0.035 0.095,0.046 0.335,0.036-0.194,0.025 0.032,0.015 0.037,0.004 0.035,-0.002 0.035,-0.004 0.029,-0.039 0.238,0.042-0.328,0.009-0.045,0.013-0.037,0.013-0.029,0.014-0.022,0.012-0.015,-0.104 0.527,0.097-0.556,-0.011 0.000,-0.015 0.030,-0.015 0.045,-0.017 0.051,-0.015 0.053,-0.013 0.051,-0.009 0.018,-0.011 0.062,-0.008 0.056,-0.006 0.048,-0.002 0.039,-0.004 0.029,0.001 0.032,-0.001 0.012,0.000 0.009,-0.000 0.003,0.001 0.002,0.000 0.000,0.001-0.002,0.001-0.020,0.000-0.024,0.000-0.024,0.001-0.023,-0.001-0.022,0.046-0.044,0.067 0.030,0.015 0.031,0.007-0.007,-0.005-0.016,-0.013-0.020,-0.017-0.020,0.140-1.075</inkml:trace>
</inkml:ink>
</file>

<file path=ppt/ink/ink10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976.000 850.000,'0.566'-0.047,"1.643"-0.040,1.608 0.017,1.560 0.042,1.410 0.054,1.203 0.060,0.978 0.056,-2.608-0.035,0.306 0.004,3.498 0.033,0.324-0.037,0.099-0.045,-0.055-0.048,-0.147-0.047,-0.123-0.101,-0.867-0.099,-0.624-0.108,-0.692-0.101,-0.688-0.090,-0.640-0.078,-2.782 0.212,-0.208-0.016,1.646-0.233,-0.450 0.038,-0.423 0.066,-0.380 0.077,-0.327 0.082,-0.269 0.079,8.730-0.171</inkml:trace>
</inkml:ink>
</file>

<file path=ppt/ink/ink10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972.000 827.000,'0.049'-0.012,"0.077"-0.020,0.089-0.022,0.090-0.022,0.085-0.021,0.074-0.019,0.364 0.000,0.282 0.007,0.200 0.011,0.131 0.014,0.079 0.015,0.038 0.015,-1.163 0.046,2.148 0.021,1.118 0.030,3.200 0.068,1.254 0.040,0.787 0.030,0.425 0.020,0.162 0.014,-3.557-0.069,0.056 0.017,4.264 0.124,0.707-0.004,0.681-0.021,0.621-0.031,0.537-0.037,-3.506-0.090,-0.131-0.050,4.177-0.116,-1.410-0.135,-1.662-0.117,-1.674-0.096,-1.539-0.076,-4.641 0.294,10.107-2.861</inkml:trace>
</inkml:ink>
</file>

<file path=ppt/ink/ink10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758.000 821.000,'0.009'0.000,"0.275"0.000,0.281 0.000,0.634 0.000,0.448 0.000,0.386 0.000,0.319 0.000,0.251 0.000,1.810 0.074,2.115 0.088,1.308 0.072,0.915 0.057,0.598 0.045,0.353 0.033,-4.290-0.168,3.794 0.122,-0.532-0.041,-0.756-0.048,-0.833-0.048,-0.820-0.045,-0.745-0.039,-1.041-0.059,-0.653-0.059,-0.586-0.060,-0.500-0.058,-0.413-0.051,-0.325-0.043,-1.592 0.180,0.799-0.099,-0.039 0.002,0.625-0.084,-0.221 0.026,-0.244 0.032,-0.242 0.032,-0.223 0.031,-0.194 0.028,-0.154 0.023,-0.131 0.020,-0.098 0.016,-0.071 0.010,-0.046 0.009,-0.030 0.006,-0.016 0.002,-0.005 0.001,0.002 0.002,0.005-0.002,0.007-0.000,0.149-0.051,0.238-0.080,0.279-0.092,0.284-0.095,0.268-0.090,0.239-0.080,0.205-0.068,-0.242-0.002,0.052-0.139,0.428-0.381,0.095-0.237,0.080-0.216,0.066-0.186,0.051-0.156,0.183-0.419,0.072-0.368,-0.113-0.185,-0.154-0.114,-0.170-0.057,-0.166-0.021,-0.422 0.553,0.245-0.516,-0.070 0.008,-0.105 0.078,-0.121 0.122,-0.122 0.140,-0.117 0.147,-0.730 1.404,0.708-1.719,-0.109-0.041,-0.138 0.042,-0.147 0.095,-0.142 0.123,-0.131 0.132,-0.463 1.955,0.246-2.281,-0.281 0.001,-0.277 0.052,-0.252 0.080,-0.215 0.090,-0.175 0.089,0.329 1.153,-0.043 0.076,-0.829-0.762,-0.522 0.128,-0.540 0.102,-0.510 0.079,-0.450 0.056,1.225 0.698,-2.076-0.628,-0.103 0.149,0.140 0.192,0.279 0.203,0.346 0.192,0.561 0.256,-1.071-0.050,0.147 0.127,0.327 0.119,0.414 0.106,0.436 0.089,-0.394 0.072,-0.799 0.272,-0.929 0.383,-0.947 0.426,-0.887 0.424,-0.783 0.390,-0.659 0.339,-0.186 0.241,0.608 0.027,0.887-0.065,0.992-0.120,0.980-0.142,0.896-0.146,3.213-1.488,-3.576 3.178,-0.321 1.158,0.383 0.193,0.571-0.240,0.634-0.482,0.620-0.589,1.256-1.772,-0.412 0.859,0.346-0.360,0.288-0.315,0.228-0.266,0.173-0.212,0.218-0.429,0.058 0.028,0.101-0.162,0.080-0.151,0.064-0.134,0.046-0.114,0.033-0.094,0.348 0.708</inkml:trace>
</inkml:ink>
</file>

<file path=ppt/ink/ink10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1320.000 726.000,'-0.434'0.050,"-0.661"0.075,-0.741 0.085,-0.726 0.082,-0.655 0.076,-0.552 0.063,-0.445 0.050,1.020-0.038,-0.928 0.383,-0.045 0.319,0.014 0.327,0.049 0.306,0.068 0.271,0.121 0.318,-0.111 0.807,0.246 0.689,0.253 0.673,0.233 0.606,0.202 0.513,0.563 0.023,0.281 0.656,0.506-0.059,0.476-0.215,0.417-0.291,0.345-0.312,0.375-3.444,0.384 3.424,0.567-0.290,0.499-0.425,0.411-0.471,0.324-0.456,0.243-0.410,0.170-0.345,-0.235-0.670,0.122-0.206,0.124-0.170,0.711-0.037,1.124 0.096,1.306 0.161,1.345 0.194,1.288 0.204,-2.524-0.919,0.318-0.055,6.090 1.018,0.685-0.426,0.279-0.468,0.007-0.455,-0.160-0.408,-4.757-0.507,-0.140-0.211,3.234-0.377,-0.381-0.394,-0.457-0.325,-0.474-0.261,-0.448-0.196,-5.685 0.760,6.477-1.608,-0.039-0.554,-0.308-0.457,-0.453-0.362,-0.509-0.272,-0.504-0.193,-0.976-0.275,-1.365 0.111,-0.806-0.181,-0.786-0.133,-0.723-0.094,-0.637-0.061,-0.288-0.701,-0.695 0.185,-0.573 0.259,-0.451 0.280,-0.335 0.270,-0.239 0.242,-0.215 0.464,-0.142 0.168,-0.112 0.136,-0.084 0.101,-0.059 0.075,-0.038 0.051,-0.099 0.118,-0.326 0.030,-0.437 0.108,-0.473 0.093,-0.460 0.079,-0.415 0.061,-0.355 0.047,-0.289 0.033,-0.308 0.073,-0.238 0.135,-0.195 0.148,-0.153 0.143,-0.114 0.128,-0.658 0.064,-0.203 0.155,0.115 0.208,0.304 0.226,0.401 0.218,0.428 0.198,2.738 0.721,-2.424-0.359,-3.913-0.259,-1.227 0.133,-0.630 0.173,-0.199 0.188,0.096 0.182,2.615 0.137,0.154 0.112,-3.027 0.378,0.889 0.241,1.004 0.181,0.986 0.132,0.886 0.088,0.748 0.054,1.088-0.141,0.618-0.069,0.549-0.089,0.464-0.094,0.378-0.091,1.373-0.582,-1.066 0.476,0.286-0.103,0.255-0.093,0.213-0.077,0.172-0.063,0.130-0.048,0.129 0.248</inkml:trace>
</inkml:ink>
</file>

<file path=ppt/ink/ink10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729.000 835.000,'0.039'-0.013,"0.062"-0.021,0.068-0.022,0.071-0.024,0.064-0.021,0.056-0.019,0.299 0.026,1.020 0.006,0.901 0.050,0.865 0.060,0.780 0.061,0.666 0.057,0.544 0.052,-4.300-0.150,3.092 0.180,0.983 0.135,5.037 0.481,1.646 0.204,1.132 0.134,0.718 0.079,0.396 0.036,-1.861-0.305,1.307-0.032,8.305 0.184,1.464-0.329,0.704-0.375,0.168-0.373,-0.190-0.348,0.687-0.495,-0.438-0.296,-1.121-0.148,-1.480-0.040,-1.599 0.030,-1.556 0.073,-1.416 0.097,-0.164 0.095,0.651 0.089,1.123 0.077,1.343 0.065,1.384 0.052,-8.193 0.265,0.588-0.036,9.416-0.370,0.016-0.061,-0.700-0.034,-1.123-0.013,-1.321 0.000,-8.196 0.350,-0.598-0.012,4.780-0.339,-1.700 0.035,-1.712 0.059,-1.610 0.073,-1.438 0.075,-1.234 0.075,-6.652 0.489,6.639-0.512,-0.919 0.075,-0.958 0.092,-0.906 0.095,-0.800 0.090,-0.675 0.079,-0.786 0.069,-0.616 0.051,-0.549 0.039,-0.464 0.029,-0.376 0.020,-0.292 0.014,0.558 0.142</inkml:trace>
</inkml:ink>
</file>

<file path=ppt/ink/ink10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425.000 419.000,'-0.009'0.009,"-0.015"0.015,-0.016 0.016,-0.017 0.017,-0.016 0.016,-0.014 0.014,-0.012 0.012,-0.009 0.009,-0.085 0.166,-0.114 0.240,-0.128 0.269,-0.125 0.267,0.176-0.317,-0.370 0.704,-0.166 0.293,-0.332 0.721,-0.111 0.376,-0.060 0.307,-0.023 0.242,1.165-2.711,-1.367 3.711,0.015 0.238,-0.022 0.281,0.026 0.096,0.059-0.031,0.076-0.115,0.081-0.163,0.787-2.620,-0.954 3.048,-0.140 0.372,-0.403 1.160,-0.200 0.508,-0.177 0.443,-0.152 0.369,0.227-0.604,-0.001 0.170,-0.425 1.903,-0.041 0.885,-0.034 0.910,-0.028 0.856,-0.020 0.751,0.174 0.247,0.115 0.285,0.143-0.029,0.150-0.228,0.143-0.337,1.367-7.659,-0.804 5.425,0.112 0.268,-0.323 4.140,0.309-0.587,0.306-0.943,0.277-1.075,0.830-10.113,-0.272 4.416,0.070-0.048,-0.043 3.606,0.160-0.732,0.137-0.933,0.111-0.999,0.087-0.975,-0.054-5.207,0.296 5.759,0.170-0.360,0.133-0.480,0.100-0.514,0.072-0.492,0.047-0.438,-0.045-0.361,-0.086-0.473,0.134 0.824,1.072 6.047,0.141 0.547,-0.008-0.396,-0.098-0.933,-1.597-8.284,0.885 4.125,-0.007-0.422,0.626 1.965,-0.168-1.289,-0.206-1.240,-0.213-1.101,-0.828-2.553,0.184 0.399,-0.033-0.237,0.327 0.421,-0.125-0.519,-0.125-0.399,-0.116-0.295,-0.100-0.203,-0.116-0.203,0.046-0.050,-0.052-0.076,-0.058-0.045,-0.056-0.022,-0.054-0.007,-0.045 0.005,-0.055 0.198</inkml:trace>
</inkml:ink>
</file>

<file path=ppt/ink/ink10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2331.000 465.000,'0.030'0.030,"0.044"0.044,0.051 0.051,0.049 0.049,0.044 0.044,0.036 0.036,0.017 0.070,0.478 0.667,0.223 0.364,0.149 0.268,0.088 0.188,0.044 0.122,-0.951-1.441,1.040 1.913,0.397 0.864,1.991 4.082,0.589 1.403,0.330 0.863,0.134 0.452,-0.001 0.152,-0.087-0.054,-2.417-5.073,4.861 11.614,0.690 2.025,0.025 0.342,-0.409-0.780,-0.664-1.458,-0.785-1.800,-0.984 0.114,-0.177 1.801,1.100 8.229,-1.005-0.154,-1.090-1.366,-1.045-1.975,-2.325-17.796,0.819 15.214,-0.965 0.812,-0.845-1.570,-0.619-1.714,-0.429-1.649,1.262-12.282,-1.345 7.851,-0.343-0.438,-0.789 1.199,-0.245-0.995,-0.130-1.039,-0.048-0.997,0.011-0.903,0.930-2.488,0.076-0.453,-0.938 1.370,0.446-1.153,0.485-1.046,0.468-0.886,1.426-2.239,-0.515 0.890,0.079-0.071,-0.245 0.613,0.142-0.091,0.116-0.069,0.091-0.053,0.069-0.037,0.051-0.024,-1.149 5.062</inkml:trace>
</inkml:ink>
</file>

<file path=ppt/ink/ink10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1006.000 745.000,'0.008'0.008,"0.013"0.013,0.013 0.013,0.014 0.014,0.012 0.012,0.010 0.010,0.008 0.008,0.006 0.006,0.004 0.004,0.002 0.002,0.003 0.003,-0.020-0.020,0.027 0.027,0.244 0.217,0.243 0.199,0.254 0.206,0.240 0.191,0.210 0.168,0.175 0.139,-0.526-0.487,0.183 0.071,1.472 0.805,0.501 0.117,0.368 0.048,0.259 0.000,0.167-0.030,-0.286-0.213,-0.122-0.130,-0.171-0.142,-0.193-0.141,-0.193-0.129,-0.181-0.113,-0.158-0.095,-1.510-0.467,2.096 0.509,0.184-0.034,0.115-0.037,0.065-0.036,0.028-0.032,-2.899-0.560,2.889 0.454,-0.152-0.072,-0.310-0.072,-0.387-0.067,-0.401-0.056,-0.383-0.048,-1.531-0.214,1.234 0.100,0.208-0.024,1.234-0.092,0.325-0.200,0.224-0.219,0.143-0.214,0.078-0.197,-0.632-0.118,1.139-0.649,0.036-0.221,-0.056-0.107,-0.109-0.028,-0.131 0.024,-0.855 0.441,0.914-0.252,0.008 0.198,-0.054 0.236,-0.092 0.246,-0.108 0.233,-0.110 0.208,0.446 0.272,0.154 0.347,0.191 0.326,0.199 0.284,0.184 0.232,0.159 0.181,-0.158 0.067,-0.083 0.050,-0.123 0.017,-0.141-0.007,-0.138-0.018,-0.124-0.025,-3.504-0.916,4.779 1.308,0.808 0.218,0.488 0.109,0.246 0.031,0.079-0.020,-1.421-0.432,1.355 0.202,-0.038-0.153,-0.183-0.188,-0.267-0.197,-0.304-0.191,-2.364-0.428,0.063-0.093,2.902-0.032,-0.062-0.271,-0.212-0.240,-0.292-0.200,-0.321-0.162,-2.598 0.170,-0.135-0.034,1.611-0.248,-0.278 0.015,-0.273 0.049,-0.251 0.068,-0.222 0.078,-0.187 0.079,-2.935 0.265,4.086-0.284,0.287 0.015,-0.028 0.023,-0.229 0.027,-0.338 0.025,-0.385 0.025,-2.391 0.091,1.859-0.338,0.387-0.241,1.895-0.629,-0.051-0.209,-0.326-0.099,-0.486-0.019,-0.556 0.034,-0.172-0.291,-0.497-0.074,-0.545 0.029,-0.536 0.091,-0.492 0.124,-0.426 0.136,-0.571 0.343,-0.129-0.046,0.054-0.453,-0.188-0.207,-0.173-0.217,-0.151-0.205,-0.125-0.186,-0.102-0.159,-0.090-0.665,-0.145-0.636,-0.205 0.031,-0.197 0.221,-0.172 0.319,0.158 2.233,-0.264-0.954,-0.174 0.003,-0.623-0.710,-0.443 0.089,-0.423 0.124,-0.384 0.138,-0.333 0.139,-0.276 0.132,-0.745-0.031,-0.596 0.123,-0.597 0.107,-0.554 0.088,-0.485 0.070,-0.406 0.053,5.131 1.515,-6.837-1.630,-0.681 0.087,-0.307 0.141,-0.049 0.164,0.115 0.163,0.207 0.151,0.245 0.130,1.260 0.253,0.561 0.158,0.584 0.155,0.560 0.143,0.506 0.124,3.958 0.273,-3.629-0.092,-1.111 0.034,-7.710 0.054,-1.292 0.151,-0.160 0.136,0.546 0.116,0.931 0.094,3.589-0.005,-1.848 0.210,-0.231 0.116,-0.255 0.094,-0.252 0.071,-0.235 0.054,-0.208 0.038,7.391-0.570,-10.579 0.826,0.353 0.002,0.931-0.039,1.197-0.056,1.253-0.066,1.172-0.062,2.246-0.159,1.241-0.061,1.166-0.056,1.033-0.047,0.871-0.040,3.769-0.524,-3.248 0.614,-0.468 0.181,-2.453 0.672,0.197 0.109,0.582 0.002,0.786-0.067,0.857-0.107,2.228-0.663,0.322-0.027,-0.614 0.497,0.761-0.109,0.638-0.116,0.513-0.115,0.396-0.105,0.281-0.270,0.083 0.054,0.077 0.533,0.100 0.180,0.061 0.160,0.031 0.133,0.011 0.107,-0.102-1.461,0.100 1.821,-0.015 0.143,-0.017 0.050,-0.019-0.016,-0.017-0.053,-0.016-0.072,0.024-0.268,0.047-0.153,0.061-0.158,0.061-0.149,0.061-0.131,0.052-0.113,-0.002-0.455,0.149 0.043,0.695 0.605,0.219-0.062,0.110-0.129,0.033-0.160,-0.019-0.168,-0.052-0.177,-0.031-0.136,-0.108-0.136,-0.110-0.109,-0.103-0.081,-0.091-0.058,-0.086-0.087,0.353 0.005,0.152 0.000,0.115 0.010,0.083 0.018,0.055 0.022,0.034 0.024,-0.473-0.054,12.202 1.848</inkml:trace>
</inkml:ink>
</file>

<file path=ppt/ink/ink10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1020.000 562.000,'0.000'0.123,"0.000"0.192,0.000 0.222,-0.074 0.442,-0.115 0.550,-0.133 0.577,-0.136 0.553,-0.126 0.498,-0.260 0.895,-0.161 0.879,-0.090 0.803,-0.035 0.695,0.002 0.576,0.025 0.456,0.284-1.091,-0.062 1.443,0.121-0.324,0.119-0.590,0.111-0.721,0.097-0.757,0.081-0.730,0.277-3.681,-0.647 5.958,-0.271 0.774,-0.209 0.101,-0.155-0.332,-0.109-0.576,-0.071-0.683,0.097-1.028,0.111-0.877,0.145-0.844,0.155-0.761,0.151-0.652,0.136-0.536,0.597-1.249,-0.265 0.599,0.031 0.022,-0.167 0.757,0.083 0.124,0.074 0.106,0.064 0.087,0.052 0.067,0.042 0.051,0.032-0.173,0.003-0.073,-0.008-0.092,-0.013-0.102,-0.016-0.099,-0.017-0.093,-0.988 3.852</inkml:trace>
</inkml:ink>
</file>

<file path=ppt/ink/ink10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1399.000 559.000,'0.028'0.000,"0.043"0.000,0.048 0.000,0.062 0.172,0.094 0.272,0.098 0.320,0.097 0.327,0.087 0.310,0.077 0.278,0.070 0.364,-0.025 0.143,-0.055 0.075,-0.067 0.026,-0.071-0.006,-0.161-0.353,0.075 0.937,0.042 0.485,0.068 0.469,0.078 0.424,0.082 0.364,0.075 0.299,0.465 1.161,0.311 0.543,0.207 0.213,0.125-0.007,0.065-0.150,0.020-0.223,-0.833-2.642,-0.046-0.014,0.602 2.586,-0.226-0.483,-0.240-0.629,-0.230-0.668,-0.203-0.642,-0.241-1.146,0.070 0.559,-0.071-0.223,-0.052-0.166,-0.039-0.117,-0.027-0.079,-0.074-0.707,0.099 0.324,0.025-0.132,0.020-0.138,0.015-0.134,0.010-0.120,0.008-0.105,-0.402-1.407,0.399 1.333,-0.020-0.159,-0.025-0.177,-0.024-0.176,-0.023-0.164,-0.021-0.142,-0.057-0.251,-0.001-0.060,0.056 0.026,-0.019-0.082,-0.025-0.075,-0.024-0.066,-0.026-0.053,0.671 0.450</inkml:trace>
</inkml:ink>
</file>

<file path=ppt/ink/ink10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436.000 588.000,'0.013'0.000,"0.021"0.000,0.022 0.000,0.024 0.000,0.021 0.000,0.019 0.000,0.015 0.000,0.013 0.000,0.008 0.000,0.007 0.000,0.005 0.000,0.002 0.000,-0.114 0.000,1.274 0.026,1.020 0.041,0.928 0.046,0.797 0.047,0.651 0.043,0.510 0.036,-1.405-0.071,4.410 0.124,1.503-0.029,1.033-0.058,0.655-0.077,0.361-0.081,0.148-0.079,-1.283-0.122,2.164-0.151,-0.243-0.075,-0.648-0.034,-0.875-0.009,-0.970 0.012,-0.969 0.023,-6.905 0.298,6.965-0.250,2.185-0.058,11.219-0.356,2.136-0.054,0.507-0.006,-0.593 0.023,-1.271 0.042,-8.724 0.259,-0.042-0.032,10.368-0.445,-1.275 0.004,-1.759 0.049,-1.925 0.071,-1.871 0.080,-1.827 0.083,-2.316 0.106,-2.138 0.099,-1.849 0.087,-1.516 0.073,-1.185 0.057,-2.344 0.096,12.543-0.184</inkml:trace>
</inkml:ink>
</file>

<file path=ppt/ink/ink10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638.000 761.000,'0.010'0.010,"0.014"0.014,0.018 0.018,0.018 0.018,0.015 0.015,0.014 0.014,0.012 0.012,0.009 0.009,0.105 0.093,0.164 0.144,0.187 0.165,0.188 0.167,0.177 0.154,0.153 0.135,-0.851-0.762,1.541 1.277,0.286 0.150,0.117 0.002,0.005-0.086,-0.063-0.135,-1.341-0.895,1.195 0.778,-0.003-0.033,-0.025-0.054,-0.036-0.063,-0.041-0.062,-0.042-0.059,-0.001-0.052,0.025-0.043,0.039-0.036,0.044-0.026,0.048-0.020,0.042-0.014,-0.105-0.189,0.264-0.022,0.587 0.054,0.077-0.067,-0.024-0.073,-0.090-0.072,-0.129-0.067,-0.144-0.059,-0.116-0.072,-0.088-0.076,-0.064-0.073,-0.044-0.068,-0.027-0.057,-0.017-0.050,-0.651-0.071,1.190-0.308,-0.092-0.115,-0.233-0.041,-0.301 0.006,-0.322 0.038,-0.309 0.054,-1.072 0.385,2.373-0.688,0.811-0.148,0.517-0.055,0.291 0.011,0.122 0.051,0.005 0.076,0.635-0.056,-0.190 0.085,-0.400 0.106,-0.495 0.114,-0.514 0.107,-0.481 0.094,-0.078 0.033,0.088 0.005,-0.130 0.026,-0.182 0.027,-0.200 0.028,-0.196 0.024,-0.148 0.044,-0.095 0.038,-0.106 0.038,-0.109 0.035,-0.101 0.032,-0.090 0.025,-0.640 0.030,0.701 0.020,0.053 0.045,0.033 0.046,0.016 0.043,0.004 0.040,-0.004 0.034,-0.008 0.028,-0.264-0.040,0.447 0.036,0.013-0.025,-0.021-0.030,-0.039-0.033,-0.051-0.030,0.050-0.028,0.079-0.021,-0.169-0.021,-0.208-0.018,-0.217-0.011,-0.203-0.008,-0.297-0.004,0.466-0.002,0.405-0.002,0.462 0.000,0.469-0.000,0.439 0.001,0.390 0.000,-2.803 0.005,2.009-0.002,0.085 0.000,1.105-0.027,-0.113-0.043,-0.212-0.049,-0.261-0.052,-0.276-0.049,0.005-0.050,-0.321-0.011,-0.353 0.000,-0.346 0.011,-0.314 0.015,-0.270 0.016,-0.186 0.010,-0.184 0.015,-0.135 0.015,-0.097 0.012,-0.062 0.009,-0.037 0.006,0.611 0.022,0.406 0.004,0.198 0.004,0.051 0.002,-0.051 0.001,-0.111 0.002,-0.144 0.000,0.233-0.016,-0.057-0.002,-0.125-0.002,-0.159-0.002,-0.163-0.001,-0.155-0.002,-0.148 0.017,-0.085 0.020,-0.061 0.022,-0.038 0.022,-0.023 0.022,-0.775 0.047,0.844-0.126,-0.037-0.026,-0.065-0.001,-0.079 0.016,-0.078 0.021,-0.070 0.026,-0.078-0.044,-0.008-0.032,-0.054-0.002,-0.058 0.014,-0.058 0.022,0.743-0.215</inkml:trace>
</inkml:ink>
</file>

<file path=ppt/ink/ink10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1213.000 649.000,'-0.035'-0.012,"-0.377"-0.095,-0.243-0.037,-0.176-0.008,-0.123 0.008,-0.078 0.017,-0.044 0.023,0.000 0.085,-0.207 0.101,-0.238 0.117,-0.244 0.116,-0.228 0.109,-0.228 0.158,-0.166 0.169,-0.131 0.165,-0.100 0.155,-0.070 0.134,-0.049 0.113,-0.029 0.092,2.169-1.095,-2.816 1.787,-0.291 0.435,-0.052 0.275,0.109 0.152,0.212 0.061,0.263-0.004,0.024 0.395,0.209 0.269,0.245 0.484,0.424 0.327,0.432 0.291,0.400 0.247,0.348 0.200,0.740-3.181,-0.060 3.062,0.376-0.086,0.318-0.262,0.256-0.361,0.199-0.397,-0.220-1.673,0.059-0.153,0.868 1.424,0.434-0.248,0.413-0.184,0.364-0.126,0.305-0.081,-1.259-1.361,1.130 0.809,0.122-0.116,0.072-0.127,0.037-0.128,0.009-0.120,-0.010-0.107,-1.610-1.002,3.466 1.538,0.832 0.075,0.555-0.038,0.337-0.108,0.174-0.142,0.059-0.153,0.503-0.131,0.259-0.119,-0.209-0.184,-0.497-0.217,-0.652-0.221,-0.709-0.210,-2.916-0.565,2.131 0.095,0.701-0.069,4.505 0.053,0.290-0.136,-0.330-0.109,-0.716-0.083,-0.918-0.061,0.186-0.265,-0.821-0.199,-0.647-0.176,-0.710-0.141,-0.705-0.109,-0.652-0.082,-3.940 0.722,2.476-0.856,-0.179-0.247,0.631-0.875,-0.498-0.396,-0.525-0.326,-0.508-0.262,-0.466-0.201,-0.584 0.382,-0.299-0.020,-0.159-0.636,-0.315 0.052,-0.245 0.087,-0.186 0.104,-0.132 0.107,-0.089 0.103,-0.061 0.239,-0.044 0.137,-0.030 0.133,-0.019 0.123,-0.011 0.106,-0.004 0.091,0.163 1.845,-0.284-1.616,-0.151-0.233,-0.721-1.592,-0.476-0.194,-0.434-0.029,-0.373 0.076,-0.306 0.137,0.335 0.969,-1.027-0.587,-0.250 0.261,-0.131 0.302,-0.043 0.307,0.015 0.287,0.051 0.253,2.278 1.352,-2.870-1.078,-0.019 0.337,0.143 0.329,0.230 0.300,0.266 0.254,0.265 0.207,0.243 0.161,0.210 0.117,0.170 0.081,0.135 0.054,-4.423-0.035,-4.041-0.017,-1.417 0.023,-0.142 0.037,0.640 0.044,1.058 0.043,1.213 0.039,3.416-0.007,-0.601 0.036,1.304 0.019,1.209 0.017,1.054 0.013,0.874 0.011,0.691 0.008,0.434-0.010,0.241 0.007,0.241 0.009,0.227 0.007,0.202 0.008,0.129 0.662</inkml:trace>
</inkml:ink>
</file>

<file path=ppt/ink/ink10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749.000 852.000,'0.000'0.002,"0.000"0.002,0.000 0.002,0.000 0.003,0.000 0.003,0.000 0.002,0.000 0.001,0.000 0.001,0.000 0.001,0.000 0.001,0.000 0.000,0.000 0.001,0.000-0.001,0.000 0.000,0.000 0.001,0.000-0.001,0.000 0.000,0.000 0.000,0.000 0.000,0.000 0.000,0.000 0.000,0.000 0.000,0.000 0.000,0.000-0.000,0.000 0.000,0.000 0.000,0.000-0.001,0.000 0.001,0.000 0.000,0.000 0.000,0.000-0.000,0.000 0.000,0.000 0.000,0.000-0.001,0.000 0.001,0.000 0.000,0.000 0.000,0.000-0.000,0.000 0.000,0.000 0.000,0.000-0.001,0.000 0.001,0.000 0.000,0.000 0.000,0.000-0.000,0.000 0.000,0.000 0.000,0.000-0.001,0.000 0.001,0.000 0.000,0.000 0.000,0.000-0.000,0.000 0.000,0.000 0.000,0.000-0.001,0.000 0.001,0.000 0.034,0.000 0.056,0.014 0.020,0.021 0.009,0.025-0.004,0.026-0.012,0.026-0.016,-0.040-0.019,0.059 0.120,0.011 0.065,0.009 0.058,0.007 0.050,0.004 0.040,0.005 0.033,-0.100-0.255,0.079 0.307,-0.017 0.008,-0.020-0.016,-0.020-0.033,-0.019-0.040,-0.017-0.043,0.003 0.113,0.007 0.012,0.014-0.007,0.015-0.019,0.016-0.025,0.016-0.025,0.029-0.008,0.052 0.044,0.055 0.056,0.053 0.060,0.048 0.058,0.042 0.051,0.129 0.399,0.053 0.233,0.029 0.175,0.000 0.104,-0.020 0.050,-0.030 0.009,-0.037-0.016,-0.018-0.014,-0.061-0.196,-0.061-0.222,-0.056-0.222,-0.047-0.204,-0.040-0.176,-0.198-0.484,0.111 0.431,0.011 0.082,0.106 0.397,0.030 0.048,0.027-0.007,0.022-0.038,0.018-0.058,0.032-0.003,-0.023-0.119,-0.034-0.119,-0.036-0.108,-0.035-0.092,-0.030-0.074,0.092 0.123,0.047 0.076,0.004 0.015,-0.028-0.026,-0.044-0.050,-0.015-0.018,-0.040-0.083,-0.034-0.082,-0.024-0.071,-0.019-0.059,-0.013-0.048,-0.013-0.026,-0.003-0.002,-0.002 0.008,0.000 0.015,0.002 0.017,0.001 0.017,-0.124-0.218,0.176 0.264,0.038 0.047,0.018 0.029,0.008 0.015,-0.003 0.006,-0.008-0.002,-0.200-0.320,0.330 0.467,0.087 0.121,0.066 0.097,0.028 0.042,0.009 0.015,-0.006-0.004,-0.014-0.018,-0.424-0.621,0.441 0.540,0.155 0.144,0.933 0.951,0.324 0.218,0.223 0.107,0.142 0.028,0.078-0.025,-0.521-0.496,-0.068-0.077,0.173 0.091,-0.122-0.177,-0.123-0.187,-0.118-0.182,-0.109-0.166,-0.280-0.255,0.229-0.001,-0.165-0.188,-0.161-0.160,-0.145-0.128,-0.126-0.099,-0.323-0.158,0.683-0.403,0.254-0.350,0.224-0.304,0.188-0.248,0.150-0.196,0.114-0.147,-1.331 1.010,1.200-0.972,-0.018 0.009,-0.066 0.066,-0.097 0.103,-0.110 0.118,-0.110 0.121,-1.253 0.929,1.660-1.145,0.541-0.330,1.542-0.984,0.413-0.226,0.179-0.080,0.011 0.027,-0.101 0.094,0.456-0.306,-0.408 0.205,-0.448 0.212,-0.438 0.201,-0.392 0.175,-0.333 0.146,-0.796 0.500,0.618-0.634,-0.132-0.007,-0.159 0.048,-0.165 0.076,-0.155 0.090,-0.601 0.559,0.158-0.172,-0.147 0.146,-0.155 0.164,-0.148 0.164,-0.135 0.154,-0.117 0.138,-0.447 0.424,0.287-0.246,-0.121 0.136,-0.125 0.139,-0.121 0.133,-0.109 0.118,-0.095 0.104,-0.070 0.090,-0.074 0.088,-0.059 0.072,-0.043 0.057,-0.033 0.042,-0.021 0.032,-0.014 0.021,-0.008 0.013,0.055 0.131,0.095 0.206,0.113 0.236,0.117 0.242,0.113 0.229,-0.156-0.353,0.094 0.117,0.682 1.077,0.359 0.504,0.331 0.474,0.292 0.424,0.246 0.362,0.199 0.294,-2.081-3.232,2.267 3.394,0.049-0.020,-0.078-0.199,-0.155-0.306,-0.198-0.356,-0.214-0.367,-1.277-1.773,1.737 1.715,0.135-0.342,0.113-0.318,0.088-0.274,0.067-0.226,0.047-0.178,-0.507-0.397,-0.180-0.221,-0.213-0.219,-0.221-0.205,-0.212-0.185,-0.192-0.157,-1.263-0.186,1.071-0.148,0.258-0.282,0.907-0.577,0.241-0.354,0.135-0.267,0.055-0.192,-0.001-0.128,-0.851 0.492,0.191-0.149,1.799-1.285,0.133-0.181,-0.041-0.062,-0.151 0.021,-0.215 0.073,-1.586 1.210,-0.138 0.102,1.067-0.870,-0.389 0.268,-0.372 0.254,-0.334 0.228,-0.283 0.191,-0.233 0.158,-0.291 0.219,-0.235 0.175,-0.216 0.163,-0.190 0.147,-0.158 0.124,-0.128 0.102,-0.069 0.092,-0.038 0.103,-0.017 0.103,-0.021 0.113,-0.012 0.102,-0.008 0.084,-0.177-0.031,0.272 0.449,0.150 0.359,0.500 1.072,0.220 0.534,0.158 0.382,0.103 0.258,0.063 0.157,-0.303-0.667,-0.009-0.063,0.369 0.566,-0.031-0.328,-0.044-0.365,-0.047-0.362,-0.160-0.413,-0.171-0.362,-0.185-0.324,-0.177-0.277,-0.161-0.225,-0.137-0.175,-0.110-0.130,-0.064-0.224,-0.021-0.269,0.005-0.279,0.020-0.267,0.028-0.238,0.031-0.201,0.073-0.278,0.050-0.132,0.047-0.086,0.042-0.052,0.034-0.027,0.027-0.007,0.371-0.869,0.263-0.599,0.150-0.304,0.065-0.094,0.008 0.049,-0.032 0.136,-0.052 0.059,-0.213 0.488,-0.154 0.353,-0.170 0.397,-0.167 0.404,-0.155 0.379,-0.139 0.341,-0.105 0.302,-0.080 0.259,-0.055 0.213,-0.036 0.168,-0.021 0.128,-0.011 0.094,0.003 0.082,0.002 0.061,0.003 0.041,0.007 0.027,0.006 0.014,0.006 0.005,0.007 0.001,-0.100-0.155,0.122 0.277,0.043 0.123,0.048 0.119,0.051 0.107,0.047 0.094,0.042 0.077,-0.294-0.656,0.330 0.617,0.127 0.165,0.498 0.792,0.021 0.011,-0.082-0.128,-0.136-0.201,1.132 2.149</inkml:trace>
</inkml:ink>
</file>

<file path=ppt/ink/ink10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841.000 846.000,'0.089'0.000,"0.135"0.000,0.151 0.000,0.146 0.000,0.132 0.000,0.110 0.000,0.953 0.112,1.435 0.171,1.597 0.193,1.564 0.191,1.412 0.174,1.200 0.148,-1.199-0.149,2.134 0.194,0.272-0.022,-0.127-0.067,-0.384-0.095,-0.530-0.107,-0.593-0.108,0.574-0.084,-0.567-0.182,-0.476-0.171,-0.379-0.149,-0.288-0.125,-0.207-0.098,-3.572 0.067,5.202-0.186,1.855-0.068,7.034-0.233,0.708-0.007,-0.472 0.041,-1.194 0.067,-1.568 0.079,-6.609 0.182,-0.447 0.005,5.181-0.177,-1.792 0.021,-1.770 0.025,-1.602 0.024,8.970-0.649</inkml:trace>
</inkml:ink>
</file>

<file path=ppt/ink/ink10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884.000 857.000,'0.220'0.016,"0.366"0.026,0.453 0.032,1.443 0.087,1.179 0.060,1.116 0.052,0.985 0.042,0.828 0.033,-0.866-0.084,1.945 0.041,-0.029-0.037,-0.376-0.044,-0.569-0.045,-0.651-0.041,-4.823-0.112,4.597 0.055,2.513-0.036,1.011-0.059,0.748-0.063,0.529-0.056,0.348-0.053,0.206-0.042,-0.451-0.025,-0.849-0.010,-1.048 0.000,-1.108 0.008,-1.070 0.009,-0.971 0.013,-3.326 0.141,4.427-0.107,0.444 0.059,0.367 0.062,0.289 0.059,0.216 0.052,0.153 0.043,22.428 0.514</inkml:trace>
</inkml:ink>
</file>

<file path=ppt/ink/ink10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838.000 862.000,'0.377'0.000,"0.439"0.000,1.018 0.046,0.874 0.072,0.830 0.086,0.746 0.087,0.638 0.083,0.525 0.073,-4.260-0.350,6.495 0.500,0.980 0.067,0.420 0.030,0.029 0.006,-0.223-0.011,-0.368-0.022,0.195-0.055,2.167 0.050,8.009 0.278,2.672-0.042,1.676-0.084,0.924-0.101,-6.869-0.260,-0.446-0.069,2.581-0.045,-1.020-0.132,-1.102-0.126,-1.081-0.115,-0.995-0.102,-4.804 0.008,-0.668-0.019,3.666-0.115,-1.755-0.017,-1.681-0.004,-1.489 0.005,-1.246 0.010,-4.745 0.173,12.703-0.686</inkml:trace>
</inkml:ink>
</file>

<file path=ppt/ink/ink10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966.000 888.000,'0.140'-0.014,"0.213"-0.021,0.243-0.025,0.238-0.023,0.217-0.022,0.185-0.019,1.066 0.028,1.531-0.019,7.931-0.134,2.861-0.001,1.472 0.021,0.501 0.034,-5.411 0.086,0.550 0.016,5.904-0.055,0.160-0.042,-0.311-0.057,-0.589-0.062,-0.722-0.063,-0.108-0.084,0.289-0.114,-1.551-0.049,-1.755-0.028,-1.731-0.013,-1.567-0.004,-4.413 0.259,2.641-0.277,-0.570-0.002,-0.694 0.031,-0.731 0.052,-0.710 0.064,-0.649 0.064,-0.275 0.029,-0.928 0.097,-0.846 0.088,-0.722 0.077,-0.587 0.062,-0.454 0.048,-1.227 0.170</inkml:trace>
</inkml:ink>
</file>

<file path=ppt/ink/ink10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1321.000 855.000,'0.005'0.000,"0.007"0.000,0.008 0.000,0.008 0.000,0.007 0.000,0.007 0.000,0.005 0.000,0.003 0.000,0.003 0.000,0.002 0.000,0.002 0.000,-0.001 0.000,0.002 0.000,-0.001 0.000,0.000 0.000,0.000 0.000,0.000 0.000,-0.001 0.000,-0.013 0.000,0.022 0.000,0.157 0.037,0.132 0.057,0.131 0.075,0.122 0.079,0.107 0.076,0.090 0.070,0.072 0.059,0.054 0.035,0.041 0.015,0.028 0.002,0.018-0.006,0.010-0.011,-0.821-0.389,0.460 0.218,0.073 0.021,0.679 0.238,0.175-0.007,0.131-0.034,0.093-0.046,0.062-0.052,0.037-0.054,-1.082-0.223,1.551 0.251,0.166-0.010,0.065-0.020,-0.003-0.027,-0.048-0.028,-0.418-0.092,1.215 0.066,0.585 0.009,0.588 0.023,0.540 0.026,0.467 0.030,0.381 0.027,-1.932-0.151,0.151-0.015,1.821 0.055,0.133-0.047,0.027-0.047,-0.045-0.045,-0.089-0.041,-2.335-0.047,-0.073 0.010,2.421 0.084,-0.351-0.002,-0.414-0.015,-0.422-0.021,-0.392-0.025,-1.619-0.053,2.834 0.017,0.512-0.020,0.282-0.017,0.118-0.013,0.005-0.009,-0.068-0.008,-5.211-0.005,6.109-0.032,0.214-0.053,-0.136-0.057,-0.345-0.057,-0.449-0.052,-2.959 0.076,2.643-0.323,-0.400-0.189,-0.413-0.178,-0.384-0.153,-0.334-0.127,-3.039 0.676,2.921-1.122,-0.315-0.189,-0.449-0.079,-0.496-0.005,-0.482 0.041,-0.433 0.068,-0.505 0.053,-0.291-0.078,-0.320 0.007,-0.274 0.028,-0.222 0.035,-0.172 0.039,-0.127 0.039,-0.112-0.071,-0.065-0.218,-0.046-0.263,-0.028-0.272,-0.016-0.260,-0.094 0.330,0.039-1.045,-0.057 0.029,-0.056 0.173,-0.050 0.245,-0.041 0.269,-0.078 1.224,-0.127-0.799,-0.146 0.072,-0.145 0.093,-0.135 0.103,-0.118 0.100,-0.102 0.095,0.408 1.065,-0.570-0.794,-0.252-0.092,-0.429-0.292,-0.155 0.028,-0.082 0.075,-0.027 0.103,0.010 0.114,0.052 0.229,-0.097 0.052,-0.576-0.205,-0.015 0.167,0.042 0.179,0.074 0.172,0.090 0.158,-0.436-0.058,-0.673-0.081,-0.560-0.028,-0.513-0.014,-0.443-0.006,-0.364 0.002,2.004 0.447,-3.325-0.463,-0.280 0.070,0.008 0.096,0.182 0.100,0.273 0.097,2.754 0.351,-1.323-0.051,0.019 0.068,-0.653 0.034,0.174 0.076,0.219 0.065,0.235 0.053,0.231 0.043,1.754 0.037,0.064 0.011,-2.310 0.017,-0.221 0.017,-0.244 0.011,-0.240 0.005,-0.216-0.001,0.124 0.071,0.535 0.059,0.249 0.065,0.311 0.061,0.331 0.055,0.324 0.045,0.298 0.039,2.286-0.232,-2.512 0.363,-0.221 0.098,-0.205 0.088,-0.180 0.074,-0.152 0.061,-0.122 0.050,4.006-0.727,-4.780 0.926,0.121 0.034,0.320-0.003,0.417-0.028,0.449-0.041,0.430-0.046,1.057-0.207,0.138 0.028,-0.241 0.126,0.220-0.038,0.222-0.061,0.206-0.070,0.184-0.074,0.629-0.197,0.021 0.001,-0.863 0.323,-0.025 0.060,-0.016 0.058,-0.010 0.055,-0.004 0.045,0.403-0.127,0.199-0.039,0.230-0.054,0.236-0.059,0.223-0.059,0.203-0.057,0.462-0.255,0.037 0.009,-0.509 0.499,-0.060 0.158,-0.089 0.156,-0.098 0.142,-0.095 0.120,0.941-0.956,-0.690 0.821,0.121-0.052,0.143-0.092,0.149-0.110,0.141-0.116,0.128-0.112,0.439-0.720,-0.207 0.483,0.058 0.003,0.010 0.186,0.077-0.058,0.062-0.077,0.048-0.083,0.036-0.084,0.075-0.096,0.068 0.030,0.158 0.231,0.083 0.024,0.058 0.006,0.037-0.007,0.019-0.015,-0.102-0.193,0.042 0.021,0.270 0.291,0.020-0.023,-0.011-0.048,-0.031-0.060,-0.039-0.064,-0.236-0.254,0.381 0.388,0.069 0.079,0.042 0.060,0.024 0.044,0.009 0.029,0.000 0.018,-0.007-0.045,0.017-0.042,-0.006-0.081,-0.020-0.099,-0.031-0.105,-0.032-0.102,-0.036-0.127,-0.003-0.086,0.037-0.053,-0.026-0.054,-0.031-0.037,-0.031-0.024,-0.031-0.013,0.020-0.005,-0.088-0.027,-0.092-0.026,-0.086-0.025,-0.076-0.021,-0.072-0.005,-0.054 0.006,-0.044 0.011,-0.033 0.014,-0.025 0.014,-0.015 0.014,-0.011 0.012,0.275 0.384</inkml:trace>
</inkml:ink>
</file>

<file path=ppt/ink/ink10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1872.000 758.000,'-0.125'-0.025,"-0.200"-0.040,-0.238-0.048,-0.249-0.049,-0.241-0.049,0.313 0.066,-0.036-0.003,-0.759-0.093,-0.263 0.021,-0.256 0.030,-0.234 0.033,-0.203 0.033,-0.681 0.030,-0.425 0.055,-0.227 0.069,-0.084 0.070,0.011 0.067,0.075 0.061,-0.407 0.169,-0.555 0.158,0.004 0.064,0.139 0.020,0.208-0.008,0.233-0.025,1.783-0.237,-2.076 0.457,-0.182 0.199,-0.075 0.188,-0.001 0.166,0.045 0.142,0.072 0.112,3.726-1.301,-3.960 1.814,-0.276 0.435,-0.122 0.337,-0.017 0.247,0.054 0.173,0.098 0.112,1.472-0.821,0.083 0.111,-0.995 1.083,0.501-0.122,0.578-0.236,0.587-0.294,0.554-0.313,0.491-0.047,0.634-0.191,0.559-0.130,0.469-0.080,0.376-0.044,0.287-0.016,1.299 0.845,1.416 0.979,0.953 0.392,0.674 0.157,0.446 0.000,0.267-0.097,-2.310-2.065,1.377 0.864,0.261-0.015,0.909 0.375,-0.002-0.242,-0.122-0.294,-0.196-0.313,-0.233-0.304,-1.108-0.716,0.153-0.080,2.214 0.588,0.245-0.245,0.136-0.260,0.053-0.248,-0.002-0.224,-0.067-0.248,0.080-0.253,-0.272-0.294,-0.300-0.269,-0.295-0.230,-0.267-0.188,-2.333-0.129,2.413-0.461,-0.219-0.228,-0.420-0.132,-0.519-0.061,-0.541-0.012,-0.519 0.023,-2.183 0.564,1.900-0.923,-0.175-0.172,-0.256-0.077,-0.293-0.010,-0.300 0.035,-0.283 0.062,-1.575 1.177,1.895-1.908,0.256-0.531,0.663-1.273,-0.077-0.537,-0.215-0.392,-0.289-0.268,-0.318-0.170,-1.039 2.096,-0.150 0.073,0.257-2.326,-0.680 0.151,-0.663 0.179,-0.598 0.182,-0.511 0.170,-0.052 1.246,-0.523-0.435,-0.267 0.223,-0.199 0.238,-0.141 0.233,-0.092 0.214,-0.054 0.187,1.291 1.742,-1.828-1.859,-0.113 0.190,0.000 0.254,0.072 0.275,0.113 0.269,0.129 0.244,1.126 0.859,0.049 0.088,-0.746-0.317,0.090 0.217,0.090 0.201,0.085 0.178,0.076 0.152,0.064 0.125,1.027 0.254,-1.511-0.153,-0.152 0.053,-0.088 0.021,-0.044 0.001,-0.012-0.013,0.673 0.063,-0.434-0.037,0.286 0.033,0.310 0.036,0.296 0.035,0.265 0.031,0.223 0.027,-0.917 0.042</inkml:trace>
</inkml:ink>
</file>

<file path=ppt/ink/ink10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867.000 840.000,'-0.008'0.008,"-0.013"0.013,-0.015 0.015,-0.015 0.015,-0.014 0.014,-0.012 0.012,-0.011 0.011,-0.008 0.008,-0.007 0.007,0.004 0.033,0.009 0.048,0.013 0.054,0.014 0.054,0.013 0.050,0.013 0.044,0.010 0.023,0.009 0.011,0.007-0.001,0.005-0.006,0.004-0.011,0.003-0.010,0.005-0.304,0.407 0.785,0.461 0.407,0.475 0.362,0.451 0.308,0.401 0.249,0.341 0.195,-0.861-0.923,0.225 0.040,1.497 0.850,0.298-0.056,0.154-0.118,0.050-0.153,-0.022-0.168,-0.013-0.343,0.743 0.039,3.388 0.701,0.367-0.217,-0.150-0.299,-0.461-0.326,-0.621-0.317,-1.694-0.424,1.435-0.106,0.069-0.254,0.060-0.225,0.051-0.187,0.040-0.149,0.031-0.116,-4.275 0.195,4.446-0.420,-0.062-0.157,-0.205-0.131,-0.281-0.107,-0.308-0.082,-0.304-0.060,0.164-0.265,0.008-0.231,-0.090-0.189,-0.149-0.152,-0.173-0.114,-2.517 0.829,-0.172 0.009,1.756-0.919,-0.652 0.007,-0.657 0.028,-0.608 0.041,-0.530 0.044,-0.439 0.044,-1.021 0.789,0.227-0.734,-0.308-0.029,-0.265 0.015,-0.223 0.044,-0.180 0.061,-0.213 1.047,-0.139-1.398,-0.371-0.214,-0.373-0.047,-0.346 0.007,-0.302 0.040,-0.249 0.057,-0.177 0.149,-0.356 0.023,-0.404-0.002,-0.404-0.017,-0.374-0.026,-0.329-0.030,1.448 0.927,-0.040 0.029,-1.567-0.723,-0.061 0.103,0.004 0.119,0.043 0.121,0.068 0.113,0.079 0.103,-0.781-0.045,-0.622 0.091,-0.559 0.137,-0.477 0.158,-0.389 0.158,-0.305 0.148,5.472 0.657,-3.213-0.258,-0.283 0.056,-3.968-0.069,-0.854 0.140,-0.685 0.123,-0.529 0.107,-0.391 0.086,-1.394 0.107,0.874 0.078,1.170 0.059,1.242 0.040,1.177 0.026,1.031 0.016,1.843-0.014,-1.300 0.221,-0.457 0.181,-0.464 0.179,-0.440 0.166,-0.396 0.148,-0.340 0.126,6.908-1.065,-7.511 1.375,0.571 0.069,0.880-0.012,1.012-0.059,1.025-0.089,0.955-0.099,3.990-1.184,-3.182 1.283,0.799-0.072,0.743-0.141,0.648-0.172,0.537-0.180,0.427-0.169,0.324-0.152,0.228-0.107,0.135-0.048,0.077-0.017,0.034 0.003,0.005 0.016,-0.015 0.022,-0.026 0.027,0.045-0.090,0.050-0.112,0.007 0.011,-0.070 0.370,0.035 0.014,0.034-0.006,0.033-0.020,0.027-0.025,0.037-0.323,-0.003 0.259,0.013-0.045,0.011-0.062,0.006-0.070,0.005-0.068,0.003-0.062,0.040 0.499</inkml:trace>
</inkml:ink>
</file>

<file path=ppt/ink/ink10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984.000 776.000,'-0.012'0.000,"-0.401"-0.010,-0.303-0.016,-0.246-0.018,-0.193-0.018,-0.143-0.019,-0.104-0.015,-0.068-0.014,-0.174-0.020,-0.154-0.014,-0.157-0.015,-0.149-0.011,-0.132-0.011,1.784 0.145,-1.902-0.117,-0.313 0.013,-0.782-0.004,0.082 0.029,0.237 0.028,0.312 0.024,0.607 0.032,-0.431 0.007,-1.802 0.043,-0.629 0.074,-0.461 0.083,-0.320 0.083,-0.205 0.077,1.337-0.022,-0.292 0.095,-2.339 0.419,-0.220 0.282,-0.038 0.272,0.085 0.247,0.160 0.215,1.528-0.251,0.373 0.014,-0.583 0.432,0.573 0.118,0.544 0.125,0.487 0.118,0.417 0.107,0.342 0.093,0.213 0.187,0.487-0.069,0.462-0.114,0.410-0.131,0.345-0.134,0.277-0.122,0.321-0.271,0.260-0.234,0.234-0.239,0.200-0.224,0.162-0.200,0.128-0.166,0.537 1.005,0.469 0.764,0.330 0.364,0.228 0.131,0.144-0.026,0.080-0.122,0.099-0.114,0.033-0.220,0.015-0.219,0.002-0.200,-0.006-0.173,-0.010-0.139,0.636 0.034,0.882 0.046,0.985 0.086,0.961 0.103,0.859 0.103,0.721 0.094,1.199-0.245,1.379-0.430,1.365-0.503,1.236-0.500,1.046-0.457,0.841-0.389,-6.085-0.089,5.555-0.562,-0.235-0.331,-0.612-0.246,-0.810-0.177,-0.876-0.118,-4.588 0.595,-0.169-0.100,4.085-1.248,-0.473-0.313,-0.521-0.237,-0.512-0.167,-0.463-0.111,-2.292 0.667,1.025-1.035,-1.198-0.033,-1.203 0.034,-1.102 0.071,-0.945 0.089,-1.322 1.502,-0.089-1.361,-0.773-0.127,-0.718-0.092,-0.632-0.065,-0.532-0.041,-0.432-0.023,-0.334-0.011,0.715 1.385,-1.611-1.459,-0.228 0.220,-0.049 0.310,0.071 0.347,0.142 0.342,0.513 0.713,-0.680-0.030,0.073 0.349,0.170 0.330,0.224 0.293,0.242 0.251,0.237 0.204,2.052 0.322,-2.364-0.137,0.017 0.128,0.097 0.087,0.139 0.055,0.154 0.029,-5.517 0.466</inkml:trace>
</inkml:ink>
</file>

<file path=ppt/ink/ink10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1973.000 860.000,'0.016'0.000,"0.024"0.000,0.027 0.000,0.027 0.000,0.024 0.000,0.019 0.000,0.017 0.000,0.012 0.000,0.009 0.000,0.006 0.000,0.003 0.000,0.001 0.018,0.115 0.031,0.565 0.114,0.497 0.095,0.500 0.093,0.466 0.082,0.409 0.069,0.342 0.057,-2.437-0.441,4.244 0.725,1.570 0.188,1.448 0.142,1.259 0.100,1.038 0.069,0.821 0.042,0.493-0.047,0.721-0.025,-0.223-0.120,-0.506-0.139,-0.644-0.138,-0.679-0.129,-2.422-0.265,1.176-0.028,-0.203-0.109,-0.245-0.096,-0.260-0.083,-0.250-0.067,-0.229-0.055,-2.666-0.073,3.976-0.103,0.443-0.079,0.322-0.052,0.217-0.031,0.137-0.017,-0.147 0.010,0.278 0.008,-0.760 0.041,-0.838 0.042,-0.814 0.041,-0.729 0.036,-3.435 0.051,1.879-0.006,-0.902 0.020,-0.885 0.014,-0.805 0.011,-0.690 0.007,-0.565 0.003,-0.281 0.003,-0.208 0.001,-0.077-0.001,0.011 0.000,0.061-0.003,0.088 0.000,-0.064-0.003,0.063 0.000,0.056-0.001,0.050-0.001,0.042 0.000,-1.195-0.001,1.009 0.018,0.229 0.031,0.960 0.065,0.063 0.018,-0.090 0.004,-0.182-0.009,-0.227-0.015,-0.311-0.019,-0.256-0.018,-0.242-0.016,-0.215-0.015,-0.183-0.013,-0.151-0.010,-0.116-0.008,-0.315-0.009,0.810-0.013,0.295-0.024,0.234-0.026,0.175-0.025,0.127-0.022,0.085-0.019,-1.618 0.098,1.957-0.251,-0.092-0.049,-0.039-0.040,-0.126-0.017,-0.179 0.001,-0.201 0.012,-1.347 0.289,1.461-0.505,0.018-0.162,-0.202-0.040,-0.232 0.009,-0.227 0.037,-0.207 0.054,-0.460 0.321,0.006 0.008,0.399-0.255,0.037-0.022,0.026-0.027,0.019-0.027,0.010-0.026,0.034-0.060,0.086-0.111,0.100-0.124,0.100-0.122,0.094-0.115,0.085-0.100,0.070-0.085,0.058-0.068,0.184-0.207,-0.048-0.001,-0.080 0.025,-0.092 0.041,-0.090 0.045,-0.050-0.034,-0.116 0.042,-0.054-0.026,-0.077-0.001,-0.087 0.019,-0.087 0.028,-0.082 0.036,-0.366 0.518,0.316-0.694,-0.050-0.035,-0.050 0.002,-0.047 0.023,-0.043 0.038,-0.126 0.235,0.149-0.630,-0.100-0.085,-0.117-0.056,-0.116-0.032,-0.108-0.015,-0.163 1.037,-0.012-0.163,-0.031 0.045,-0.014-0.388,-0.039 0.153,-0.028 0.165,-0.020 0.164,-0.013 0.151,0.012 0.874,-0.022-1.076,-0.021-0.008,-0.035-0.064,-0.039-0.040,-0.039-0.020,-0.038-0.008,-0.033 0.002,0.106 0.806,-0.359-1.074,-0.158-0.121,-0.125-0.079,-0.099-0.047,-0.074-0.021,-0.052-0.005,0.776 1.570,-1.268-1.885,-0.246-0.039,-0.150 0.041,-0.077 0.088,-0.027 0.112,0.009 0.116,-0.338 0.131,-0.271 0.106,-0.167 0.122,-0.089 0.124,-0.032 0.115,0.007 0.104,1.694 0.768,-2.978-0.937,-1.261-0.137,-0.744 0.026,-0.491 0.083,-0.294 0.110,5.610 1.112,-5.176-0.750,-0.444 0.152,-0.658 0.143,-0.488 0.151,-0.443 0.136,-0.389 0.118,-0.327 0.097,1.149 0.086,0.009 0.047,-1.588 0.040,0.148 0.037,0.213 0.024,0.245 0.015,0.245 0.005,-0.426 0.077,0.785 0.044,0.766 0.030,0.905 0.018,0.931 0.008,0.886 0.001,0.793-0.003,3.277-0.174,-5.074 0.251,-0.465 0.009,0.072-0.019,0.402-0.036,0.580-0.041,0.642-0.043,3.805-0.139,-3.631 0.071,-1.676-0.003,-0.664-0.008,-0.457 0.000,-0.289 0.004,-0.159 0.007,-0.064 0.010,4.548-0.041,-4.228 0.242,0.480 0.120,0.613 0.096,0.662 0.071,0.652 0.052,0.605 0.036,2.663-0.385,-2.950 0.589,0.345 0.022,0.357-0.014,0.334-0.035,0.291-0.044,1.607-0.368,-1.432 0.343,0.278-0.078,0.322-0.095,0.321-0.099,0.290-0.091,0.248-0.079,0.405-0.081,0.148-0.021,0.119-0.008,0.093 0.002,0.069 0.005,0.049 0.011,0.406-0.104,0.023-0.007,-0.283 0.080,0.037 0.005,0.034 0.009,0.031 0.012,0.026 0.013,0.022 0.012,0.391-0.151,-0.640 0.326,-0.032 0.074,0.013 0.052,0.041 0.033,0.053 0.019,0.426-0.242,-0.191 0.328,0.091 0.042,0.085 0.009,0.077-0.012,0.066-0.026,0.054-0.033,0.219-0.556,-0.183 0.629,0.037-0.051,0.027-0.077,0.016-0.089,0.010-0.086,0.004-0.079,0.022 0.051,0.014 0.130,0.021 0.120,0.019 0.117,0.017 0.102,0.016 0.089,0.012 0.023,0.010 0.052,0.006 0.039,0.005 0.028,0.003 0.021,0.002 0.013,0.029 0.255,0.044 0.253,0.048 0.281,0.047 0.274,0.042 0.245,0.037 0.210,-0.121-1.581,0.478 2.608,0.165 0.360,0.094 0.088,0.040-0.084,0.006-0.186,-0.018-0.231,-0.045-0.502,-0.043-0.359,-0.075-0.387,-0.090-0.377,-0.092-0.343,-0.087-0.295,-0.191-0.628,-0.011-0.059,0.128 0.278,-0.031-0.154,-0.031-0.145,-0.029-0.128,-0.025-0.110,0.596 0.373</inkml:trace>
</inkml:ink>
</file>

<file path=ppt/ink/ink10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436.000 849.000,'0.000'0.020,"0.000"0.032,0.000 0.035,0.000 0.035,0.000 0.033,0.000 0.028,0.000 0.022,0.000 0.019,0.071 0.012,0.117 0.108,0.253 0.326,0.187 0.253,0.163 0.240,0.133 0.216,0.106 0.184,-0.336-0.532,0.122 0.139,1.297 1.459,0.746 0.532,0.717 0.448,0.642 0.359,0.544 0.275,-1.485-1.408,0.026-0.064,1.863 1.147,0.227-0.309,0.192-0.353,0.151-0.353,0.117-0.325,1.525-0.273,0.875-0.445,0.465-0.486,0.168-0.475,-0.027-0.425,-0.145-0.362,-0.209-0.292,-5.299 0.053,5.370-0.661,-0.511-0.289,-0.728-0.170,-0.803-0.084,-0.775-0.021,-2.700 0.553,2.024-0.758,-0.137-0.120,-0.095-0.076,-0.060-0.041,-0.035-0.015,-0.016 0.002,0.039-0.186,-0.179-0.190,-0.200-0.214,-0.201-0.210,-0.181-0.190,-0.155-0.163,-0.488-0.135,-0.470-0.266,-0.497-0.271,-0.475-0.251,-0.425-0.219,-0.359-0.182,-0.589 0.865,-0.363-0.495,-0.410 0.154,-0.361 0.240,-0.305 0.279,-0.249 0.289,0.123 0.870,-0.162 0.144,-1.013-0.698,-0.234 0.374,-0.124 0.355,-0.047 0.311,0.004 0.258,1.097 0.653,-0.119 0.037,-2.524-0.428,-1.560 0.066,-1.600 0.057,-1.493 0.045,-1.301 0.033,-1.073 0.025,0.715 0.128,0.561 0.102,0.864 0.111,0.997 0.108,1.007 0.099,0.524 0.151,-1.216 0.068,-6.386 0.219,-0.368 0.284,0.644 0.267,1.196 0.233,2.279 0.307,1.093 0.342,1.204 0.272,1.192 0.208,1.103 0.153,0.968 0.104,0.811 0.066,0.725 0.028,0.616-0.001,0.505-0.017,0.395-0.028,0.298-0.034,0.213-0.033,0.144-0.032,-1.900 6.538</inkml:trace>
</inkml:ink>
</file>

<file path=ppt/ink/ink10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841.000 845.000,'0.110'0.074,"0.174"0.115,0.223 0.129,0.266 0.149,0.270 0.143,0.252 0.132,0.226 0.116,0.191 0.097,-1.320-0.743,1.244 0.594,0.461 0.164,2.199 0.860,0.817 0.215,0.589 0.115,0.400 0.043,0.249-0.009,-4.934-1.712,7.215 2.157,0.246-0.176,0.490-0.114,0.238-0.185,0.054-0.217,-0.071-0.228,-0.147-0.217,-5.337-0.903,6.835 0.491,0.291-0.467,0.021-0.471,-0.152-0.440,-0.251-0.385,-0.299-0.324,-0.303-0.259,-0.368-0.438,-0.839-0.443,-0.888-0.435,-0.850-0.397,-0.758-0.341,-0.643-0.280,-0.519-0.219,-1.601 0.802,-0.057-0.358,-0.521 0.095,-0.300-0.192,-0.619 0.219,-0.549 0.230,-0.465 0.223,-0.376 0.201,-0.375 0.580,-0.393-0.476,-0.607 0.009,-0.619-0.004,-0.581-0.012,-0.512-0.014,-0.489-0.025,-0.141 0.245,-0.003 0.286,0.081 0.288,0.126 0.265,0.144 0.228,-2.326-0.453,-3.943-1.004,-2.126-0.405,-1.312-0.168,-0.689 0.001,-0.230 0.112,0.088 0.180,10.195 2.325,-11.938-2.434,0.478 0.271,1.172 0.367,1.532 0.401,1.648 0.394,1.602 0.360,6.622 1.027,-3.753-0.398,-0.209 0.088,-3.701-0.080,0.164 0.251,0.462 0.231,0.622 0.201,0.688 0.171,0.504 0.223,0.811 0.215,0.838 0.260,0.448 0.329,0.323 0.334,0.218 0.314,0.135 0.282,-0.462 0.766,0.158 0.410,0.150 0.349,0.132 0.283,0.111 0.216,0.088 0.158,3.256-3.557,-3.024 3.840,0.352-0.032,0.455-0.244,0.480-0.351,0.451-0.389,1.324-2.334,-0.632 1.618,0.357-0.367,0.310-0.367,0.255-0.345,0.203-0.301,0.155-0.254,0.111-0.203,0.126-0.150,0.122-0.105,0.115-0.069,0.100-0.040,0.082-0.019,2.519 1.828</inkml:trace>
</inkml:ink>
</file>

<file path=ppt/ink/ink10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210.000 315.000,'0.613'1.037,"1.187"1.468,0.926 0.723,0.791 0.357,0.645 0.097,0.502-0.076,-1.369-1.503,2.082 0.542,0.895-0.215,2.654 0.095,1.377-0.387,1.217-0.382,1.033-0.351,-3.652-0.646,6.617 0.045,1.525-0.332,3.034-0.407,0.373-0.447,-0.142-0.405,-0.465-0.347,-11.834 0.539,10.961-1.652,-0.569-0.673,-1.099-0.506,-1.380-0.362,-1.478-0.243,-1.448-0.149,-7.568 2.243,6.298-3.861,-0.583-1.553,-0.049-1.754,-1.623-0.114,-1.718 0.421,-1.652 0.734,-1.506 0.658,-1.302 0.563,-1.590-0.102,-1.799 0.004,-1.678-0.144,-1.469-0.226,1.513 4.356,-4.502-4.150,-1.953-0.276,-1.482 0.035,-1.282 0.092,-0.350 0.596,0.049 0.710,0.318 0.746,2.253 1.858,-1.709 0.132,-7.052-0.735,-7.712-0.249,-0.938 0.855,0.676 0.866,1.661 0.812,5.419 1.072,2.938 0.680,0.661 0.629,-5.587 2.559,2.229 2.300,2.329 2.174,2.199 1.922,2.887 0.720,2.219 0.801,1.932 0.663,2.096-0.452,1.765-0.761,1.415-0.891,1.016-2.513,0.684-0.615,0.583-0.552,0.485-0.481,3.983 2.664,4.183 2.040,80.646 58.457</inkml:trace>
</inkml:ink>
</file>

<file path=ppt/ink/ink10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711.000 543.000,'-0.236'-0.118,"-0.392"-0.196,-1.130-0.465,-0.808-0.252,-0.683-0.171,-0.545-0.109,1.568 0.559,-0.223-0.063,-2.301-0.713,-0.112 0.019,0.141 0.100,0.289 0.143,0.359 0.158,3.233 0.890,-2.550-0.498,-0.807-0.041,-0.732-0.027,-4.469-0.473,-0.907 0.055,-0.393 0.101,-0.029 0.123,-1.611 0.040,0.303 0.201,0.631 0.241,-0.253 0.195,-0.378 0.178,-0.424 0.154,-0.420 0.126,-0.273 0.128,-2.140 0.352,-0.540 0.384,-0.318 0.386,-0.157 0.353,13.313-1.424,-12.617 1.768,0.542 0.176,1.260 0.007,1.627-0.104,1.742-0.165,1.687-0.193,3.183-0.584,0.327 0.019,-1.807 0.720,-0.109 0.343,-0.264 0.379,-0.349 0.377,-0.378 0.349,2.099-0.713,-0.133 0.279,0.881-0.222,0.046 0.221,-2.503 2.117,0.573 0.328,0.718 0.180,0.771 0.069,0.760-0.008,2.945-3.184,-1.944 4.509,1.062 0.668,1.221-0.081,1.096-0.321,0.930-0.445,-0.258-5.529,1.329 4.541,0.662-0.196,0.704 0.138,0.168-0.645,-0.038-0.699,-0.167-0.682,-2.218-3.022,1.719 1.961,0.028-0.199,0.372 0.128,-0.074-0.295,-0.108-0.280,-0.125-0.255,-0.128-0.218,-0.121-0.183,-1.179-0.821,2.609 0.980,1.415 0.192,1.492 0.252,1.423 0.269,1.268 0.260,-0.707-0.322,-1.425-0.452,0.694 0.085,7.225 1.343,1.376-0.082,0.823-0.206,0.405-0.273,1.326-0.365,-7.395-1.044,0.157-0.145,6.857 0.260,-0.978-0.350,-1.477-0.307,-1.699-0.261,-1.733-0.212,-3.999-0.167,-0.280-0.125,2.481-0.259,-0.776-0.176,-0.836-0.131,-0.817-0.097,-0.749-0.065,-5.810 0.622,6.849-0.912,15.339-2.199,4.024-0.648,0.999-0.195,-0.937 0.103,-2.041 0.273,-3.932 0.504,-2.950 0.337,-2.883 0.319,-2.617 0.284,-2.243 0.238,-1.835 0.191,-1.435 0.147,-2.804 0.059,0.374-0.553,5.058-3.100,-0.604-0.417,-1.216 0.155,-1.487 0.493,-1.524 0.655,-1.416 0.699,-1.229 0.665,-1.009 0.588,-0.787 0.490,-0.584 0.388,-0.763 1.340,0.041-3.151,-0.550-1.035,-0.514-0.672,-0.458-0.311,-0.391-0.056,-0.321 0.115,-0.252 0.217,-0.895-0.415,-0.728 0.171,-0.728 0.143,-0.663 0.112,-0.570 0.085,0.054 0.931,-3.735-1.517,-1.169 0.160,-0.562 0.411,-0.136 0.539,0.137 0.573,2.340 1.230,0.917 0.596,-0.239 0.248,-5.120-0.476,0.263 0.594,0.638 0.519,0.807 0.430,7.387 0.593,-3.562-0.076,-0.352 0.107,-5.491 0.121,-1.212 0.199,-1.005 0.158,-0.795 0.119,0.263 0.080,1.338 0.037,1.729 0.011,1.821-0.006,1.728-0.016,1.526-0.022,3.208-0.143,-0.713 0.072,-5.353 0.435,-1.292 0.180,-0.828 0.145,-0.469 0.114,-0.201 0.084,11.048-1.048,-11.847 1.280,1.372-0.050,1.339-0.067,1.611-0.116,1.681-0.138,1.613-0.144,-6.522 1.847</inkml:trace>
</inkml:ink>
</file>

<file path=ppt/ink/ink10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182.000 408.000,'0.045'0.015,"0.067"0.022,0.075 0.026,0.074 0.024,0.065 0.021,0.056 0.020,-0.074-0.020,0.039 0.021,0.044 0.026,0.476 0.115,0.707 0.151,0.846 0.176,0.897 0.183,-0.330-0.106,3.844 0.775,1.343 0.213,1.087 0.088,0.842 0.001,0.623-0.055,0.438-0.086,-6.479-0.982,4.390 0.406,0.796-0.086,5.027 0.168,0.788-0.197,0.362-0.191,0.055-0.174,-0.145-0.152,-6.207-0.201,-0.193-0.043,6.474-0.042,-1.185-0.148,-1.394-0.131,-1.412-0.109,-7.511 0.126,4.569-0.353,0.046-0.194,2.444-0.502,0.029-0.283,-0.057-0.235,-0.106-0.186,-0.132-0.142,-6.564 1.105,2.962-0.807,5.935-1.846,-0.412-0.247,-1.152 0.052,-1.539 0.237,-1.673 0.340,-7.165 2.563,4.174-2.221,-0.971-0.165,-0.923-0.069,-0.627-0.710,-1.311-0.099,-1.182-0.069,-1.019-0.048,-0.164 2.266,-2.114-3.074,-1.236-0.143,-0.877 0.054,-0.584 0.176,-0.353 0.241,-0.177 0.265,4.478 3.391,-5.961-3.305,-1.997-0.335,-3.734-0.915,-1.448 0.111,-0.855 0.276,-0.417 0.356,9.368 2.938,-12.414-2.331,4.822 1.443,-0.545 0.263,-5.702-0.318,0.172 0.518,0.654 0.485,0.927 0.429,7.166 0.653,0.322 0.223,-6.814 0.351,1.616 0.539,0.882 0.518,0.922 0.472,0.886 0.408,2.391-0.017,0.107 0.304,-0.027 0.300,-2.551 0.961,0.484 0.141,0.652 0.008,0.714-0.078,6.963-2.108,-4.615 1.537,0.063 0.025,-2.999 1.090,0.873-0.186,1.063-0.259,1.085-0.282,7.493-2.761,-4.364 1.759,0.572-0.081,0.052 0.135,0.900-0.276,0.868-0.306,0.792-0.306,0.692-0.288,0.850-0.436,0.303-0.114,0.260-0.092,0.222-0.073,0.333 0.252,0.534 0.037,0.445 0.081,0.350 0.104,0.009-0.194,0.503 0.169,1.982 0.899,0.832 0.305,0.579 0.216,0.372 0.142,-2.011-1.019,3.670 1.397,0.084-0.090,-0.354-0.218,-0.585-0.275,-0.676-0.285,-0.667-0.264,7.502 2.559</inkml:trace>
</inkml:ink>
</file>

<file path=ppt/ink/ink10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444.000 572.000,'0.011'0.000,"0.017"0.000,0.019 0.000,0.018 0.000,0.017 0.000,0.013 0.000,0.011 0.000,0.009 0.000,0.117 0.136,0.206 0.215,0.241 0.253,0.247 0.260,0.235 0.247,-0.353-0.369,0.096 0.030,0.809 0.553,0.195 0.051,0.134 0.022,0.083-0.001,0.048-0.012,-0.781-0.534,0.068-0.006,1.284 0.575,0.259-0.008,0.211-0.022,0.163-0.028,0.121-0.029,0.262-0.044,-1.438-0.533,0.097-0.007,2.013 0.503,-0.074-0.118,-0.238-0.145,-0.320-0.150,-1.662-0.385,0.317 0.030,-0.048-0.050,0.694 0.060,-0.316-0.099,-0.369-0.092,-0.377-0.081,-0.358-0.067,-0.754-0.080,-0.107-0.019,0.328-0.048,-0.075-0.096,-0.015-0.096,0.027-0.092,0.054-0.082,-0.404 0.096,0.038-0.049,0.744-0.451,-0.009-0.136,-0.072-0.093,-0.106-0.055,-1.091 0.852,0.472-0.470,0.004-0.098,0.442-0.647,0.043-0.144,0.036-0.082,0.030-0.034,0.025-0.001,0.018 0.019,-0.737 0.943,1.022-1.172,-0.071 0.165,-0.141 0.230,-0.170 0.252,-0.173 0.243,-0.836 0.809,0.277-0.172,0.981-0.376,0.259 0.086,0.406 0.026,-0.078 0.132,-0.195 0.122,-0.251 0.104,-0.260 0.101,-0.042 0.053,0.089 0.094,0.029 0.122,0.045 0.126,0.052 0.121,0.054 0.109,-0.577-0.147,0.023 0.028,0.888 0.354,0.229 0.115,0.227 0.102,0.206 0.086,0.179 0.068,-0.542-0.204,-0.036-0.004,-0.065-0.011,0.273 0.108,-0.156-0.081,-0.166-0.095,-0.162-0.099,0.651 0.061,-0.837-0.299,0.215-0.001,1.879 0.303,0.047-0.083,-0.202-0.105,-0.340-0.112,-2.682-0.372,2.429 0.117,-0.233-0.190,-0.263-0.158,-0.261-0.126,-0.239-0.098,-0.208-0.071,-1.490 0.357,0.769-0.204,0.096-0.012,0.799-0.167,0.024 0.029,-0.062 0.045,-0.115 0.056,-0.143 0.059,-1.350 0.224,0.745-0.093,-0.019 0.023,0.770-0.032,-0.077 0.053,-0.094 0.043,-0.099 0.031,-0.094 0.022,-0.406 0.012,0.158 0.010,-0.138 0.006,-0.141 0.002,-0.133 0.001,-0.118-0.001,-0.056-0.003,-0.165-0.003,-0.022-0.003,0.125 0.001,-0.025-0.002,-0.022-0.003,-0.020-0.001,-0.332-0.002,0.177 0.001,0.020-0.002,0.161 0.001,-0.011-0.001,-0.028-0.001,-0.036 0.001,-0.285-0.001,0.345 0.001,0.016-0.001,0.062 0.001,-0.008-0.001,-0.016 0.001,-0.019-0.001,-0.169 0.001,0.057 0.000,0.203 0.000,0.007 0.000,-0.027 0.000,-0.045 0.000,-0.057 0.000,-0.157 0.000,-0.015 0.000,0.165 0.000,-0.026 0.000,-0.027 0.000,-0.024 0.000,-0.021 0.000,-0.026 0.000,-0.000 0.000,0.006 0.000,-0.023 0.000,-0.028 0.000,-0.029 0.000,-0.033-0.002,-0.059-0.003,-0.059-0.002,-0.054-0.004,-0.045-0.003,-0.037-0.002,-0.028-0.001,-0.020-0.003,-0.014 0.000,-0.009 0.000,-0.005-0.002,-0.002 0.001,0.000 0.000,0.001-0.001,0.002 0.001,0.001 0.000,0.002-0.001,0.002 0.001,0.001 0.000,0.001-0.000,0.001 0.000,0.001 0.000,0.000 0.000,0.000 0.001,0.000-0.001,0.000-0.000,0.001 0.000,-0.001 0.000,0.000 0.001,0.001-0.001,-0.001 0.000,0.000-0.000,0.000 0.000,0.000 0.000,0.000 0.001,0.000-0.001,0.000 0.000,0.000-0.000,0.000 0.000,0.000 0.000,0.000 0.001,0.000-0.001,0.000 0.000,0.000-0.000,0.000 0.000,0.000 0.000,0.000 0.001,0.000-0.001,0.000-0.015,0.000-0.026,0.000-0.032,0.000-0.030,0.000-0.008,0.000-0.167,0.000-0.190,-0.041-0.623,-0.062-0.248,-0.071-0.144,-0.071-0.070,0.113 0.834,-0.232-1.025,-0.123-0.413,-0.434-1.669,-0.149-0.453,-0.091-0.238,-0.046-0.083,-0.014 0.021,0.006 0.093,0.085 0.377,0.104 0.431,0.107 0.430,0.098 0.397,0.089 0.343,-0.166 0.028,-0.273 0.029,-0.370-0.061,-0.387-0.060,-0.372-0.056,-0.337-0.049,-0.290-0.041,2.310 2.173,-2.154-1.749,-0.250-0.023,-1.512-0.809,-0.138 0.208,0.022 0.278,0.116 0.293,3.692 1.941,-3.736-1.565,-0.224 0.137,-0.024 0.170,0.112 0.183,0.189 0.175,0.229 0.160,3.408 0.934,-2.513-0.522,-0.442 0.037,-2.389-0.196,-0.372 0.137,-0.103 0.146,0.073 0.140,0.182 0.125,2.648 0.172,0.007 0.012,-1.961-0.065,0.215 0.038,0.302 0.038,0.342 0.036,0.346 0.033,1.656 0.060,-0.010 0.035,-2.183 0.218,0.120 0.268,0.215 0.272,0.258 0.253,0.266 0.223,1.037-0.070,-0.538 0.484,0.397 0.049,0.454-0.048,0.461-0.109,0.427-0.138,0.384 0.023,0.162 0.026,-0.067 0.191,-1.079 1.341,-0.120 0.180,-0.053 0.029,-0.010-0.066,2.270-2.557,-1.623 1.687,-0.093-0.012,-0.850 0.800,0.174-0.114,0.275-0.152,0.310-0.161,1.902-2.137,-0.726 0.968,0.104 0.033,-0.312 0.946,0.320-0.029,0.305-0.086,0.276-0.118,0.238-0.130,0.209-0.767,0.117-0.017,0.340 0.684,0.185-0.145,0.117-0.176,0.066-0.187,0.028-0.178,-0.338-0.544,-0.025-0.057,0.226 0.245,-0.088-0.170,-0.088-0.162,-0.085-0.146,-0.074-0.125,-0.064-0.103,-0.255-0.167,0.406 0.154,0.108-0.003,0.066-0.006,0.036-0.003,0.011-0.004,-0.004-0.003,-0.356-0.093,6.203 1.544</inkml:trace>
</inkml:ink>
</file>

<file path=ppt/ink/ink10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825.000 489.000,'-0.682'-0.317,"-0.554"-0.242,-0.430-0.173,-0.317-0.118,-0.222-0.074,-0.143-0.040,-0.084-0.017,1.945 0.796,-2.601-0.741,-0.249 0.072,0.028 0.108,0.203 0.124,0.299 0.125,0.062 0.174,-1.492 0.012,-0.082 0.103,0.200 0.081,0.357 0.060,0.421 0.043,0.530 0.062,0.203 0.073,0.016 0.091,-0.376 0.116,-0.498 0.120,-0.547 0.117,-0.544 0.106,-0.507 0.091,2.809-0.415,-4.253 0.673,-0.219 0.083,0.063 0.045,0.237 0.018,0.325-0.003,0.373 0.030,0.611-0.002,0.610-0.001,0.557-0.003,0.479-0.002,0.391-0.002,1.937-0.665,-1.403 0.991,0.081 0.241,-0.099 0.432,0.228 0.158,0.244 0.095,0.237 0.049,1.147-1.462,-0.748 1.446,0.211-0.042,0.210-0.128,0.196-0.179,0.173-0.200,0.146-0.203,0.415-1.295,-0.249 2.432,0.101 0.682,0.092 1.194,0.118 0.257,0.096 0.020,0.077-0.129,-0.094-3.943,0.276 2.764,0.133-0.111,0.407 0.855,0.239-0.362,0.203-0.393,0.163-0.380,0.197-0.514,0.355-0.105,0.758 0.340,0.076-0.335,-0.073-0.352,-0.158-0.331,-2.124-1.637,1.747 1.085,0.214-0.048,0.693 0.176,0.069-0.133,-0.023-0.145,-0.082-0.142,-0.116-0.130,-2.319-0.808,3.238 0.816,0.257-0.063,0.624 0.034,2.891 0.427,0.212-0.091,-0.208-0.138,-0.458-0.158,-4.292-0.644,5.965 0.575,0.963-0.097,0.814-0.093,0.654-0.079,0.501-0.068,0.364-0.053,-0.799-0.108,0.020-0.082,0.056-0.080,0.074-0.076,0.082-0.065,0.079-0.055,-0.148-0.045,-0.446-0.033,-0.603-0.025,-0.658-0.016,-0.647-0.012,-0.591-0.006,0.019-0.150,-0.107-0.145,-0.738-0.109,-0.860-0.084,-0.866-0.058,-0.802-0.041,-4.253 0.483,2.293-0.334,2.919-0.520,-0.009-0.056,-0.350 0.032,-0.536 0.086,-0.611 0.112,-0.611 0.122,-2.301 0.411,2.748-0.292,0.768-0.015,1.977-0.146,0.593-0.026,0.340-0.020,0.154-0.016,0.020-0.011,-1.552 0.070,1.159-0.255,-0.828-0.035,-0.939-0.006,-0.944 0.012,-0.876 0.024,-0.812-0.061,-0.642-0.128,-0.665-0.087,-0.535-0.082,-0.412-0.072,-0.302-0.059,-0.404 0.339,-0.174 0.148,-0.070 0.002,0.058-0.399,-0.091 0.061,-0.066 0.081,-0.048 0.088,-0.150 0.690,0.154-0.665,-0.009-0.035,-0.023-0.025,-0.029-0.014,-0.033-0.007,-0.032-0.002,-0.061 0.331,0.005-1.022,-0.059-0.169,-0.053-0.062,-0.049 0.007,-0.039 0.050,0.051 1.253,-0.226-1.133,-0.166-0.294,-0.313-0.748,-0.174-0.140,-0.131-0.029,-0.094 0.047,-0.063 0.093,-0.226-0.058,-0.311-0.068,-0.155 0.242,-0.118 0.261,-0.086 0.250,-0.058 0.221,0.941 1.028,-0.071 0.037,-1.442-0.798,-0.655-0.117,-0.669-0.147,-0.628-0.153,-0.555-0.149,1.801 0.944,-0.333-0.038,-0.348-0.026,-3.119-0.945,-0.138 0.141,0.197 0.214,0.399 0.249,0.508 0.252,0.352 0.210,0.624 0.263,0.582 0.233,0.514 0.197,0.431 0.160,0.347 0.122,-0.192 0.154,-1.671-0.004,-6.315-0.080,-2.006 0.189,-0.968 0.223,-0.245 0.225,0.213 0.204,6.404-0.074,-5.561 0.476,0.513 0.147,0.849 0.068,1.003 0.011,1.027-0.024,4.607-0.438,0.436-0.041,-2.476 0.244,1.028-0.116,0.909-0.108,0.765-0.094,0.618-0.081,0.506-0.078,1.720-0.134,0.046-0.001,-1.428 0.108,0.415-0.033,0.480-0.039,0.485-0.042,0.514-0.042,0.353-0.032,0.258-0.025,0.176-0.022,0.112-0.017,0.063-0.011,0.493-0.008,-0.237-0.002,0.006-0.003,-0.202-0.004,0.063-0.003,0.076-0.001,0.079 0.001,0.076 0.001,-0.672-0.018</inkml:trace>
</inkml:ink>
</file>

<file path=ppt/ink/ink10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979.000 581.000,'0.017'0.000,"0.026"0.000,0.031 0.000,0.032 0.000,0.135 0.000,1.095 0.000,1.394 0.022,1.098 0.034,0.901 0.038,0.702 0.036,-4.405-0.103,3.139 0.104,0.440 0.023,2.659 0.088,0.256-0.002,-0.034-0.021,-0.222-0.027,-0.322-0.034,-2.836-0.074,0.043-0.012,2.878 0.002,0.362-0.046,0.318-0.045,0.269-0.042,0.219-0.037,-2.331-0.001,-0.187-0.036,2.173-0.175,-0.817-0.109,-0.895-0.098,-0.874-0.085,-0.790-0.068,-2.856 0.412,1.834-0.392,-0.559 0.004,-0.723 0.105,-0.392 0.060,-0.341 0.068,-0.288 0.072,-0.150 0.033,-0.303 0.085,-0.241 0.070,-0.181 0.057,-0.131 0.042,-0.087 0.031,-0.054 0.020,-0.029 0.013,-0.010 0.007,0.001 0.003,0.008-0.001,0.012-0.002,0.013-0.002,0.014-0.004,0.012-0.002,0.010-0.003,0.008-0.003,0.006-0.002,0.077-0.001,0.118-0.001,0.134 0.000,0.133-0.001,0.123-0.001,0.105 0.000,-0.020 0.048,-0.018 0.018,0.047 0.015,4.686 0.725</inkml:trace>
</inkml:ink>
</file>

<file path=ppt/ink/ink10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399.000 588.000,'0.374'0.043,"0.599"0.068,0.709 0.081,0.737 0.085,0.709 0.080,0.644 0.074,-1.909-0.219,2.227 0.242,0.727 0.063,3.908 0.310,1.628 0.024,1.368-0.016,1.104-0.044,0.850-0.057,1.601-0.089,0.489-0.123,0.846-0.099,0.620-0.093,0.431-0.084,0.278-0.072,-4.905-0.059,0.001 0.003,7.303 0.199,0.993 0.206,0.930 0.231,0.816 0.227,0.680 0.208,-9.427-0.412,8.634 0.566,-0.619 0.013,-1.439-0.067,-1.891-0.116,-2.068-0.143,-2.055-0.149,3.544-0.118,2.700-0.102,1.546-0.112,-0.209-0.132,-1.053-0.126,-1.554-0.115,-1.792-0.100,-14.184-0.066,7.985-0.086,0.484-0.134,11.015-0.577,-0.357-0.269,-1.234-0.159,-1.662-0.079,-1.783-0.022,-8.787 0.615,5.176-0.411,-2.496 0.177,-2.436 0.186,-2.197 0.178,-1.863 0.157,-1.503 0.132,-0.116 0.239</inkml:trace>
</inkml:ink>
</file>

<file path=ppt/ink/ink10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1268.000 597.000,'0.022'0.000,"0.034"0.000,0.038 0.000,0.036 0.000,-0.006 0.000,0.061 0.000,0.189 0.012,0.126 0.021,0.116 0.023,0.101 0.025,0.086 0.025,-0.062-0.003,0.198 0.033,0.627 0.100,0.263 0.049,0.198 0.039,0.144 0.032,0.098 0.024,-1.697-0.286,2.344 0.333,1.421 0.157,6.056 0.636,2.983 0.182,2.353 0.085,1.783 0.015,1.289-0.034,0.880-0.064,-11.052-0.826,12.494 0.621,-0.056-0.177,-0.748-0.183,-1.157-0.175,-1.358-0.158,-1.400-0.139,-9.338-0.231,11.480 0.085,-0.842-0.101,-1.413-0.072,-1.654-0.050,-1.676-0.031,-7.459 0.018,0.649-0.001,10.580-0.030,1.403-0.001,1.359-0.019,-0.566-0.021,-1.132-0.027,-1.429-0.024,-0.981-0.054,-1.906-0.052,-2.416-0.003,-1.816 0.007,-1.653 0.021,-1.434 0.029,-1.194 0.032,-3.965 0.123,2.477-0.125,-0.515-0.008,0.060-0.053,-0.780 0.011,-0.661 0.020,-0.536 0.022,-0.412 0.023,-0.303 0.021,-0.210 0.018,-0.136 0.014,-0.078 0.012,-0.036 0.008,-0.007 0.006,0.013 0.005,0.021 0.002,0.028 0.001,0.029 0.001,0.025-0.001,0.062-0.030,0.012-0.007,0.016-0.034,0.081-0.270,0.031-0.235,0.020-0.247,0.014-0.238,0.007-0.215,-0.087 0.388,-0.007-0.155,-0.011-1.455,-0.155-0.566,-0.174-0.473,-0.172-0.375,-0.156-0.286,-0.191 0.701,-0.756-1.528,-0.334 0.039,-0.201 0.234,-0.105 0.334,-0.036 0.364,0.799 1.740,-1.147-1.555,-0.114 0.109,0.028 0.242,0.114 0.312,0.167 0.337,0.187 0.329,1.608 2.015,-4.497-3.653,-1.461-0.596,-0.802-0.150,-0.324 0.140,0.001 0.311,0.205 0.395,-1.071 0.117,-0.866 0.103,-0.517 0.168,-0.255 0.201,-0.071 0.205,0.055 0.194,5.598 1.828,-12.316-2.431,-5.087-0.388,-0.726 0.360,0.956 0.554,1.888 0.623,16.237 2.149,-14.328-1.355,1.341 0.477,1.726 0.405,1.829 0.326,1.754 0.252,1.565 0.187,2.591 0.110,-0.902 0.047,-3.703 0.047,-0.590 0.016,-0.152-0.005,0.151-0.020,0.342-0.026,4.425-0.011,0.264-0.007,-4.634-0.022,1.619-0.006,1.753-0.001,1.681 0.003,1.497 0.005,4.371 0.035,-1.850 0.108,-0.340 0.141,0.138 0.100,-1.216 0.339,0.346 0.064,0.350-0.001,0.321-0.042,2.612-0.578,-2.405 0.544,0.201-0.038,0.287-0.059,0.320-0.068,0.319-0.069,0.295-0.066,1.285-0.306,-0.694 0.167,0.061-0.003,-0.364 0.156,0.085 0.057,0.070 0.064,0.056 0.064,0.042 0.056,0.263-0.108,-0.250 0.163,-0.151 0.045,-0.181 0.035,-0.188 0.025,-0.181 0.015,-0.586 0.208,-0.457 0.222,-0.195 0.159,-0.077 0.131,0.005 0.104,0.055 0.078,0.262-0.058,0.342-0.120,0.376-0.157,0.369-0.167,0.335-0.161,0.287-0.144,0.829-0.717,-1.024 1.372,-0.150 0.405,0.058-0.047,-0.037 0.016,-0.017-0.058,-0.002-0.101,1.087-1.415,-1.175 1.397,-0.100 0.082,-0.217 0.209,0.029-0.073,0.075-0.118,0.095-0.140,0.668-0.737,-0.096 0.110,0.058-0.044,-0.368 0.557,0.197-0.032,0.198-0.026,0.177-0.021,0.613-1.244,-0.297 0.882,0.086 0.027,0.021 0.329,0.074-0.003,0.053-0.026,0.032-0.037,0.018-0.042,-0.033 0.071,-0.039-0.084,0.014-0.181,0.012-0.030,0.022-0.016,0.026-0.004,0.087-0.677,-0.034 0.795,0.017 0.420,0.068 1.205,0.124 0.240,0.131 0.021,0.124-0.115,-0.224-1.953,0.460 1.739,0.159-0.065,0.105-0.158,0.060-0.204,0.029-0.221,0.006-0.214,-0.400-0.866,-0.011-0.063,0.472 0.562,0.149-0.135,0.169-0.119,0.171-0.105,0.160-0.084,-0.068-0.135,0.829 0.366,0.337 0.039,0.258-0.007,0.186-0.036,0.127-0.052,0.079-0.060,-2.008-0.779,2.227 0.645,-0.058-0.114,-0.226-0.133,-0.322-0.138,-0.362-0.131,-0.363-0.117,-0.439-0.123,-0.349-0.094,-0.318-0.082,-0.279-0.068,-0.234-0.055,-0.190-0.043,-0.109-0.033,-0.086-0.023,0.166-0.231</inkml:trace>
</inkml:ink>
</file>

<file path=ppt/ink/ink10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1446.000 561.000,'0.000'0.043,"0.000"0.068,0.000 0.081,0.000 0.085,0.000 0.080,0.000 0.074,0.003-0.332,0.101 0.572,0.079 0.136,0.066 0.088,0.054 0.052,0.042 0.023,0.239 0.281,0.276 0.275,0.234 0.180,0.201 0.135,0.167 0.097,0.130 0.066,-0.251-0.438,-0.233-0.371,0.145 0.039,1.078 0.800,0.178-0.031,0.069-0.088,-0.009-0.120,-0.057-0.132,-1.992-1.322,1.318 0.810,0.019-0.036,0.673 0.356,-0.103-0.071,-0.149-0.073,-0.172-0.071,-0.173-0.062,-0.398-0.237,0.496 0.272,-0.011-0.076,0.010-0.075,0.019-0.071,0.026-0.061,-0.867-0.430,0.964 0.224,0.193-0.144,0.157-0.169,0.125-0.175,0.093-0.165,0.068-0.148,-2.221 0.036,2.537-0.484,0.004-0.291,-0.118-0.214,-0.186-0.149,-0.217-0.095,-0.220-0.053,-1.914 1.042,1.987-1.321,0.229-0.253,0.250-0.210,0.249-0.167,0.229-0.129,0.201-0.094,-0.352 0.305,0.112-0.028,0.475-0.241,-0.186 0.180,-0.279 0.234,-0.322 0.258,-0.332 0.253,-0.134 0.216,-0.334 0.275,-0.351 0.249,-0.337 0.213,-0.305 0.175,-0.265 0.139,-0.807 0.175,0.603 0.066,0.078 0.250,0.495 0.591,0.323 0.535,0.333 0.505,0.313 0.447,0.278 0.379,-0.204-0.332,0.718 0.561,0.169 0.023,0.060-0.068,-0.016-0.126,-0.064-0.156,-0.095-0.165,0.276 0.044,-0.235-0.359,-0.248-0.360,-0.234-0.330,-0.209-0.284,-0.173-0.232,-1.915-0.776,1.045 0.301,0.134-0.048,1.723 0.168,0.077-0.189,-0.104-0.171,-0.204-0.148,-2.553-0.079,1.946-0.210,0.231-0.248,1.208-0.529,-0.133-0.198,-0.310-0.080,-0.389-0.005,-2.542 1.023,1.374-0.581,0.203-0.070,2.262-0.846,0.153 0.032,-0.092 0.133,-0.236 0.181,-0.303 0.196,-0.663 0.261,-0.536 0.199,-0.541 0.182,-0.501 0.158,-0.440 0.130,-0.364 0.102,-0.291 0.078,-0.220 0.055,-0.121 0.034,-0.022 0.020,0.023 0.012,0.053 0.006,0.067 0.000,0.073-0.001,-0.004-0.009,0.166 0.002,0.007-0.006,-0.024-0.005,-0.042-0.007,-0.337-0.010,0.122 0.002,0.011-0.003,0.370 0.002,0.161-0.004,0.172-0.002,0.163-0.001,0.147-0.001,0.287 0.000,0.135 0.014,0.029 0.023,-0.043 0.027,-0.085 0.027,-0.105 0.026,3.677 0.556</inkml:trace>
</inkml:ink>
</file>

<file path=ppt/ink/ink10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196.000 777.000,'0.017'0.000,"0.027"0.000,0.030 0.000,0.031 0.000,0.028 0.000,0.025 0.000,0.021 0.000,0.016 0.000,0.013 0.000,-0.076 0.000,0.018 0.000,0.720 0.103,0.859 0.157,0.943 0.177,0.913 0.174,0.818 0.156,-1.574-0.304,1.028 0.115,0.532 0.027,2.884 0.256,0.621-0.066,0.333-0.100,0.121-0.117,0.237-0.115,0.293-0.110,-0.541-0.101,-0.443-0.076,-0.581-0.060,-0.633-0.048,-0.623-0.036,-2.405-0.021,-0.017-0.009,4.066-0.277,1.558-0.404,1.668-0.447,1.593-0.433,1.410-0.389,-3.465 0.277,2.244-0.885,-0.939-0.450,-1.231-0.407,-1.329-0.346,-1.293-0.284,-2.392 0.365,0.217-1.614,-1.328-0.223,-1.180-0.010,-0.996 0.128,-0.801 0.204,-0.616 0.233,-0.739 0.083,-0.759 0.030,-0.708-0.026,-0.618-0.058,-0.515-0.074,-0.150 0.988,-1.556-1.097,-0.274 0.412,0.064 0.588,0.271 0.653,0.379 0.644,0.418 0.586,2.593 1.793,-6.902-2.073,-1.755 0.110,-0.537 0.255,0.252 0.324,0.715 0.337,7.327 1.222,-6.604-0.693,-0.762 0.214,-3.257 0.436,-1.877 0.678,-1.804 0.697,-1.610 0.649,14.208-1.360,-7.080 1.037,-0.147 0.296,-5.793 1.606,0.819 0.443,1.244 0.270,1.446 0.135,1.488 0.037,1.420-0.028,5.865-2.321,-5.645 3.480,1.048 0.301,1.032 0.123,0.938 0.002,0.805-0.073,1.902-1.413,-0.250 0.842,0.941-0.645,0.857-0.727,0.733-0.719,0.599-0.657,0.590-0.984,0.178-0.158,0.233 0.151,0.477 0.551,0.464 0.187,0.388 0.211,0.308 0.208,-0.883-1.519,0.588 0.894,0.134 0.134,0.543 0.733,0.006-0.058,-0.074-0.156,-0.124-0.213,-0.150-0.238,-0.885-1.213,0.773 1.234,-0.175-0.166,-0.159-0.204,-0.137-0.216,-0.112-0.205,-0.089-0.184,-0.308-0.514,0.004-0.050,0.254 0.197,-0.003-0.118,-0.014-0.110,-0.020-0.097,-0.023-0.083,-0.024-0.066,1.711 0.260</inkml:trace>
</inkml:ink>
</file>

<file path=ppt/ink/ink10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644.000 764.000,'0.049'0.025,"0.077"0.038,0.089 0.044,0.028 0.014,0.132 0.067,0.498 0.256,0.313 0.168,0.275 0.150,0.230 0.130,0.185 0.104,0.055 0.069,0.097 0.008,0.121-0.029,0.124-0.051,0.119-0.062,0.106-0.064,0.031-0.031,-0.015-0.084,0.242-0.024,0.282-0.020,0.291-0.016,0.281-0.012,0.253-0.009,-1.121-0.234,2.180 0.238,0.463-0.036,0.305-0.054,0.178-0.064,0.084-0.064,0.017-0.061,-4.669-0.312,4.461 0.250,0.434-0.020,1.188 0.008,-0.051-0.044,-0.253-0.049,-0.374-0.045,-0.431-0.043,-2.180-0.065,0.053-0.014,2.927-0.010,-0.063-0.050,-0.204-0.048,-0.278-0.042,-0.305-0.035,0.230-0.013,0.270-0.004,-0.162 0.012,-0.258 0.018,-0.297 0.020,-0.297 0.020,-0.151 0.016,-0.273 0.017,-0.232 0.013,-0.191 0.009,-0.147 0.008,-0.109 0.006,-2.861-0.011,2.774-0.079,0.477-0.046,0.466-0.033,0.430-0.021,0.377-0.013,0.320-0.007,0.501-0.024,-0.228-0.011,-0.379-0.009,-0.445-0.008,-0.457-0.007,-0.430-0.006,-0.380-0.005,-3.656 0.205,6.357-0.708,4.317-0.705,1.291-0.366,0.201-0.223,-0.525-0.112,-0.965-0.035,-4.955 0.846,-0.572 0.004,2.810-0.998,-1.774 0.084,-1.629 0.123,-1.407 0.138,-1.155 0.137,-1.245 0.528,-0.289-0.185,-0.549 0.079,-0.429 0.060,-0.320 0.045,-0.230 0.032,-0.151 0.019,0.078 1.026,-0.216-1.481,-0.094-0.169,-0.074-0.024,-0.053 0.074,-0.039 0.132,-0.024 0.161,-0.453-0.420,-0.422-0.416,-1.036-1.102,-0.643-0.380,-0.538-0.238,-0.425-0.130,3.233 3.462,-2.364-2.042,-0.662-0.336,-4.129-2.771,-0.832-0.119,-0.297 0.225,0.068 0.429,0.295 0.526,-1.599 0.257,0.056 0.751,-0.423 0.446,-0.165 0.464,0.018 0.447,0.139 0.407,2.657 0.727,0.021 0.195,-5.212-0.242,-0.966 0.345,-0.950 0.272,-0.861 0.204,-0.729 0.144,7.058 0.258,-6.342-0.044,0.518 0.083,1.095 0.067,1.396 0.052,1.497 0.039,1.458 0.029,8.003 0.004,-7.429 0.074,-0.293 0.105,-0.237 0.156,0.186 0.166,0.314 0.169,0.379 0.158,0.401 0.141,-2.858 1.328,-0.415 0.724,0.474 0.360,0.995 0.106,1.245-0.065,1.302-0.164,1.172-0.074,1.466-0.312,0.950-0.092,0.909-0.110,0.826-0.116,0.721-0.111,0.624 0.391,0.813 0.072,0.671 0.107,0.525 0.121,0.393 0.120,0.277 0.107,0.040 0.265,-0.022 0.050,-0.031-0.003,-0.068-0.117,-0.085-0.184,-0.091-0.213,-0.089-0.220,-0.793-2.336,0.745 1.783,0.105-0.033,0.303 0.274,0.125-0.118,0.102-0.133,0.081-0.139,0.063-0.133,0.354 0.072,0.260-0.085,0.274-0.061,0.266-0.040,0.239-0.027,0.205-0.012,0.037-0.229,0.462 0.058,1.141 0.335,0.070-0.117,-0.132-0.171,-0.258-0.194,-0.321-0.199,-0.978-0.396,0.424 0.009,-0.425-0.239,-0.401-0.212,-0.356-0.179,-0.302-0.145,-0.367-0.115,-0.291-0.079,-0.262-0.059,-0.227-0.038,-0.188-0.023,-0.148-0.014,-0.114-0.003,1.054-0.222</inkml:trace>
</inkml:ink>
</file>

<file path=ppt/ink/ink10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277.000 951.000,'0.005'0.000,"0.007"0.000,0.008 0.000,0.008 0.000,0.008 0.000,0.005 0.000,0.006 0.000,0.003 0.000,0.003 0.000,0.002 0.000,0.002 0.000,-0.001 0.000,0.002 0.000,-0.001 0.000,0.000 0.000,0.000 0.000,-0.000 0.000,-0.001 0.000,0.054 0.047,0.114 0.079,0.218 0.133,0.151 0.086,0.125 0.068,0.102 0.050,0.079 0.034,0.058 0.023,0.048 0.017,0.096 0.041,0.101 0.044,0.095 0.043,0.088 0.039,0.077 0.035,-0.773-0.368,1.693 1.024,0.303 0.206,0.144 0.075,0.034-0.012,-0.037-0.065,-0.207-0.179,-0.103-0.127,-0.104-0.131,-0.098-0.119,-0.087-0.106,-0.072-0.087,-1.235-0.504,1.869 0.610,0.205 0.012,0.009-0.039,-0.117-0.068,-0.189-0.084,-0.221-0.085,-1.985-0.558,1.868 0.429,-0.197-0.112,-0.249-0.103,-0.263-0.092,-0.254-0.078,-0.227-0.063,-0.716-0.077,0.482 0.010,0.400-0.111,0.051-0.157,0.033-0.164,0.017-0.153,0.009-0.133,-0.626 0.237,0.733-0.536,0.118-0.172,0.100-0.128,0.082-0.090,0.062-0.060,-0.031-0.023,0.072-0.101,-0.164 0.090,-0.203 0.129,-0.209 0.140,-0.194 0.136,-0.568 0.519,0.323-0.197,-0.075 0.153,-0.063 0.140,-0.050 0.121,-0.039 0.102,-0.028 0.079,-0.510 0.122,0.788 0.165,0.435 0.180,1.525 0.525,0.401 0.217,0.122 0.114,-0.069 0.040,-0.196-0.013,-2.487-0.955,1.453 0.538,0.061 0.015,1.227 0.421,-0.106-0.073,-0.204-0.110,-0.256-0.126,-0.276-0.130,-2.034-0.629,1.988 0.550,0.017-0.045,0.438 0.037,-0.033-0.085,-0.060-0.082,-0.070-0.077,-1.279-0.227,-0.065-0.029,0.938-0.024,-0.182-0.222,-0.181-0.232,-0.167-0.219,-0.145-0.195,-0.447 0.070,0.360-0.291,-0.135 0.013,-0.146 0.067,-0.140 0.094,-0.123 0.102,-0.528 0.315,0.419-0.128,-0.044 0.108,-0.039 0.094,-0.033 0.078,-0.025 0.061,-0.020 0.045,0.462 0.106,0.591 0.146,0.286 0.135,0.156 0.118,0.061 0.098,-1.956-0.445,1.470 0.387,0.321 0.127,1.729 0.509,0.369 0.088,0.172 0.006,0.034-0.046,-0.055-0.075,-0.846-0.240,0.807 0.114,0.091-0.072,0.014-0.096,-0.036-0.104,-0.069-0.103,-0.087-0.097,-0.212-0.144,1.516-0.014,0.210-0.093,0.026-0.079,-0.095-0.062,-0.165-0.049,-2.051-0.038,3.132-0.025,0.513-0.040,0.335-0.033,0.195-0.030,0.094-0.023,0.019-0.018,-1.540 0.005,-0.061-0.034,0.657-0.060,-0.464-0.021,-0.551-0.010,-0.575-0.003,-0.558 0.002,-3.759 0.208,4.174-0.202,-0.149 0.033,-0.246 0.040,-0.291 0.037,-0.299 0.037,-0.282 0.030,-1.243 0.042,0.297 0.009,3.058-0.027,1.282-0.029,1.211-0.040,1.079-0.045,0.923-0.044,-3.762 0.048,0.211-0.046,5.933-0.349,0.331-0.168,0.011-0.145,-0.191-0.114,-0.301-0.090,-2.674 0.220,2.925-0.221,0.128 0.040,-0.052 0.064,-0.165 0.076,-0.223 0.080,-0.246 0.073,-9.976 0.599,11.144-0.656,0.211-0.040,-0.130-0.037,-0.337-0.032,-0.437-0.027,-0.468-0.022,-5.506 0.398,-0.238-0.016,2.984-0.365,-0.764-0.040,-0.821-0.028,-0.807-0.018,-0.746-0.010,-1.850 0.175,-0.303-0.061,0.945-0.394,-0.797 0.031,-0.805 0.080,-0.755 0.108,-0.673 0.117,-1.075 0.400,-0.145 0.013,0.620-0.585,-0.131-0.183,-0.030-0.204,0.033-0.196,0.072-0.178,-0.757 0.764,0.671-1.118,-0.166 0.007,-0.209 0.131,-0.215 0.194,-0.203 0.218,-0.420 0.719,-0.013-0.288,-0.071-0.152,-0.093-1.132,-0.252-0.524,-0.250-0.495,-0.231-0.438,0.115 1.539,-0.363-0.957,-0.243-0.068,-0.788-1.051,-0.429 0.178,-0.364 0.269,-0.291 0.305,-0.223 0.305,1.030 1.484,-2.421-1.525,-0.303 0.297,0.004 0.392,0.189 0.418,0.290 0.396,1.026 0.776,-6.950-1.565,-4.095-0.399,-3.610-0.274,-2.999-0.175,-2.373-0.100,9.792 1.712,-8.757-1.019,-0.422 0.234,0.149 0.286,0.519 0.301,0.733 0.292,0.826 0.268,11.607 1.033,-13.204-0.667,0.322 0.277,0.927 0.243,1.257 0.203,1.387 0.165,1.375 0.127,0.273 0.106,-0.337 0.084,-0.765 0.067,-0.989 0.047,-1.066 0.033,-1.043 0.021,-0.955 0.013,-1.466 0.006,2.032-0.002,1.146-0.003,1.506-0.005,1.651-0.004,1.640-0.005,1.529-0.006,7.946-0.011,-7.995 0.006,1.622-0.004,1.801-0.005,1.770-0.001,1.610-0.003,1.385-0.001,0.562-0.001,0.281 0.000,0.081 0.000,-0.055-0.001,-0.141 0.001,-0.186 0.000,2.713 0.000,-4.672-0.000,-0.145 0.000,0.439 0.001,0.773-0.001,0.917 0.001,3.055 0.035,-3.267 0.439,0.160 0.278,0.323 0.192,0.394 0.123,0.406 0.070,0.379 0.032,1.668-0.496,0.131 0.033,-0.849 0.580,0.233 0.065,0.186 0.029,0.144 0.006,0.105-0.010,0.270-0.109,-0.318 0.389,0.035 0.106,0.092 0.055,0.122 0.015,0.135-0.010,0.135-0.028,0.550-0.617,-0.479 1.117,0.153 0.287,0.149 0.279,0.136 0.252,0.116 0.215,0.094 0.175,0.274-1.152,0.053-0.047,-0.072 1.091,0.116-0.371,0.100-0.428,0.079-0.422,0.112-1.780,-0.015 0.984,0.051 0.009,0.129 0.447,0.139-0.019,0.137-0.038,0.128-0.050,0.114-0.053,-0.120-0.463,0.028-0.073,0.346 0.381,0.101-0.091,0.094-0.076,0.081-0.059,0.067-0.044,-0.365-0.416,0.013-0.042,0.414 0.287,0.085 0.033,0.082 0.055,0.074 0.064,0.066 0.068,-0.224-0.152,-0.328-0.265,0.027 0.021,0.906 0.711,-0.011-0.047,-0.069-0.095,-0.097-0.119,-0.097-0.091,-0.222-0.163,-0.224-0.151,-0.205-0.131,-0.176-0.107,-0.143-0.083,-0.494-0.400,0.138 0.129,0.017 0.029,0.382 0.310,0.184 0.083,0.198 0.070,0.194 0.057,0.179 0.043,0.158 0.033,-0.971-0.568,1.102 0.526,-0.033-0.084,-0.092-0.100,-0.123-0.102,-0.134-0.097,-0.130-0.076,-0.209-0.084,-0.205-0.073,-0.186-0.056,-0.162-0.045,-0.133-0.031,0.118 0.267</inkml:trace>
</inkml:ink>
</file>

<file path=ppt/ink/ink10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527.000 964.000,'0.000'0.008,"0.000"0.012,0.000 0.014,0.000 0.013,0.000 0.011,0.000 0.011,0.000 0.008,0.000 0.006,0.000 0.004,0.000 0.004,0.000 0.001,0.018 0.037,0.031 0.118,0.148 0.465,0.142 0.330,0.141 0.297,0.130 0.252,0.111 0.202,0.093 0.158,-0.024-0.140,-0.001-0.099,-0.020-0.148,-0.032-0.170,-0.038-0.172,-0.037-0.162,-0.077-0.198,-0.026-0.106,0.022-0.093,0.031-0.101,0.047-0.092,0.051-0.078,0.053-0.063,-0.086-0.091,0.003-0.045,0.111-0.026,0.006-0.047,0.005-0.038,0.003-0.032,0.002-0.024,-0.186-0.034,0.020-0.039,0.447-0.194,0.088-0.185,0.073-0.180,0.058-0.161,0.042-0.135,0.049-0.160,0.046-0.161,0.042-0.148,0.035-0.128,0.029-0.103,-0.874 0.877,-0.306 0.331,1.895-1.984,0.301-0.297,0.517-0.522,-0.174 0.192,-0.324 0.344,-0.392 0.408,-0.400 0.428,-0.393 0.426,-0.348 0.377,-0.289 0.319,-0.230 0.255,-0.176 0.195,-0.125 0.141,0.001 0.251,0.088 0.301,0.130 0.311,0.147 0.292,0.146 0.260,0.134 0.218,0.116 0.174,0.042-0.098,0.182 0.056,0.196 0.033,0.193 0.017,0.178 0.005,-0.972-0.961,1.559 1.225,0.014-0.129,-0.116-0.195,-0.190-0.222,-0.217-0.220,-0.218-0.199,-0.199-0.172,-1.176-0.680,1.024 0.530,-0.110-0.106,-0.133-0.112,-0.137-0.105,-0.131-0.095,-0.117-0.079,0.148-0.159,0.186-0.201,0.212-0.208,0.211-0.196,0.194-0.172,-0.189-0.044,0.719-0.558,0.219-0.229,0.147-0.152,0.092-0.090,0.049-0.044,0.019-0.012,-0.211 0.179,-0.199 0.188,-0.234 0.221,-0.236 0.222,-0.223 0.210,-0.197 0.185,-0.005 0.167,0.139 0.271,0.071 0.346,0.080 0.344,0.077 0.313,0.070 0.268,0.059 0.218,-0.088 0.036,0.018 0.066,0.014 0.030,0.007 0.007,0.004-0.011,-0.354-0.299,0.490 0.271,-0.050-0.143,-0.081-0.160,-0.089-0.160,-0.089-0.144,-0.081-0.125,-0.250-0.164,-0.111-0.100,-0.110-0.090,-0.101-0.078,-0.089-0.063,-0.073-0.051,-0.661-0.062,0.675-0.003,-0.025-0.060,-0.033-0.056,-0.039-0.050,-0.036-0.041,-0.034-0.033,-0.030-0.025,0.129-0.164,0.132-0.127,0.104-0.086,0.082-0.055,0.061-0.030,-0.316 0.191,-0.014-0.001,0.343-0.232,-0.097 0.061,-0.114 0.076,-0.116 0.081,-0.108 0.078,-0.326 0.224,2.055-0.619</inkml:trace>
</inkml:ink>
</file>

<file path=ppt/ink/ink10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506.000 948.000,'0.000'0.023,"0.000"0.036,0.000 0.043,0.000 0.043,0.000 0.042,0.000 0.037,0.074 0.135,0.115 0.173,0.133 0.189,0.136 0.185,0.126 0.171,-0.445-0.837,0.928 1.218,0.909 0.858,0.541 0.340,0.409 0.176,0.295 0.058,0.199-0.024,0.125-0.074,-2.803-2.222,3.359 2.129,0.221-0.234,0.094-0.271,0.004-0.272,-0.053-0.256,-0.085-0.224,-1.766-0.640,1.473 0.337,-0.326-0.210,-0.381-0.203,-0.386-0.183,-0.363-0.157,-0.320-0.130,-0.806-0.152,0.079-0.055,1.433-0.297,0.452-0.398,0.424-0.415,0.375-0.393,0.315-0.350,0.461-0.239,0.235-0.148,-0.279 0.069,-0.452 0.149,-0.527 0.186,-0.530 0.196,-0.998 0.466,0.070-0.028,-0.346 0.169,-0.332 0.164,-0.304 0.151,-0.264 0.132,-0.223 0.112,-0.273 0.135,-0.105 0.068,0.003 0.051,-0.095 0.089,-0.071 0.078,-0.049 0.064,-0.034 0.051,0.164 0.165,0.249 0.171,0.863 0.499,0.532 0.276,0.472 0.220,0.400 0.168,0.327 0.123,-1.194-0.637,0.079 0.005,2.145 0.857,0.151-0.132,0.027-0.186,-0.051-0.204,-0.095-0.196,-2.003-0.620,1.619 0.235,-0.291-0.199,-0.361-0.178,-0.375-0.148,-0.358-0.119,-0.315-0.093,0.339-0.083,0.135-0.077,0.063-0.058,0.012-0.046,-0.018-0.032,-0.337 0.004,-0.306 0.011,-0.343 0.020,-0.339 0.023,-0.310 0.025,-0.266 0.023,-0.802 0.058,0.646-0.037,-0.190 0.019,-0.172 0.013,-0.144 0.010,-0.114 0.007,-0.088 0.004,-0.061 0.002,-0.043 0.002,-0.025-0.000,-0.014-0.001,-0.005 0.000,0.000-0.002,0.004-0.000,0.005-0.001,0.006 0.000,0.006-0.002,0.004 0.001,0.004-0.001,0.004 0.000,0.002 0.000,0.002 0.000,0.001 0.000,0.001 0.000,0.000-0.001,0.000 0.001,0.000 0.000,0.000 0.000,0.000 0.000,-0.001 0.000,0.001 0.000,-0.001 0.000,0.000 0.000,0.000 0.000,0.001 0.000,-0.001 0.000,0.000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0.000,0.160 0.000,0.257 0.000,0.303 0.000,0.310 0.000,0.295 0.000,0.273 0.000,0.701 0.000,1.481 0.015,0.595 0.022,0.351 0.028,0.170 0.027,0.043 0.024,-0.547-0.017,1.589 0.010,0.191-0.030,-0.014-0.036,-0.146-0.040,-0.216-0.036,-0.248-0.035,-4.372 0.048,7.425-0.305,1.293-0.149,0.319-0.090,-0.329-0.045,-0.717-0.014,-0.915 0.008,-6.636 0.494,4.639-0.375,0.435-0.062,-0.803 0.049,-0.879 0.066,-0.875 0.072,-0.813 0.071,-0.723 0.068,0.975-0.065</inkml:trace>
</inkml:ink>
</file>

<file path=ppt/ink/ink10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400.000 1102.000,'0.025'0.000,"0.037"0.000,0.041 0.000,0.041 0.000,0.036 0.000,0.029 0.000,0.025 0.000,0.017 0.000,0.013 0.000,0.008 0.000,0.005 0.000,0.471 0.295,0.414 0.210,0.469 0.207,0.443 0.177,0.395 0.146,0.340 0.116,0.281 0.089,-1.580-0.665,2.407 0.766,0.784 0.145,2.820 0.621,1.001 0.029,0.702-0.054,0.459-0.101,-7.816-1.606,7.604 1.278,0.903-0.092,2.055-0.018,0.575-0.237,0.324-0.247,0.139-0.236,0.010-0.212,0.193-0.254,0.546-0.271,-0.176-0.263,-0.272-0.231,-0.313-0.192,-0.310-0.151,-2.589 0.011,2.391-0.387,-0.305-0.188,-0.610-0.148,-0.768-0.109,-0.817-0.079,-0.792-0.052,-7.685 1.346,7.443-1.711,-0.643-0.211,-1.548 0.085,-0.965-0.052,-0.985-0.021,-0.939 0.004,-0.848 0.019,-0.491-0.405,-0.945-0.003,-0.771 0.002,-0.598 0.005,-0.442 0.007,-0.338 0.670,-0.310-0.060,-0.610-0.570,-0.440 0.004,-0.366 0.045,-0.291 0.070,-0.222 0.080,0.204 0.531,-1.297-0.572,-0.647-0.037,-0.589-0.048,-0.508-0.052,-0.414-0.051,0.693 0.477,-2.382-0.836,0.141 0.204,0.543 0.327,0.737 0.372,0.790 0.366,0.749 0.329,1.103 0.408,-2.442-0.359,-1.812-0.031,-1.962-0.039,-1.882-0.040,-1.673-0.038,5.349 0.668,-7.230-0.572,-0.112 0.172,0.514 0.210,0.852 0.215,0.986 0.199,5.709 0.346,-4.818 0.102,0.446 0.269,0.577 0.238,0.616 0.199,0.591 0.161,0.528 0.123,1.005 0.093,0.787 0.119,0.774 0.109,0.711 0.094,0.617 0.079,0.512 0.062,2.802-0.826,-1.625 0.687,-0.409 0.350,0.326 0.023,0.341-0.027,0.328-0.060,0.296-0.075,0.914-0.503,-0.022 0.037,-1.139 0.754,0.033-0.004,0.090-0.056,0.119-0.089,0.130-0.100,0.110-0.177,0.033-0.032,0.326-0.127,0.340-0.092,0.315-0.062,0.274-0.041,0.225-0.021,0.237-0.036,0.146 0.097,0.123 0.120,0.097 0.126,0.074 0.119,0.062-0.810,0.008 0.934,0.033-0.051,0.019-0.127,0.010-0.168,0.003-0.180,0.000-0.175,-0.002-0.122,-0.007-0.161,-0.007-0.133,-0.007-0.102,-0.007-0.074,-0.004-0.052,-0.005-0.033,-0.003-0.022,-0.003-0.004,0.000 0.001,-0.002 0.007,0.000 0.007,-0.001 0.010,0.001 0.099,-0.001 0.062,0.001 0.035,0.000 0.016,0.030-0.061,0.049-0.025,0.060 0.014,0.013-0.047,-0.005-0.043,-0.018-0.038,-0.021-0.030,-0.022-0.025,-0.022-0.017,-0.019-0.012,-0.015-0.008,-0.011-0.005,-0.009-0.002,-0.006 0.000,-0.004 0.001,-0.002-0.000,-0.002 0.002,0.001 0.001,0.000 0.001,0.000 0.002,0.001 0.000,0.001 0.001,0.042 0.009,0.065 0.015,0.072 0.017,0.073 0.017,0.065 0.016,0.056 0.013,0.009 0.018,0.022 0.036,0.014 0.037,0.008 0.037,0.003 0.034,-0.088-0.060,-0.003-0.011,-0.002-0.019,0.053 0.013,0.002-0.013,0.002-0.010,0.003-0.007,0.001-0.002,-0.134-0.073,0.009-0.007,0.261 0.069,0.061-0.006,0.055-0.001,0.046 0.002,0.038 0.003,0.087 0.056,-0.004 0.014,-0.028-0.004,-0.062-0.018,-0.078-0.027,-0.084-0.032,-0.082-0.032,0.689 0.105</inkml:trace>
</inkml:ink>
</file>

<file path=ppt/ink/ink10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1308.000 796.000,'0.025'0.000,"0.038"0.000,0.044 0.000,0.186-0.016,0.250-0.024,0.272-0.029,0.265-0.028,0.238-0.025,-0.357 0.022,1.883-0.143,1.122-0.018,1.034 0.011,0.889 0.028,0.725 0.037,-2.700 0.094,0.362 0.011,4.131-0.005,1.579 0.047,1.482 0.047,1.319 0.044,1.121 0.038,-0.767-0.001,4.016-0.011,1.276-0.054,0.831-0.069,0.481-0.075,0.218-0.075,0.030-0.068,2.322-0.133,-2.239-0.060,-2.635-0.041,-2.641-0.025,-2.409-0.012,-2.054-0.006,-8.197 0.410,12.324-0.934,12.740-1.068,3.618-0.319,0.827-0.063,-0.951 0.101,-1.954 0.191,-2.402 0.231,-2.467 0.234,-2.296 0.216,-1.995 0.189,-1.637 0.152,-6.628 0.488,1.116-0.043,8.868-0.539,0.576-0.081,-0.378-0.052,-0.990-0.028,-1.332-0.011,-1.472 0.001,-0.065-0.120,-1.990 0.070,-1.852 0.084,-1.618 0.086,-1.346 0.082,-1.067 0.071,-7.830 0.963,8.959-0.844,0.164 0.123,-0.510 0.149,-0.903 0.154,-1.089 0.146,-1.126 0.130,-1.070 0.111,-0.979 0.088,-1.133 0.073,-1.006 0.054,-0.847 0.038,-0.683 0.023,-0.523 0.014,-0.931-0.024,0.052-0.001,2.998 0.034,0.944-0.001,0.451-0.004,0.113-0.005,-0.106-0.005,-2.106-0.014,1.834 0.005,-0.243-0.005,-0.327-0.004,-0.353-0.002,-0.343-0.003,5.891-0.010</inkml:trace>
</inkml:ink>
</file>

<file path=ppt/ink/ink10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1367.000 729.000,'0.000'0.026,"0.000"0.052,-0.015 2.383,-0.022 1.618,-0.026 1.224,-0.024 0.874,-0.021 0.587,-0.020 0.361,0.005-0.933,-0.010-0.220,-0.010-0.301,-0.007-0.334,-0.006-0.334,-0.004-0.309,0.127-3.728,-0.094 3.673,0.054-0.203,0.062-0.300,0.064-0.342,0.062-0.348,0.054-0.324,1.041 6.457</inkml:trace>
</inkml:ink>
</file>

<file path=ppt/ink/ink10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1617.000 730.000,'0.024'0.377,"0.159"3.659,0.120 2.539,0.071 1.128,0.043 0.349,0.021-0.161,0.007-0.458,-0.002-0.604,-0.009-0.641,-0.011-0.610,-0.011-0.538,-0.013-0.450,-0.009-0.357,0.925 8.242</inkml:trace>
</inkml:ink>
</file>

<file path=ppt/ink/ink10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1895.000 708.000,'0.292'1.034,"1.072"3.681,0.490 1.557,0.239 0.642,0.065 0.030,-0.045-0.342,-0.111-0.539,-0.137-0.613,-0.144-0.602,-0.136-0.544,-0.116-0.460,-0.096-0.370,2.738 6.062</inkml:trace>
</inkml:ink>
</file>

<file path=ppt/ink/ink10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2102.000 677.000,'0.401'0.636,"0.336"0.588,0.696 1.344,0.310 0.773,0.183 0.583,0.088 0.419,0.022 0.282,-1.644-3.727,1.844 4.497,-0.046 0.126,-0.120-0.091,-0.152-0.211,-0.160-0.266,-0.148-0.276,-0.369-0.935,-0.121-0.199,-0.108-0.167,-0.094-0.134,-0.079-0.105,-0.064-0.079,0.019 0.210,-0.095-0.315,-0.089-0.344,-0.079-0.333,-0.064-0.298,-0.051-0.252,-0.326-1.362,0.499 1.753,0.418 1.330,0.087 0.223,-0.017-0.088,-0.080-0.278,-0.113-0.372,1.492 4.990</inkml:trace>
</inkml:ink>
</file>

<file path=ppt/ink/ink10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1334.000 843.000,'-0.047'0.024,"-0.640"0.478,-0.383 0.373,-0.236 0.302,-0.121 0.233,-0.039 0.173,0.016 0.122,0.053 0.079,0.504-0.339,-0.764 2.181,0.060 0.588,0.122 0.273,0.151 0.057,0.153-0.081,0.555-1.932,-0.187 1.471,0.209-0.086,0.231-0.180,0.229-0.230,0.215-0.250,0.190-0.246,-0.099-1.762,0.636 1.409,0.380-0.317,0.335-0.340,0.286-0.333,0.234-0.305,0.185-0.271,-1.206-0.669,2.374 0.335,0.478-0.348,0.318-0.303,0.196-0.252,0.100-0.199,0.036-0.149,-0.661-0.030,-0.361-0.048,-0.421-0.026,-0.428-0.011,-0.405 0.001,-0.361 0.009,-1.485 0.450,2.122-1.668,0.101-1.009,-0.173-0.895,-0.336-0.755,-0.414-0.611,-0.435-0.472,-0.666-0.408,-0.676-0.286,-0.623 0.230,-0.526 0.385,-0.422 0.451,-0.325 0.456,0.381 1.342,-0.387-0.343,0.127 0.572,0.193 0.575,0.221 0.533,0.222 0.468,0.209 0.392,0.111 0.306,0.130 0.311,0.088 0.240,0.055 0.176,0.030 0.121,0.012 0.079,0.205 0.005,-0.000 0.013,-1.863 0.556</inkml:trace>
</inkml:ink>
</file>

<file path=ppt/ink/ink10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1628.000 861.000,'-0.179'0.030,"-0.282"0.047,-0.330 0.055,-0.339 0.056,-0.321 0.054,-0.285 0.047,-0.245 0.041,0.053 0.086,0.322 0.008,-0.177 0.144,-1.481 0.856,-0.157 0.475,-0.004 0.428,0.097 0.362,0.156 0.299,0.181 0.234,0.188 0.176,0.165 0.276,0.437-0.094,0.449-0.170,0.420-0.201,0.370-0.208,0.562-0.224,0.462-0.264,0.384-0.344,0.309-0.368,0.236-0.359,0.173-0.325,0.120-0.279,-0.361-0.449,1.321-0.146,0.439-0.439,0.313-0.388,0.208-0.325,0.127-0.258,-1.439 0.395,1.106-0.732,-0.061-0.222,-0.132-0.154,-0.171-0.100,-0.187-0.057,-0.185-0.024,-1.318 1.140,1.090-1.440,-0.233-0.087,-0.259 0.005,-0.260 0.062,-0.244 0.099,-0.218 0.115,-0.375 0.758,0.093-1.077,-0.214 0.165,-0.175 0.240,-0.133 0.267,-0.097 0.260,-0.067 0.234,0.098 1.038,-0.514-1.452,-0.565-1.125,-0.157-0.166,0.004 0.121,0.104 0.291,0.159 0.374,-1.500-3.107</inkml:trace>
</inkml:ink>
</file>

<file path=ppt/ink/ink10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1957.000 825.000,'-0.047'0.000,"-0.079"0.000,-0.465 0.098,-0.547 0.149,-0.577 0.170,-0.546 0.167,-0.483 0.152,-0.402 0.129,-0.199 0.176,-0.148 0.217,-0.071 0.215,-0.019 0.196,0.015 0.170,0.035 0.139,0.045 0.108,0.047 0.081,2.771-1.708,-2.990 2.896,0.075 0.477,0.311 0.064,0.440-0.203,0.491-0.360,0.486-0.434,0.448-0.449,0.792-0.128,1.079-0.239,1.070-0.137,0.971-0.063,0.824-0.013,0.661 0.018,-0.254-0.475,0.087-0.385,-0.011-0.448,-0.074-0.458,-0.111-0.433,-0.127-0.387,-0.299-0.468,-0.394-0.489,-0.426-0.469,-0.419-0.423,-0.385-0.364,-0.336-0.301,-1.010 2.493,0.167-4.259,-0.594-0.677,-0.450-0.175,-0.327 0.157,-0.223 0.358,-0.141 0.462,-0.051 0.465,0.138 0.809,0.198 0.793,0.219 0.721,0.217 0.616,0.195 0.500,0.167 0.389,0.135 0.287,0.105 0.201,0.077 0.129,0.054 0.077,0.035 0.037,0.020 0.008,0.010-0.010,0.002-0.019,0.497 0.248</inkml:trace>
</inkml:ink>
</file>

<file path=ppt/ink/ink10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2116.000 831.000,'-0.238'0.312,"-0.359"0.472,-0.402 0.528,-0.392 0.513,-0.350 0.459,-0.293 0.386,1.658-2.146,-0.991 1.904,0.011 0.537,-0.486 2.284,0.302 0.300,0.360-0.062,0.368-0.286,0.341-0.401,0.352-1.294,0.351 0.243,0.361-0.403,0.329-0.418,0.287-0.402,0.243-0.363,0.195-0.318,-0.889-1.114,1.749 0.624,0.462-0.573,0.372-0.552,0.285-0.496,0.208-0.421,0.145-0.342,-0.178-0.240,-0.151-0.227,-0.206-0.184,-0.227-0.140,-0.221-0.104,-0.204-0.072,-2.232 1.581,2.525-2.554,-0.086-0.564,-0.192-0.399,-0.243-0.267,-0.251-0.161,-0.238-0.083,-0.480 0.645,-0.319 0.377,-0.319 0.447,-0.297 0.460,-0.261 0.440,-0.221 0.395,-0.210 1.309,-1.946-2.022,-1.251-0.224,-0.793-0.004,-0.444 0.138,-0.185 0.219,-0.009 0.254,0.106 0.258,0.058 0.217,0.502 0.335,0.546 0.306,0.527 0.265,0.471 0.214,0.399 0.167,0.576 0.147,0.306 0.105,0.279 0.091,0.242 0.075,0.203 0.061,0.162 0.046,0.771 1.385</inkml:trace>
</inkml:ink>
</file>

<file path=ppt/ink/ink10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1253.000 989.000,'0.292'0.000,"1.030"0.000,0.907 0.000,1.648 0.062,1.924 0.101,2.023 0.118,1.962 0.125,1.799 0.121,-3.308-0.150,0.863 0.029,8.641 0.212,2.694-0.135,2.275-0.191,1.844-0.212,1.437-0.214,1.073-0.198,-21.349 0.241,30.416-1.263,4.435-0.790,2.830-0.668,1.598-0.539,0.700-0.416,0.080-0.306,1.092-0.250,-2.130 0.161,-2.493 0.275,-2.498 0.318,-2.284 0.318,-1.956 0.290,-1.586 0.247,-0.466 0.009,-0.561-0.021,-1.603 0.044,-2.136 0.081,-2.298 0.098,-2.222 0.102,-4.842 0.395,-2.634 0.194,-2.585 0.203,-2.386 0.195,-2.101 0.177,-1.778 0.154,-6.631 0.856,5.380-0.834,-1.845 0.180,-1.563 0.186,-1.258 0.173,-0.965 0.149,-0.702 0.124,-3.198 0.266</inkml:trace>
</inkml:ink>
</file>

<file path=ppt/ink/ink10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619.000 1185.000,'-0.984'-0.244,"-0.868"-0.131,-0.724-0.052,-0.575 0.003,-0.438 0.036,-0.316 0.054,-0.214 0.061,-0.133 0.059,0.006 0.110,-0.018 0.126,0.008 0.130,0.027 0.122,0.033 0.109,0.037 0.089,3.347-0.374,-1.825 0.328,-2.650 0.778,-0.134 0.300,0.127 0.193,0.275 0.109,0.340 0.049,0.532 0.072,0.273 0.230,0.228 0.254,0.183 0.252,0.141 0.228,0.102 0.196,0.070 0.163,0.141-0.012,0.418-0.239,0.145 0.118,-0.173 0.780,0.384 0.069,0.392 0.012,0.364-0.026,0.314-0.045,0.960-3.185,-0.456 3.236,0.478-0.087,0.462-0.197,0.416-0.246,0.351-0.259,0.283-0.242,1.117 0.042,1.086-0.100,0.994-0.124,0.852-0.126,0.687-0.117,0.529-0.100,0.315-0.261,0.508-0.225,0.458-0.230,0.392-0.214,0.315-0.183,0.244-0.153,-5.128-0.713,8.794 0.626,1.729-0.115,0.873-0.147,0.267-0.154,-0.132-0.147,-6.211-0.249,6.037 0.016,-0.015-0.122,-0.368-0.114,-0.573-0.097,-0.668-0.081,-0.682-0.065,-0.134-0.277,-0.455-0.379,-0.344-0.419,-0.249-0.414,-0.170-0.381,-0.106-0.331,-0.058-0.275,-4.592 0.903,3.781-1.630,-1.122-0.199,-1.343-0.037,-1.388 0.068,-1.312 0.133,-1.448-0.470,-1.382-0.120,-1.110-0.126,-0.942-0.036,-0.765 0.027,-0.598 0.065,-0.449 0.085,1.114 3.203,-2.352-3.734,-0.655 0.149,-0.418 0.293,-0.237 0.360,-0.105 0.369,-0.014 0.345,3.325 2.492,-3.888-2.072,-0.778 0.197,-0.722 0.193,-0.634 0.181,-0.532 0.155,-0.425 0.130,2.958 0.762,-0.237 0.041,-4.624-0.552,-1.218 0.119,-1.098 0.119,-0.940 0.114,-0.770 0.099,0.590 0.166,0.751 0.151,1.058 0.151,1.186 0.140,1.184 0.125,1.102 0.103,0.972 0.085,5.438 0.132,-6.427 0.234,-0.401 0.301,-0.296 0.260,-0.208 0.212,-0.134 0.166,2.368-0.258,-21.883 3.777</inkml:trace>
</inkml:ink>
</file>

<file path=ppt/ink/ink10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1312.000 957.000,'0.045'0.412,"0.068"0.639,0.080 0.732,0.079 0.734,0.074 0.678,0.063 0.590,0.053 0.488,-0.010-0.682,0.202 0.624,0.149 0.018,0.323 0.704,0.089-0.304,0.035-0.377,0.000-0.391,-0.022-0.364,-0.502-1.612,0.652 1.004,0.215-0.206,0.201-0.228,0.180-0.225,0.154-0.209,0.125-0.185,8.083 3.886</inkml:trace>
</inkml:ink>
</file>

<file path=ppt/ink/ink10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1609.000 962.000,'0.026'0.345,"0.105"1.594,0.053 1.049,0.031 0.797,0.013 0.575,0.003 0.390,-0.003 0.242,0.023-0.606,0.085-0.072,0.102-0.116,0.104-0.135,0.100-0.137,0.089-0.131,0.073-0.095,-0.036-0.475,-0.070-0.514,-0.085-0.495,-0.090-0.446,-0.083-0.381,0.346-0.075,0.281-0.075,0.136-0.177,0.053-0.196,-0.004-0.192,-0.038-0.173,2.979-0.009</inkml:trace>
</inkml:ink>
</file>

<file path=ppt/ink/ink10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1897.000 916.000,'0.036'0.271,"0.026"0.282,0.122 1.034,0.110 0.797,0.109 0.740,0.102 0.649,0.089 0.542,0.075 0.434,0.169 0.585,0.132 0.066,0.126-0.062,0.110-0.136,0.094-0.171,0.074-0.178,-0.024-0.621,0.063-0.381,0.058-0.392,0.053-0.371,0.043-0.329,0.036-0.279,0.124-0.232,-0.009-0.419,-0.023-0.398,-0.031-0.350,-0.032-0.293,-0.032-0.232,3.905-0.272</inkml:trace>
</inkml:ink>
</file>

<file path=ppt/ink/ink10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2092.000 928.000,'0.037'0.236,"0.057"0.358,0.063 0.403,0.063 0.394,0.056 0.355,0.047 0.300,0.038 0.241,-0.052-0.394,0.161 0.697,0.077 0.086,0.069-0.011,0.057-0.070,0.047-0.103,-0.113-0.423,0.273 0.794,0.095 0.155,0.089 0.123,0.076 0.093,0.063 0.065,0.050 0.044,0.052 0.213,-0.045-0.051,-0.097-0.200,-0.121-0.277,-0.126-0.303,1.473 4.981</inkml:trace>
</inkml:ink>
</file>

<file path=ppt/ink/ink10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518.000 320.000,'-0.038'-0.015,"-1.518"-0.509,-1.237-0.362,-1.009-0.266,-0.455-0.086,-0.161 0.006,0.035 0.064,1.304 0.412,-0.114 0.046,-1.794-0.222,0.019 0.158,0.150 0.162,0.221 0.150,0.462 0.141,0.238 0.099,0.006 0.078,0.157 0.066,0.116 0.048,0.082 0.032,0.396 0.074,-0.245 0.105,1.091-0.020,-0.020 0.041,-1.603 0.292,0.066 0.152,0.142 0.135,0.180 0.115,0.191 0.094,0.184 0.072,0.375 0.003,-0.018 0.144,-0.068 0.159,-0.100 0.161,-0.488 0.559,0.694-0.144,0.038 0.315,-0.455 0.895,0.358 0.128,0.419-0.013,0.427-0.102,1.250-1.866,-0.570 1.820,0.303 0.063,0.238 0.112,0.242-0.162,0.195-0.214,0.147-0.237,0.152-1.518,0.307 1.748,0.293 0.232,0.429 0.473,0.389 0.226,0.364 0.186,0.321 0.145,0.272 0.112,-0.192-0.678,0.642 0.637,0.094-0.221,0.015-0.296,-0.039-0.325,-0.073-0.321,-2.220-2.456,1.641 1.443,0.232-0.094,2.326 0.921,0.986-0.151,0.896-0.140,0.766-0.120,0.618-0.099,-4.888-1.503,4.058 0.861,0.720-0.074,2.350 0.145,0.546-0.215,0.305-0.232,0.123-0.226,-6.440-0.702,7.591 0.327,0.315-0.316,0.005-0.307,-0.197-0.278,-0.313-0.241,-0.370-0.201,0.051-0.190,-0.333-0.127,-1.230-0.013,0.125-0.105,0.249-0.099,0.320-0.091,2.568-0.348,0.328-0.086,0.179-0.058,-8.760 1.038,6.968-0.927,-0.222-0.039,0.154-0.123,-0.918 0.014,-1.032 0.031,-1.035 0.040,-0.967 0.045,-1.421 0.132,-0.871 0.022,0.054-0.309,-1.181 0.035,-1.014 0.042,-0.824 0.041,-0.913-0.001,-0.486-0.139,-0.544 0.116,-0.426 0.180,-0.320 0.204,-0.224 0.201,-0.151 0.586,-0.011 0.223,-0.358-1.054,-0.252-0.251,-0.779-1.077,-0.383-0.185,-0.279-0.040,-0.191 0.060,1.277 1.676,-1.862-1.603,-0.543-0.096,-1.171-0.438,-0.760-0.086,-0.683-0.057,-0.583-0.034,-0.477-0.017,0.893 0.666,-1.394-0.378,-0.202 0.132,-0.013 0.177,0.117 0.200,0.195 0.200,5.824 1.950,-4.624-1.264,-0.376 0.120,-2.323-0.279,0.243 0.275,0.544 0.276,0.712 0.261,0.781 0.232,1.960 0.383,-2.954-0.111,1.377 0.191,-0.459 0.023,-4.256-0.163,-0.391 0.054,-0.046 0.054,0.191 0.051,1.627 0.095,0.461 0.049,0.338 0.050,-2.342-0.026,1.318 0.041,1.410 0.022,1.337 0.009,3.589 0.094,-11.400-0.406</inkml:trace>
</inkml:ink>
</file>

<file path=ppt/ink/ink1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352.000 266.000,'0.032'0.000,"0.049"0.000,0.056 0.000,0.057 0.000,0.051 0.000,-0.021 0.000,0.092 0.000,0.710 0.018,0.754 0.030,0.810 0.032,0.790 0.035,-2.647-0.083,3.276 0.282,0.837 0.163,3.269 0.447,0.911 0.168,0.503 0.093,0.213 0.040,-7.942-1.002,5.120 0.568,0.575-0.001,3.560 0.237,0.233-0.107,-0.140-0.132,-0.371-0.140,-0.501-0.135,-8.100-0.412,4.958 0.156,0.658-0.044,5.815-0.019,1.199-0.137,0.812-0.133,0.506-0.122,0.267-0.106,-5.727 0.083,0.026-0.011,7.299-0.207,-0.316-0.045,-0.607-0.038,-0.745-0.030,-0.782-0.022,-0.079-0.035,-1.230 0.025,-1.195 0.038,-1.074 0.039,-0.910 0.040,-0.733 0.036,-6.480 0.265,5.789-0.282,-0.741 0.009,-0.967 0.027,-1.034 0.036,-0.993 0.040,-0.892 0.037,-4.032 0.240,2.993-0.215,0.019-0.038,0.797-0.115,-0.404-0.011,-0.508 0.006,-0.536 0.019,-2.675 0.332,1.533-0.199,-0.103-0.005,0.930-0.213,-0.316-0.054,-0.320-0.049,-0.293-0.044,-1.351 0.392,0.313-0.172,-0.056-0.036,0.656-0.573,-0.182-0.155,-0.175-0.122,-0.152-0.091,-0.549 0.500,0.355-1.057,-0.093-0.310,-0.123-0.192,-0.132-0.104,-0.128-0.041,-0.117 0.006,-0.285 2.073,0.085-1.218,-0.057-0.201,-0.128-1.656,-0.186-0.293,-0.176-0.144,-0.155-0.038,-0.133 0.036,0.528 3.188,-1.291-4.327,-0.448-0.103,-0.110 0.471,-0.059 0.392,0.028 0.461,0.083 0.465,1.109 2.141,-1.024-1.154,-0.389-0.137,-2.247-1.667,-0.980-0.187,-0.814-0.077,-0.645-0.002,5.588 3.707,-5.627-3.080,-0.540 0.091,-1.883-0.488,0.079 0.409,0.351 0.452,0.488 0.437,0.527 0.392,3.399 1.245,-4.071-0.857,-1.084 0.059,-1.038 0.037,-0.933 0.023,-0.797 0.010,-0.214 0.078,0.888 0.231,1.251 0.261,1.379 0.261,1.354 0.242,1.228 0.209,5.187 0.694,-4.358-0.312,-1.275 0.013,-1.039 0.009,-7.850-0.250,-1.199 0.087,-0.299 0.100,0.295 0.103,0.657 0.096,3.964 0.117,0.688 0.049,-1.864 0.115,1.162 0.189,1.121 0.198,1.014 0.189,0.868 0.171,3.892-0.158,-3.762 0.770,0.710 0.235,0.864 0.134,0.893 0.060,0.840 0.011,1.390-0.109,-0.646 0.597,0.285 0.209,0.364 0.118,0.392 0.054,0.388 0.005,0.359-0.027,2.813-2.052,-2.301 1.984,0.297-0.006,-0.135 0.508,0.479-0.126,0.437-0.158,0.371-0.163,0.582-0.458,0.153 0.171,0.096 0.793,0.283 0.318,0.271 0.289,0.247 0.249,0.213 0.206,-0.019-1.579,0.078-0.042,0.516 1.656,0.241-0.369,0.195-0.439,0.148-0.451,0.108-0.420,-0.192-0.808,-0.092-0.382,0.047-0.155,0.675 0.251,-0.074-0.305,-0.140-0.260,-0.166-0.211,-0.335-0.199,-0.089-0.068,2.940 0.537</inkml:trace>
</inkml:ink>
</file>

<file path=ppt/ink/ink1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463.000 394.000,'0.027'0.000,"0.046"0.000,0.365 0.000,0.646 0.050,0.924 0.080,1.028 0.095,1.035 0.100,0.974 0.096,-3.877-0.325,7.136 0.512,1.346 0.021,0.664-0.037,0.182-0.068,-0.134-0.085,-0.322-0.088,0.293-0.089,-0.058-0.087,0.227-0.076,0.129-0.070,0.054-0.061,0.003-0.052,-8.407 0.057,10.944-0.415,-0.032-0.172,-0.412-0.114,-0.918-0.058,-1.186-0.018,-1.279 0.009,-1.251 0.025,-6.511 0.614,4.775-0.481,-0.935 0.082,-0.350 0.029,-1.162 0.117,-1.004 0.107,-0.824 0.091,-0.640 0.134</inkml:trace>
</inkml:ink>
</file>

<file path=ppt/ink/ink1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251.000 574.000,'0.029'0.015,"1.499"0.583,1.471 0.476,0.652 0.168,0.556 0.121,0.324 0.037,0.149-0.023,0.023-0.061,-0.062-0.082,-1.098-0.365,0.171-0.057,2.581 0.159,1.171-0.237,1.202-0.250,1.131-0.239,1.004-0.217,0.879-0.360,-0.925-0.198,-0.403-0.168,-0.653-0.118,-0.779-0.077,-0.815-0.047,-2.803 0.153,0.018-0.195,3.074-1.022,-0.446-0.256,-0.626-0.123,-0.705-0.028,-0.705 0.038,-1.421 0.383,-0.356-0.057,0.690-0.933,-0.523-0.376,-0.461-0.383,-0.389-0.356,-0.311-0.310,-2.555 3.534,1.721-3.807,-0.500-0.301,-0.512-0.073,-0.489 0.084,-0.439 0.181,-0.380 0.236,-0.372 0.649,-0.214 0.538,-0.246 0.069,-0.786-1.175,-0.263 0.370,-0.138 0.428,-0.051 0.435,0.771 1.428,-0.347-0.167,-0.143 0.100,-1.007-0.551,-0.090 0.306,0.008 0.313,0.071 0.298,2.220 1.211,-2.845-0.967,-0.454 0.128,-0.968 0.142,-0.758 0.249,-0.739 0.256,-0.675 0.240,-0.590 0.217,2.806 0.081,-0.021 0.067,-3.536 0.373,-0.198 0.318,-0.114 0.304,-0.052 0.277,-0.008 0.236,0.075 0.278,0.122 0.282,0.144 0.267,0.145 0.235,0.139 0.198,0.122 0.161,0.225 0.319,0.384 0.153,0.946-0.205,1.024-0.328,0.994-0.380,0.894-0.380,2.861-1.775,-1.374 1.156,-0.346 0.560,0.028 0.213,-0.963 1.415,0.386-0.105,0.460-0.304,0.467-0.404,1.647-2.419,-1.108 1.996,0.312-0.200,0.284-0.215,0.246-0.209,0.204-0.190,0.163-0.165,0.124-0.138,0.229-0.288,0.302 0.202,0.263 0.038,0.228 0.054,0.192 0.060,0.155 0.062,0.121 0.058,-0.746-0.917,1.192 1.265,0.039-0.079,-0.048-0.160,-0.096-0.195,-0.117-0.200,-1.266-1.083,0.376 0.287,0.739 0.510,0.195 0.077,1.063 0.619,0.003-0.086,-0.154-0.169,-0.240-0.205,-1.439-0.832,1.241 0.533,-0.222-0.212,-0.238-0.180,-0.225-0.147,-0.203-0.115,-0.167-0.084,1.424 0.024</inkml:trace>
</inkml:ink>
</file>

<file path=ppt/ink/ink1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467.000 579.000,'0.147'0.000,"0.231"0.000,0.267 0.000,0.271 0.000,0.253 0.000,0.223 0.000,-0.145 0.066,0.450 0.064,2.499 0.270,1.082 0.144,0.820 0.106,0.591 0.076,-3.796-0.424,5.952 0.488,1.043-0.034,1.361-0.019,-0.331-0.123,-0.728-0.128,-0.903-0.122,-7.596-0.301,4.026 0.094,1.031-0.027,5.652 0.007,1.174-0.048,0.511-0.038,0.039-0.029,-0.282-0.021,4.160 0.058,0.521 0.068,0.274 0.078,-0.377 0.078,-0.777 0.073,-0.986 0.063,-13.184-0.325,9.034 0.341,0.265 0.100,5.304 0.372,-1.071 0.054,-1.569-0.008,-1.774-0.044,-1.772-0.066,-9.521-0.676,7.885 0.476,-2.350-0.189,0.130-0.033,6.497 0.160,-0.074-0.184,-0.408-0.188,-0.583-0.175,-8.477-0.060,3.303-0.159,-0.521-0.134,2.561-0.480,-1.478-0.257,-1.458-0.195,-1.322-0.141,-3.007 0.524,0.339-0.441,-0.623-0.142,-0.057-0.824,-0.847-0.255,-0.661-0.198,-0.493-0.143,-0.345-0.099,-0.273 1.767,-0.171-2.381,-0.356-0.484,-0.353-0.313,-0.329-0.178,-0.288-0.079,0.391 1.735,-0.168-0.030,-1.096-1.653,-0.414 0.015,-0.345 0.084,-0.280 0.123,-0.219 0.143,0.669 1.109,-0.245 0.078,-1.806-0.950,-0.566 0.293,-0.484 0.331,-0.401 0.333,-0.316 0.309,-0.241 0.275,-0.494 0.170,0.588 0.451,0.767 0.430,0.811 0.382,0.771 0.320,0.681 0.254,-0.876 0.218,-1.904 0.088,-5.631 0.080,-2.413 0.080,-1.648 0.047,-1.035 0.022,-0.573 0.005,11.117-0.055,-9.663 0.149,-0.280 0.081,0.140 0.074,0.417 0.065,0.573 0.056,4.198-0.092,0.461 0.021,-5.041 0.273,1.032 0.027,1.034 0.007,0.949-0.005,0.814-0.012,7.651-0.446,-7.564 0.360,0.551-0.072,0.823-0.074,0.922-0.067,0.900-0.057,4.171-0.170,-3.225 0.103,0.700-0.018,0.663-0.003,0.580 0.006,0.479 0.011,0.376 0.012,-1.049 0.279,-0.749 0.179,-0.206 0.084,0.158 0.019,0.379-0.025,0.491-0.053,1.277-0.067,-1.441 0.361,0.421 0.050,0.499 0.006,0.503-0.025,0.462-0.039,2.080-0.474,-1.256 0.447,0.549-0.016,0.532-0.024,0.476-0.027,0.402-0.026,0.322-0.025,0.343 0.115,0.236 0.138,0.200 0.105,0.162 0.079,0.125 0.054,0.103-0.555,0.028 0.432,0.045-0.006,0.042 0.182,0.022-0.053,0.009-0.066,-0.002-0.066,0.023-0.032,0.032-0.036,0.038-0.025,0.037-0.016,0.033-0.007,0.029-0.004,0.227-0.172,0.494 0.455,1.914 2.001,0.839 0.582,0.513 0.239,0.264 0.003,0.088-0.149,0.012-0.251,0.238-0.140,-0.238-0.525,-0.286-0.524,-0.288-0.481,-0.265-0.412,-2.364-1.157,1.520 0.481,0.054-0.098,0.821 0.091,-0.001-0.155,-0.047-0.144,-0.074-0.125,-0.086-0.105,-0.086-0.082,0.617 0.004,0.214 0.007,0.116 0.031,0.049 0.044,0.004 0.047,-1.914-0.250,1.907 0.269,-0.059-0.012,-0.203-0.038,-0.282-0.052,-0.309-0.057,0.343-0.070,0.066-0.067,-0.349-0.076,-0.498-0.067,-0.552-0.057,-0.544-0.046,-0.494-0.036,0.488-0.152</inkml:trace>
</inkml:ink>
</file>

<file path=ppt/ink/ink1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575.000 567.000,'0.014'0.021,"0.021"0.032,0.026 0.038,0.024 0.037,0.024 0.035,0.020 0.030,0.016 0.025,0.015 0.021,0.009 0.016,0.008 0.010,0.005 0.008,0.020 0.021,0.078 0.101,0.092 0.121,0.150 0.197,0.151 0.198,0.151 0.198,0.142 0.187,-0.146-0.277,0.792 0.810,0.280 0.184,0.493 0.398,0.030-0.058,-0.078-0.145,-0.140-0.187,-0.166-0.198,-0.579-0.533,0.274 0.212,-0.256-0.257,-0.249-0.248,-0.222-0.219,-0.188-0.185,-0.088-0.157,0.003-0.113,0.047-0.086,0.072-0.061,0.081-0.039,0.079-0.025,0.073-0.013,-0.665-0.064,0.646 0.036,0.040-0.014,0.019-0.012,0.004-0.012,-0.004-0.010,-0.631-0.015,1.031-0.069,0.082-0.123,0.052-0.151,-0.010-0.157,-0.050-0.152,-0.073-0.136,-0.877 0.401,0.831-0.684,0.619-0.633,0.153-0.212,0.080-0.098,0.027-0.019,-0.009 0.035,-0.908 0.816,0.077 0.008,1.080-0.650,0.028 0.130,-0.061 0.167,-0.111 0.179,-0.138 0.174,-0.146 0.160,-1.703 0.799,2.276-0.813,0.043 0.116,-0.148 0.144,-0.253 0.150,-0.300 0.144,-1.320 0.305,0.757-0.110,-0.189 0.078,-0.163 0.062,-0.175 0.053,-0.155 0.040,-0.130 0.030,-0.106 0.019,-0.227 0.028,0.000 0.051,0.368 0.279,0.241 0.267,0.279 0.276,0.286 0.264,0.272 0.238,0.247 0.206,-1.150-0.907,1.442 1.064,0.030-0.050,-0.062-0.122,-0.117-0.162,-0.145-0.177,-0.665-0.431,-0.112-0.080,0.315 0.148,-0.241-0.178,-0.223-0.169,-0.198-0.148,-0.166-0.125,-0.618-0.228,0.704 0.200,0.065-0.039,0.059-0.042,0.053-0.041,0.042-0.034,0.034-0.031,-0.863-0.056,0.080-0.021,1.788-0.286,0.719-0.203,2.290-0.597,0.494-0.277,0.087-0.185,-0.181-0.115,-0.338-0.061,-0.415-0.022,-0.878 0.238,-0.551 0.160,-0.551 0.192,-0.517 0.200,-0.464 0.194,-1.434 0.612,0.770-0.296,-0.133 0.092,0.229 0.060,-0.073 0.189,-0.017 0.172,0.017 0.150,0.042 0.124,-0.423-0.062,0.056 0.082,0.673 0.406,0.114 0.130,0.072 0.079,0.040 0.041,0.016 0.012,-0.662-0.406,0.008-0.035,0.190 0.010,0.326 0.045,1.721 0.470,0.467 0.024,0.250-0.020,0.092-0.048,-0.018-0.062,-3.253-0.792,4.284 0.768,0.002-0.169,0.278-0.111,0.172-0.117,0.088-0.115,0.028-0.106,1.187-0.211,-0.028-0.331,-0.081-0.332,-0.107-0.302,-0.112-0.259,-0.105-0.209,-0.787 0.029,-0.826 0.099,-0.905 0.159,-0.874 0.180,-0.785 0.181,-0.663 0.165,-0.504 0.155,-0.364 0.137,-0.249 0.113,-0.155 0.089,-0.085 0.068,-0.035 0.049,-0.064-0.024,0.014 0.002,0.100 0.057,0.009 0.017,0.000 0.015,-0.006 0.013,-0.247-0.177,0.275 0.110,0.074-0.013,0.227 0.017,0.049-0.029,0.016-0.028,-0.006-0.024,1.797-0.005</inkml:trace>
</inkml:ink>
</file>

<file path=ppt/ink/ink1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1304.000 448.000,'-0.126'3.000,"-0.114"2.404,-0.103 1.865,-0.386 5.491,-0.298 2.488,-0.285 1.833,-0.252 1.275,0.647-7.736,-0.008 0.178,-0.668 9.454,0.085 1.323,0.125 1.084,0.141 0.850,0.139 0.633,0.204-0.425,0.193-1.650,0.150-1.346,0.136-1.677,0.117-1.778,0.098-1.725,0.068-6.429,-0.044-0.460,-0.276 3.562,-0.217-0.677,-0.376 0.985,-0.110-1.935,-0.030-1.978,0.022-1.829,-2.714 4.178</inkml:trace>
</inkml:ink>
</file>

<file path=ppt/ink/ink1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1357.000 424.000,'0.772'0.000,"0.903"0.000,0.900 0.000,0.820 0.000,0.698 0.000,0.561 0.000,-3.746 0.003,4.692 0.099,4.235 0.156,1.274 0.076,0.420 0.040,-0.149 0.016,-9.170-0.317,10.447 0.267,0.136-0.064,-0.567-0.075,-0.964-0.076,-1.136-0.071,-1.157-0.062,-7.171-0.013,11.222-0.842,2.995-0.644,2.471-0.522,1.943-0.402,1.453-0.296,1.032-0.204,3.476-0.155,2.439-0.042,2.718-0.072,2.026-0.007,1.438 0.036,0.952 0.063,-13.744 1.225,-0.343 0.055,2.944-0.214,-0.970 0.104,7.588-0.556,-3.396 0.328,-3.635 0.341,-3.520 0.323,-3.187 0.288,-4.595 0.370,1.603 0.025,-2.485 0.288,-2.455 0.273,-2.245 0.246,-1.935 0.206,-1.590 0.168,-1.416 0.312,-0.917 0.447,-0.713 0.487,-0.531 0.482,-0.376 0.444,-0.114-0.360,-0.075 0.948,-0.332 5.274,-0.230 3.270,-0.205 2.979,-0.174 2.586,-0.142 2.153,-0.112 1.721,1.049-16.606,-1.447 20.131,-0.258 2.061,-0.162 0.885,-0.085 0.049,-0.032-0.510,0.008-0.849,-0.098-0.608,-0.008-2.123,-0.010-2.260,-0.009-2.194,-0.009-1.999,-0.007-1.731,-0.007-1.439,-0.319-1.206,-0.521-0.871,-0.609-0.637,-0.625-0.440,-0.590-0.283,-0.530-0.158,1.745-4.001,-0.330-0.198,-3.434 2.903,-0.628-1.076,-0.393-1.201,-0.213-1.204,-0.082-1.123,2.050-1.746,-0.699-0.508,-6.448-0.177,-2.970-1.125,-2.819-0.983,-2.507-0.817,-2.109-0.650,-1.698-0.492,15.795 1.265,-16.956-1.025,0.121 0.453,1.108 0.584,1.656 0.625,1.886 0.604,5.706 0.307,1.009 0.410,-4.468 0.825,-0.409 0.224,-0.806 0.046,-0.990-0.071,-1.026-0.136,1.866-1.369,-8.293-1.017,-0.156-0.864,1.602-0.594,2.609-0.381,3.059-0.214,-39.353-8.819</inkml:trace>
</inkml:ink>
</file>

<file path=ppt/ink/ink1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1317.000 558.000,'10.227'0.801,"11.824"0.816,6.173 0.307,3.153 0.036,0.947-0.142,-0.579-0.256,-1.554-0.312,-17.397-0.814,17.147-0.137,-0.281-0.720,-0.506-0.677,-0.625-0.602,-0.662-0.517,-0.645-0.424,-15.636 1.453,17.253-2.097,-1.040-0.063,-1.549 0.103,-1.761 0.202,-1.767 0.250,-9.939 1.235,-0.846 0.122,5.345-0.602,-2.833 0.367,-2.768 0.344,-2.521 0.307,-2.176 0.259,-1.798 0.209,-0.639 0.227</inkml:trace>
</inkml:ink>
</file>

<file path=ppt/ink/ink1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1418.000 707.000,'0.610'-0.026,"3.009"-0.127,2.333-0.093,2.014-0.080,1.649-0.063,1.284-0.049,0.955-0.034,4.203-0.176,5.659-0.338,2.870-0.279,1.703-0.252,0.845-0.211,0.246-0.171,-11.867 0.809,8.602-0.622,-1.152 0.076,-1.831 0.135,-2.166 0.165,-2.248 0.172,-2.158 0.169,-8.249 0.554,10.566-0.832,0.637-0.137,0.296-0.108,0.058-0.079,-0.102-0.056,-0.195-0.037,-0.706 0.039,-1.914 0.176,-2.156 0.213,-2.137 0.220,-1.956 0.208,-1.691 0.182,5.646-0.323</inkml:trace>
</inkml:ink>
</file>

<file path=ppt/ink/ink1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1372.000 802.000,'0.848'0.000,"1.030"0.000,1.485 0.000,5.442 0.016,3.306 0.024,2.730 0.029,2.149 0.028,1.616 0.025,-2.828-0.024,4.677-0.005,0.449-0.047,-0.192-0.055,-0.599-0.060,-0.823-0.056,-0.912-0.052,2.878-0.322,1.529-0.315,0.956-0.287,0.522-0.251,0.203-0.208,-0.014-0.166,0.716-0.160,-1.527 0.060,-1.776 0.119,-1.781 0.148,-1.634 0.152,-1.409 0.141,-13.817 1.035,14.197-0.748,1.443 0.125,-1.615 0.211,-2.268 0.183,-2.460 0.154,-8.264 0.210,21.942 0.167</inkml:trace>
</inkml:ink>
</file>

<file path=ppt/ink/ink1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468.000 722.000,'0.000'0.017,"0.000"0.027,0.000 0.028,0.000 0.030,0.000 0.026,0.000 0.022,0.000 0.018,0.000 0.014,0.000 0.009,0.000 0.007,0.074 0.122,0.102 0.223,0.115 0.263,0.113 0.267,0.105 0.253,0.089 0.223,0.076 0.188,-0.530-1.369,0.921 2.217,0.239 0.435,0.164 0.247,0.106 0.107,0.060 0.012,0.029-0.049,-0.185-0.450,-0.127-0.327,-0.155-0.367,-0.159-0.368,-0.153-0.342,-0.137-0.302,-0.190-0.436,0.010-0.109,0.169 0.020,-0.040-0.162,-0.058-0.139,-0.066-0.115,-0.066-0.091,-0.009-0.072,-0.057-0.062,-0.044-0.040,-0.033-0.023,-0.023-0.011,-0.014-0.002,0.239-0.154,0.383-0.237,0.439-0.271,0.444-0.270,0.408-0.248,0.357-0.217,-0.184 0.036,0.249-0.242,0.247-0.260,0.768-0.655,-0.060-0.086,-0.190 0.020,-0.253 0.085,-2.560 2.064,2.007-1.609,0.066-0.011,1.036-0.710,-0.136 0.214,-0.223 0.272,-0.257 0.285,-1.461 1.026,-0.081 0.086,0.828-0.405,-0.363 0.278,-0.376 0.260,-0.351 0.226,-0.311 0.188,-0.260 0.149,-0.091 0.225,0.017 0.254,0.084 0.253,0.123 0.231,0.134 0.199,-0.288-0.291,0.743 0.629,0.276 0.247,0.213 0.206,0.154 0.166,0.108 0.129,0.069 0.098,0.208 0.210,-0.226-0.207,-0.290-0.279,-0.308-0.299,-0.290-0.286,-0.257-0.257,-0.216-0.216,-0.691-0.598,1.148 0.874,1.060 0.693,0.328 0.116,0.098-0.059,-0.052-0.164,-0.143-0.215,-0.694-0.473,0.461-0.083,0.013-0.352,0.039-0.349,0.052-0.321,0.058-0.278,0.055-0.232,0.192-0.296,-0.031-0.214,-0.057-0.171,-0.068-0.132,-0.070-0.096,-0.064-0.066,-0.232 0.152,-0.069 0.105,-0.061 0.133,-0.051 0.142,-0.042 0.135,-0.031 0.123,-0.282 0.263,0.737 0.071,0.175 0.284,0.126 0.285,0.082 0.266,0.052 0.233,0.025 0.193,0.009 0.154,-1.752-0.504,1.550 0.597,0.299 0.198,1.883 0.707,0.758 0.155,0.660 0.057,0.545-0.008,0.426-0.047,-1.869-0.595,1.307 0.183,-0.234-0.234,-0.325-0.253,-0.360-0.246,-0.357-0.224,-0.329-0.192,-0.285-0.160,-3.892-0.262,5.070 0.034,0.346-0.232,0.089-0.216,-0.072-0.188,-0.168-0.154,-2.846 0.272,2.341-0.413,-0.663 0.008,-0.774 0.059,-0.775 0.086,-0.708 0.094,-0.804 0.148,-0.437 0.087,-0.358 0.080,-0.286 0.073,-0.215 0.060,-0.157 0.050,-0.055 0.042,0.320 0.059,0.198 0.087,0.200 0.084,0.185 0.080,0.162 0.068,0.134 0.056,0.103-0.033,0.179-0.019,0.108-0.035,0.055-0.041,0.014-0.045,-0.012-0.042,-1.240-0.105,0.523 0.018,0.104-0.014,1.287 0.009,-0.101-0.030,-0.248-0.023,-0.322-0.017,-0.343-0.010,-0.587-0.004,0.147-0.006,-0.282-0.002,-0.244 0.001,-0.200 0.001,-0.154 0.002,-0.116 0.002,-0.079 0.003,-0.051 0.001,-0.031 0.002,-0.014 0.001,-0.004 0.000,0.497 0.005</inkml:trace>
</inkml:ink>
</file>

<file path=ppt/ink/ink1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564.000 584.000,'0.106'-0.012,"0.162"-0.018,0.185-0.020,0.183-0.021,0.166-0.018,0.144-0.016,0.116-0.013,-0.824 0.096,2.919-0.086,1.918 0.046,1.752 0.072,1.513 0.081,1.251 0.083,0.989 0.077,0.751 0.067,-8.984-0.248,11.311 0.367,2.162 0.023,1.661-0.035,1.222-0.073,0.851-0.091,0.552-0.100,-15.789-0.136,19.115-0.210,-1.136-0.252,-1.995-0.188,-2.358-0.133,-2.383-0.089,-2.199-0.052,-8.557 0.532,6.757-0.844,-1.562-0.099,-1.522-0.017,-1.366 0.034,-1.154 0.065,6.843-2.653</inkml:trace>
</inkml:ink>
</file>

<file path=ppt/ink/ink1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627.000 601.000,'0.024'0.000,"1.115"-0.028,1.505-0.043,1.639-0.048,1.588-0.048,1.421-0.043,1.200-0.037,-0.497 0.021,-0.082 0.015,-0.321 0.024,-0.457 0.028,-0.514 0.029,-0.515 0.029,-4.663 0.081,11.100-0.077,3.749-0.016,2.464-0.027,1.460-0.031,0.710-0.032,0.178-0.030,-8.642 0.066,-0.170-0.044,6.664-0.266,-1.293-0.128,-1.581-0.111,-1.666-0.090,-1.606-0.074,-5.408 0.295,-0.525-0.052,2.545-0.432,-1.290-0.006,-1.219 0.045,-1.092 0.074,-0.938 0.089,-0.776 0.093,-2.455 0.451,9.071-2.666</inkml:trace>
</inkml:ink>
</file>

<file path=ppt/ink/ink1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1028.000 325.000,'0.000'0.006,"-0.012"0.086,-0.098 0.601,-0.105 0.564,-0.219 1.593,-0.111 1.172,-0.073 1.048,-0.045 0.891,-0.022 0.719,0.134-0.884,-0.090 1.426,0.033 0.033,0.048-0.251,0.059-0.423,0.060-0.510,0.057-0.537,-0.055 0.462,-0.028-0.393,-0.049-0.276,-0.058-0.181,-0.058-0.107,-0.053-0.053,0.562-4.084,-0.325 3.670,0.312-0.337,0.365-0.468,0.367-0.509,0.341-0.499,0.299-0.451,0.050-0.581,0.126-0.328,0.089-0.284,0.060-0.241,0.036-0.193,0.016-0.151,2.201-0.033,1.785 0.007,4.519 0.131,1.070-0.114,0.164-0.137,-0.402-0.139,-5.300-0.144,-0.363-0.026,2.127-0.030,-1.148-0.065,-1.135-0.054,-1.051-0.044,-0.923-0.035,-0.615-0.046,-0.875-0.004,-0.678 0.008,-0.496 0.016,-0.346 0.017,-0.220 0.018,-0.127 0.015,-0.059 0.015,-0.013 0.010,0.017 0.009,0.033 0.007,0.039 0.003,-0.177-0.178</inkml:trace>
</inkml:ink>
</file>

<file path=ppt/ink/ink1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1151.000 329.000,'-0.021'0.295,"-0.033"0.460,-0.038 0.536,-0.039 0.540,-0.036 0.507,-0.032 0.446,-0.027 0.375,0.065-1.458,-0.582 4.626,-0.192 1.161,-0.071 0.389,0.010-0.139,0.065-0.474,0.094-0.659,0.669-5.159,-0.209 6.402,0.300 1.380,0.361 2.445,0.320 0.320,0.264-0.198,0.208-0.531,0.161-0.720,0.216 0.013,-0.130-1.853,-0.105-1.289,-0.149-1.299,-0.168-1.224,-0.169-1.094,-0.158-0.938,0.208-0.446</inkml:trace>
</inkml:ink>
</file>

<file path=ppt/ink/ink1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976.000 894.000,'0.000'0.040,"0.000"0.069,0.000 0.525,0.000 0.548,0.000 0.572,0.000 0.542,0.000 0.486,0.000 0.413,-0.074 1.675,-0.113 1.707,-0.125 1.767,-0.123 1.646,-0.109 1.424,-0.091 1.166,0.484-10.173,-1.471 11.998,-0.608 1.186,-0.381 0.068,-0.206-0.668,-0.078-1.098,0.011-1.306,2.293-10.012,-2.110 9.378,0.297-0.921,0.361-1.099,0.377-1.137,0.360-1.081,0.325-0.973,0.280-0.832,0.239-0.761,0.214-0.904,0.170-0.818,0.130-0.702,0.093-0.576,-0.096-1.734,0.773 1.277,0.483-0.287,0.382-0.244,0.289-0.201,0.211-0.157,0.143-0.118,0.090-0.084,0.545-0.012,0.404-0.055,0.520-0.036,0.497-0.035,0.446-0.033,0.382-0.026,0.316-0.024,-4.359-0.300,6.309 0.429,0.558 0.054,0.151 0.037,-0.115 0.022,-0.264 0.012,-4.961-0.405,3.941 0.303,-0.602-0.053,-0.731-0.055,-0.758-0.056,-0.722-0.049,-0.644-0.044,-0.418-0.030,-0.668-0.057,-0.560-0.051,-0.444-0.043,-0.335-0.035,-0.237-0.026,-0.156-0.018,-0.057-0.011,-0.081-0.009,-0.066-0.005,-0.050-0.001,-0.034-0.001,0.318-0.030</inkml:trace>
</inkml:ink>
</file>

<file path=ppt/ink/ink1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1127.000 1028.000,'-0.030'0.015,"-0.044"0.022,-0.051 0.026,-0.049 0.024,-0.044 0.021,-0.036 0.020,0.181-0.026,-0.996 3.231,-0.287 2.048,-0.025 1.424,0.138 0.922,0.225 0.536,0.442 0.084,0.522-0.028,0.536-0.154,0.498-0.221,0.436-0.242,0.358-0.238,-1.430-6.083,1.915 5.430,0.227-0.871,0.085-0.993,-0.010-0.983,-0.067-0.897,-0.097-0.767,-0.370-0.958,-0.049-0.690,-0.032-0.662,-0.016-0.598,-0.007-0.519,0.000-0.433,-0.698 0.374,-0.001-0.219,0.652-1.446,-0.086-0.602,-0.117-0.520,-0.133-0.432,-0.133-0.347,-0.125-0.268,-0.751 2.789,0.679-4.047,-0.209-0.065,-0.224 0.221,-0.213 0.385,-0.193 0.457,-0.163 0.466,-0.181 3.890,-0.535-3.923,-0.648 0.367,-0.589 0.472,-0.502 0.495,-0.405 0.466,2.124 2.490,-3.767-2.306,-0.891 0.332,-0.507 0.381,-0.229 0.378,-0.042 0.340,0.076 0.291,2.820 0.600,0.166 0.079,-1.370-0.102,0.659 0.173,0.674 0.139,0.632 0.109,0.562 0.079,0.412 0.056,-0.256 0.459</inkml:trace>
</inkml:ink>
</file>

<file path=ppt/ink/ink1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319.000 888.000,'0.010'0.000,"0.014"0.000,0.018 0.000,0.018 0.000,0.015 0.000,0.014 0.000,0.012 0.000,0.009 0.000,0.155 0.131,0.234 0.203,0.264 0.232,0.264 0.233,0.242 0.214,0.209 0.186,0.930 0.621,0.788 0.430,0.665 0.299,0.533 0.195,0.407 0.113,0.295 0.054,-0.599-0.411,-0.307-0.229,-0.410-0.270,-0.446-0.280,-0.440-0.266,-0.406-0.240,-0.303-0.261,0.563 0.184,4.117 1.485,1.303 0.333,0.816 0.156,0.450 0.034,0.185-0.044,-0.218-0.260,0.447-0.213,0.387-0.317,0.319-0.357,0.250-0.358,0.191-0.332,-6.530-0.855,7.040-0.066,-0.312-0.598,-0.709-0.500,-0.909-0.402,-0.971-0.308,-0.941-0.227,-0.850-0.158,-0.665-0.237,-0.170-0.384,0.017-0.413,0.138-0.404,0.206-0.370,0.238-0.321,-1.736 1.023,0.119-0.059,2.732-1.563,-0.135 0.203,-0.320 0.323,-0.408 0.370,-0.428 0.366,-0.405 0.337,-0.359 0.288,-0.299 0.236,-0.237 0.184,-0.180 0.135,-1.640 0.519,0.330-0.315,3.348-2.264,-0.222-0.256,-0.674 0.075,-0.894 0.273,-0.957 0.373,-0.914 0.402,-1.391 0.986,-0.670 0.391,-0.422 0.069,-0.651-0.841,-0.954 0.037,-0.826 0.026,-0.679 0.015,-0.535 0.008,-0.401 0.003,2.582 2.120,-3.587-2.400,-0.332 0.026,-0.032 0.147,0.157 0.207,0.260 0.229,0.300 0.222,3.055 1.668,-1.365-0.536,-8.217-2.363,-2.645-0.073,-1.395 0.295,-0.516 0.490,0.056 0.564,0.397 0.555,0.564 0.502,0.615 0.422,0.589 0.339,0.520 0.254,0.431 0.185,-0.321 0.474,0.054 0.372,0.467 0.273,0.681 0.190,0.752 0.122,4.582-0.648,-3.789 0.961,0.534 0.112,0.675 0.027,0.712-0.032,0.679-0.065,0.604-0.079,4.971-1.549,-5.040 1.700,-0.069 0.094,0.064 0.022,0.145-0.024,0.185-0.053,0.197-0.067,0.033 0.071,0.520-0.066,0.544-0.058,0.512-0.050,0.449-0.040,0.374-0.030,0.536-0.015,0.450 0.091,0.423 0.114,0.373 0.118,0.313 0.113,0.251 0.099,0.278-0.313,0.166-0.166,0.143-0.212,0.117-0.229,0.091-0.225,0.071-0.208,0.053-0.014,0.280-0.007,0.393-0.015,0.433 0.006,0.422 0.018,0.383 0.025,0.082-0.073,0.027-0.060,-0.056-0.076,-0.107-0.080,-0.129-0.075,-0.136-0.067,-0.130-0.059,3.059 1.135</inkml:trace>
</inkml:ink>
</file>

<file path=ppt/ink/ink1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102.000 243.000,'0.000'0.005,"0.000"0.008,0.000 0.009,0.000 0.008,0.000 0.009,0.000 0.007,0.000 0.005,0.000 0.005,0.000 0.003,0.000 0.002,0.000 0.002,0.000 0.001,0.000 0.001,0.000-0.001,0.000 0.001,0.000-0.001,0.060 0.106,0.096 0.188,0.137 0.253,0.132 0.229,0.125 0.211,0.112 0.186,-0.331-0.650,0.711 1.104,0.228 0.268,0.222 0.186,0.149 0.037,0.109-0.037,0.077-0.084,0.050-0.109,-1.462-1.528,2.109 1.729,0.383 0.002,0.121-0.161,0.009-0.195,-0.061-0.203,-0.100-0.189,-0.011-0.267,-1.094-0.523,0.101-0.054,1.970 0.295,0.217-0.157,0.081-0.137,-0.008-0.110,-1.065-0.156,0.159-0.015,1.388 0.069,0.307-0.020,0.239-0.020,0.176-0.017,-3.080-0.188,3.225 0.086,0.736-0.026,2.644-0.046,0.272-0.121,-0.102-0.129,-0.330-0.124,-0.444-0.109,-0.483-0.094,-1.329-0.017,-0.470-0.066,-0.439-0.060,-0.387-0.053,-0.332-0.044,-3.748 0.534,4.294-0.788,1.686-0.407,0.159-0.102,-0.270 0.006,-0.540 0.076,-0.684 0.117,-0.733 0.136,-2.630 0.590,3.620-0.877,0.740-0.224,2.527-0.712,-0.254-0.030,-0.716 0.091,-0.946 0.158,-1.017 0.190,-1.940 0.515,0.176-0.188,-0.671 0.106,-0.606 0.103,-0.524 0.095,-0.432 0.082,-1.838 0.973,1.904-1.140,0.157-0.263,-0.083-0.122,-0.107-0.094,-0.111-0.068,-0.105-0.047,-0.994 0.794,0.094-0.323,-0.113-0.110,0.108-0.578,-0.212-0.020,-0.204 0.044,-0.187 0.086,-0.253 0.431,-0.118-0.109,-0.241-1.313,-0.427-0.658,-0.414-0.376,-0.372-0.264,-0.316-0.175,0.909 2.800,-0.601-1.417,-0.132-0.068,-0.636-1.030,-0.142 0.134,-0.088 0.223,-0.046 0.268,-0.014 0.283,1.775 2.640,-1.126-1.437,-0.149 0.000,-1.874-1.487,-0.677 0.033,-0.614 0.081,-0.530 0.106,-0.438 0.113,-0.286 0.171,-0.607 0.130,-0.336 0.289,-0.294 0.286,-0.246 0.262,-0.195 0.226,1.690 0.579,-0.245 0.132,-0.321 0.129,-1.353 0.012,-0.185 0.175,-0.069 0.163,0.014 0.144,0.068 0.121,4.557 0.302,-6.591-0.163,-1.129 0.182,-0.183 0.220,0.097 0.215,0.266 0.194,9.098-0.356,-6.979 0.537,-0.329 0.213,-2.683 0.579,0.042 0.320,0.272 0.269,0.397 0.214,0.447 0.165,2.641-0.407,0.450 0.076,-0.558 0.426,0.662 0.098,0.641 0.079,0.587 0.060,0.517 0.046,1.792-0.692,0.340-0.042,-0.765 0.627,0.716-0.197,0.682-0.230,0.616-0.234,0.530-0.222,0.914-0.693,-0.240 0.609,0.141 0.423,0.025 0.655,0.193 0.233,0.180 0.110,0.163 0.025,0.107 0.431,0.324-1.480,0.057-0.067,-0.025 0.893,0.101-0.246,0.080-0.270,0.061-0.267,0.043-0.249,0.019-1.484,0.183 1.369,0.131-0.080,0.100-0.067,0.073-0.052,0.049-0.041,0.031-0.029,-0.296-0.834,0.614 1.115,0.176 0.084,-0.008-0.120,0.036 0.010,0.006-0.004,-0.014-0.011,-0.028-0.018,-0.828-1.352,0.495 0.824,0.528 0.882,-0.048-0.085,-0.106-0.188,-0.133-0.238,-0.142-0.254,-0.103-0.206,-0.144-0.276,-0.123-0.238,-0.100-0.198,-0.076-0.155,-0.058-0.116,-0.112-0.055,0.030 0.021,0.014-0.006,0.051 0.014,0.031 0.006,0.031 0.011,0.030 0.012,0.026 0.012,-0.060-0.034,0.022-0.005,0.157 0.036,-0.017-0.021,-0.039-0.022,-0.049-0.022,-0.051-0.020,-0.048-0.017,-0.043-0.013,-0.037-0.010,-0.028-0.009,-0.022-0.004,-0.016-0.004,-0.011-0.002,-0.007-0.001,-0.010 0.002,0.026-0.001,0.108 0.000,0.067 0.000,0.044 0.029,-0.009 0.043,-0.030 0.049,-0.029 0.024,-0.034 0.001,-0.031-0.013,-0.025-0.018,-0.022-0.021,-0.015-0.021,-0.011-0.018,-0.008-0.016,-0.004-0.013,-0.003-0.009,-0.002-0.008,0.037 0.021,0.066 0.036,0.079 0.042,0.109 0.035,0.060 0.002,0.020-0.011,-0.006-0.019,-0.021-0.020,-0.028-0.022,0.779 0.030</inkml:trace>
</inkml:ink>
</file>

<file path=ppt/ink/ink1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650.000 105.000,'-0.044'-0.015,"-0.070"-0.023,-0.079-0.026,-0.082-0.028,-0.075-0.024,-0.040 0.017,-0.363-0.031,-0.196 0.011,-0.157 0.019,-0.123 0.019,-0.088 0.019,0.497 0.033,-0.824-0.006,-0.205 0.011,-0.142 0.009,-0.092 0.007,-0.051 0.004,1.685 0.004,-2.924 0.000,-0.537 0.037,-0.362 0.056,-0.147 0.064,0.000 0.065,0.099 0.062,0.155 0.055,0.503 0.047,0.247 0.085,-0.114 0.215,-0.229 0.269,-0.343 0.294,-0.397 0.294,-0.409 0.275,3.809-1.402,-4.744 1.976,-0.649 0.357,-2.167 1.083,-0.311 0.301,-0.034 0.169,0.134 0.075,1.306-0.534,3.261-1.592,0.220-0.022,-1.826 1.222,0.713-0.228,0.724-0.286,0.683-0.306,0.608-0.296,1.950-1.341,-1.468 1.973,0.440 0.249,0.448 0.083,0.420-0.030,0.371-0.101,0.312-0.139,0.253-0.151,0.194 0.795,0.144 0.312,0.101-0.019,0.065-0.232,0.011-2.191,0.390 1.974,0.400 0.469,0.822 1.266,0.611 0.208,0.544 0.024,0.462-0.099,0.379-0.173,-1.285-2.070,0.103-0.108,1.785 1.548,0.160-0.341,0.062-0.362,-0.007-0.349,-0.050-0.320,-3.498-2.551,2.646 1.567,0.257-0.085,1.920 0.637,0.325-0.182,0.193-0.189,0.095-0.176,0.021-0.160,-1.152-0.499,-0.105-0.168,-0.112-0.170,1.977 0.178,0.640-0.142,0.730-0.090,0.729-0.050,-7.329-0.917,8.326 0.817,0.487-0.089,-0.026-0.113,-0.353-0.122,-0.536-0.117,-0.612-0.106,-5.288-0.306,7.428 0.162,1.838-0.111,0.041-0.140,-0.515-0.126,-0.810-0.110,-0.920-0.087,-2.874-0.146,1.891-0.578,-0.229-0.517,-0.295-0.503,-0.317-0.455,-0.307-0.393,-0.737-0.190,-0.963-0.046,-1.031 0.047,-1.003 0.107,-0.910 0.134,-0.782 0.143,-1.068 0.490,-0.334-0.146,-0.264-0.216,0.027-1.123,-0.324-0.493,-0.267-0.454,-0.212-0.396,-0.206-0.323,-0.217-0.002,-0.190 0.111,-0.160 0.173,-0.127 0.198,-0.098 0.200,-0.071 0.185,-0.161-0.108,-0.177 0.064,-0.180 0.027,-0.166 0.005,-0.142-0.012,0.843 3.611,-0.824-1.971,-0.504-0.323,-2.065-2.441,-0.730-0.111,-0.414 0.193,-0.178 0.376,-0.014 0.471,3.894 3.688,-3.890-2.879,-2.213-0.915,-0.127 0.464,0.263 0.568,0.484 0.588,0.584 0.553,2.267 1.249,-1.922-0.210,1.139 0.521,-0.219 0.132,-3.441-0.237,0.211 0.310,0.534 0.258,0.701 0.206,4.030 0.236,-1.910-0.016,0.150 0.058,-1.239 0.067,0.125 0.074,0.104 0.058,0.084 0.043,0.064 0.030,3.016-0.098,-3.476 0.286,0.039 0.097,0.493 0.027,0.596-0.007,0.612-0.029,0.573-0.040,1.386-0.152,0.256 0.002,-0.330 0.088,0.211-0.037,0.117-0.047,0.048-0.051,0.000-0.048,0.019-0.042,0.146-0.042,0.243-0.022,0.194-0.005,0.189 0.006,0.176 0.011,0.152 0.015,-0.425 0.481</inkml:trace>
</inkml:ink>
</file>

<file path=ppt/ink/ink1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1690.000 367.000,'0.000'0.080,"0.000"0.759,0.000 0.932,0.000 1.005,0.000 0.979,0.000 0.890,0.000 0.768,0.000-4.271,0.060 6.781,0.096 3.139,0.185 5.175,0.127 0.731,0.102-0.538,0.078-1.252,-0.065-3.842,0.123 0.244,0.352 3.243,0.050-0.927,-0.008-1.289,-0.045-1.411,-0.065-1.377,-0.781-7.865,1.082 8.110,0.157 0.408,0.269 1.372,-0.121-1.093,-0.206-1.450,-0.241-1.557,-0.759-5.013,0.189 1.848,-0.196-0.844,-0.176-0.089,-0.234-1.247,-0.160-0.991,-0.104-0.744,0.235-0.566,-2.585-4.964</inkml:trace>
</inkml:ink>
</file>

<file path=ppt/ink/ink1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1680.000 355.000,'1.979'-0.236,"2.860"-0.252,2.105-0.110,1.692-0.035,1.306 0.017,0.968 0.051,0.679 0.071,-9.012 0.391,14.372-0.433,2.498-0.069,1.587-0.098,0.889-0.113,0.381-0.111,0.032-0.102,-13.409 0.586,11.122-0.763,4.659-0.494,0.399-0.192,-0.462-0.096,-1.010-0.029,-1.314 0.019,-17.499 1.568,12.000-1.040,-0.178 0.064,8.176-0.447,-1.577 0.419,-1.956 0.454,-2.021 0.436,-1.889 0.388,-1.647 0.325,-1.360 0.260,-1.066 0.197,-8.471-0.312,6.527 1.462,-1.031 1.096,-1.157 1.078,-1.150 0.987,-1.062 0.859,-0.898 1.448,-1.029 1.043,-0.760 1.185,-0.664 1.038,-0.554 0.872,-0.446 0.702,-0.343 0.544,-1.808-9.967,1.743 13.572,-0.263 0.874,-0.256 0.082,-0.228-0.412,-0.193-0.682,-0.154-0.791,-0.382-0.597,-0.344-1.143,-0.313-1.054,-0.291-1.307,-0.257-1.386,-0.217-1.341,0.542-6.750,-1.357 6.745,-0.784-0.001,-0.605-0.441,-0.481-0.469,-0.366-0.450,-0.265-0.401,0.592-1.637,-1.627 1.467,-0.122-0.510,0.078-0.589,0.192-0.588,0.248-0.534,1.972-2.028,-1.112 0.526,-0.189-0.278,-2.640 0.330,-1.350-0.654,-1.352-0.614,-1.235-0.536,0.957-1.077,-1.483-0.701,-3.472-0.949,-0.323-0.550,0.309-0.346,0.704-0.188,0.912-0.073,10.210 2.215,-15.054-3.439,-1.934-0.457,-0.418-0.066,0.583 0.192,1.180 0.342,1.477 0.413,-4.069-0.207,-4.182-0.155,0.182 0.535,1.533 0.676,2.213 0.699,2.427 0.652,2.339 0.564,2.804 0.643,1.612 0.613,1.298 0.575,1.000 0.504,0.734 0.421,7.254-1.515,-49.090 14.570</inkml:trace>
</inkml:ink>
</file>

<file path=ppt/ink/ink1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1807.000 462.000,'1.988'-0.221,"3.115"-0.346,3.153-0.375,1.827-0.241,1.111-0.166,0.576-0.106,0.199-0.059,-7.106 0.906,10.722-1.316,1.444-0.190,0.391-0.079,-0.299-0.002,-0.706 0.047,-10.113 1.328,6.320-0.785,-0.228 0.078,1.219-0.074,-0.926 0.192,-1.062 0.203,-1.085 0.199,-1.034 0.183,-7.465 0.653,7.942-0.480,-0.207 0.156,-1.438 0.168,-1.577 0.133,-1.528 0.096,-1.367 0.069,0.051 0.406</inkml:trace>
</inkml:ink>
</file>

<file path=ppt/ink/ink1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1787.000 519.000,'0.268'0.060,"0.435"0.096,1.330 0.160,1.595 0.141,1.696 0.132,1.635 0.113,1.478 0.095,-2.569-0.292,5.300 0.300,1.525-0.038,1.087-0.076,0.723-0.093,0.439-0.102,0.220-0.098,-5.121-0.233,0.178-0.115,0.079-0.132,7.796-0.506,-0.412-0.375,-0.791-0.303,-0.963-0.231,-0.995-0.168,-3.906 0.305,1.987-0.408,-1.612 0.105,-1.725 0.170,-1.661 0.199,-1.490 0.199,-1.265 0.186,4.262-1.000</inkml:trace>
</inkml:ink>
</file>

<file path=ppt/ink/ink1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1792.000 570.000,'0.589'0.118,"0.887"0.149,2.553 0.366,1.913 0.217,1.671 0.162,1.383 0.114,1.084 0.078,-8.173-0.980,9.414 0.914,1.303-0.058,0.899-0.106,0.573-0.127,0.324-0.131,0.138-0.124,-11.632-0.479,11.093 0.299,-0.378-0.116,-0.847-0.105,-1.106-0.094,-1.205-0.080,-1.196-0.063,-7.175 0.002,5.423-0.413,0.979-0.282,8.138-1.236,0.319-0.390,-0.754-0.165,-1.368-0.009,-1.648 0.089,-1.691 0.144,-2.397 0.364,-1.635 0.250,-1.513 0.257,-1.328 0.244,-1.116 0.217,-0.901 0.186,-0.527-0.646</inkml:trace>
</inkml:ink>
</file>

<file path=ppt/ink/ink1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1540.000 498.000,'-0.008'-0.008,"-0.011"-0.011,-0.015-0.015,-0.013-0.013,-0.012-0.012,-0.013-0.012,-0.008-0.010,-0.007-0.006,-0.007-0.007,-0.003-0.003,-0.075-0.010,-0.112-0.009,-0.126-0.011,-0.125-0.009,-0.116-0.009,-0.100-0.006,0.597 0.122,-0.460-0.068,-0.180-0.019,-0.950-0.099,-0.354-0.005,-0.251 0.013,-0.169 0.021,-0.103 0.027,0.775 0.097,-0.181 0.058,-1.779 0.319,-0.179 0.379,-0.004 0.389,0.106 0.364,0.170 0.324,0.199 0.273,-0.072 0.484,0.195 0.270,0.170 0.217,0.141 0.166,0.109 0.120,1.341-1.373,-0.775 1.266,0.231 0.062,0.283-0.028,0.297-0.086,0.290-0.121,0.265-0.134,0.834-2.266,-0.397 2.777,0.383-0.147,0.283-0.279,0.196-0.336,0.127-0.346,0.074-0.320,-0.336-1.578,1.386 2.023,0.568 0.230,0.307 0.026,0.117-0.110,-0.017-0.190,-0.100-0.230,-1.859-1.696,3.143 1.763,0.831-0.102,0.600-0.189,0.409-0.229,0.256-0.242,0.139-0.230,0.053-0.210,-0.007-0.180,0.125-0.271,-0.446-0.375,-0.522-0.377,-0.524-0.348,-0.488-0.301,-3.314 0.664,3.286-1.419,-0.293-0.395,-0.384-0.215,-0.410-0.088,-0.390 0.000,-0.346 0.053,0.391-0.771,0.000-0.226,0.063-0.272,-0.037-0.126,-0.105-0.018,-0.142 0.053,-1.898 2.829,1.900-3.273,-0.409 0.397,-0.292 0.276,-0.305 0.357,-0.292 0.388,-0.267 0.383,-0.231 0.357,-0.301 0.717,-0.397-1.046,-0.808-0.232,-0.843-0.271,-0.794-0.274,-0.696-0.253,-0.579-0.219,-0.153 0.189,-0.095 0.244,0.021 0.326,0.095 0.352,0.132 0.341,0.146 0.308,0.640 0.433,0.363 0.259,0.390 0.237,0.381 0.209,0.353 0.174,0.311 0.141,0.537 0.138,0.086 0.038,-0.201 0.036,0.061 0.054,0.011 0.037,-0.021 0.021,-0.040 0.009,-0.053 0.002,-0.003-0.004,0.031-0.007,0.051-0.010,0.060-0.009,0.063-0.010,0.062-0.008,-1.212 0.003</inkml:trace>
</inkml:ink>
</file>

<file path=ppt/ink/ink1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1153.000 648.000,'-0.006'-0.006,"-0.454"-0.307,-0.586-0.207,-0.641-0.144,-0.630-0.092,-0.576-0.053,-0.499-0.022,-0.414-0.003,1.409 0.355,-0.145 0.029,-2.118-0.179,-0.548 0.101,-0.479 0.103,-0.403 0.095,-0.325 0.085,2.386 0.147,-0.014 0.072,-2.664 0.303,0.277 0.347,0.417 0.338,0.473 0.308,0.475 0.265,0.383 0.277,0.697 0.026,0.383 0.085,0.357 0.040,0.318 0.008,0.269-0.014,0.222-0.029,1.401-1.068,-1.549 1.741,0.221 0.298,0.286 0.221,0.302 0.155,0.292 0.102,0.259 0.061,0.631 0.850,0.541 0.086,0.390-0.249,0.266-0.428,0.166-0.499,0.091-0.497,-0.661-2.187,1.129 1.396,2.318 1.807,0.899 0.235,0.428-0.060,0.091-0.250,-0.133-0.356,-0.148-0.347,-0.474-0.515,-0.514-0.499,-0.505-0.450,-0.459-0.386,-0.397-0.317,-0.330-0.249,5.601 0.018,3.277-0.114,1.677-0.157,0.556-0.171,-0.176-0.165,-5.698-0.052,4.276-0.312,-0.134-0.230,-0.344-0.208,-0.463-0.178,-0.510-0.148,-0.510-0.117,0.215-0.492,-0.404-0.527,-0.926-0.313,-1.193-0.153,-1.275-0.039,-1.234 0.036,-1.116 0.083,-1.087-0.230,-1.252-0.117,-1.097-0.152,-0.909-0.158,-0.718-0.150,-0.540-0.133,-0.505 0.901,-4.320-3.152,-1.269-0.407,-0.240 0.203,0.437 0.581,0.837 0.779,-12.767-6.957</inkml:trace>
</inkml:ink>
</file>

<file path=ppt/ink/ink1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1624.000 470.000,'0.014'0.000,"0.021"0.000,0.025 0.000,0.023 0.000,0.022 0.000,0.019 0.000,0.052 0.000,0.084 0.000,0.093 0.000,0.094 0.000,0.085 0.000,-0.258 0.000,0.757 0.000,0.249 0.000,0.155 0.000,0.083 0.000,0.030 0.000,-0.008 0.000,-1.220 0.003,1.319 0.092,-0.057 0.057,-0.118 0.037,-0.145 0.023,-0.154 0.010,-0.147 0.003,-0.591-0.113,0.778 0.308,0.061 0.097,0.006 0.061,-0.027 0.033,-0.049 0.013,-0.057-0.001,-0.311-0.191,0.012-0.001,0.262 0.156,-0.061 0.015,-0.085 0.014,-0.098 0.012,-0.097 0.010,-0.093 0.009,-0.094-0.003,-0.087-0.012,-0.080-0.015,-0.068-0.020,-0.056-0.017,-0.045-0.018,-0.103-0.194,0.050 0.367,-0.053 0.045,-0.043 0.031,-0.036 0.021,-0.024 0.014,-0.019 0.006,-0.221 0.068,-0.331 0.187,-0.375 0.214,-0.373 0.213,-0.342 0.197,-0.297 0.171,0.055-0.131,0.061-0.114,0.137-0.170,0.174-0.194,0.189-0.196,0.184-0.184,0.169-0.163,0.022-0.097,0.099-0.113,0.098-0.083,0.087-0.055,0.076-0.036,0.249-0.172,-0.185 0.091,0.059-0.034,0.072-0.028,0.073-0.022,0.071-0.016,0.063-0.013,0.102-0.106,-0.135 0.088,0.008-0.020,0.023-0.019,0.028-0.016,0.029-0.014,0.030-0.010,0.024-0.008,0.022-0.005,0.016-0.004,0.013-0.002,0.009-0.002,0.007 0.001,0.003-0.001,0.003 0.001,0.000 0.001,0.001 0.000,-0.001 0.001,0.021-0.035,0.797 0.432,0.384 0.206,0.258 0.158,0.137 0.100,0.050 0.059,-0.013 0.026,-0.489-0.280,-0.058-0.016,0.261 0.193,-0.113-0.065,-0.112-0.076,-0.103-0.078,-0.093-0.073,-0.078-0.067,-0.497-0.312,0.441 0.321,-0.055 0.018,-0.064 0.018,-0.063 0.017,-0.062 0.016,-0.053 0.013,-0.300-0.343,0.272 0.662,-0.052 0.130,-0.040 0.087,-0.028 0.054,-0.020 0.029,-0.011 0.009,-0.043 0.000,-0.042 0.055,-0.045 0.063,-0.044 0.062,-0.039 0.057,-0.033 0.048,-0.128-0.261,-0.250 0.456,-0.247 0.090,-0.235 0.056,-0.212 0.029,-0.179 0.011,0.170-0.377,-0.609 0.521,-0.275-0.087,-0.265-0.120,-0.233-0.130,-0.196-0.126,1.139-0.767,-0.008-0.051,-1.125 0.435,0.175-0.225,0.243-0.223,0.266-0.203,0.257-0.174,0.319-0.144,0.270-0.102,0.247-0.078,0.211-0.053,0.173-0.035,0.134-0.021,0.099-0.010,0.070-0.003,0.047 0.002,0.026 0.005,0.013 0.006,0.004 0.007,-0.032-0.020</inkml:trace>
</inkml:ink>
</file>

<file path=ppt/ink/ink11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1771.000 460.000,'0.221'0.000,"0.346"0.000,0.256 0.000,0.300 0.000,0.281 0.000,0.249 0.000,0.213 0.000,-1.411 0.003,1.485 0.030,0.586 0.019,3.984 0.083,1.326 0.015,0.825-0.005,0.447-0.015,0.179-0.020,-3.969-0.056,3.596 0.004,0.003-0.034,-0.222-0.035,-0.353-0.034,-0.415-0.031,-0.425-0.026,-4.310 0.058,6.210-0.075,0.891 0.005,0.654 0.012,0.454 0.016,0.294 0.017,0.168 0.015,0.144 0.004,-0.277-0.009,-0.771-0.013,-1.030-0.014,-1.122-0.017,-1.095-0.014,-0.900-0.002,-1.035-0.005,-1.043-0.011,-0.972-0.010,-0.855-0.012,-0.717-0.010,0.096-0.571</inkml:trace>
</inkml:ink>
</file>

<file path=ppt/ink/ink11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1801.000 537.000,'0.295'0.012,"1.524"0.075,1.026 0.064,2.380 0.129,1.419 0.066,1.155 0.046,0.902 0.031,0.672 0.018,-3.232-0.158,4.466 0.186,0.491 0.000,0.085-0.020,-0.190-0.031,-0.363-0.038,-0.450-0.037,0.216-0.097,-0.017-0.149,0.102-0.163,0.170-0.161,0.206-0.148,0.213-0.131,0.203-0.108,-8.903 0.480,11.721-0.785,-0.249-0.058,-1.167 0.030,-1.632 0.083,-1.774 0.107,-5.964 0.495,24.460-1.376</inkml:trace>
</inkml:ink>
</file>

<file path=ppt/ink/ink11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1847.000 584.000,'0.183'0.026,"0.285"0.041,0.325 0.046,0.326 0.047,0.299 0.043,0.260 0.036,-0.322-0.045,2.859 0.362,1.839 0.191,1.686 0.159,1.457 0.128,-7.402-0.834,8.722 0.885,0.239-0.053,-0.407-0.113,-0.781-0.144,-0.955-0.151,-0.988-0.144,-4.267-0.372,2.571-0.127,0.741-0.166,6.505-0.566,0.128-0.245,-0.736-0.112,-1.215-0.020,-9.212 0.913,7.325-0.801,-0.287-0.031,1.008-0.168,-1.140 0.112,-1.234 0.147,-1.184 0.155,-1.053 0.145,6.597-0.616</inkml:trace>
</inkml:ink>
</file>

<file path=ppt/ink/ink11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1930.000 1086.000,'-0.013'0.186,"-0.024"0.325,-0.082 1.751,-0.025 1.229,-0.002 1.051,0.011 0.854,0.018 0.660,0.020 0.486,0.021 0.239,0.020-0.074,0.016-0.209,0.014-0.274,0.011-0.290,0.009-4.840,-0.101 4.387,-0.055-0.468,-0.035-0.625,-0.018-0.671,-0.009-0.647,-0.001-0.584,0.177-2.005,-0.223 1.460,-2.253 8.258</inkml:trace>
</inkml:ink>
</file>

<file path=ppt/ink/ink11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1770.000 462.000,'-0.084'0.223,"-0.128"0.343,-0.145 0.387,-0.144 0.381,-0.129 0.348,-0.112 0.295,-0.043 0.397,-0.010 0.294,0.042 0.130,0.071 0.012,0.085-0.062,0.089-0.104,0.083-0.126,0.065-0.039,0.091-0.292,0.078-0.297,0.066-0.276,0.049-0.238,0.046-0.653,0.009-0.012,0.312 0.849,0.482 0.507,0.545 0.575,0.539 0.574,0.494 0.526,0.427 0.455,0.249 0.245,-0.117-0.244,-0.252-0.408,-0.313-0.471,-0.325-0.470,-0.721-0.874,1.155 2.088,0.005 0.255,-0.178-0.093,-0.282-0.309,-0.327-0.425,-0.334-0.468,-1.083-2.433,0.714 2.028,-0.270-0.342,-0.222-0.325,-0.178-0.291,-0.137-0.247,-0.098-0.200,-0.045-0.098,-0.005-0.133,0.025-0.094,0.039-0.063,0.046-0.038,0.046-0.020,-0.011-0.121,-0.003-0.028,-0.012-0.025,-0.018-0.023,-0.018-0.020,-0.021-0.015,-0.015 0.007,-0.019-0.036,-0.017-0.039,-0.012-0.037,-0.010-0.033,-0.008-0.029,-0.005-0.023,-0.004-0.018,-0.001-0.014,-0.002-0.009,-0.023 0.792</inkml:trace>
</inkml:ink>
</file>

<file path=ppt/ink/ink11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2149.000 885.000,'0.044'-0.011,"0.070"-0.017,0.079-0.021,0.079-0.019,0.074-0.018,0.063-0.016,0.053-0.014,0.109-0.005,0.089 0.011,0.082 0.016,0.074 0.018,0.061 0.018,0.047 0.015,0.035 0.014,-0.182 0.043,0.331 0.049,1.737 0.171,0.378 0.053,0.057 0.008,-0.143-0.020,-0.254-0.037,-1.353-0.092,1.032 0.190,-0.218 0.067,-0.213 0.058,-0.194 0.047,-0.164 0.038,-0.411-0.062,0.383 0.251,-0.017 0.100,-0.051 0.077,-0.071 0.057,-0.078 0.037,-0.076 0.024,-0.029 0.090,-0.216-0.050,-0.224-0.065,-0.208-0.069,-0.179-0.067,-0.148-0.057,-0.131-0.085,-0.103-0.069,-0.082-0.066,-0.061-0.056,-0.043-0.046,-0.047-0.382,-0.297 0.395,-0.247 0.150,-0.990 0.731,-0.498 0.189,-0.367 0.084,-0.257 0.010,-0.166-0.040,-0.097-0.069,2.304-1.239,-2.959 1.098,-0.329-0.117,-0.105-0.140,0.049-0.145,0.149-0.141,0.205-0.128,2.853-0.589,-3.205 0.607,0.439-0.097,0.555-0.101,0.579-0.092,0.542-0.081,0.516-0.082,0.399-0.063,0.324-0.052,0.253-0.043,0.186-0.031,0.132-0.022,0.085-0.017,0.051-0.009,0.024-0.005,0.007-0.002,-0.006-0.001,-0.012 0.002,0.092 0.058,0.138 0.081,0.160 0.089,0.156 0.088,0.142 0.078,0.118 0.065,0.280 0.167,0.425 0.264,0.332 0.215,0.276 0.185,0.219 0.151,0.167 0.117,-0.092-0.030,-0.073-0.013,-0.121-0.040,-0.143-0.056,-0.147-0.061,-0.138-0.059,-0.122-0.055,0.173 0.243,-0.129-0.014,-0.218-0.107,-0.253-0.154,-0.253-0.170,-0.706-0.703,0.503 0.667,-0.162-0.108,-0.148-0.136,-0.125-0.143,-0.101-0.131,-0.077-0.115,-0.224-0.338,0.056 1.085,-0.165 0.489,-0.175 0.337,-0.167 0.215,-0.153 0.120,-0.129 0.052,0.023-0.478,-0.385 0.362,-0.260-0.090,-0.252-0.119,-0.228-0.127,-0.199-0.127,-0.165-0.116,1.222-1.021,-1.763 0.900,-0.258-0.161,-0.168-0.172,-0.099-0.164,-0.047-0.150,-0.012-0.127,-0.202-0.093,0.050-0.136,0.065-0.120,0.073-0.097,0.067-0.078,0.062-0.057,0.403-0.116,0.143-0.119,0.144-0.126,0.138-0.124,0.122-0.112,0.104-0.097,0.085-0.080,-5.338-2.403</inkml:trace>
</inkml:ink>
</file>

<file path=ppt/ink/ink11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1069.000 928.000,'1.337'1.039,"1.222"0.685,1.045 0.407,0.845 0.205,0.649 0.064,0.471-0.026,0.198-0.227,0.602-0.103,0.599-0.107,0.549-0.102,0.474-0.091,0.390-0.075,0.103-0.201,1.313-0.013,1.494 0.005,1.518 0.016,1.438 0.024,1.292 0.025,3.281 0.142,0.319-0.160,-0.164-0.197,-0.447-0.202,-0.587-0.190,-0.620-0.166,-10.801-0.494,10.255 0.073,0.851-0.376,0.683-0.401,0.529-0.393,0.388-0.358,0.274-0.313,-15.439 1.176,18.775-2.306,-0.379-0.615,-1.305-0.413,-1.766-0.254,-1.902-0.136,-1.827-0.050,-2.250-0.340,-1.664-0.336,-1.796-0.145,-1.747-0.013,-1.587 0.075,-1.366 0.122,-1.510 0.104,-1.313-0.136,-1.190-0.193,-1.028-0.217,-0.853-0.217,-0.677-0.203,-0.518-0.178,0.965 3.357,-2.010-3.709,-0.544 0.041,-0.360 0.240,-0.214 0.353,-0.105 0.402,-0.026 0.407,-1.351-0.089,-1.292 0.008,-1.170 0.070,-1.005 0.106,-0.832 0.121,-0.659 0.123,8.237 3.462,-10.254-3.282,-1.139 0.339,-0.670 0.426,-0.316 0.456,-0.066 0.441,0.101 0.402,0.204 0.349,-0.461 0.283,0.622 0.364,0.682 0.317,0.663 0.261,0.602 0.206,0.514 0.157,4.860 0.163,-4.575 0.225,-0.192 0.181,-0.061 0.137,0.033 0.100,0.088 0.066,0.121 0.041,9.064-0.584,-10.600 0.726,-0.500 0.078,-0.112 0.051,0.145 0.034,0.297 0.017,0.375 0.007,10.223-0.848,-10.668 1.096,0.147 0.140,0.505 0.082,0.697 0.036,0.768 0.006,0.758-0.014,8.294-1.246,-8.674 1.595,0.822 0.024,1.106-0.092,1.189-0.155,1.139-0.182,1.016-0.183,0.851-0.168,0.681-0.144,0.518-0.118,0.374-0.093,0.255-0.067,0.160-0.049,2.059-0.512,-4.392 2.203,-0.780 0.841,-0.017 0.410,0.448 0.109,0.695-0.082,2.302-1.632,-0.901 2.055,1.052 0.423,0.975 0.417,0.843 0.380,0.688 0.320,0.533 0.257,0.151-1.106,0.299-0.102,0.711 0.458,0.517-0.328,0.477-0.360,0.414-0.353,0.343-0.320,0.270-0.274,-2.325-2.148,2.556 1.347,0.709-0.031,1.734 0.309,0.701-0.217,0.522-0.256,0.370-0.266,0.246-0.256,0.149-0.232,0.564-0.139,-0.765-0.330,-0.955-0.309,-0.998-0.268,-0.948-0.225,-0.840-0.177,-3.872-0.247,3.799-0.200,-0.358-0.330,-0.398-0.260,-0.388-0.191,-0.348-0.137,-0.291-0.087,-0.235-0.054,5.100-3.401</inkml:trace>
</inkml:ink>
</file>

<file path=ppt/ink/ink11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1196.000 893.000,'0.020'-0.007,"0.030"-0.009,0.035-0.013,0.035-0.010,0.032-0.012,0.027-0.009,0.024-0.008,0.018-0.005,0.014-0.006,0.010-0.002,0.006-0.003,0.004-0.001,1.986 0.125,2.346 0.191,2.404 0.222,2.281 0.228,2.042 0.218,1.744 0.194,-6.965-0.609,15.737 1.001,2.278-0.057,0.388-0.175,-0.792-0.232,-1.430-0.247,-1.692-0.233,-2.274-0.277,-1.519-0.267,-1.307-0.248,-1.071-0.215,-0.832-0.178,-0.618-0.139,-1.706 0.032,-1.009 0.043,-1.009 0.081,-0.931 0.097,-0.817 0.102,-0.680 0.096,-2.875 0.164,2.440-0.041,-0.962 0.074,-1.035 0.058,-0.993 0.042,-0.878 0.028,-0.842 0.016,-0.479 0.008,-0.374 0.005,-0.279 0.001,-0.200 0.000,-0.132-0.002,-0.080-0.004,0.038 0.008,0.114 0.013,0.154 0.015,0.170 0.016,0.168 0.017,0.156 0.013,0.137 0.013,0.078 0.022,0.046 0.029,0.017 0.031,-0.002 0.029,-0.016 0.027,-0.022 0.023,-0.884-0.208,1.648 0.416,20.372 5.301</inkml:trace>
</inkml:ink>
</file>

<file path=ppt/ink/ink11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1894.000 1094.000,'0.000'-0.094,"0.000"-0.062,0.000-0.038,0.000-0.019,0.000-0.006,0.000 0.003,0.000 0.007,0.066-0.092,0.101-0.155,0.116-0.180,0.116-0.180,0.108-0.168,0.092-0.145,-0.295 0.573,1.091-1.751,0.409-0.470,0.269-0.211,0.159-0.032,0.079 0.080,0.022 0.140,-1.890 2.275,1.971-2.186,-0.086 0.190,-0.210 0.290,-0.272 0.332,-0.290 0.331,-0.279 0.306,-0.307 0.330,-0.214 0.233,-0.181 0.201,-0.150 0.165,-0.118 0.129,-0.089 0.100,-0.065 0.071,-0.044 0.049,-0.059-0.004,0.116 0.146,0.084 0.206,0.162 0.399,0.107 0.334,0.090 0.313,0.076 0.277,0.059 0.237,0.044 0.194,-0.263-0.601,0.438 1.824,-0.085 0.321,-0.131 0.150,-0.144 0.034,-0.141-0.041,-0.128-0.081,-0.146-1.076,-0.027 0.814,-0.064 0.039,-0.049 0.048,-0.033 0.051,-0.023 0.047,0.003-2.248,-0.020 2.514,-0.005 0.021,-0.001-0.051,0.002-0.089,0.005-0.105,0.008-0.978,0.011 0.323,0.021-0.218,0.023-0.259,0.024-0.274,0.022-0.263,0.020-0.240,-0.082-1.405,0.127 1.590,0.029 0.016,0.028 0.035,0.022 0.045,0.020 0.045,0.015 0.044,0.010 0.037,-0.172-1.358,0.874 8.556</inkml:trace>
</inkml:ink>
</file>

<file path=ppt/ink/ink11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1886.000 1170.000,'0.000'0.011,"0.000"0.017,0.000 0.020,0.000 0.021,0.000 0.020,0.000 0.019,0.183 0.070,0.285 0.076,0.325 0.079,0.326 0.077,0.299 0.068,0.260 0.058,0.619 0.080,0.685 0.057,0.704 0.050,0.654 0.038,0.571 0.031,0.471 0.022,-0.002-0.056,-0.057-0.068,-0.175-0.080,-0.231-0.083,-0.250-0.079,-0.175-0.068,-0.231-0.066,-0.201-0.055,-0.164-0.045,-0.129-0.032,-0.095-0.023,-0.068-0.017,-0.206-0.002,-0.397 0.002,-0.433 0.006,-0.414 0.008,-0.371 0.009,1.869 0.480</inkml:trace>
</inkml:ink>
</file>

<file path=ppt/ink/ink11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1130.000 909.000,'0.271'0.012,"2.326"0.111,1.653 0.087,1.352 0.077,1.064 0.065,0.800 0.053,0.576 0.041,0.386 0.029,0.240 0.022,0.638-0.009,3.389 0.104,1.554-0.006,1.513-0.063,0.413-0.133,0.006-0.156,-0.264-0.161,-0.426-0.154,-0.508-0.141,-8.505 0.089,10.631-0.541,0.420-0.315,0.068-0.277,-0.158-0.231,-0.295-0.185,-0.357-0.142,-0.256-0.079,-1.689 0.149,-1.844 0.212,-1.790 0.236,-1.607 0.230,-1.362 0.207,-1.099 0.176,-2.770 0.290,-0.226 0.037,15.951-1.047</inkml:trace>
</inkml:ink>
</file>

<file path=ppt/ink/ink11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1108.000 725.000,'0.094'-0.012,"0.145"-0.018,0.163-0.020,0.163-0.021,0.149-0.018,0.126-0.016,0.104-0.013,0.724 0.015,0.585 0.008,0.384 0.011,0.224 0.012,0.105 0.014,0.018 0.012,4.618 0.008,2.602 0.012,1.404 0.010,0.549 0.007,-0.025 0.005,-0.374 0.004,-4.867-0.052,5.260-0.210,-0.500-0.144,-0.990-0.114,-1.219-0.087,-1.271-0.063,-1.201-0.044,-1.068-0.027,-0.938 0.059,-0.640 0.001,-0.622 0.018,-0.757 0.065,-0.695 0.075,-0.600 0.075,-0.493 0.069,-0.388 0.060,-0.997-0.390</inkml:trace>
</inkml:ink>
</file>

<file path=ppt/ink/ink11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1105.000 901.000,'0.211'0.000,"0.321"0.000,0.359 0.000,0.354 0.000,0.317 0.000,0.269 0.000,0.216 0.000,0.309 0.043,0.875 0.068,1.006 0.081,1.025 0.085,0.976 0.080,0.877 0.074,-5.508-0.332,10.000 0.629,2.551 0.129,1.878 0.067,1.308 0.022,0.846-0.008,0.491-0.028,-1.559-0.141,-0.891-0.121,-1.121-0.134,-1.194-0.132,-1.156-0.122,-1.055-0.108,-0.912-0.091,-1.492-0.071,-1.136-0.056,-1.107-0.043,-1.016-0.033,-0.892-0.023,-0.751-0.016,-1.644 0.045,6.122-0.330,6.166-0.338,1.153-0.059,-0.409 0.032,-1.354 0.086,-1.838 0.114,19.586-0.819</inkml:trace>
</inkml:ink>
</file>

<file path=ppt/ink/ink11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1038.000 913.000,'0.329'-0.012,"0.506"-0.018,0.574-0.020,0.569-0.021,0.518-0.018,0.446-0.016,0.362-0.013,1.272 0.012,1.261 0.007,0.982 0.013,0.733 0.014,0.520 0.014,0.347 0.013,0.924 0.009,-0.544 0.012,-0.760 0.009,-0.827 0.008,-0.794 0.004,-0.706 0.004,-0.591 0.002,10.261-0.179,7.626-0.170,9.551-0.172,2.734-0.037,0.295 0.019,-1.261 0.055,-2.145 0.072,-2.533 0.077,-2.581 0.074,-21.875 0.210,16.237-0.111,-1.482 0.040,-1.679 0.035,2.186-0.036,-2.715-0.057,-2.463-0.077,-2.092-0.085,-1.681-0.079,-1.283-0.071,-2.101-0.028,13.270-2.126</inkml:trace>
</inkml:ink>
</file>

<file path=ppt/ink/ink11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1214.000 367.000,'-2.577'-0.147,"-2.123"-0.084,-2.118-0.022,-0.811 0.067,-0.233 0.102,0.136 0.114,2.090 0.167,-1.611 0.432,0.275 0.357,0.378 0.321,0.411 0.271,0.399 0.220,0.216 0.293,2.334-0.795,0.129 0.011,-1.583 0.865,0.230 0.089,0.214 0.073,0.190 0.061,-0.512 0.439,0.084 0.009,0.949-0.565,0.263-0.133,0.281-0.149,0.275-0.148,0.252-0.140,1.910-1.313,-2.223 1.906,-0.030 0.338,-0.426 0.894,0.385 0.071,0.463-0.077,0.471-0.162,1.579-2.751,-0.759 2.071,0.088 0.891,0.319 0.041,0.269-0.079,0.219-0.149,0.168-0.183,0.031-2.564,0.396 2.187,0.894 1.224,0.716 0.200,0.622 0.072,0.515-0.012,0.406-0.065,-0.994-1.434,0.214-0.009,2.118 1.350,0.096-0.399,0.302-0.167,0.158-0.222,0.054-0.248,-0.021-0.246,-4.277-2.256,2.583 1.168,0.175-0.084,3.474 0.973,0.116-0.365,-0.134-0.373,-0.280-0.349,-5.777-1.294,4.234 0.721,0.086-0.159,1.281-0.026,-0.418-0.214,-0.564-0.184,-0.617-0.148,0.209-0.093,0.322-0.062,0.536-0.029,0.622-0.006,0.934-0.007,0.453-0.015,-1.720-0.024,-0.393-0.009,-0.507-0.009,-0.557-0.008,-4.071-0.022,5.108-0.380,0.027-0.251,0.578-0.309,2.411-0.715,-0.125-0.320,-0.499-0.220,-0.720-0.136,-2.299 0.457,-0.545-0.069,-1.142 0.225,-0.399-0.062,1.145-1.261,-0.938-0.111,-0.830-0.048,-0.704-0.004,-0.572 0.025,-0.809 1.177,-0.150-0.065,0.105-2.141,-0.397-0.433,-0.314-0.364,-0.236-0.291,-0.169-0.222,-0.063 1.288,-0.235-0.645,-0.161 0.162,-0.135 0.264,-0.110 0.317,-0.088 0.332,0.576 2.164,-0.436-0.875,-1.201-1.826,-0.458 0.014,-0.347 0.120,-0.251 0.177,-0.170 0.202,-0.107 0.201,1.972 2.143,-1.098-0.839,-0.375-0.097,-2.968-1.789,-0.580 0.047,-0.277 0.190,-0.064 0.267,3.991 2.256,-4.291-1.566,-0.376 0.342,-1.019 0.167,0.090 0.463,0.257 0.428,0.347 0.374,4.763 0.795,-3.103-0.239,-0.017 0.175,-2.403 0.092,0.125 0.208,0.231 0.143,0.274 0.093,5.120-0.011,-2.904 0.040,-0.034 0.014,-1.751 0.034,0.290-0.002,0.405-0.009,0.443-0.014,1.065-0.009,0.653 0.003,0.651 0.007,0.608 0.008,0.533 0.009,0.452 0.010,0.365 0.008,-2.944 0.431</inkml:trace>
</inkml:ink>
</file>

<file path=ppt/ink/ink11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1441.000 371.000,'-0.074'0.015,"-0.115"0.023,-0.133 0.026,-0.136 0.028,-0.126 0.025,0.206-0.045,-0.024 0.001,-0.265 0.048,-0.047 0.015,-0.035 0.016,-0.024 0.018,0.597-0.126,-0.778 0.292,-0.142 0.104,-0.156 0.169,-0.109 0.179,-0.089 0.184,-0.068 0.174,-0.051 0.157,0.232-0.153,-0.132 0.149,-0.896 0.876,0.030 0.046,0.147-0.071,0.209-0.138,0.246-0.137,0.116 0.019,0.106-0.016,-0.006 0.088,-0.036 0.100,-0.055 0.103,-0.061 0.095,1.318-1.790,-1.553 2.023,0.039-0.124,0.119-0.227,0.159-0.271,0.173-0.279,0.167-0.261,0.995-1.063,-0.023 0.036,-1.473 1.898,-0.331 0.604,-0.276 0.540,0.000 0.148,0.108-0.020,0.169-0.128,1.212-1.923,-0.817 1.486,0.089-0.025,-0.079 0.356,0.185-0.130,0.192-0.157,0.184-0.163,0.168-0.160,0.289-0.606,0.070 0.016,-0.099 0.899,0.146-0.055,0.135-0.101,0.114-0.122,0.096-0.127,0.074-0.048,0.131-0.052,0.156-0.050,0.162-0.047,0.152-0.039,0.135-0.034,0.411 0.107,0.274 0.011,0.074-0.211,-0.031-0.272,-0.095-0.291,-0.127-0.279,-0.186-0.316,0.039-0.038,0.013-0.058,0.263 0.116,-0.008-0.130,-0.024-0.133,-0.031-0.122,-0.660-0.400,0.951 0.263,0.197-0.065,0.600 0.015,0.114-0.070,0.032-0.055,-0.016-0.042,-1.963-0.245,2.092 0.172,0.040-0.047,-0.084-0.043,-0.158-0.038,-0.190-0.031,-0.197-0.025,-0.644-0.103,1.482-0.285,0.211-0.143,0.032-0.075,-0.081-0.028,-0.143 0.005,-0.169 0.025,-0.757 0.094,0.115-0.076,1.193-0.416,0.024-0.072,-0.082-0.022,-0.143 0.011,-1.361 0.451,-0.094 0.005,-0.101 0.006,0.761-0.412,-0.291 0.039,-0.270 0.053,-0.233 0.058,-0.195 0.055,-0.973 0.638,0.488-0.319,0.546-0.360,0.011-0.013,-0.029 0.009,-0.050 0.024,-0.062 0.031,0.218-0.135,0.016-0.010,-0.037 0.015,-0.066 0.032,-0.079 0.037,-0.079 0.038,-0.699 0.488,0.319-0.321,0.003-0.076,0.330-0.447,-0.087 0.017,-0.112 0.082,-0.120 0.118,-0.466 0.569,0.458-0.868,0.008-0.244,0.013-0.222,0.015-0.189,0.015-0.153,0.013-0.118,-0.645 1.740,0.503-2.022,0.142-1.250,-0.048-0.408,-0.082-0.153,-0.098 0.027,-0.102 0.142,-0.289 2.402,0.109-1.830,-0.049-1.109,-0.136 0.176,-0.124 0.305,-0.108 0.362,-0.089 0.369,-0.065 0.897,-0.154-0.174,-0.052 0.314,-0.014 0.340,0.012 0.335,0.030 0.311,0.038 0.273,0.218 0.651,-0.334-0.478,-0.110-0.034,-0.647-0.592,-0.439-0.263,-0.423-0.262,-0.374-0.240,2.059 1.908,-1.357-1.116,-0.079 0.003,-0.716-0.491,0.147 0.166,0.237 0.207,0.280 0.221,0.290 0.216,0.733 0.546,0.094 0.086,-0.348-0.198,0.250 0.194,0.216 0.153,0.177 0.115,0.140 0.081,-0.026-0.018</inkml:trace>
</inkml:ink>
</file>

<file path=ppt/ink/ink11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1612.000 372.000,'-0.037'-0.012,"-0.057"-0.020,-0.068-0.022,-0.066-0.022,-0.065-0.021,-0.055-0.019,-0.314 0.021,-0.383 0.003,-1.138 0.063,-0.754 0.142,-0.656 0.159,-0.543 0.158,-0.305 0.199,-0.013 0.190,0.128 0.175,0.204 0.150,0.233 0.123,0.233 0.094,0.195 0.075,-0.018 0.133,-0.078 0.129,-0.110 0.118,-0.122 0.102,-0.119 0.084,-0.167 0.113,0.237-0.092,0.306-0.134,0.321-0.144,0.303-0.139,0.263-0.123,1.712-0.959,-1.003 0.634,-0.171 0.213,-0.351 0.460,0.027 0.265,0.105 0.233,0.149 0.198,0.424-0.012,0.050 0.527,0.283 0.080,0.142 0.654,0.435-0.204,0.382-0.287,0.316-0.310,0.403 0.240,0.355 0.529,0.262 0.253,0.191 0.145,0.129 0.062,0.081 0.006,-0.034-0.393,-0.021-0.357,-0.042-0.408,-0.052-0.414,-0.055-0.385,-0.053-0.338,0.259-0.063,0.324 0.010,0.135-0.175,0.071-0.183,0.025-0.173,-0.004-0.150,-0.810-0.559,0.842 0.395,-0.043-0.117,-0.078-0.114,-0.094-0.102,-0.096-0.088,-1.228-0.486,2.287 0.416,-0.815-0.230,0.197-0.022,1.665 0.093,0.003-0.102,-0.212-0.103,-0.335-0.097,-2.487-0.060,2.265-0.175,-0.061-0.149,0.106-0.180,0.107-0.171,0.143-0.160,0.160-0.143,0.160-0.122,-2.733 0.851,1.720-0.577,0.192-0.088,2.752-1.081,0.070-0.199,-0.202-0.102,-0.351-0.037,-1.956 0.832,-0.118-0.047,0.717-0.608,-0.296-0.051,-0.313-0.021,-0.302-0.001,-0.277 0.015,-0.242 0.023,-0.818 0.766,0.642-0.828,-0.231 0.128,-0.257 0.188,-0.256 0.212,-0.239 0.216,-0.201 0.053,-0.231 0.034,-0.204-0.021,-0.172-0.055,-0.141-0.072,-0.108-0.079,-1.318-1.623,-0.366-0.069,-0.540-0.569,-1.389-1.826,-0.329-0.134,-0.082 0.170,0.075 0.344,3.245 4.352,-2.573-3.192,0.329 0.570,0.401 0.601,0.422 0.580,0.409 0.532,0.374 0.466,0.584 0.654,-0.068 0.027,0.029 0.129,-0.448-0.113,0.050 0.173,0.052 0.110,0.048 0.063,0.358 0.125,0.046 0.000,-2.348-1.122</inkml:trace>
</inkml:ink>
</file>

<file path=ppt/ink/ink11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1426.000 223.000,'-0.029'0.162,"-0.047"0.254,-0.053 0.293,-0.054 0.299,-0.051 0.277,-0.015 0.305,-0.014 0.343,0.029 0.027,0.039-0.069,0.041-0.121,0.127-1.098,0.095 0.122,0.845 1.844,0.700 0.447,0.620 0.240,0.527 0.087,0.429-0.015,0.335-0.085,0.989 0.224,0.437-0.322,0.753-0.727,1.038-0.830,1.070-0.854,0.995-0.799,0.867-0.693,-6.061 0.301,5.681-1.564,-0.676-0.665,-1.023-0.435,-1.162-0.256,-1.155-0.123,-1.063-0.031,-1.337-0.226,-1.244-0.150,-1.183-0.020,-1.054 0.065,-0.896 0.115,-0.807 0.233,-0.689 0.294,-0.565 0.309,-0.443 0.296,-0.332 0.267,-0.236 0.228,-0.626 0.298,1.515 0.681,0.064 0.157,-0.554 0.024,0.337 0.200,0.399 0.175,0.418 0.151,0.554 0.153,0.360 0.129,-0.043 0.127,0.387 0.123,0.431 0.083,0.354 0.052,0.281 0.027,0.571-0.252,-0.150 6.260</inkml:trace>
</inkml:ink>
</file>

<file path=ppt/ink/ink11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1801.000 191.000,'-0.368'0.110,"-0.577"0.174,-0.778 0.605,-0.850 0.837,-0.833 0.924,-0.761 0.913,-0.552 0.993,0.156 0.475,0.408 0.263,0.531 0.109,0.560 0.005,0.532-0.059,1.371-2.334,0.331 0.084,0.521 2.313,1.023-0.146,0.916-0.391,0.779-0.516,0.633-0.560,0.993-0.564,0.228-0.759,0.259-0.541,0.086-0.505,-0.035-0.448,-0.115-0.382,-0.157-0.314,-2.458-0.240,2.437-0.637,0.072-0.792,0.253-1.125,-0.457-0.850,-0.569-0.708,-0.598-0.566,-0.572-0.435,-1.955 4.031,1.012-4.329,-0.590-0.149,-0.513 0.118,-0.429 0.284,-0.343 0.379,-0.267 0.414,0.362 2.559,-4.993-11.478</inkml:trace>
</inkml:ink>
</file>

<file path=ppt/ink/ink11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2145.000 176.000,'-0.398'0.398,"-0.327"0.420,-0.265 0.427,-1.432 2.276,-0.152 0.657,0.139 0.246,0.299-0.021,1.444-2.762,-0.099 0.962,0.282 0.148,0.663 2.367,0.971 0.035,0.853-0.165,0.710-0.278,0.565-0.326,-0.507-1.339,1.027 0.278,-0.046-0.664,-0.199-0.625,-0.277-0.555,-0.306-0.464,-1.307-0.606,0.884-0.277,-0.269-0.496,-0.289-0.427,-0.281-0.349,-0.253-0.274,-0.220-0.207,-0.977 1.281,0.525-1.894,-0.394-0.652,-0.415-0.610,-0.400-0.546,-0.364-0.466,-0.319-0.383,-0.351-0.503,-0.172 0.078,-6.301-14.678</inkml:trace>
</inkml:ink>
</file>

<file path=ppt/ink/ink11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2268.000 177.000,'0.047'0.000,"0.046"0.053,0.082 0.093,0.312 0.333,0.158 0.196,0.113 0.149,0.077 0.111,0.048 0.076,-0.685-0.786,1.405 1.431,0.380 0.215,0.250 0.056,0.151-0.045,0.075-0.103,-1.370-1.068,1.810 0.884,0.543 0.069,1.549 0.225,0.412-0.410,0.205-0.517,0.056-0.550,-0.041-0.530,-0.442-0.697,-0.737-0.535,-0.873-0.390,-0.895-0.268,-0.844-0.171,-0.748-0.097,-0.633-0.042,-1.063-0.517,-0.820-0.272,-0.604-0.090,-0.420 0.028,-0.272 0.106,-0.158 0.145,2.231 2.309,-2.574-1.798,-0.654-0.117,-1.913-0.788,-0.189 0.210,0.160 0.334,0.382 0.396,0.509 0.412,1.499 0.735,0.310 0.280,-9.156 1.087</inkml:trace>
</inkml:ink>
</file>

<file path=ppt/ink/ink11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2158.000 852.000,'0.035'-0.165,"0.202"-0.816,0.155-0.512,0.229-0.725,0.126-0.308,0.087-0.163,0.056-0.051,0.032 0.022,-0.708 2.107,1.434-3.618,0.911-1.806,0.897-1.707,0.861-1.613,0.767-1.427,0.648-1.198,-0.435 0.946,-0.047 0.070,-0.176 0.301,-0.249 0.434,-0.283 0.497,-0.286 0.504,-1.566 3.348,0.039-0.136,1.845-4.247,0.087-0.378,0.024-0.225,-0.020-0.110,-0.049-0.027,-0.061 0.027,-3.604 8.665,4.331-11.776,0.052-1.564,-0.149-1.074,-0.267-0.684,-0.319-0.384,-0.324-0.166,-3.465 14.408,1.781-10.318,-0.294-1.302,0.137-5.900,-0.606 0.155,-0.581 1.010,-0.529 1.517,-0.461 1.761,-0.442-0.592,-0.311 2.636,-0.174 2.388,-0.074 2.023,-0.009 1.624,0.032 1.237,0.241 2.122,0.150 1.446,0.033 0.176,-0.092-1.612,0.082 0.628,0.075 0.653,0.065 0.624,0.053 0.563,0.092 2.165,-0.050-1.178,-0.013 0.167,-0.065-0.341,-0.020 0.305,-0.016 0.268,-0.012 0.225,-0.007 0.181,-0.655-1.085</inkml:trace>
</inkml:ink>
</file>

<file path=ppt/ink/ink11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2114.000 625.000,'0.090'-0.307,"0.119"-0.380,0.408-1.285,0.246-0.726,0.189-0.542,0.141-0.384,0.098-0.253,0.065-0.154,-1.090 3.246,1.416-4.667,0.314-1.829,0.232-1.803,0.163-1.663,0.108-1.458,-0.438 0.297,-0.578 2.213,-0.090-0.727,0.692-11.341,-0.581-1.336,-0.597-0.420,-0.552 0.171,-0.309 14.805,-0.206-6.706,-0.190-0.143,-0.432-7.993,-0.012 1.526,0.131 2.107,0.204 2.278,0.234 2.191,0.194 5.087,0.185-1.372,0.125 2.200,0.069 2.012,0.028 1.723,0.004 1.400,0.980-0.732</inkml:trace>
</inkml:ink>
</file>

<file path=ppt/ink/ink11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2110.000 367.000,'0.129'-0.427,"0.204"-0.674,0.239-0.790,0.244-0.809,0.231-0.764,0.207-0.684,0.177-0.584,-0.149 0.331,0.388-1.531,-0.037-0.030,-0.100 0.229,-0.132 0.377,-0.143 0.444,-1.011 3.932,1.014-4.606,0.064-0.564,-0.085 0.371,-0.107 0.637,-0.111 0.744,-0.104 0.748,-0.586 2.404,0.503-0.919,0.104 0.804,0.126 0.792,0.134 0.733,0.129 0.648,0.118 0.549,0.307 0.856,-0.010 0.344,-0.043 0.209,-0.099 0.062,-0.130-0.041,-0.138-0.103,-0.138-0.138,-0.943-2.007,1.152 2.632,-0.032 0.024,-0.115-0.197,-0.158-0.322,-0.173-0.372,-0.168-0.377,0.729 2.270</inkml:trace>
</inkml:ink>
</file>

<file path=ppt/ink/ink11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1908.000 303.000,'0.017'0.447,"0.027"0.680,0.028 0.767,0.030 0.753,0.026 0.678,0.077-0.722,0.628 4.652,0.418 2.388,0.348 1.960,0.277 1.539,0.210 1.150,0.150 0.819,-0.077-0.442,0.032 0.462,0.009 0.385,-0.009 0.306,-0.019 0.236,-0.023 0.172,-1.703-12.815,1.157 9.335,0.009 0.406,0.583 4.934,-0.078-0.832,-0.113-1.349,-0.128-1.595,-0.131-1.649,0.000-0.988,-0.088-1.271,-0.200-1.679,-0.208-1.505,-0.198-1.279,-0.176-1.034,-0.308-1.418,0.723 10.062</inkml:trace>
</inkml:ink>
</file>

<file path=ppt/ink/ink11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1863.000 372.000,'0.059'-0.401,"0.371"-2.407,0.187-1.095,0.107-0.510,0.045-0.088,0.003 0.200,-0.027 0.375,-0.544 3.070,1.584-3.234,0.609 0.084,0.546 0.070,0.135 0.488,-0.038 0.553,-0.151 0.558,-0.212 0.524,-0.065 0.836,-0.133 1.059,-0.096 1.077,-0.064 1.009,-0.040 0.891,-0.022 0.751,0.189 0.935,0.209 0.810,0.033 0.297,-0.018 0.069,-0.047-0.077,-0.065-0.164,0.267-0.069,0.426 0.209,0.084-0.394,-0.018-0.502,-0.080-0.526,-0.109-0.497,-0.121-0.438,-0.460-0.708,-0.345-0.518,-0.370-0.496,-0.356-0.445,-0.321-0.381,0.531-0.666</inkml:trace>
</inkml:ink>
</file>

<file path=ppt/ink/ink11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1508.000 301.000,'0.024'0.000,"0.456"0.189,0.450 0.266,1.553 1.050,1.258 1.000,1.168 0.980,1.015 0.883,0.832 0.749,-4.075-3.042,6.474 5.428,1.415 1.480,0.987 1.096,0.642 0.765,0.376 0.498,-0.324-0.202,-1.100-0.959,-1.332-1.205,-1.352-1.245,-1.245-1.158,-1.068-1.004,-3.379-3.066,8.968 7.974,1.934 1.711,1.012 0.918,0.031 0.066,-0.612-0.499,-0.991-0.833,-10.374-9.361,12.762 11.635,-0.473-0.290,-0.037 0.145,-0.429-0.201,-0.664-0.418,-0.776-0.535,-0.802-0.579,-7.038-6.960,8.238 8.328,-0.122-0.112,-0.390-0.440,-0.534-0.616,-0.585-0.684,-0.574-0.677,0.182-0.004,-1.093-1.256,-1.083-1.232,-0.979-1.108,-0.831-0.934,-0.667-0.747,0.154 0.045,-0.380-0.358,-0.750-0.639,-0.910-0.753,-0.932-0.762,3.555 2.995</inkml:trace>
</inkml:ink>
</file>

<file path=ppt/ink/ink11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1574.000 318.000,'-0.134'-0.030,"-0.202"-0.044,-0.226-0.051,-0.220-0.049,-0.197-0.044,-0.165-0.036,0.774 0.178,-2.110-0.395,-1.033-0.178,-3.986-0.705,-0.761-0.114,0.022 0.025,0.532 0.114,0.832 0.166,5.483 0.928,-4.588-0.731,1.208 0.226,0.945 0.171,0.863 0.152,0.753 0.128,0.630 0.103,0.795 0.180,0.179 0.114,0.058 0.397,0.359 0.256,0.269 0.195,0.190 0.140,0.127 0.095,0.076 0.058,-0.368-0.987,0.925 1.799,0.422 0.542,0.356 0.435,0.286 0.331,0.217 0.239,-1.428-2.258,1.413 2.054,0.040 0.032,-0.043-0.044,-0.094-0.090,-0.121-0.114,-0.130-0.121,-1.549-2.436,1.499 2.411,-0.085-0.098,-0.110-0.153,-0.121-0.176,-0.119-0.181,-0.109-0.170,-0.762-1.256,8.276 15.553</inkml:trace>
</inkml:ink>
</file>

<file path=ppt/ink/ink11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566.000 527.000,'-0.904'-0.013,"-0.851"0.058,-0.750 0.099,-0.628 0.116,-0.501 0.118,-0.384 0.110,1.154 0.097,-1.158 0.615,-0.579 0.561,-2.110 1.504,-0.223 0.769,0.083 0.599,0.282 0.449,0.400 0.320,4.844-4.187,-4.709 5.657,0.588 0.359,0.690-0.079,0.707-0.361,0.671-0.518,0.602-0.587,2.209-4.489,-2.156 5.416,0.175 0.175,0.201-0.130,0.203-0.316,0.190-0.411,0.167-0.443,1.354-4.206,-2.619 7.493,-1.006 3.150,-2.234 7.674,-0.152 1.922,0.368 0.503,0.662-0.421,2.598-9.703,0.293-0.454,-0.696 7.087,1.211-1.425,1.167-1.468,1.047-1.377,0.892-1.213,0.721-1.016,1.080-0.177,0.771-0.370,0.483-0.715,0.259-0.883,0.101-0.924,-0.012-0.884,-3.485-6.396,4.130 5.091,1.311 0.576,6.490 4.965,1.498-0.278,0.574-0.885,-0.033-1.171,-1.673-2.081,-0.368-1.185,1.526-0.979,0.521-1.641,0.649-1.490,0.670-1.266,-4.673-0.880,-0.379-0.436,2.271-0.657,-0.637-0.554,-0.651-0.444,-0.610-0.341,-0.541-0.250,-4.431 0.730,4.319-1.472,-0.532-0.334,-0.753-0.217,-0.839-0.124,-0.834-0.059,-0.769-0.009,-5.804 2.928,2.966-2.025,0.072-0.479,2.394-2.754,-0.278-0.619,-0.447-0.323,-0.535-0.105,-0.557 0.046,0.608-3.254,-0.459-1.206,-0.578-0.533,-0.607-0.076,-0.570 0.215,-0.501 0.374,-0.721 0.224,-0.673-0.456,-0.652-0.621,-0.585-0.674,-0.498-0.657,-0.404-0.593,-0.702-0.958,-0.774-0.328,-0.765-0.195,-0.697-0.097,-0.595-0.029,-0.483 0.016,1.559 6.579,-0.470-0.243,-0.475-0.137,-3.343-5.671,-0.399 0.889,-0.009 1.319,0.247 1.512,0.398 1.535,1.343 2.644,0.032 0.825,-0.897-0.043,0.118 0.975,0.154 0.851,0.165 0.717,0.163 0.581,0.153 0.453,-1.315 0.101,-1.489 0.178,-1.759 0.070,-1.802-0.003,-1.696-0.048,-2.418 0.100,-2.516 0.143,0.073 0.491,0.849 0.529,1.252 0.507,1.390 0.449,4.489 0.518,-0.928 0.531,1.000 0.511,1.020 0.459,0.968 0.394,0.872 0.325,0.752 0.260,5.614-1.879,-5.297 2.673,0.584 0.409,0.614 0.253,0.590 0.133,0.532 0.048,0.459-0.014,0.379-0.051,0.839-0.537,-0.451 1.236,0.222 0.336,0.188 0.286,0.152 0.234,0.119 0.184,1.083-2.267,0.043 0.058,-0.797 2.521,0.232-0.024,0.261-0.153,0.257-0.222,0.239-0.251,0.207-0.251,0.209 0.596,0.197 0.209,0.171-0.053,0.145-0.218,0.116-0.306,0.105-1.792,0.037-0.156,0.076 1.313,0.111-0.107,0.105-0.070,0.095-0.041,0.081-0.021,-0.154-1.867,0.208 1.782,-0.043-0.623,-0.061-0.698,-0.070-0.683,-0.067-0.610,-0.060-0.514,-0.021-0.360</inkml:trace>
</inkml:ink>
</file>

<file path=ppt/ink/ink11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951.000 826.000,'0.035'0.212,"0.510"1.953,0.522 1.401,0.526 1.151,0.488 0.904,0.430 0.681,0.361 0.486,0.213-0.143,0.256-0.201,0.213-0.350,0.168-0.422,0.130-0.441,0.094-0.422,0.065-0.379,0.033-0.458,0.043-0.441,0.033-0.417,0.026-0.372,0.016-0.315,0.013-0.259,-3.211-1.718,4.895 1.109,3.464-0.460,1.236-1.033,0.535-1.114,0.044-1.086,-0.279-0.994,-0.468-0.863,-0.560-0.718,-0.578-0.574,-0.250-0.507,-0.459 0.073,-0.408 0.353,-0.345 0.504,-0.278 0.565,-0.217 0.562,-0.159 0.520,-0.114 0.452,-4.178 1.771,4.910-0.550,0.502 0.961,0.376 0.909,0.269 0.808,0.178 0.683,0.130 0.556,0.088 0.433,0.056 0.323,0.030 0.228,0.013 0.151,0.000 0.091,-0.009 0.045,-7.409-2.911,10.300 2.884,1.564-0.281,0.711-0.483,0.104-0.580,-0.299-0.603,-0.540-0.578,-8.159-0.767,7.819-0.431,-0.576-0.830,-0.780-0.731,-0.863-0.612,-0.855-0.497,-0.792-0.384,-0.658-0.157,-1.024 0.200,-0.969 0.346,-0.862 0.412,-0.732 0.425,-0.593 0.403,-2.876 0.998,2.654-0.240,-0.189 0.440,-0.273 0.368,-0.311 0.294,-0.313 0.227,-0.295 0.165,-2.430-0.545,2.457 0.648,0.956 0.259,5.299 1.238,1.672 0.186,1.003-0.035,0.500-0.176,0.140-0.253,-0.259-0.291,-1.191-0.390,-1.415-0.379,-1.445-0.341,-1.349-0.292,-1.185-0.238,0.530-0.685,4.300-1.026,0.494-0.383,-0.491-0.083,-1.054 0.109,-1.304 0.218,-4.123 0.858,1.577-0.245,-0.692 0.255,-0.578 0.246,-0.462 0.224,-0.359 0.195,-0.266 0.165,-2.686 0.057,3.678 0.582,1.053 0.436,2.230 0.613,1.010 0.273,0.750 0.142,0.527 0.048,0.346-0.018,0.204-0.061,1.571 0.067,0.290-0.222,0.224-0.242,0.163-0.234,0.115-0.210,-5.331-0.541,0.397-0.006,5.387 0.340,-0.397-0.104,-0.937-0.129,-1.225-0.136,-1.328-0.132,-1.305-0.118,-1.153-0.093,-1.029-0.070,-0.852-0.051,-0.676-0.033,-0.517-0.020,-0.375-0.011,-0.259-0.003,0.298 0.154,0.485 0.238,0.628 0.276,0.677 0.282,0.657 0.262,0.595 0.233,0.484 0.181,-0.023 0.038,-0.199-0.022,-0.292-0.058,-0.330-0.076,-0.325-0.082,-1.580-0.443,0.908 0.149,-0.838-0.241,-0.884-0.233,-0.834-0.205,-0.734-0.172,-1.375-0.252,0.644 0.071,-0.363-0.089,-0.277-0.062,-0.202-0.043,-0.140-0.027,-0.090-0.013,0.077-0.030,0.177-0.040,0.227-0.040,0.240-0.041,0.229-0.036,0.207-0.029,0.174-0.026,0.142-0.018,0.110-0.015,-0.601 0.139,0.145 0.008,1.088-0.074,0.051 0.037,-0.084 0.038,-0.165 0.037,-0.210 0.033,-0.172 0.026,-0.264 0.027,-0.246 0.020,-0.218 0.014,-0.183 0.012,-0.148 0.007,-0.115 0.004,-0.580-0.006,0.591 0.020,-0.059 0.014,-0.067 0.017,-0.064 0.014,-0.058 0.014,-0.048 0.010,-0.038 0.008,-0.030 0.006,-0.021 0.005,0.724 0.301</inkml:trace>
</inkml:ink>
</file>

<file path=ppt/ink/ink11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1047.000 1145.000,'0.000'0.086,"0.000"0.136,0.000 0.163,0.000 0.362,0.000 0.368,0.000 0.367,0.000 0.339,0.000 0.294,0.000 0.243,0.000 0.191,0.000-1.321,0.000 3.244,0.000 1.087,0.000 0.740,0.000 0.461,0.000 0.249,0.000 0.092,0.000-4.106,0.000 4.463,0.000-0.288,0.000-0.577,0.000-0.724,0.000-0.769,0.000-0.746,0.000-0.679,0.000-2.161,0.000 2.706,0.000 0.791,0.000 0.870,0.000 0.861,0.000 0.800,0.000-1.947,0.000-0.040,0.000 2.010,0.000-0.697,0.000-0.854,0.000-0.891,0.000-0.849,0.000-0.760,0.000-0.458,0.000-0.571,0.000-0.506,0.000-0.428,0.000-0.342,0.000-0.518,0.000-0.099,0.000 0.039,0.000-0.135,0.000-0.111,0.000-0.088,0.000-0.066,0.000-0.048,0.000-0.037,0.000-0.061,0.000-0.050,0.000-0.043,0.000-0.031,0.000-0.023,0.000-0.016,0.000-0.011,0.000-0.005,0.000-0.003,0.000 0.000,0.000 0.001,0.011-0.024,0.017-0.058,0.020-0.071,0.021-0.073,0.020-0.072,0.019-0.064,0.539-2.153</inkml:trace>
</inkml:ink>
</file>

<file path=ppt/ink/ink11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1059.000 1118.000,'0.009'0.000,"0.013"0.000,0.017 0.000,0.016 0.000,0.016 0.000,0.014 0.000,0.011 0.000,0.011 0.000,0.663 0.000,0.293 0.000,0.480 0.000,1.101 0.015,0.558 0.023,0.415 0.026,0.294 0.028,0.194 0.024,1.223 0.009,1.549 0.004,0.767-0.013,0.482-0.020,0.266-0.019,0.113-0.018,-3.389-0.085,0.769-0.098,7.122-0.454,2.185-0.325,1.623-0.275,1.141-0.221,0.750-0.171,-1.301 0.080,-0.429 0.048,-0.634 0.093,-0.725 0.113,-0.732 0.120,-0.687 0.117,-0.609 0.104,0.362 0.050,-1.828 0.176,-1.903 0.166,-1.778 0.146,-1.543 0.119,-1.265 0.093,-4.648 0.121,3.198 0.010,-1.055 0.123,-0.913 0.118,-0.749 0.104,-0.583 0.086,-0.419 0.138,-0.032 1.044,-0.028 1.138,0.050 1.202,0.097 1.153,0.119 1.039,0.126 0.889,0.105 0.721,-0.015-0.296,-0.056-0.611,-0.076-0.754,-0.082-0.777,-0.080-0.729,-0.101-0.848,-0.030-0.265,-0.017-0.149,-0.007-0.060,-0.001 0.000,0.005 0.041,-0.305-2.302,1.811 12.660,0.598 4.290,0.171 1.418,-0.110-0.468,-0.271-1.593,-0.349-2.150,-0.759-5.059,-0.209 1.191,-0.703-2.559,-0.660-2.305,-0.577-1.952,-0.474-1.559,-0.370-1.188,-0.511-0.883,-0.660-0.597,-0.664-0.400,-0.609-0.248,-0.526-0.132,-0.429-0.050,2.980 0.350,-2.515-0.247,-0.792-0.047,-3.999-0.313,-0.648 0.012,-0.133 0.054,0.199 0.075,0.393 0.084,0.483 0.083,0.504 0.073,0.474 0.065,0.420 0.052,0.353 0.041,0.283 0.030,0.217 0.022,-8.490 0.040,-7.065 0.042,-2.285 0.069,0.080 0.068,1.517 0.063,2.268 0.054,6.745 0.041,-1.213 0.089,2.440 0.023,2.331-0.002,2.090-0.018,1.782-0.028,1.451-0.030,3.376-0.108,-1.850-0.061,1.117-0.107,0.881-0.086,0.665-0.062,0.473-0.043,0.317-0.029,1.515-1.096</inkml:trace>
</inkml:ink>
</file>

<file path=ppt/ink/ink11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1375.000 1196.000,'0.238'0.015,"0.359"0.022,0.402 0.026,0.392 0.024,0.349 0.021,0.295 0.020,-1.166-0.082,2.228 0.059,1.036-0.010,0.946-0.011,0.826-0.013,0.695-0.014,0.560-0.012,-3.824-0.052,6.934-0.231,1.228-0.212,0.687-0.187,0.293-0.159,0.015-0.130,-0.160-0.099,-2.878 0.188,-0.503 0.004,1.285-0.216,-1.100 0.000,-1.110 0.002,-1.038 0.005,-0.913 0.007,-1.734 0.258,0.346-0.101,-0.871 0.145,-0.792 0.149,-0.677 0.138,-0.555 0.122,-0.433 0.102,-0.323 0.082,-0.502 0.079,1.211 0.256</inkml:trace>
</inkml:ink>
</file>

<file path=ppt/ink/ink11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1535.000 1154.000,'0.174'0.087,"0.263"0.132,0.298 0.148,0.290 0.145,0.261 0.132,0.222 0.110,0.178 0.088,0.174 0.100,0.497 0.266,0.551 0.297,0.549 0.296,0.511 0.276,0.449 0.244,-1.613-0.855,0.040 0.009,2.131 1.014,-0.194-0.207,-0.326-0.281,-0.384-0.302,-0.389-0.293,-0.638-0.315,-0.541-0.235,-0.532-0.200,-0.484-0.166,-0.421-0.128,-0.346-0.098,-0.329 0.013,-0.290 0.083,-0.248 0.121,-0.198 0.137,-0.156 0.137,-0.114 0.126,-0.081 0.111,-0.381 0.316,-0.387 0.300,-0.334 0.223,-0.276 0.159,-0.223 0.107,-0.171 0.064,-0.883 0.638,-0.118 0.024,0.090-0.121,0.206-0.193,0.260-0.222,0.267-0.220,0.627-0.482,0.340-0.251,0.336-0.242,0.312-0.222,0.275-0.194,0.230-0.161,0.580 0.051</inkml:trace>
</inkml:ink>
</file>

<file path=ppt/ink/ink11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1701.000 1123.000,'1.178'-0.295,"1.757"-0.290,1.560-0.165,1.374-0.093,1.137-0.039,0.896-0.006,0.667 0.017,-0.124 0.118,-0.329 0.144,-0.520 0.157,-0.592 0.153,-0.586 0.135,-1.222 0.116,-0.786 0.086,-0.867 0.075,-0.859 0.059,-0.795 0.048,-0.699 0.035,-0.586 0.024,-0.582 0.008,-0.540-0.003,-0.478-0.010,-0.402-0.014,-0.327-0.016,-0.256-0.015,0.945-0.127,-0.234 0.018,-3.522 0.374,-0.564 0.151,0.004 0.123,0.354 0.095,0.538 0.070,0.607 0.049,3.150-0.794,-2.378 0.916,0.552 0.070,0.544 0.017,0.496-0.017,0.427-0.038,0.353-0.049,0.276-0.050,0.209-0.050,0.149-0.044,0.101-0.038,0.061-0.029,-0.034-0.661,1.103 1.991,0.524 0.684,0.254 0.352,0.063 0.113,-0.065-0.050,-0.142-0.147,-0.181-0.202,-0.386-0.445,-0.338-0.273,-0.356-0.270,-0.345-0.254,-0.317-0.224,-0.275-0.191,-0.431 0.146,-0.380 0.149,-0.336 0.198,-0.285 0.217,-0.232 0.210,-0.179 0.194,-0.133 0.166,-0.585 0.321,-0.315 0.104,-0.120-0.046,0.016-0.135,0.098-0.185,0.147-0.203,0.133-0.299,-0.049-0.222,-0.098-0.208,-0.120-0.182,-0.130-0.157,-0.124-0.127,0.019-0.136,0.318-0.197,0.407-0.192,0.433-0.177,0.421-0.151,0.378-0.126,0.327-0.100,-0.720-0.402</inkml:trace>
</inkml:ink>
</file>

<file path=ppt/ink/ink11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1818.000 1124.000,'0.026'0.146,"0.021"0.150,0.096 0.920,0.055 0.790,0.045 0.775,0.036 0.709,0.028 0.614,0.018 0.508,0.013 0.132,0.008-0.116,0.004-0.269,0.002-0.346,-0.001-0.369,-0.001-0.357,-0.144-1.789,0.674 3.281,0.193 0.469,0.070 0.073,-0.016-0.185,-0.068-0.338,-0.098-0.410,-0.597-2.714,0.439 2.086,-0.163-0.755,-0.154-0.750,-0.135-0.685,-0.113-0.590,-0.090-0.480,-0.067-0.375,-0.048-0.277,-0.034-0.195,-0.019-0.127,-0.011-0.075,-0.005-0.037,0.001-0.009,0.003 0.007,0.010 0.127,0.003-0.038,0.003-0.050,-0.020-3.014</inkml:trace>
</inkml:ink>
</file>

<file path=ppt/ink/ink11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1813.000 1091.000,'0.049'0.000,"0.075"0.000,0.083 0.000,0.081 0.000,0.071 0.000,0.060 0.000,0.048 0.000,0.035 0.000,0.026 0.000,0.016 0.000,0.011 0.000,0.109 0.042,0.256 0.066,0.296 0.076,0.300 0.078,0.280 0.072,0.246 0.064,0.208 0.053,-1.786-0.355,2.797 0.873,0.689 0.507,0.567 0.495,0.447 0.448,0.333 0.380,0.236 0.307,-1.467-0.723,-0.158 0.021,0.799 0.794,-0.481 0.029,-0.510 0.000,-0.488-0.018,-0.434-0.027,-0.449-0.050,-0.517-0.190,-0.472-0.210,-0.403-0.204,-0.330-0.184,-0.254-0.157,-0.567 0.243,-0.437 0.318,-0.345 0.215,-0.260 0.130,-0.188 0.068,-0.127 0.021,1.229-2.512,-1.494 3.103,-0.084 0.188,-0.011 0.025,0.035-0.080,0.063-0.144,0.076-0.172,-0.093-0.149,-0.099-0.308,-0.134-0.310,-0.143-0.284,-0.141-0.248,-0.125-0.205,0.834-0.806,0.067-0.148,-6.449 2.608</inkml:trace>
</inkml:ink>
</file>

<file path=ppt/ink/ink11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1786.000 1033.000,'0.000'-0.013,"0.000"-0.024,-0.052-0.119,-0.078-0.076,-0.088-0.062,-0.087-0.045,-0.079-0.035,0.306 0.303,-0.482-0.354,-0.172-0.074,-0.142-0.061,-0.112-0.047,-0.087-0.035,-0.063-0.025,-0.151-0.049,-0.056 0.020,-0.041 0.033,-0.030 0.038,-0.020 0.039,-0.012 0.037,-0.008 0.031,-0.142 0.097,-0.219 0.128,-0.253 0.141,-0.254 0.139,-0.237 0.125,-0.209 0.110,-0.044 0.104,-0.073 0.109,-0.035 0.099,-0.009 0.088,0.010 0.073,0.019 0.059,0.027 0.045,2.276-0.633,-2.644 0.770,-0.282 0.125,-0.219 0.112,-0.159 0.094,-0.111 0.079,-0.071 0.061,3.237-1.106,-3.597 1.551,0.215 0.135,0.376 0.020,0.446-0.054,0.457-0.096,0.428-0.113,1.567-1.030,-1.251 1.355,0.136 0.276,0.151 0.213,0.150 0.159,0.139 0.111,0.123 0.073,1.193-2.290,-1.381 3.025,0.006 0.263,0.057 0.107,0.086 0.002,0.097-0.065,0.096-0.102,0.137-0.185,0.090-0.025,0.078-0.002,0.065 0.014,0.054 0.023,0.040 0.028,0.389-1.411,-0.249 2.050,0.132 0.287,0.133 0.211,0.121 0.145,0.105 0.092,0.157-1.091,0.128 0.687,0.136-0.080,0.123-0.145,0.107-0.177,0.087-0.188,0.070-0.183,-0.300-2.233,0.524 2.548,0.135-0.041,0.113-0.100,0.092-0.133,0.071-0.143,0.053-0.139,0.038-0.126,0.064-0.252,0.148-0.129,0.168-0.118,0.166-0.101,0.156-0.083,0.137-0.067,0.147-0.023,-0.112-0.300,-0.173-0.328,-0.199-0.320,-0.200-0.291,-0.183-0.249,-1.090-1.002,0.481 0.357,2.630 1.668,0.718 0.233,0.314-0.014,0.040-0.163,-0.128-0.242,-0.223-0.267,-0.258-0.260,-1.169-0.609,0.185-0.073,1.794 0.250,0.233-0.187,0.099-0.179,0.008-0.160,-0.049-0.136,-0.082-0.110,-3.941-0.304,4.222 0.101,-0.211-0.120,-0.472-0.078,-0.596-0.047,-0.630-0.022,-0.599-0.008,-2.095 0.085,3.771-0.180,0.959-0.074,0.512-0.058,0.188-0.045,-0.038-0.031,-0.181-0.023,-0.262-0.013,0.878-0.230,-0.220-0.085,-0.494-0.021,-0.618 0.021,-0.642 0.042,-1.969 0.269,1.576-0.489,0.009-0.213,-0.030-0.195,-0.057-0.173,-0.068-0.145,-0.071-0.119,-3.037 1.410,3.059-1.748,-0.392 0.015,-0.478 0.136,-0.493 0.201,-0.467 0.227,-0.411 0.223,-1.267 1.014,2.263-3.165,0.415-1.178,0.152-0.699,-0.021-0.345,-0.124-0.101,-0.177 0.058,-0.193 0.148,-0.323-0.723,-0.355-0.554,-0.351-0.384,-0.320-0.248,-0.273-0.142,-0.400 0.233,-0.284 0.175,-0.240 0.486,-0.192 0.651,-0.148 0.707,-0.109 0.692,-0.075 0.631,0.226 2.493,-0.963-2.696,-0.726 0.038,-0.728 0.002,-0.660-0.018,-0.563-0.030,-0.451-0.034,-0.345-0.034,-0.247-0.030,-0.169-0.025,-0.106-0.021,-0.057-0.014,-0.168 0.027,-0.183 0.030,0.049 0.219,0.188 0.320,0.261 0.359,0.288 0.355,0.097 0.297,0.363 0.398,0.502 0.426,0.549 0.413,0.537 0.371,0.485 0.316,0.891 0.397,0.118 0.079,-0.322-0.041,0.008 0.064,-0.044 0.038,-0.078 0.015,-0.094 0.002,-0.098-0.009,-0.358-0.015,-0.075 0.009,0.060 0.015,0.142 0.016,0.187 0.016,0.201 0.016,0.198 0.013,0.182 0.012,0.090-0.001,0.259 0.045,0.237 0.048,0.201 0.046,0.162 0.040,0.124 0.033,0.089 0.025,0.062 0.020,0.038 0.013,0.021 0.009,0.009 0.006,0.002 0.002,-0.070 0.039</inkml:trace>
</inkml:ink>
</file>

<file path=ppt/ink/ink11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1316.000 1198.000,'0.089'0.000,"0.135"0.000,0.266-0.059,0.384-0.092,0.415-0.107,0.408-0.108,0.371-0.102,-1.121 0.253,2.069-0.477,0.437-0.100,0.221-0.051,0.068-0.014,-0.038 0.011,-0.102 0.026,-0.139 0.035,0.389-0.024,0.734-0.065,0.898-0.086,0.940-0.093,0.907-0.091,0.819-0.084,0.353 0.018,0.023 0.084,-0.193 0.120,-0.322 0.137,-0.381 0.137,-0.396 0.128,-5.731 0.484,5.232-0.273,1.745 0.043,0.223 0.093,-0.059 0.080,-0.239 0.063,-0.346 0.050,-0.394 0.037,-4.401 0.008,5.085-0.100,-0.515-0.066,-0.705-0.059,-0.771-0.049,-0.750-0.039,-2.624 0.140,1.197-0.113,-0.603 0.012,-0.549 0.016,-0.474 0.018,-0.393 0.018,-0.314 0.017,-1.116 0.136,1.042-0.114,-0.206 0.039,-0.193 0.038,-0.167 0.034,-0.136 0.029,-0.505 0.034,0.379-0.002,-0.111 0.016,-0.112 0.011,-0.102 0.005,-0.088 0.005,-0.071 0.002,0.110-0.001,0.030 0.000,-0.021-0.001,-0.050-0.001,-0.062-0.002,-0.064 0.000,-0.197-0.015,0.858-0.085,0.277-0.035,0.097-0.011,-0.021 0.004,-0.095 0.013,-0.112 0.003,-0.162-0.001,-0.162-0.004,-0.144-0.005,-0.125-0.007,-0.100-0.006,-0.327 0.092,0.402-0.081,0.092 0.019,0.099 0.022,0.092 0.022,0.083 0.019,0.068 0.016,-0.051 0.014,-0.085 0.009,-0.113 0.007,-0.117 0.005,-0.113 0.003,0.593 0.026</inkml:trace>
</inkml:ink>
</file>

<file path=ppt/ink/ink11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1547.000 1135.000,'0.000'-0.010,"0.000"-0.016,0.000-0.017,0.000-0.020,0.000-0.018,0.000-0.015,0.000-0.014,0.037 0.004,0.061 0.007,0.071 0.010,0.074 0.012,0.073 0.013,-0.114 0.038,0.707-0.002,0.320 0.044,0.231 0.047,0.158 0.047,0.099 0.041,0.056 0.037,0.020 0.031,-0.155 0.012,0.967 0.160,0.344 0.050,0.283 0.027,0.222 0.010,0.165 0.000,-1.647-0.198,1.380 0.251,-0.340-0.012,-0.398-0.033,-0.398-0.046,-0.366-0.048,-0.406 0.013,-0.345 0.062,-0.305 0.083,-0.254 0.088,-0.202 0.084,-0.152 0.076,-0.110 0.063,-0.071 0.160,-0.043 0.294,-0.025 0.326,-0.011 0.323,-0.001 0.299,0.045-1.283,-0.167 2.339,-0.183 0.493,-0.206 0.319,-0.204 0.186,-0.184 0.087,-0.159 0.021,-0.299-0.371,-0.144-0.390,-0.085-0.338,-0.011-0.369,0.040-0.364,0.070-0.335,0.083-0.294,0.031-0.195,0.072-0.214,0.063-0.165,0.050-0.122,0.040-0.085,0.029-0.056,0.954-0.904,-0.967 0.808,0.040-0.108,0.086-0.134,0.111-0.141,0.121-0.139,0.116-0.123,0.108-0.109,-0.891-0.168</inkml:trace>
</inkml:ink>
</file>

<file path=ppt/ink/ink11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595.000 399.000,'0.048'0.199,"0.074"0.305,0.084 0.344,0.082 0.339,0.074 0.307,0.063 0.261,0.052 0.212,0.040 0.163,0.028 0.119,0.020 0.083,0.013 0.052,0.008 0.031,0.002 0.013,0.001 0.003,0.100-0.010,0.274 0.698,0.908 2.658,0.190 0.494,0.018 0.049,-0.090-0.235,-0.151-0.391,-0.620-1.908,0.032 0.100,0.698 2.210,-0.089-0.203,-0.143-0.374,-0.167-0.444,-0.167-0.450,-0.239-0.686,-0.167-0.435,-0.152-0.390,-0.129-0.333,-0.108-0.270,-0.083-0.210,-0.064-0.156,-0.044-0.110,-0.184-0.894,0.703 5.498</inkml:trace>
</inkml:ink>
</file>

<file path=ppt/ink/ink11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606.000 489.000,'0.012'0.023,"0.018"0.037,0.020 0.041,0.021 0.040,0.018 0.037,0.016 0.033,0.013 0.025,-0.005-0.010,0.059 0.118,0.144 0.241,0.141 0.204,0.223 0.348,0.111 0.170,0.074 0.119,0.045 0.079,0.025 0.045,-0.501-0.853,0.911 1.264,0.172 0.098,0.101 0.015,0.049-0.041,0.012-0.072,-0.014-0.088,-0.370-0.451,-0.040-0.075,0.176 0.140,-0.029-0.076,-0.023-0.067,-0.019-0.054,-0.014-0.046,-0.010-0.034,0.038-0.005,-0.088-0.122,-0.103-0.134,-0.103-0.131,-0.096-0.119,-0.086-0.103,-0.070-0.093,-0.143-0.130,-0.139-0.119,-0.123-0.101,-0.105-0.083,-0.084-0.063,-0.065-0.047,-0.047-0.032,-0.031-0.021,-0.022-0.012,-0.010-0.006,-0.006-0.001,0.001-0.001,0.152-0.398,0.100-0.332,0.086-0.320,0.070-0.285,0.056-0.238,-0.046 0.247,0.225-0.639,0.062-0.205,0.028-0.138,0.004-0.088,-0.011-0.047,0.008-0.064,-0.063 0.184,-0.064 0.184,-0.074 0.230,-0.078 0.243,-0.074 0.235,-0.068 0.214,-0.226 0.795,0.178-0.856,-0.040 0.071,-0.025 0.070,-0.011 0.065,-0.004 0.056,0.002 0.045,0.005 0.034,-0.116 0.491,-0.007 0.019,0.070-0.315,-0.013 0.101,-0.013 0.112,-0.009 0.109,-0.007 0.099,-0.005 0.085,-0.004 0.069,0.365-0.206</inkml:trace>
</inkml:ink>
</file>

<file path=ppt/ink/ink11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334.000 507.000,'0.008'0.000,"0.013"0.000,0.015 0.000,0.015 0.000,0.014 0.000,0.012 0.000,0.011 0.000,0.008 0.000,0.007 0.000,0.047 0.000,0.113 0.000,0.422 0.052,0.348 0.078,0.330 0.088,0.292 0.088,0.241 0.077,-0.423-0.059,0.436 0.118,0.437 0.120,2.452 0.578,0.777 0.137,0.523 0.057,0.321-0.003,-0.648-0.226,1.867 0.213,0.150-0.101,-0.208-0.163,0.095-0.119,0.086-0.115,0.071-0.104,0.059-0.088,-0.813-0.128,3.838 0.134,0.877-0.066,0.615-0.069,0.402-0.063,-0.259-0.096,0.740-0.069,0.788-0.064,0.758-0.057,0.679-0.048,0.577-0.037,0.466-0.030,-9.304-0.095,5.338-0.223,1.337-0.198,11.853-0.818,0.421-0.326,-0.983-0.192,-1.809-0.092,-2.204-0.022,-2.679 0.029,-1.006-0.087,-0.048-0.214,-1.235-0.053,-1.164-0.030,-1.038-0.016,-0.886-0.001,-2.508 0.302,0.999-0.352,-0.765 0.013,-0.828 0.055,-0.819 0.079,-0.761 0.090,-6.645 1.657,7.441-2.020,0.019-0.202,-0.674-0.027,-0.819 0.025,-0.848 0.053,-0.796 0.068,-2.421 0.931,-0.407 0.111,0.707-0.518,-0.701 0.126,-0.638 0.110,-0.550 0.093,-0.456 0.075,-1.362 1.308,0.722-1.021,-0.195-0.037,-0.044-0.408,-0.256 0.121,-0.204 0.170,-0.155 0.188,-0.133 0.821,-0.049-0.579,-0.123-0.154,-0.274-0.352,-0.298-0.114,-0.306-0.070,-0.291-0.037,-0.265-0.012,0.002 0.461,-0.540-0.148,-2.607-1.189,-1.214-0.236,-0.983-0.140,-0.767-0.068,-0.574-0.015,-0.408 0.021,4.743 1.777,-5.966-1.697,-0.627 0.113,-1.055 0.051,-0.242 0.266,-0.072 0.281,0.042 0.274,-0.665 0.182,0.627 0.362,0.735 0.333,0.746 0.289,0.696 0.239,0.608 0.188,0.129 0.171,-0.634 0.131,-0.890 0.108,-0.987 0.082,-0.978 0.062,-0.898 0.044,-0.782 0.029,3.144 0.044,-1.772 0.154,-10.598 0.654,-1.106 0.383,0.330 0.307,1.167 0.234,9.060-0.590,0.641 0.162,-4.754 0.987,2.339 0.023,2.442-0.108,2.308-0.183,4.613-0.759,-2.646 0.881,-0.320 0.263,-0.146 0.157,-1.089 0.414,0.343-0.056,0.494-0.135,0.567-0.179,-0.830 0.197,0.911-0.366,0.869-0.365,5.192-1.460,-3.725 1.020,0.895-0.232,0.949-0.231,0.915-0.213,0.825-0.184,0.706-0.154,0.718-0.182,0.394-0.075,0.303 0.023,0.322 0.031,0.253 0.059,0.194 0.075,0.140 0.078,0.058-0.647,0.134 0.914,0.231 0.618,0.136 0.129,0.119 0.119,0.030-0.112,-0.008-0.169,-0.191-0.513,0.058 0.056,0.033-0.077,0.034-0.076,0.034-0.069,0.032-0.064,0.028-0.054,-0.044-0.257,0.493 0.283,0.223 0.056,0.389 0.163,0.081-0.035,0.005-0.067,-0.049-0.084,-0.079-0.090,16.725 6.874</inkml:trace>
</inkml:ink>
</file>

<file path=ppt/ink/ink11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255.000 500.000,'0.014'0.000,"0.021"0.000,0.025 0.000,0.026 0.000,0.026 0.000,0.100 0.000,0.143 0.000,0.161 0.000,0.160 0.000,0.150 0.000,0.133 0.000,-0.217 0.000,2.737 0.000,2.801 0.000,1.162 0.000,0.486 0.000,0.013 0.000,-0.298 0.000,-0.478 0.000,3.055 0.084,1.687 0.044,1.158 0.017,0.737-0.002,0.414-0.012,0.181-0.020,-5.730-0.122,0.387-0.069,5.856-0.225,-0.478-0.136,-1.034-0.098,-1.328-0.070,-1.430-0.044,-8.475 0.518,3.924-0.263,-0.401 0.019,2.277-0.167,-1.229 0.076,-1.208 0.084,-1.111 0.079,-0.973 0.073,-2.752 0.189,7.335-0.159</inkml:trace>
</inkml:ink>
</file>

<file path=ppt/ink/ink11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432.000 504.000,'1.414'0.047,"0.374"0.006,0.722 0.012,4.749 0.127,1.940 0.070,1.332 0.064,0.846 0.054,-9.249-0.311,9.623 0.270,0.455-0.007,-0.234-0.017,-0.666-0.022,-0.903-0.021,-0.994-0.023,-7.407-0.195,11.135 0.256,2.263-0.001,1.757-0.027,1.301-0.037,0.912-0.044,0.596-0.043,-7.093-0.079,0.994-0.013,13.355 0.015,-0.028-0.029,-1.426-0.023,-2.157-0.017,-2.419-0.010,-10.144-0.030,6.051-0.086,-2.103-0.031,-1.967-0.008,-1.728 0.006,-1.439 0.017,-2.990 0.041,-0.715 0.014,-0.682 0.012,0.472 0.001,-1.214 0.018,-1.098 0.015,-0.937 0.011,-0.736 0.009,-0.701 0.006,-0.529 0.005,-0.375 0.002,-0.249 0.001,-0.152 0.000,-0.078 0.000,-0.029-0.001,0.006-0.001,0.024 0.000,0.034-0.001,0.075-0.002,0.062 0.001,0.097 0.000,0.116 0.000,0.034-0.001,0.001 0.000,-0.022 0.000,-0.032 0.000,-0.037 0.000,-0.034 0.000,-0.033-0.001,-0.027 0.001,-0.022 0.000,-0.016 0.000,-0.013 0.000,-0.007 0.000,-0.006 0.000,-0.002 0.000,-0.002 0.000,0.000 0.000,0.001 0.000,-0.000 0.000,0.024-0.011,0.047-0.017,0.056-0.020,0.058-0.021,0.056-0.020,0.050-0.019,-0.178 0.061,0.167-0.036,0.044 0.002,0.215-0.026,0.011 0.015,-0.018 0.016,-0.035 0.015,-0.161-0.050,0.129-0.129,0.049-0.112,0.318-0.370,0.095-0.217,0.077-0.187,0.062-0.155,0.044-0.122,0.099-0.195,-0.028-0.034,-0.048 0.002,-0.057 0.025,-0.059 0.036,-0.055 0.042,0.303-0.992,0.078-0.423,-0.005-0.185,-0.086 0.037,-0.135 0.179,-0.156 0.261,-0.160 0.294,-0.525 1.418,0.349-1.678,-0.182 0.123,-0.152 0.237,-0.122 0.287,-0.093 0.294,-0.109 1.016,-0.219-0.923,-0.273-0.278,-0.559-0.576,-0.525-0.196,-0.513-0.116,-0.478-0.057,-0.421-0.011,0.097 0.571,-0.555-0.049,-1.993-0.741,-0.685 0.075,-0.488 0.137,-0.326 0.166,-0.199 0.178,1.595 0.696,-0.169 0.089,-2.296-0.445,0.100 0.211,0.275 0.215,0.372 0.203,0.409 0.181,2.007 0.417,0.055 0.021,-1.556-0.235,-0.065 0.064,-0.069 0.070,-0.068 0.073,-0.060 0.068,3.360 0.487,-5.511-0.369,-1.588 0.030,-1.021 0.054,-3.670-0.054,0.039 0.122,0.594 0.119,0.907 0.112,8.189 0.225,-3.774-0.048,0.221 0.040,-2.167 0.018,0.873 0.048,0.991 0.035,1.009 0.026,0.958 0.018,5.639-0.009,-3.036 0.011,0.046 0.002,-3.063 0.019,0.563 0.000,0.705-0.002,0.738-0.004,0.700-0.004,1.336-0.010,-0.739 0.001,0.608-0.004,0.621-0.005,0.573-0.002,0.497-0.002,1.589-0.003,-0.573 0.001,-2.068-0.001,-0.569 0.000,-0.755-0.001,-0.053-0.000,0.145 0.000,0.261 0.000,1.668 0.001,-0.636-0.001,0.200 0.000,0.094 0.001,0.289-0.001,0.290 0.001,0.272-0.001,0.317 0.017,0.172 0.025,0.140 0.034,-0.072 0.164,0.144 0.204,0.119 0.227,0.092 0.224,0.069 0.208,0.364-0.323,0.044 0.117,-0.082 0.954,0.227 0.392,0.238 0.348,0.228 0.297,0.207 0.243,0.157-0.230,0.541 1.250,0.248-0.111,0.159-0.312,0.092-0.407,0.041-0.431,0.287-0.912,3.162 1.707,1.763 0.444,1.554 0.373,0.515-0.122,0.048-0.288,-0.262-0.378,-2.937-1.460,2.448 0.612,0.445-0.141,4.534 0.746,1.083-0.319,0.855-0.318,0.641-0.289,-12.861-2.092,7.749 1.034,0.499-0.091,4.935 0.351,0.290-0.174,-0.064-0.166,-0.293-0.150,-0.422-0.129,0.382-0.054,-0.485-0.081,-1.598-0.124,-1.771-0.115,-1.737-0.100,-1.578-0.083,-7.084-0.461,3.689 0.209,3.030 0.156,-0.127-0.001,0.260 0.017,-0.998-0.059,-1.139-0.069,-1.147-0.072,5.257 0.222</inkml:trace>
</inkml:ink>
</file>

<file path=ppt/ink/ink11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347.000 677.000,'-0.295'-0.018,"-0.460"-0.030,-0.536-0.032,-0.540-0.035,-0.563 0.075,-0.401 0.143,-0.308 0.173,-0.225 0.180,-0.154 0.169,-0.098 0.148,1.071-0.049,-2.101 0.986,-0.535 0.498,-0.936 0.718,-0.078 0.310,0.107 0.179,0.222 0.085,3.530-2.061,-2.175 1.641,0.205 0.142,-0.205 0.578,0.545-0.011,0.584-0.082,0.574-0.125,0.533-0.143,0.390 0.301,0.550-0.291,0.420-0.252,0.345-0.294,0.274-0.299,0.207-0.282,0.151-0.253,-0.065-1.636,0.644 1.864,0.571 0.251,0.566 0.217,0.527 0.180,0.467 0.146,0.397 0.110,-1.691-1.805,2.253 1.502,0.679 0.034,1.426 0.364,0.543-0.182,0.360-0.240,0.219-0.265,0.109-0.265,-5.508-1.850,7.458 1.518,0.622-0.396,0.108-0.381,-0.237-0.344,-0.444-0.297,-0.549-0.247,0.170-0.542,0.740-0.576,0.774-0.552,-0.383-0.346,-0.703-0.222,-0.864-0.125,-0.910-0.054,-1.944 0.277,-0.156-0.336,-1.065 0.027,-1.000 0.067,-0.890 0.089,-0.761 0.100,-0.628 0.097,-0.656 0.974,-0.353-1.451,-0.533 0.076,-0.306 0.197,-0.144 0.254,-0.031 0.267,0.887 1.170,-4.660-4.631</inkml:trace>
</inkml:ink>
</file>

<file path=ppt/ink/ink11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641.000 673.000,'-1.841'-0.074,"-1.106"-0.031,-0.948-0.017,-0.700-0.004,-0.491 0.005,-0.320 0.012,-0.187 0.015,2.944 0.056,-5.831-0.008,-0.673 0.068,-0.042 0.072,0.356 0.070,0.575 0.063,0.698 0.251,0.582 0.357,0.521 0.393,0.443 0.385,0.357 0.352,0.277 0.301,0.204 0.247,1.758-0.424,-2.542 2.399,-0.139 0.728,0.205 0.341,0.417 0.062,0.533-0.126,0.575-0.244,1.756-1.843,-1.253 2.448,0.725-0.356,0.704-0.516,0.635-0.577,0.542-0.568,0.468-0.784,0.303-0.488,0.232-0.437,0.168-0.375,0.117-0.306,0.074-0.243,-0.036-0.924,1.063 1.155,1.243 0.878,0.795 0.447,3.438 2.248,0.842 0.047,0.293-0.332,-0.068-0.533,-6.261-3.445,5.497 2.300,0.426-0.328,1.107-0.202,0.618-0.366,0.579-0.333,0.512-0.286,0.433-0.236,-0.838-0.384,2.147-0.105,0.142-0.235,-0.230-0.218,-0.466-0.193,-0.594-0.164,-8.383-0.011,10.783-0.512,0.234-0.346,-0.250-0.254,-0.534-0.175,-0.669-0.113,-0.703-0.064,-0.201-0.470,-0.532-0.467,-0.936-0.402,-1.125-0.329,-1.163-0.258,-1.103-0.195,-2.415 1.005,-0.559-0.107,-0.552-0.109,-0.525-0.106,-0.368-1.059,-0.953-0.184,-0.884-0.145,-0.786-0.109,-0.421 0.499,-0.450 0.049,-0.378 0.076,-1.388-1.160,-0.308 0.421,-0.111 0.480,0.016 0.472,3.194 2.926,-1.987-1.475,-0.737-0.265,-4.783-2.592,-0.681-0.028,0.116 0.318,0.586 0.499,6.681 3.428,-3.572-1.562,-0.425 0.027,-5.226-1.426,-0.478 0.477,-0.009 0.572,0.284 0.589,0.446 0.549,2.475 0.774,-1.267 0.361,0.711 0.403,0.862 0.296,0.898 0.208,0.862 0.136,0.777 0.078,2.173-0.243,-12.670 3.707</inkml:trace>
</inkml:ink>
</file>

<file path=ppt/ink/ink11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421.000 996.000,'-1.362'-0.417,"-1.030"-0.286,-0.740-0.180,-0.501-0.099,-0.310-0.040,-0.167-0.000,-0.650-0.028,-0.336 0.089,-0.318 0.102,-0.280 0.102,-0.230 0.093,1.289 0.234,-0.404 0.066,-1.474 0.045,-0.257 0.125,-0.102 0.124,0.005 0.112,0.077 0.098,1.204 0.061,-0.696 0.211,0.366 0.197,0.432 0.199,0.445 0.187,0.426 0.168,0.387 0.143,2.323-0.638,-3.571 1.826,-0.426 0.638,0.857-0.235,0.102 0.115,0.187 0.027,0.237-0.038,1.424-0.842,-1.342 1.260,0.253 0.157,-0.166 0.693,0.644-0.043,0.660-0.125,0.618-0.168,1.984-3.172,-1.180 3.451,0.552 0.162,0.496-0.010,0.420-0.119,0.341-0.180,0.266-0.207,-0.333-3.064,0.769 2.326,0.465 0.272,1.684 2.169,0.560-0.140,0.275-0.413,0.074-0.545,-0.051-0.580,-0.660-0.936,-0.368-0.551,-0.409-0.513,-0.407-0.457,-0.378-0.384,-0.332-0.313,-0.280-0.245,4.179 0.105,1.949-0.010,0.993-0.031,0.161-0.056,-0.392-0.072,-0.729-0.074,-2.344-0.151,-0.339-0.066,0.853-0.093,-0.569-0.129,-0.532-0.116,-0.473-0.104,-0.406-0.086,-0.988 0.058,-0.107-0.034,9.316-2.562</inkml:trace>
</inkml:ink>
</file>

<file path=ppt/ink/ink11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636.000 951.000,'-0.530'-0.159,"-2.169"-0.527,-1.472-0.249,-1.163-0.129,-0.875-0.044,-0.626 0.012,-0.260 0.131,2.040 0.370,-0.063 0.100,-2.062 0.031,0.466 0.246,0.646 0.228,0.712 0.201,2.183 0.062,-0.568 0.301,-0.094 0.278,-1.775 1.046,-0.426 0.777,-0.411 0.750,-0.373 0.681,2.463-1.232,-3.522 3.270,0.618 0.365,0.873 0.027,0.948-0.179,0.908-0.290,0.804-0.329,3.069-4.691,-1.177 2.593,-0.720 3.928,0.740 0.549,0.749 0.065,0.698-0.246,0.609-0.418,0.152-3.349,0.320-0.121,1.488 2.329,0.856-0.509,0.690-0.561,0.534-0.553,0.395-0.509,0.277-0.441,-3.831-3.022,8.913 3.797,4.898 0.654,2.379-0.258,1.254-0.510,0.463-0.616,-8.435-1.963,8.518 0.360,-0.647-0.920,-0.619-0.783,-1.061-0.698,-1.275-0.597,-1.332-0.488,-11.258 0.954,11.667-2.286,-0.056-1.214,-1.031-0.919,-1.195-0.726,-1.202-0.547,-1.111-0.392,-3.092 1.154,0.723-1.842,-1.608 0.389,-1.495 0.658,-1.299 0.769,-1.071 0.774,-0.839 0.712,-1.107 3.013,-0.075-1.945,-0.500-0.447,-1.881-2.890,-1.771-1.023,-1.719-0.832,-1.576-0.651,-1.384-0.488,-0.804 0.121,-0.730 0.184,-2.014-0.780,0.336 0.986,0.710 1.101,0.884 1.083,-20.637-8.495</inkml:trace>
</inkml:ink>
</file>

<file path=ppt/ink/ink11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244.000 1073.000,'1.405'0.186,"3.753"0.408,2.411 0.179,1.736 0.095,0.805-0.002,0.244-0.056,-0.144-0.087,-0.397-0.103,-7.662-0.497,8.314 0.192,-0.172-0.226,-0.561-0.188,-0.784-0.151,-0.879-0.116,-0.889-0.086,-5.639 0.339,4.159-0.604,0.367-0.359,2.862-0.996,0.294-0.412,0.068-0.263,-0.083-0.150,-0.178-0.064,26.219-9.772</inkml:trace>
</inkml:ink>
</file>

<file path=ppt/ink/ink11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888.000 1087.000,'1.645'-0.087,"1.709"-0.078,1.644-0.067,1.499-0.055,1.307-0.044,-1.913 0.112,7.374-0.139,0.678 0.043,0.991 0.017,0.431 0.017,0.028 0.016,-0.242 0.016,-8.443 0.134,3.780-0.082,0.427-0.026,9.096-0.253,-0.286-0.056,-1.010-0.032,-1.375-0.014,-10.744 0.363,7.143-0.186,0.640 0.039,6.040-0.015,1.556 0.103,1.326 0.103,1.076 0.093,0.835 0.082,-0.528 0.048,-1.070 0.028,-1.428 0.011,-1.540-0.001,-1.490-0.007,-1.342-0.012,-10.770-0.045,11.359 0.027,-0.319-0.012,-1.007-0.010,-1.375-0.010,-1.508-0.006,-1.483-0.007,-4.322-0.004,-0.556-0.002,2.443-0.001,-1.647-0.003,-1.625-0.001,-1.477 0.000,-2.816-0.025,3.465-0.959</inkml:trace>
</inkml:ink>
</file>

<file path=ppt/ink/ink11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1708.000 1069.000,'0.009'0.000,"0.276"0.026,0.382 0.048,2.226 0.236,1.747 0.170,1.617 0.148,1.404 0.121,1.161 0.097,-5.142-0.510,2.703 0.180,0.921-0.005,8.481 0.370,0.665-0.114,-0.441-0.137,-1.069-0.138,-6.584-0.261,8.058 0.126,2.632-0.015,1.279-0.031,0.743-0.028,0.348-0.023,0.073-0.021,-4.672-0.073,4.382 0.013,-1.537-0.037,-2.052-0.033,-2.216-0.030,-2.141-0.025,-1.930-0.020,4.262-0.015,3.909-0.012,3.669-0.008,3.208-0.004,2.650-0.002,-0.385 0.040,-1.594 0.065,-2.421 0.073,-2.732 0.073,-2.692 0.066,-2.444 0.057,-1.841 0.046,-2.031 0.013,-1.645 0.000,-1.268-0.008,-0.926-0.013,-0.638-0.014,-1.854-0.069,-0.571-0.005,-0.527-0.004,-0.464 0.000,-0.394 0.001,-0.321 0.002,12.519 1.042</inkml:trace>
</inkml:ink>
</file>

<file path=ppt/ink/ink11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1444.000 982.000,'-0.034'-0.459,"-0.055"-0.726,-0.064-0.850,-0.065-0.874,-0.062-0.828,-0.056-0.742,0.158-0.836,0.325-0.241,0.389-0.043,0.399 0.087,0.373 0.159,0.328 0.194,0.100 0.691,0.152 0.438,0.107 0.460,0.070 0.441,0.041 0.401,0.020 0.345,-1.557 1.845,2.500-1.493,1.277-0.325,5.988-1.853,2.624 0.053,1.951 0.370,1.377 0.554,0.910 0.636,-6.222 1.298,0.339 0.381,9.401 0.586,0.252 1.100,-0.301 0.914,-0.624 0.724,-0.776 0.548,-0.914 0.428,-1.440 0.138,-1.163 0.083,-1.305-0.034,-1.304-0.108,-1.216-0.146,-1.074-0.165,-8.610-2.486,9.186 3.109,-0.802-0.005,-1.156-0.220,-1.288-0.339,-1.267-0.387,-1.156-0.386,-4.569-1.914,6.815 3.543,1.350 1.002,0.138 0.281,-0.431-0.091,-0.750-0.316,-0.895-0.433,-3.465-2.064,1.346 0.947,-0.869-0.447,-0.829-0.444,-0.749-0.412,-0.649-0.365,-0.539-0.310,-0.758-0.601,0.182 0.249,-0.227-0.170,-0.153-0.138,-0.092-0.109,-0.049-0.080,-0.013-0.059,0.023-0.034,-0.042-0.091,-0.046-0.087,-0.044-0.078,-0.041-0.066,-0.033-0.053,-0.029-0.040,0.708-0.178</inkml:trace>
</inkml:ink>
</file>

<file path=ppt/ink/ink11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1786.000 972.000,'0.223'0.071,"0.344"0.108,0.389 0.122,0.386 0.123,0.352 0.111,0.302 0.095,0.246 0.079,1.561 0.347,1.200 0.199,0.903 0.099,0.648 0.031,0.433-0.014,-2.838-0.649,3.795 0.391,-0.065-0.213,-0.449-0.220,-0.648-0.207,-0.715-0.181,-0.698-0.150,-4.379-0.131,3.739-0.484,-0.577-0.439,-0.628-0.345,-0.609-0.259,-0.550-0.184,-1.511 1.001,0.625-1.193,-0.232-0.640,-0.134-1.728,-0.532-0.663,-0.508-0.423,-0.451-0.235,-0.379-0.102,0.369 3.460,-0.944-2.978,-0.235 0.201,-0.086 0.384,0.022 0.483,0.091 0.517,-6.129-8.424</inkml:trace>
</inkml:ink>
</file>

<file path=ppt/ink/ink11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1143.000 233.000,'0.000'-0.014,"0.000"-0.021,0.000-0.025,0.000-0.023,0.000-0.022,0.000-0.019,0.080-0.013,0.122-0.016,0.142-0.014,0.139-0.011,0.130-0.008,0.112-0.046,0.407-0.099,0.495-0.103,0.532-0.099,0.305-0.035,0.199-0.008,0.117 0.012,0.716-0.070,0.207 0.040,0.179 0.045,0.771 0.029,0.864 0.045,0.933 0.040,0.906 0.032,0.815 0.026,0.695 0.019,-5.238 0.214,7.462-0.236,1.708 0.016,1.384 0.035,1.076 0.049,-2.907 0.088,1.237 0.047,-0.720 0.086,-1.150 0.107,-1.372 0.114,-1.440 0.112,-1.400 0.104,-3.095-0.052,1.501 0.516,-1.538 0.234,-1.296 0.187,-1.039 0.144,-0.797 0.106,-0.640-0.193,-0.323 0.640,-0.362 0.287,-0.262 0.252,-0.178 0.210,-0.113 0.168,-0.063 0.129,0.531-2.369,-0.873 2.101,-0.424 0.408,-1.168 1.508,-0.558 0.243,-0.424 0.044,-0.308-0.090,-0.210-0.177,0.392-0.778,-0.164-0.161,-0.942 0.463,-0.035-0.335,0.050-0.346,0.105-0.328,0.130-0.297,3.520-2.256,-5.638 2.652,-1.685 0.516,-1.084 0.331,-2.638 1.048,-0.158 0.050,0.314-0.097,0.602-0.191,4.435-1.897,-1.781 0.839,0.647-0.238,-1.336 0.692,1.235-0.488,1.167-0.474,1.031-0.428,4.864-2.402,-3.845 2.066,1.078-0.455,0.993-0.457,0.856-0.419,0.696-0.359,0.539-0.291,0.397-0.224,0.274-0.165,0.176-0.112,0.103-0.074,0.046-0.040,0.691 0.099,1.035 0.178,1.161 0.210,1.139 0.213,1.031 0.196,0.878 0.171,0.375-0.057,-0.994-0.249,0.266-0.067,2.033 0.081,-0.132-0.152,-0.342-0.147,-0.443-0.131,-4.316-0.242,3.216 0.070,-0.427-0.086,-0.520-0.073,-0.551-0.063,-0.535-0.050,-0.492-0.038,-2.590 0.089,2.067-0.166,0.024-0.070,0.786-0.159,-0.172-0.031,-0.234-0.000,-0.257 0.020,-0.247 0.033,-0.549 0.123,0.284 0.004,-0.133 0.048,-0.194 0.047,-0.220 0.041,-0.226 0.038,0.305 0.036,0.607 0.020,1.038 0.015,0.187 0.016,-0.052 0.013,-0.204 0.008,-0.289 0.004,7.146 0.084</inkml:trace>
</inkml:ink>
</file>

<file path=ppt/ink/ink11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1624.000 185.000,'-0.283'0.660,"-0.452"0.995,-0.417 0.877,-0.707 1.489,-0.242 0.469,-0.092 0.150,0.006-0.055,1.359-2.800,-1.723 4.064,-0.416 1.221,-0.341 1.028,-0.270 0.826,-0.204 0.638,-0.146 0.470,1.589-3.985,0.022 0.047,-1.472 4.085,0.179-0.367,0.232-0.590,0.250-0.687,0.244-0.702,0.718-1.751,-0.356 1.261,0.338-0.793,0.338-0.876,0.310-0.856,0.268-0.776,1.017-3.253,-0.905 2.592,-0.318 0.695,0.053-0.297,0.131-0.467,0.174-0.542,0.191-0.556,0.188-0.527,0.246-0.629,0.107-0.314,0.142-0.318,0.225-0.401,0.225-0.357,0.212-0.305,0.191-0.252,4.073-5.648</inkml:trace>
</inkml:ink>
</file>

<file path=ppt/ink/ink11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1634.000 192.000,'0.000'0.046,"0.000"0.072,0.000 0.086,0.000 0.087,0.000 0.083,0.000 0.073,0.036 0.302,0.062 0.560,0.203 1.407,0.204 0.954,0.213 0.844,0.205 0.718,0.247 0.356,0.640 2.181,0.249 0.551,0.136 0.212,0.051-0.026,-0.006-0.176,-0.043-0.265,0.260 0.773,0.065 0.046,0.081 0.106,0.083 0.138,0.078 0.143,0.066 0.135,-1.725-5.800,1.226 3.407,0.539 0.907,2.148 5.002,0.078-0.237,-0.326-1.015,-0.548-1.417,-2.702-6.584,1.937 4.500,-0.722-1.840,-0.679-1.680,-0.591-1.435,-0.489-1.162,-0.381-0.892,-0.285-0.653,-0.199-0.448,-0.131-0.285,-0.077-0.162,-0.040-0.072,0.002-0.038,0.009-0.006,0.010 0.007,0.015 0.029,0.017 0.039,0.017 0.044,0.015 0.043,-0.010-0.635</inkml:trace>
</inkml:ink>
</file>

<file path=ppt/ink/ink11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1573.000 288.000,'0.011'0.000,"0.018"0.000,0.019 0.000,0.020 0.000,0.018 0.000,0.016 0.000,0.014 0.000,0.378 0.103,0.297 0.088,0.221 0.072,0.153 0.055,0.103 0.042,-0.465-0.117,0.065 0.041,0.068 0.051,0.069 0.057,0.876 0.422,-0.036 0.033,-0.131-0.028,-0.181-0.064,-1.244-0.615,1.087 0.467,-0.136-0.107,-0.164-0.104,-0.174-0.096,-0.164-0.083,-0.148-0.070,-0.064-0.065,0.153-0.028,0.734 0.037,0.593 0.066,0.593 0.090,0.543 0.096,-0.656-0.004,0.540 0.117,0.411 0.092,2.679 0.491,0.016 0.049,-0.378-0.028,-0.612-0.077,-0.721-0.104,6.714 1.724</inkml:trace>
</inkml:ink>
</file>

<file path=ppt/ink/ink11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1310.000 371.000,'0.008'0.000,"0.013"0.000,0.015 0.000,0.013 0.000,0.014 0.000,0.011 0.000,0.008 0.000,0.008 0.000,0.005 0.000,0.004 0.000,0.062 0.000,0.106 0.000,0.121 0.000,0.124 0.000,0.113 0.000,0.151 0.016,0.112 0.024,0.095 0.029,0.076 0.028,0.060 0.025,-0.018 0.002,0.009-0.006,-0.003 0.018,0.137 0.047,0.164 0.058,0.171 0.060,0.167 0.060,-0.085-0.035,0.540 0.073,0.007-0.036,-0.071-0.049,-0.113-0.055,-0.134-0.054,-1.510-0.163,1.356 0.138,0.578 0.045,-0.041-0.016,-0.156-0.026,-0.220-0.030,-0.243-0.031,-0.241-0.028,1.992 0.024</inkml:trace>
</inkml:ink>
</file>

<file path=ppt/ink/ink11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1386.000 656.000,'0.147'-0.074,"0.097"-0.063,0.036-0.044,0.001-0.028,-0.021-0.018,-0.035-0.008,-0.028 0.062,0.077-0.026,-0.015 0.038,-0.029 0.043,-0.038 0.041,-0.040 0.036,-0.036 0.031,-0.032 0.025,-0.028 0.018,-0.021 0.015,-0.015 0.009,-0.013 0.006,-0.007 0.003,-0.005 0.002,-0.003 0.000,0.000 0.000,-0.001-0.002,0.002-0.001,0.001 0.045,0.001 0.091,-0.040 0.181,-0.061 0.143,-0.071 0.126,-0.069 0.108,0.189-0.582,-0.232 0.768,-0.126 0.444,-0.734 2.449,-0.269 0.814,-0.163 0.424,-0.083 0.149,-0.028-0.030,0.087-0.489,-0.010-0.164,0.115-0.485,0.143-0.532,0.150-0.518,0.143-0.468,0.856-2.045,-0.428 1.097,-0.135 0.398,-0.029 0.100,-0.427 1.123,0.043-0.131,0.083-0.249,0.099-0.305,0.817-2.054,-0.571 1.499,0.069-0.194,-0.024 0.051,0.148-0.380,0.141-0.361,0.126-0.314,0.105-0.260,0.083-0.202,0.061-0.149,0.044-0.106,0.028-0.067,0.018-0.041,0.009-0.019,0.003-0.005,-0.001 0.003,-0.003 0.008,-0.005 0.012,-0.003 0.011,-0.005 0.010,-0.003 0.010,-0.004 0.007,-0.002 0.005,-0.001 0.005,-0.002 0.003,0.000 0.002,-0.001 0.000,0.000 0.001,0.000 0.001,-0.001-0.001,0.001-0.000,0.000-0.001,0.000 0.000,0.001 0.000,-0.001 0.000,0.001-0.001,-0.001 0.000,0.001 0.000,-0.001 0.000,0.001 0.000,-0.000 0.000,-0.001 0.000,0.186 0.027,0.298 0.044,0.352 0.049,0.361 0.053,0.343 0.049,-0.252-0.032,0.189 0.030,0.954 0.157,0.150 0.041,0.037 0.025,-0.038 0.013,-0.084 0.004,-2.000-0.367,1.409 0.226,1.870 0.261,0.316 0.018,0.038-0.014,-0.149-0.036,-0.262-0.047,-2.080-0.291,2.078 0.248,0.679 0.065,-0.062-0.026,-0.256-0.002,-0.373 0.014,-0.431 0.023,-0.442 0.029,-0.023 0.149,-0.605-0.005,-0.624 0.044,-0.343 0.176,-0.270 0.207,-0.200 0.210,-0.143 0.198,0.009 1.118,-0.067 0.590,-0.065 0.453,-0.079 0.261,-0.082 0.120,-0.079 0.019,-0.174-1.470,-0.095 0.156,-0.331 2.229,-0.329 0.103,-0.294-0.074,-0.253-0.185,-0.206-0.240,0.090-0.931,-0.067-0.367,-0.044-0.379,-0.549 0.331,-0.171-0.347,-0.158-0.248,-0.135-0.166,-0.049-0.389,-0.245-0.110,-0.116-0.170,-0.024-0.200,0.040-0.205,0.079-0.196,-0.043-0.154,0.191-0.234,0.056-0.152,0.158-0.138,0.130-0.090,0.101-0.055,1.722-0.342,-1.652 0.192,-0.229-0.041,-0.505-0.020,-0.017-0.048,0.077-0.042,0.137-0.036,0.167-0.030,0.277-0.023,0.251-0.016,0.182-0.012,0.307-0.010,0.286-0.006,0.251-0.002,0.212-0.000,0.546 0.012,-0.155-0.002,-0.401-0.007,-0.111 0.002,-0.215-0.030,-0.074-0.046,-0.044-0.056,-0.023-0.059,0.386 0.028,-0.559-0.217,0.126-0.017,0.165 0.022,0.176 0.048,0.167 0.057,0.147 0.058,0.356 0.135,-1.503-1.190</inkml:trace>
</inkml:ink>
</file>

<file path=ppt/ink/ink11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1364.000 687.000,'0.030'0.000,"0.048"0.000,0.072 0.000,0.060 0.000,0.052 0.000,0.044 0.000,0.034 0.000,0.144 0.000,0.205 0.000,0.037 0.000,0.041 0.000,0.006 0.000,-0.021 0.000,-0.034 0.000,-0.086 0.000,0.169 0.000,0.887 0.000,0.678 0.000,0.691 0.000,0.652 0.000,0.582 0.000,-3.361-0.003,4.936-0.153,0.311-0.093,0.089-0.068,-0.190-0.046,-0.358-0.029,-0.443-0.013,-0.470-0.005,-3.823 0.323,3.965-0.424,-0.572 0.018,-0.657 0.053,-0.653 0.070,-0.592 0.075,-1.171 0.126,0.972-0.131,-0.015 0.027,0.021 0.040,0.039 0.045,0.049 0.043,6.328-0.056</inkml:trace>
</inkml:ink>
</file>

<file path=ppt/ink/ink11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1546.000 744.000,'0.071'0.000,"0.117"0.000,0.178 0.000,0.126 0.000,0.104 0.000,0.082 0.000,0.063 0.000,0.502 0.000,0.059 0.000,0.348 0.000,1.577 0.020,1.172 0.032,1.141 0.035,1.032 0.035,-5.289-0.098,4.426 0.077,0.333-0.002,1.803-0.038,-0.022-0.101,-0.222-0.116,-0.333-0.118,-5.818 0.214,4.467-0.278,0.039-0.077,1.647-0.215,-0.406-0.040,-0.541-0.002,-0.582 0.019,-0.561 0.033,-1.551 0.185,0.496-0.016,-0.240 0.078,-0.184 0.076,-0.137 0.070,-0.097 0.061,-3.010 0.133,3.124-0.074,11.011 0.158</inkml:trace>
</inkml:ink>
</file>

<file path=ppt/ink/ink11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1395.000 594.000,'-0.188'0.000,"-0.221"0.000,-0.230 0.000,-0.473 0.000,-0.119 0.000,-0.016 0.000,0.051 0.000,0.701 0.000,-0.339 0.000,-0.076 0.000,-0.826 0.054,-0.255 0.087,-0.222 0.100,-0.185 0.105,-0.149 0.099,0.799-0.061,-0.129 0.113,-1.393 0.613,-0.088 0.253,0.033 0.196,0.113 0.143,0.156 0.102,0.883-0.411,0.013 0.117,-1.180 1.223,-0.173 0.533,-0.173 0.511,-0.160 0.457,-0.138 0.386,-0.115 0.311,-0.369 1.002,-0.214 0.688,-0.011 0.337,0.115 0.085,0.192-0.081,1.835-2.722,-0.320 0.781,0.112 0.038,-0.870 1.985,0.409-0.502,0.439-0.672,0.428-0.729,0.388-0.712,0.755-1.259,-0.005 0.452,-0.919 4.019,0.247 0.056,0.317-0.518,0.332-0.819,1.021-5.174,-0.650 5.752,0.244 0.539,0.414 0.775,0.518 0.211,0.519 0.071,0.480-0.018,0.479-0.454,0.497-0.115,0.274-0.666,0.160-0.759,0.073-0.755,0.016-0.693,-0.083-0.680,-0.254-0.799,-0.294-0.723,-0.293-0.615,-0.269-0.500,-0.231-0.384,-1.109-1.110,0.430 0.338,1.076 0.699,0.508 0.210,2.116 1.091,0.553 0.097,0.245-0.056,0.035-0.148,-4.239-2.024,3.253 1.388,0.291-0.033,1.063 0.248,-0.118-0.176,-0.285-0.204,-0.378-0.208,-0.412-0.195,-1.505-0.502,0.119-0.021,2.339 0.449,-0.273-0.167,-0.496-0.188,-0.598-0.186,-0.612-0.170,-2.724-0.413,1.534 0.135,2.226 0.022,0.381-0.122,0.190-0.099,0.054-0.078,-0.034-0.059,-0.090-0.040,-0.324-0.307,-0.066-0.303,-0.206-0.268,-0.286-0.231,-0.321-0.190,-0.324-0.151,-2.673 1.248,2.539-1.523,-0.040-0.234,0.069-0.353,-0.159-0.192,-0.179-0.148,-0.182-0.112,-1.634 1.673,1.370-1.776,-0.034-0.211,0.385-0.888,-0.267 0.019,-0.301 0.131,-0.298 0.187,-0.833 1.466,-0.087 0.063,0.312-0.977,-0.042-0.253,-0.010-0.309,0.012-0.325,0.025-0.314,-0.235 0.473,-0.010-0.330,-0.275 0.706,0.022-0.534,0.508-3.659,-0.073-0.795,-0.119-0.435,-0.141-0.170,-0.450 3.286,0.057-1.980,-0.155 0.194,-0.152-0.665,-0.224 0.669,-0.206 0.752,-0.184 0.759,-0.155 0.716,-0.178 1.361,-0.278 0.028,-0.742-1.196,-0.372 0.168,-0.288 0.216,-0.211 0.236,-0.149 0.235,0.854 1.591,-0.097 0.005,-2.122-2.482,-0.565-0.195,-0.484-0.147,-0.396-0.106,-0.305-0.070,1.331 1.516,-0.958-0.704,0.217 0.385,0.353 0.471,0.414 0.494,0.427 0.474,0.403 0.429,0.363 0.369,0.735 0.597,-0.095-0.023,0.308 0.236,0.308 0.217,0.291 0.192,0.261 0.161,0.322 0.242,-0.023 0.015,-0.533-0.302,0.083 0.081,0.127 0.094,0.146 0.095,0.143 0.087,-1.920-1.116</inkml:trace>
</inkml:ink>
</file>

<file path=ppt/ink/ink11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1615.000 703.000,'-0.052'-0.034,"-0.078"-0.053,-0.088-0.059,-0.087-0.057,-0.079-0.053,0.306 0.205,-0.439-0.272,-0.073-0.045,-0.022-0.018,0.013 0.002,0.037 0.013,0.195 0.126,-0.042-0.031,-0.495-0.283,-0.177-0.039,-0.153-0.008,-0.123 0.012,-0.098 0.021,0.322 0.169,0.138 0.083,-0.002 0.038,-0.509-0.069,0.150 0.087,0.189 0.078,0.195 0.062,0.622 0.086,-0.345-0.015,0.013 0.020,-0.085 0.016,0.022 0.014,0.023 0.011,0.024 0.006,0.021 0.004,-0.138 0.003,-0.046 0.044,-0.067 0.071,-0.062 0.084,-0.051 0.084,-0.042 0.081,-0.034 0.071,0.885-0.357,-1.001 0.525,0.049 0.055,0.092 0.011,0.114-0.016,0.117-0.031,0.695-0.516,-0.413 0.358,-0.253 0.245,-0.175 0.169,-0.701 0.637,-0.120 0.107,-0.015 0.006,0.051-0.058,0.092-0.096,-0.036-0.098,0.000-0.105,0.025-0.105,0.040-0.095,0.044-0.083,0.047-0.067,1.269-0.751,-0.876 0.626,-0.245 0.379,0.136 0.115,0.140 0.096,0.133 0.074,0.117 0.057,0.198-0.184,0.105-0.063,0.099-0.082,0.086-0.088,0.073-0.088,0.061-0.082,0.226-0.742,-0.314 1.262,-0.011 0.192,0.012 0.121,0.034 0.037,0.043-0.021,0.051-0.056,0.048-0.078,0.156-1.321,-0.108 1.449,0.043-0.075,0.036-0.119,0.028-0.139,0.021-0.139,0.013-0.371,0.006-0.046,0.004-0.027,0.033 0.182,0.045 0.028,0.052 0.040,0.051 0.044,0.048 0.044,-0.172-0.949,0.824 1.699,0.327 0.218,0.237 0.099,0.138-0.034,0.064-0.121,0.012-0.170,-0.471-0.605,-0.021-0.052,0.617 0.517,0.178-0.027,0.205-0.018,0.208-0.008,0.192-0.004,-0.368-0.388,0.760 0.249,0.125-0.129,0.060-0.145,0.016-0.142,-0.014-0.130,-0.032-0.114,-0.298-0.178,-0.113-0.116,-0.119-0.109,-0.118-0.097,-0.107-0.083,-0.096-0.070,-0.657-0.136,1.692 0.052,0.117-0.069,-0.067-0.057,-0.175-0.043,-0.224-0.031,-1.221-0.017,0.410-0.005,0.383-0.004,2.816-0.012,0.341-0.005,-0.046-0.002,-0.283 0.001,-0.826 0.005,0.077 0.001,0.578-0.078,-0.341-0.121,-0.438-0.138,-0.466-0.138,-0.447-0.127,-1.475 0.118,1.661-0.993,-0.061-0.510,-0.125-0.414,-0.152-0.322,-0.158-0.236,-0.979 0.738,0.118-0.379,-0.271 0.046,-0.269 0.077,-0.250 0.094,-0.222 0.098,-0.187 0.095,-0.664 1.274,0.497-1.277,-0.103-0.041,-0.091-0.045,-0.076-0.043,-0.062-0.038,-0.051-0.035,-0.326 1.354,0.252-1.225,0.007-0.155,0.095-0.712,-0.063 0.054,-0.079 0.154,-0.085 0.202,-0.236 1.625,0.084-1.167,-0.046 0.021,-0.029-0.203,-0.045 0.219,-0.037 0.262,-0.029 0.272,-0.020 0.266,-0.011 1.132,-0.038-1.246,-0.053 0.163,-0.054 0.189,-0.049 0.190,-0.042 0.172,-0.034 0.151,-0.074 0.162,-0.237-0.092,-0.162-0.009,-0.139-0.003,-0.111 0.000,-0.089 0.002,-0.027 0.023,-0.029 0.012,-0.142-0.017,-0.080 0.030,-0.081 0.032,-0.079 0.031,-0.070 0.028,0.167 0.071,-0.608-0.122,-0.126 0.030,-0.083 0.044,-0.049 0.049,-0.023 0.047,0.492 0.122,-0.441-0.019,0.103 0.032,0.149 0.023,0.171 0.017,0.171 0.011,0.942 0.115,-1.549-0.094,-0.077 0.030,0.093 0.030,0.191 0.028,0.235 0.022,0.242 0.020,0.950 0.024,-0.584-0.001,-0.214 0.004,-1.148 0.002,-0.167 0.005,-0.017 0.005,0.087 0.001,0.151 0.002,0.682-0.001,0.052-0.001,-0.912-0.013,-0.082-0.025,-0.099-0.030,-0.102-0.028,-0.098-0.028,0.588-0.023,-0.894-0.105,0.213-0.011,0.334 0.014,0.381 0.031,0.375 0.036,1.003 0.091,-0.380-0.018,0.169 0.024,-0.017-0.005,0.171-0.009,0.138-0.018,0.107-0.021,0.225 0.029,0.016 0.005,-0.191-0.047,0.089-0.014,0.099-0.016,0.097-0.017,-0.731-0.585</inkml:trace>
</inkml:ink>
</file>

<file path=ppt/ink/ink11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1702.000 734.000,'0.016'0.000,"0.024"0.000,0.027 0.000,0.027 0.000,0.024 0.000,0.019 0.000,0.017 0.000,0.012 0.000,0.009 0.000,0.006 0.000,0.003 0.000,0.032 0.000,0.074 0.000,0.084 0.000,0.085 0.000,0.080 0.000,-0.053 0.000,0.161 0.000,-0.008 0.000,-0.038 0.000,-0.052 0.000,-0.061 0.000,0.000 0.000,-0.004 0.000,-0.037 0.000,-0.043 0.000,-0.044 0.000,-0.039 0.000,-0.070 0.000,-0.007 0.000,0.001 0.000,0.037 0.000,-0.001 0.000,-0.005 0.000,-0.003 0.000,-0.019 0.000,-0.013 0.000,-0.012 0.000,-0.014 0.000,-0.011 0.000,-0.011 0.000,0.001 0.000,-0.011 0.000,-0.010 0.000,-0.009 0.000,-0.007 0.000,-0.005 0.000,-0.005 0.000,-0.008 0.000,-0.026 0.000,-0.027 0.000,-0.026 0.000,-0.024 0.000,-0.020 0.000,-0.015 0.000,-0.011 0.000,-0.008 0.000,-0.006 0.000,-0.003 0.000,-0.002 0.000,-0.001 0.000,0.001 0.000,0.001 0.000,0.000 0.000,0.001 0.000,0.000 0.000,0.002 0.000,-0.000 0.000,0.000 0.000,0.001 0.000,-0.000 0.000,0.001 0.000,-0.001 0.000,-0.000 0.000,0.000 0.000,0.001 0.000,-0.001 0.000,0.000 0.000,0.001 0.000,-0.001 0.000,0.000 0.000,-0.000 0.000,0.001 0.000,-0.001 0.000,0.000 0.000,0.000 0.000,0.000 0.000,0.001 0.000,-0.001 0.000,0.000 0.000,-0.015 0.000,-0.045 0.000,-0.113 0.000,-0.072 0.000,-0.145 0.000,-0.109 0.000,-0.102 0.000,-0.092 0.000,0.018 0.000,-0.059 0.000,-0.053 0.000,-0.313 0.000,-0.008 0.000,0.027 0.000,0.046 0.000,0.008 0.000,-0.003 0.000,0.041 0.000,0.068 0.000,0.080 0.000,0.083 0.000,0.077 0.000,0.145 0.000,-0.149 0.000,-0.028 0.000,-0.037 0.000,-0.040 0.000,-0.040 0.000,-0.036 0.000,0.711 0.000,-0.377 0.000,-0.014 0.000,-0.411 0.000,0.008 0.000,0.032 0.000,0.047 0.000,0.051 0.000,-0.127 0.000,-0.064 0.000,0.050 0.000,0.094 0.000,0.113 0.000,0.117 0.000,-0.861 0.000</inkml:trace>
</inkml:ink>
</file>

<file path=ppt/ink/ink11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10-16T16:15:52"/>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1394.000 592.000,'0.000'0.022,"0.000"0.034,0.000 0.038,0.000 0.036,0.025-0.001,0.040 0.018,0.048 0.015,0.049 0.012,0.049 0.010,-0.040-0.053,0.051 0.019,0.275 0.158,0.047 0.021,0.003 0.003,-0.026-0.009,-0.042-0.015,0.094 0.018,0.090 0.003,0.059-0.020,0.034-0.036,0.016-0.040,0.004-0.044,0.049-0.026,-0.103-0.047,-0.118-0.039,-0.117-0.030,-0.108-0.022,-0.091-0.016,-0.073-0.010,-0.056-0.006,-0.040-0.004,-0.028 0.000,-0.018 0.000,-0.009 0.002,0.003 0.016,0.011 0.024,0.015 0.026,0.015 0.027,0.014 0.022,0.013 0.020,-0.003-0.011,0.008-0.009,0.006-0.012,0.007-0.016,0.005-0.016,0.004-0.013,0.499 0.011</inkml:trace>
</inkml:ink>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9" Type="http://schemas.openxmlformats.org/officeDocument/2006/relationships/customXml" Target="../ink/ink3.xml"/><Relationship Id="rId8" Type="http://schemas.openxmlformats.org/officeDocument/2006/relationships/image" Target="../media/image3.png"/><Relationship Id="rId7" Type="http://schemas.openxmlformats.org/officeDocument/2006/relationships/customXml" Target="../ink/ink2.xml"/><Relationship Id="rId6" Type="http://schemas.openxmlformats.org/officeDocument/2006/relationships/image" Target="../media/image2.png"/><Relationship Id="rId5" Type="http://schemas.openxmlformats.org/officeDocument/2006/relationships/customXml" Target="../ink/ink1.xml"/><Relationship Id="rId4" Type="http://schemas.openxmlformats.org/officeDocument/2006/relationships/image" Target="../media/image1.png"/><Relationship Id="rId38" Type="http://schemas.openxmlformats.org/officeDocument/2006/relationships/slideLayout" Target="../slideLayouts/slideLayout2.xml"/><Relationship Id="rId37" Type="http://schemas.openxmlformats.org/officeDocument/2006/relationships/tags" Target="../tags/tag75.xml"/><Relationship Id="rId36" Type="http://schemas.openxmlformats.org/officeDocument/2006/relationships/image" Target="../media/image17.png"/><Relationship Id="rId35" Type="http://schemas.openxmlformats.org/officeDocument/2006/relationships/customXml" Target="../ink/ink16.xml"/><Relationship Id="rId34" Type="http://schemas.openxmlformats.org/officeDocument/2006/relationships/image" Target="../media/image16.png"/><Relationship Id="rId33" Type="http://schemas.openxmlformats.org/officeDocument/2006/relationships/customXml" Target="../ink/ink15.xml"/><Relationship Id="rId32" Type="http://schemas.openxmlformats.org/officeDocument/2006/relationships/image" Target="../media/image15.png"/><Relationship Id="rId31" Type="http://schemas.openxmlformats.org/officeDocument/2006/relationships/customXml" Target="../ink/ink14.xml"/><Relationship Id="rId30" Type="http://schemas.openxmlformats.org/officeDocument/2006/relationships/image" Target="../media/image14.png"/><Relationship Id="rId3" Type="http://schemas.openxmlformats.org/officeDocument/2006/relationships/tags" Target="../tags/tag74.xml"/><Relationship Id="rId29" Type="http://schemas.openxmlformats.org/officeDocument/2006/relationships/customXml" Target="../ink/ink13.xml"/><Relationship Id="rId28" Type="http://schemas.openxmlformats.org/officeDocument/2006/relationships/image" Target="../media/image13.png"/><Relationship Id="rId27" Type="http://schemas.openxmlformats.org/officeDocument/2006/relationships/customXml" Target="../ink/ink12.xml"/><Relationship Id="rId26" Type="http://schemas.openxmlformats.org/officeDocument/2006/relationships/image" Target="../media/image12.png"/><Relationship Id="rId25" Type="http://schemas.openxmlformats.org/officeDocument/2006/relationships/customXml" Target="../ink/ink11.xml"/><Relationship Id="rId24" Type="http://schemas.openxmlformats.org/officeDocument/2006/relationships/image" Target="../media/image11.png"/><Relationship Id="rId23" Type="http://schemas.openxmlformats.org/officeDocument/2006/relationships/customXml" Target="../ink/ink10.xml"/><Relationship Id="rId22" Type="http://schemas.openxmlformats.org/officeDocument/2006/relationships/image" Target="../media/image10.png"/><Relationship Id="rId21" Type="http://schemas.openxmlformats.org/officeDocument/2006/relationships/customXml" Target="../ink/ink9.xml"/><Relationship Id="rId20" Type="http://schemas.openxmlformats.org/officeDocument/2006/relationships/image" Target="../media/image9.png"/><Relationship Id="rId2" Type="http://schemas.openxmlformats.org/officeDocument/2006/relationships/tags" Target="../tags/tag73.xml"/><Relationship Id="rId19" Type="http://schemas.openxmlformats.org/officeDocument/2006/relationships/customXml" Target="../ink/ink8.xml"/><Relationship Id="rId18" Type="http://schemas.openxmlformats.org/officeDocument/2006/relationships/image" Target="../media/image8.png"/><Relationship Id="rId17" Type="http://schemas.openxmlformats.org/officeDocument/2006/relationships/customXml" Target="../ink/ink7.xml"/><Relationship Id="rId16" Type="http://schemas.openxmlformats.org/officeDocument/2006/relationships/image" Target="../media/image7.png"/><Relationship Id="rId15" Type="http://schemas.openxmlformats.org/officeDocument/2006/relationships/customXml" Target="../ink/ink6.xml"/><Relationship Id="rId14" Type="http://schemas.openxmlformats.org/officeDocument/2006/relationships/image" Target="../media/image6.png"/><Relationship Id="rId13" Type="http://schemas.openxmlformats.org/officeDocument/2006/relationships/customXml" Target="../ink/ink5.xml"/><Relationship Id="rId12" Type="http://schemas.openxmlformats.org/officeDocument/2006/relationships/image" Target="../media/image5.png"/><Relationship Id="rId11" Type="http://schemas.openxmlformats.org/officeDocument/2006/relationships/customXml" Target="../ink/ink4.xml"/><Relationship Id="rId10" Type="http://schemas.openxmlformats.org/officeDocument/2006/relationships/image" Target="../media/image4.png"/><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8.xml"/><Relationship Id="rId3" Type="http://schemas.openxmlformats.org/officeDocument/2006/relationships/image" Target="../media/image18.png"/><Relationship Id="rId2" Type="http://schemas.openxmlformats.org/officeDocument/2006/relationships/tags" Target="../tags/tag77.xml"/><Relationship Id="rId1" Type="http://schemas.openxmlformats.org/officeDocument/2006/relationships/tags" Target="../tags/tag76.xml"/></Relationships>
</file>

<file path=ppt/slides/_rels/slide6.xml.rels><?xml version="1.0" encoding="UTF-8" standalone="yes"?>
<Relationships xmlns="http://schemas.openxmlformats.org/package/2006/relationships"><Relationship Id="rId92" Type="http://schemas.openxmlformats.org/officeDocument/2006/relationships/slideLayout" Target="../slideLayouts/slideLayout2.xml"/><Relationship Id="rId91" Type="http://schemas.openxmlformats.org/officeDocument/2006/relationships/tags" Target="../tags/tag81.xml"/><Relationship Id="rId90" Type="http://schemas.openxmlformats.org/officeDocument/2006/relationships/image" Target="../media/image62.png"/><Relationship Id="rId9" Type="http://schemas.openxmlformats.org/officeDocument/2006/relationships/customXml" Target="../ink/ink20.xml"/><Relationship Id="rId89" Type="http://schemas.openxmlformats.org/officeDocument/2006/relationships/customXml" Target="../ink/ink60.xml"/><Relationship Id="rId88" Type="http://schemas.openxmlformats.org/officeDocument/2006/relationships/image" Target="../media/image61.png"/><Relationship Id="rId87" Type="http://schemas.openxmlformats.org/officeDocument/2006/relationships/customXml" Target="../ink/ink59.xml"/><Relationship Id="rId86" Type="http://schemas.openxmlformats.org/officeDocument/2006/relationships/image" Target="../media/image60.png"/><Relationship Id="rId85" Type="http://schemas.openxmlformats.org/officeDocument/2006/relationships/customXml" Target="../ink/ink58.xml"/><Relationship Id="rId84" Type="http://schemas.openxmlformats.org/officeDocument/2006/relationships/image" Target="../media/image59.png"/><Relationship Id="rId83" Type="http://schemas.openxmlformats.org/officeDocument/2006/relationships/customXml" Target="../ink/ink57.xml"/><Relationship Id="rId82" Type="http://schemas.openxmlformats.org/officeDocument/2006/relationships/image" Target="../media/image58.png"/><Relationship Id="rId81" Type="http://schemas.openxmlformats.org/officeDocument/2006/relationships/customXml" Target="../ink/ink56.xml"/><Relationship Id="rId80" Type="http://schemas.openxmlformats.org/officeDocument/2006/relationships/image" Target="../media/image57.png"/><Relationship Id="rId8" Type="http://schemas.openxmlformats.org/officeDocument/2006/relationships/image" Target="../media/image21.png"/><Relationship Id="rId79" Type="http://schemas.openxmlformats.org/officeDocument/2006/relationships/customXml" Target="../ink/ink55.xml"/><Relationship Id="rId78" Type="http://schemas.openxmlformats.org/officeDocument/2006/relationships/image" Target="../media/image56.png"/><Relationship Id="rId77" Type="http://schemas.openxmlformats.org/officeDocument/2006/relationships/customXml" Target="../ink/ink54.xml"/><Relationship Id="rId76" Type="http://schemas.openxmlformats.org/officeDocument/2006/relationships/image" Target="../media/image55.png"/><Relationship Id="rId75" Type="http://schemas.openxmlformats.org/officeDocument/2006/relationships/customXml" Target="../ink/ink53.xml"/><Relationship Id="rId74" Type="http://schemas.openxmlformats.org/officeDocument/2006/relationships/image" Target="../media/image54.png"/><Relationship Id="rId73" Type="http://schemas.openxmlformats.org/officeDocument/2006/relationships/customXml" Target="../ink/ink52.xml"/><Relationship Id="rId72" Type="http://schemas.openxmlformats.org/officeDocument/2006/relationships/image" Target="../media/image53.png"/><Relationship Id="rId71" Type="http://schemas.openxmlformats.org/officeDocument/2006/relationships/customXml" Target="../ink/ink51.xml"/><Relationship Id="rId70" Type="http://schemas.openxmlformats.org/officeDocument/2006/relationships/image" Target="../media/image52.png"/><Relationship Id="rId7" Type="http://schemas.openxmlformats.org/officeDocument/2006/relationships/customXml" Target="../ink/ink19.xml"/><Relationship Id="rId69" Type="http://schemas.openxmlformats.org/officeDocument/2006/relationships/customXml" Target="../ink/ink50.xml"/><Relationship Id="rId68" Type="http://schemas.openxmlformats.org/officeDocument/2006/relationships/image" Target="../media/image51.png"/><Relationship Id="rId67" Type="http://schemas.openxmlformats.org/officeDocument/2006/relationships/customXml" Target="../ink/ink49.xml"/><Relationship Id="rId66" Type="http://schemas.openxmlformats.org/officeDocument/2006/relationships/image" Target="../media/image50.png"/><Relationship Id="rId65" Type="http://schemas.openxmlformats.org/officeDocument/2006/relationships/customXml" Target="../ink/ink48.xml"/><Relationship Id="rId64" Type="http://schemas.openxmlformats.org/officeDocument/2006/relationships/image" Target="../media/image49.png"/><Relationship Id="rId63" Type="http://schemas.openxmlformats.org/officeDocument/2006/relationships/customXml" Target="../ink/ink47.xml"/><Relationship Id="rId62" Type="http://schemas.openxmlformats.org/officeDocument/2006/relationships/image" Target="../media/image48.png"/><Relationship Id="rId61" Type="http://schemas.openxmlformats.org/officeDocument/2006/relationships/customXml" Target="../ink/ink46.xml"/><Relationship Id="rId60" Type="http://schemas.openxmlformats.org/officeDocument/2006/relationships/image" Target="../media/image47.png"/><Relationship Id="rId6" Type="http://schemas.openxmlformats.org/officeDocument/2006/relationships/image" Target="../media/image20.png"/><Relationship Id="rId59" Type="http://schemas.openxmlformats.org/officeDocument/2006/relationships/customXml" Target="../ink/ink45.xml"/><Relationship Id="rId58" Type="http://schemas.openxmlformats.org/officeDocument/2006/relationships/image" Target="../media/image46.png"/><Relationship Id="rId57" Type="http://schemas.openxmlformats.org/officeDocument/2006/relationships/customXml" Target="../ink/ink44.xml"/><Relationship Id="rId56" Type="http://schemas.openxmlformats.org/officeDocument/2006/relationships/image" Target="../media/image45.png"/><Relationship Id="rId55" Type="http://schemas.openxmlformats.org/officeDocument/2006/relationships/customXml" Target="../ink/ink43.xml"/><Relationship Id="rId54" Type="http://schemas.openxmlformats.org/officeDocument/2006/relationships/image" Target="../media/image44.png"/><Relationship Id="rId53" Type="http://schemas.openxmlformats.org/officeDocument/2006/relationships/customXml" Target="../ink/ink42.xml"/><Relationship Id="rId52" Type="http://schemas.openxmlformats.org/officeDocument/2006/relationships/image" Target="../media/image43.png"/><Relationship Id="rId51" Type="http://schemas.openxmlformats.org/officeDocument/2006/relationships/customXml" Target="../ink/ink41.xml"/><Relationship Id="rId50" Type="http://schemas.openxmlformats.org/officeDocument/2006/relationships/image" Target="../media/image42.png"/><Relationship Id="rId5" Type="http://schemas.openxmlformats.org/officeDocument/2006/relationships/customXml" Target="../ink/ink18.xml"/><Relationship Id="rId49" Type="http://schemas.openxmlformats.org/officeDocument/2006/relationships/customXml" Target="../ink/ink40.xml"/><Relationship Id="rId48" Type="http://schemas.openxmlformats.org/officeDocument/2006/relationships/image" Target="../media/image41.png"/><Relationship Id="rId47" Type="http://schemas.openxmlformats.org/officeDocument/2006/relationships/customXml" Target="../ink/ink39.xml"/><Relationship Id="rId46" Type="http://schemas.openxmlformats.org/officeDocument/2006/relationships/image" Target="../media/image40.png"/><Relationship Id="rId45" Type="http://schemas.openxmlformats.org/officeDocument/2006/relationships/customXml" Target="../ink/ink38.xml"/><Relationship Id="rId44" Type="http://schemas.openxmlformats.org/officeDocument/2006/relationships/image" Target="../media/image39.png"/><Relationship Id="rId43" Type="http://schemas.openxmlformats.org/officeDocument/2006/relationships/customXml" Target="../ink/ink37.xml"/><Relationship Id="rId42" Type="http://schemas.openxmlformats.org/officeDocument/2006/relationships/image" Target="../media/image38.png"/><Relationship Id="rId41" Type="http://schemas.openxmlformats.org/officeDocument/2006/relationships/customXml" Target="../ink/ink36.xml"/><Relationship Id="rId40" Type="http://schemas.openxmlformats.org/officeDocument/2006/relationships/image" Target="../media/image37.png"/><Relationship Id="rId4" Type="http://schemas.openxmlformats.org/officeDocument/2006/relationships/image" Target="../media/image19.png"/><Relationship Id="rId39" Type="http://schemas.openxmlformats.org/officeDocument/2006/relationships/customXml" Target="../ink/ink35.xml"/><Relationship Id="rId38" Type="http://schemas.openxmlformats.org/officeDocument/2006/relationships/image" Target="../media/image36.png"/><Relationship Id="rId37" Type="http://schemas.openxmlformats.org/officeDocument/2006/relationships/customXml" Target="../ink/ink34.xml"/><Relationship Id="rId36" Type="http://schemas.openxmlformats.org/officeDocument/2006/relationships/image" Target="../media/image35.png"/><Relationship Id="rId35" Type="http://schemas.openxmlformats.org/officeDocument/2006/relationships/customXml" Target="../ink/ink33.xml"/><Relationship Id="rId34" Type="http://schemas.openxmlformats.org/officeDocument/2006/relationships/image" Target="../media/image34.png"/><Relationship Id="rId33" Type="http://schemas.openxmlformats.org/officeDocument/2006/relationships/customXml" Target="../ink/ink32.xml"/><Relationship Id="rId32" Type="http://schemas.openxmlformats.org/officeDocument/2006/relationships/image" Target="../media/image33.png"/><Relationship Id="rId31" Type="http://schemas.openxmlformats.org/officeDocument/2006/relationships/customXml" Target="../ink/ink31.xml"/><Relationship Id="rId30" Type="http://schemas.openxmlformats.org/officeDocument/2006/relationships/image" Target="../media/image32.png"/><Relationship Id="rId3" Type="http://schemas.openxmlformats.org/officeDocument/2006/relationships/customXml" Target="../ink/ink17.xml"/><Relationship Id="rId29" Type="http://schemas.openxmlformats.org/officeDocument/2006/relationships/customXml" Target="../ink/ink30.xml"/><Relationship Id="rId28" Type="http://schemas.openxmlformats.org/officeDocument/2006/relationships/image" Target="../media/image31.png"/><Relationship Id="rId27" Type="http://schemas.openxmlformats.org/officeDocument/2006/relationships/customXml" Target="../ink/ink29.xml"/><Relationship Id="rId26" Type="http://schemas.openxmlformats.org/officeDocument/2006/relationships/image" Target="../media/image30.png"/><Relationship Id="rId25" Type="http://schemas.openxmlformats.org/officeDocument/2006/relationships/customXml" Target="../ink/ink28.xml"/><Relationship Id="rId24" Type="http://schemas.openxmlformats.org/officeDocument/2006/relationships/image" Target="../media/image29.png"/><Relationship Id="rId23" Type="http://schemas.openxmlformats.org/officeDocument/2006/relationships/customXml" Target="../ink/ink27.xml"/><Relationship Id="rId22" Type="http://schemas.openxmlformats.org/officeDocument/2006/relationships/image" Target="../media/image28.png"/><Relationship Id="rId21" Type="http://schemas.openxmlformats.org/officeDocument/2006/relationships/customXml" Target="../ink/ink26.xml"/><Relationship Id="rId20" Type="http://schemas.openxmlformats.org/officeDocument/2006/relationships/image" Target="../media/image27.png"/><Relationship Id="rId2" Type="http://schemas.openxmlformats.org/officeDocument/2006/relationships/tags" Target="../tags/tag80.xml"/><Relationship Id="rId19" Type="http://schemas.openxmlformats.org/officeDocument/2006/relationships/customXml" Target="../ink/ink25.xml"/><Relationship Id="rId18" Type="http://schemas.openxmlformats.org/officeDocument/2006/relationships/image" Target="../media/image26.png"/><Relationship Id="rId17" Type="http://schemas.openxmlformats.org/officeDocument/2006/relationships/customXml" Target="../ink/ink24.xml"/><Relationship Id="rId16" Type="http://schemas.openxmlformats.org/officeDocument/2006/relationships/image" Target="../media/image25.png"/><Relationship Id="rId15" Type="http://schemas.openxmlformats.org/officeDocument/2006/relationships/customXml" Target="../ink/ink23.xml"/><Relationship Id="rId14" Type="http://schemas.openxmlformats.org/officeDocument/2006/relationships/image" Target="../media/image24.png"/><Relationship Id="rId13" Type="http://schemas.openxmlformats.org/officeDocument/2006/relationships/customXml" Target="../ink/ink22.xml"/><Relationship Id="rId12" Type="http://schemas.openxmlformats.org/officeDocument/2006/relationships/image" Target="../media/image23.png"/><Relationship Id="rId11" Type="http://schemas.openxmlformats.org/officeDocument/2006/relationships/customXml" Target="../ink/ink21.xml"/><Relationship Id="rId10" Type="http://schemas.openxmlformats.org/officeDocument/2006/relationships/image" Target="../media/image22.png"/><Relationship Id="rId1" Type="http://schemas.openxmlformats.org/officeDocument/2006/relationships/tags" Target="../tags/tag79.xml"/></Relationships>
</file>

<file path=ppt/slides/_rels/slide7.xml.rels><?xml version="1.0" encoding="UTF-8" standalone="yes"?>
<Relationships xmlns="http://schemas.openxmlformats.org/package/2006/relationships"><Relationship Id="rId99" Type="http://schemas.openxmlformats.org/officeDocument/2006/relationships/customXml" Target="../ink/ink109.xml"/><Relationship Id="rId98" Type="http://schemas.openxmlformats.org/officeDocument/2006/relationships/image" Target="../media/image110.png"/><Relationship Id="rId97" Type="http://schemas.openxmlformats.org/officeDocument/2006/relationships/customXml" Target="../ink/ink108.xml"/><Relationship Id="rId96" Type="http://schemas.openxmlformats.org/officeDocument/2006/relationships/image" Target="../media/image109.png"/><Relationship Id="rId95" Type="http://schemas.openxmlformats.org/officeDocument/2006/relationships/customXml" Target="../ink/ink107.xml"/><Relationship Id="rId94" Type="http://schemas.openxmlformats.org/officeDocument/2006/relationships/image" Target="../media/image108.png"/><Relationship Id="rId93" Type="http://schemas.openxmlformats.org/officeDocument/2006/relationships/customXml" Target="../ink/ink106.xml"/><Relationship Id="rId92" Type="http://schemas.openxmlformats.org/officeDocument/2006/relationships/image" Target="../media/image107.png"/><Relationship Id="rId91" Type="http://schemas.openxmlformats.org/officeDocument/2006/relationships/customXml" Target="../ink/ink105.xml"/><Relationship Id="rId90" Type="http://schemas.openxmlformats.org/officeDocument/2006/relationships/image" Target="../media/image106.png"/><Relationship Id="rId9" Type="http://schemas.openxmlformats.org/officeDocument/2006/relationships/customXml" Target="../ink/ink64.xml"/><Relationship Id="rId89" Type="http://schemas.openxmlformats.org/officeDocument/2006/relationships/customXml" Target="../ink/ink104.xml"/><Relationship Id="rId88" Type="http://schemas.openxmlformats.org/officeDocument/2006/relationships/image" Target="../media/image105.png"/><Relationship Id="rId87" Type="http://schemas.openxmlformats.org/officeDocument/2006/relationships/customXml" Target="../ink/ink103.xml"/><Relationship Id="rId86" Type="http://schemas.openxmlformats.org/officeDocument/2006/relationships/image" Target="../media/image104.png"/><Relationship Id="rId85" Type="http://schemas.openxmlformats.org/officeDocument/2006/relationships/customXml" Target="../ink/ink102.xml"/><Relationship Id="rId84" Type="http://schemas.openxmlformats.org/officeDocument/2006/relationships/image" Target="../media/image103.png"/><Relationship Id="rId83" Type="http://schemas.openxmlformats.org/officeDocument/2006/relationships/customXml" Target="../ink/ink101.xml"/><Relationship Id="rId82" Type="http://schemas.openxmlformats.org/officeDocument/2006/relationships/image" Target="../media/image102.png"/><Relationship Id="rId81" Type="http://schemas.openxmlformats.org/officeDocument/2006/relationships/customXml" Target="../ink/ink100.xml"/><Relationship Id="rId80" Type="http://schemas.openxmlformats.org/officeDocument/2006/relationships/image" Target="../media/image101.png"/><Relationship Id="rId8" Type="http://schemas.openxmlformats.org/officeDocument/2006/relationships/image" Target="../media/image65.png"/><Relationship Id="rId79" Type="http://schemas.openxmlformats.org/officeDocument/2006/relationships/customXml" Target="../ink/ink99.xml"/><Relationship Id="rId78" Type="http://schemas.openxmlformats.org/officeDocument/2006/relationships/image" Target="../media/image100.png"/><Relationship Id="rId77" Type="http://schemas.openxmlformats.org/officeDocument/2006/relationships/customXml" Target="../ink/ink98.xml"/><Relationship Id="rId76" Type="http://schemas.openxmlformats.org/officeDocument/2006/relationships/image" Target="../media/image99.png"/><Relationship Id="rId75" Type="http://schemas.openxmlformats.org/officeDocument/2006/relationships/customXml" Target="../ink/ink97.xml"/><Relationship Id="rId74" Type="http://schemas.openxmlformats.org/officeDocument/2006/relationships/image" Target="../media/image98.png"/><Relationship Id="rId73" Type="http://schemas.openxmlformats.org/officeDocument/2006/relationships/customXml" Target="../ink/ink96.xml"/><Relationship Id="rId72" Type="http://schemas.openxmlformats.org/officeDocument/2006/relationships/image" Target="../media/image97.png"/><Relationship Id="rId71" Type="http://schemas.openxmlformats.org/officeDocument/2006/relationships/customXml" Target="../ink/ink95.xml"/><Relationship Id="rId70" Type="http://schemas.openxmlformats.org/officeDocument/2006/relationships/image" Target="../media/image96.png"/><Relationship Id="rId7" Type="http://schemas.openxmlformats.org/officeDocument/2006/relationships/customXml" Target="../ink/ink63.xml"/><Relationship Id="rId69" Type="http://schemas.openxmlformats.org/officeDocument/2006/relationships/customXml" Target="../ink/ink94.xml"/><Relationship Id="rId68" Type="http://schemas.openxmlformats.org/officeDocument/2006/relationships/image" Target="../media/image95.png"/><Relationship Id="rId67" Type="http://schemas.openxmlformats.org/officeDocument/2006/relationships/customXml" Target="../ink/ink93.xml"/><Relationship Id="rId66" Type="http://schemas.openxmlformats.org/officeDocument/2006/relationships/image" Target="../media/image94.png"/><Relationship Id="rId65" Type="http://schemas.openxmlformats.org/officeDocument/2006/relationships/customXml" Target="../ink/ink92.xml"/><Relationship Id="rId64" Type="http://schemas.openxmlformats.org/officeDocument/2006/relationships/image" Target="../media/image93.png"/><Relationship Id="rId63" Type="http://schemas.openxmlformats.org/officeDocument/2006/relationships/customXml" Target="../ink/ink91.xml"/><Relationship Id="rId62" Type="http://schemas.openxmlformats.org/officeDocument/2006/relationships/image" Target="../media/image92.png"/><Relationship Id="rId61" Type="http://schemas.openxmlformats.org/officeDocument/2006/relationships/customXml" Target="../ink/ink90.xml"/><Relationship Id="rId60" Type="http://schemas.openxmlformats.org/officeDocument/2006/relationships/image" Target="../media/image91.png"/><Relationship Id="rId6" Type="http://schemas.openxmlformats.org/officeDocument/2006/relationships/image" Target="../media/image64.png"/><Relationship Id="rId59" Type="http://schemas.openxmlformats.org/officeDocument/2006/relationships/customXml" Target="../ink/ink89.xml"/><Relationship Id="rId58" Type="http://schemas.openxmlformats.org/officeDocument/2006/relationships/image" Target="../media/image90.png"/><Relationship Id="rId57" Type="http://schemas.openxmlformats.org/officeDocument/2006/relationships/customXml" Target="../ink/ink88.xml"/><Relationship Id="rId56" Type="http://schemas.openxmlformats.org/officeDocument/2006/relationships/image" Target="../media/image89.png"/><Relationship Id="rId55" Type="http://schemas.openxmlformats.org/officeDocument/2006/relationships/customXml" Target="../ink/ink87.xml"/><Relationship Id="rId54" Type="http://schemas.openxmlformats.org/officeDocument/2006/relationships/image" Target="../media/image88.png"/><Relationship Id="rId53" Type="http://schemas.openxmlformats.org/officeDocument/2006/relationships/customXml" Target="../ink/ink86.xml"/><Relationship Id="rId52" Type="http://schemas.openxmlformats.org/officeDocument/2006/relationships/image" Target="../media/image87.png"/><Relationship Id="rId51" Type="http://schemas.openxmlformats.org/officeDocument/2006/relationships/customXml" Target="../ink/ink85.xml"/><Relationship Id="rId50" Type="http://schemas.openxmlformats.org/officeDocument/2006/relationships/image" Target="../media/image86.png"/><Relationship Id="rId5" Type="http://schemas.openxmlformats.org/officeDocument/2006/relationships/customXml" Target="../ink/ink62.xml"/><Relationship Id="rId49" Type="http://schemas.openxmlformats.org/officeDocument/2006/relationships/customXml" Target="../ink/ink84.xml"/><Relationship Id="rId48" Type="http://schemas.openxmlformats.org/officeDocument/2006/relationships/image" Target="../media/image85.png"/><Relationship Id="rId47" Type="http://schemas.openxmlformats.org/officeDocument/2006/relationships/customXml" Target="../ink/ink83.xml"/><Relationship Id="rId46" Type="http://schemas.openxmlformats.org/officeDocument/2006/relationships/image" Target="../media/image84.png"/><Relationship Id="rId45" Type="http://schemas.openxmlformats.org/officeDocument/2006/relationships/customXml" Target="../ink/ink82.xml"/><Relationship Id="rId44" Type="http://schemas.openxmlformats.org/officeDocument/2006/relationships/image" Target="../media/image83.png"/><Relationship Id="rId43" Type="http://schemas.openxmlformats.org/officeDocument/2006/relationships/customXml" Target="../ink/ink81.xml"/><Relationship Id="rId42" Type="http://schemas.openxmlformats.org/officeDocument/2006/relationships/image" Target="../media/image82.png"/><Relationship Id="rId41" Type="http://schemas.openxmlformats.org/officeDocument/2006/relationships/customXml" Target="../ink/ink80.xml"/><Relationship Id="rId40" Type="http://schemas.openxmlformats.org/officeDocument/2006/relationships/image" Target="../media/image81.png"/><Relationship Id="rId4" Type="http://schemas.openxmlformats.org/officeDocument/2006/relationships/image" Target="../media/image63.png"/><Relationship Id="rId39" Type="http://schemas.openxmlformats.org/officeDocument/2006/relationships/customXml" Target="../ink/ink79.xml"/><Relationship Id="rId38" Type="http://schemas.openxmlformats.org/officeDocument/2006/relationships/image" Target="../media/image80.png"/><Relationship Id="rId37" Type="http://schemas.openxmlformats.org/officeDocument/2006/relationships/customXml" Target="../ink/ink78.xml"/><Relationship Id="rId36" Type="http://schemas.openxmlformats.org/officeDocument/2006/relationships/image" Target="../media/image79.png"/><Relationship Id="rId35" Type="http://schemas.openxmlformats.org/officeDocument/2006/relationships/customXml" Target="../ink/ink77.xml"/><Relationship Id="rId34" Type="http://schemas.openxmlformats.org/officeDocument/2006/relationships/image" Target="../media/image78.png"/><Relationship Id="rId33" Type="http://schemas.openxmlformats.org/officeDocument/2006/relationships/customXml" Target="../ink/ink76.xml"/><Relationship Id="rId32" Type="http://schemas.openxmlformats.org/officeDocument/2006/relationships/image" Target="../media/image77.png"/><Relationship Id="rId31" Type="http://schemas.openxmlformats.org/officeDocument/2006/relationships/customXml" Target="../ink/ink75.xml"/><Relationship Id="rId30" Type="http://schemas.openxmlformats.org/officeDocument/2006/relationships/image" Target="../media/image76.png"/><Relationship Id="rId3" Type="http://schemas.openxmlformats.org/officeDocument/2006/relationships/customXml" Target="../ink/ink61.xml"/><Relationship Id="rId29" Type="http://schemas.openxmlformats.org/officeDocument/2006/relationships/customXml" Target="../ink/ink74.xml"/><Relationship Id="rId28" Type="http://schemas.openxmlformats.org/officeDocument/2006/relationships/image" Target="../media/image75.png"/><Relationship Id="rId27" Type="http://schemas.openxmlformats.org/officeDocument/2006/relationships/customXml" Target="../ink/ink73.xml"/><Relationship Id="rId26" Type="http://schemas.openxmlformats.org/officeDocument/2006/relationships/image" Target="../media/image74.png"/><Relationship Id="rId25" Type="http://schemas.openxmlformats.org/officeDocument/2006/relationships/customXml" Target="../ink/ink72.xml"/><Relationship Id="rId24" Type="http://schemas.openxmlformats.org/officeDocument/2006/relationships/image" Target="../media/image73.png"/><Relationship Id="rId23" Type="http://schemas.openxmlformats.org/officeDocument/2006/relationships/customXml" Target="../ink/ink71.xml"/><Relationship Id="rId22" Type="http://schemas.openxmlformats.org/officeDocument/2006/relationships/image" Target="../media/image72.png"/><Relationship Id="rId21" Type="http://schemas.openxmlformats.org/officeDocument/2006/relationships/customXml" Target="../ink/ink70.xml"/><Relationship Id="rId20" Type="http://schemas.openxmlformats.org/officeDocument/2006/relationships/image" Target="../media/image71.png"/><Relationship Id="rId2" Type="http://schemas.openxmlformats.org/officeDocument/2006/relationships/tags" Target="../tags/tag83.xml"/><Relationship Id="rId19" Type="http://schemas.openxmlformats.org/officeDocument/2006/relationships/customXml" Target="../ink/ink69.xml"/><Relationship Id="rId18" Type="http://schemas.openxmlformats.org/officeDocument/2006/relationships/image" Target="../media/image70.png"/><Relationship Id="rId17" Type="http://schemas.openxmlformats.org/officeDocument/2006/relationships/customXml" Target="../ink/ink68.xml"/><Relationship Id="rId16" Type="http://schemas.openxmlformats.org/officeDocument/2006/relationships/image" Target="../media/image69.png"/><Relationship Id="rId150" Type="http://schemas.openxmlformats.org/officeDocument/2006/relationships/slideLayout" Target="../slideLayouts/slideLayout2.xml"/><Relationship Id="rId15" Type="http://schemas.openxmlformats.org/officeDocument/2006/relationships/customXml" Target="../ink/ink67.xml"/><Relationship Id="rId149" Type="http://schemas.openxmlformats.org/officeDocument/2006/relationships/tags" Target="../tags/tag84.xml"/><Relationship Id="rId148" Type="http://schemas.openxmlformats.org/officeDocument/2006/relationships/image" Target="../media/image135.png"/><Relationship Id="rId147" Type="http://schemas.openxmlformats.org/officeDocument/2006/relationships/customXml" Target="../ink/ink133.xml"/><Relationship Id="rId146" Type="http://schemas.openxmlformats.org/officeDocument/2006/relationships/image" Target="../media/image134.png"/><Relationship Id="rId145" Type="http://schemas.openxmlformats.org/officeDocument/2006/relationships/customXml" Target="../ink/ink132.xml"/><Relationship Id="rId144" Type="http://schemas.openxmlformats.org/officeDocument/2006/relationships/image" Target="../media/image133.png"/><Relationship Id="rId143" Type="http://schemas.openxmlformats.org/officeDocument/2006/relationships/customXml" Target="../ink/ink131.xml"/><Relationship Id="rId142" Type="http://schemas.openxmlformats.org/officeDocument/2006/relationships/image" Target="../media/image132.png"/><Relationship Id="rId141" Type="http://schemas.openxmlformats.org/officeDocument/2006/relationships/customXml" Target="../ink/ink130.xml"/><Relationship Id="rId140" Type="http://schemas.openxmlformats.org/officeDocument/2006/relationships/image" Target="../media/image131.png"/><Relationship Id="rId14" Type="http://schemas.openxmlformats.org/officeDocument/2006/relationships/image" Target="../media/image68.png"/><Relationship Id="rId139" Type="http://schemas.openxmlformats.org/officeDocument/2006/relationships/customXml" Target="../ink/ink129.xml"/><Relationship Id="rId138" Type="http://schemas.openxmlformats.org/officeDocument/2006/relationships/image" Target="../media/image130.png"/><Relationship Id="rId137" Type="http://schemas.openxmlformats.org/officeDocument/2006/relationships/customXml" Target="../ink/ink128.xml"/><Relationship Id="rId136" Type="http://schemas.openxmlformats.org/officeDocument/2006/relationships/image" Target="../media/image129.png"/><Relationship Id="rId135" Type="http://schemas.openxmlformats.org/officeDocument/2006/relationships/customXml" Target="../ink/ink127.xml"/><Relationship Id="rId134" Type="http://schemas.openxmlformats.org/officeDocument/2006/relationships/image" Target="../media/image128.png"/><Relationship Id="rId133" Type="http://schemas.openxmlformats.org/officeDocument/2006/relationships/customXml" Target="../ink/ink126.xml"/><Relationship Id="rId132" Type="http://schemas.openxmlformats.org/officeDocument/2006/relationships/image" Target="../media/image127.png"/><Relationship Id="rId131" Type="http://schemas.openxmlformats.org/officeDocument/2006/relationships/customXml" Target="../ink/ink125.xml"/><Relationship Id="rId130" Type="http://schemas.openxmlformats.org/officeDocument/2006/relationships/image" Target="../media/image126.png"/><Relationship Id="rId13" Type="http://schemas.openxmlformats.org/officeDocument/2006/relationships/customXml" Target="../ink/ink66.xml"/><Relationship Id="rId129" Type="http://schemas.openxmlformats.org/officeDocument/2006/relationships/customXml" Target="../ink/ink124.xml"/><Relationship Id="rId128" Type="http://schemas.openxmlformats.org/officeDocument/2006/relationships/image" Target="../media/image125.png"/><Relationship Id="rId127" Type="http://schemas.openxmlformats.org/officeDocument/2006/relationships/customXml" Target="../ink/ink123.xml"/><Relationship Id="rId126" Type="http://schemas.openxmlformats.org/officeDocument/2006/relationships/image" Target="../media/image124.png"/><Relationship Id="rId125" Type="http://schemas.openxmlformats.org/officeDocument/2006/relationships/customXml" Target="../ink/ink122.xml"/><Relationship Id="rId124" Type="http://schemas.openxmlformats.org/officeDocument/2006/relationships/image" Target="../media/image123.png"/><Relationship Id="rId123" Type="http://schemas.openxmlformats.org/officeDocument/2006/relationships/customXml" Target="../ink/ink121.xml"/><Relationship Id="rId122" Type="http://schemas.openxmlformats.org/officeDocument/2006/relationships/image" Target="../media/image122.png"/><Relationship Id="rId121" Type="http://schemas.openxmlformats.org/officeDocument/2006/relationships/customXml" Target="../ink/ink120.xml"/><Relationship Id="rId120" Type="http://schemas.openxmlformats.org/officeDocument/2006/relationships/image" Target="../media/image121.png"/><Relationship Id="rId12" Type="http://schemas.openxmlformats.org/officeDocument/2006/relationships/image" Target="../media/image67.png"/><Relationship Id="rId119" Type="http://schemas.openxmlformats.org/officeDocument/2006/relationships/customXml" Target="../ink/ink119.xml"/><Relationship Id="rId118" Type="http://schemas.openxmlformats.org/officeDocument/2006/relationships/image" Target="../media/image120.png"/><Relationship Id="rId117" Type="http://schemas.openxmlformats.org/officeDocument/2006/relationships/customXml" Target="../ink/ink118.xml"/><Relationship Id="rId116" Type="http://schemas.openxmlformats.org/officeDocument/2006/relationships/image" Target="../media/image119.png"/><Relationship Id="rId115" Type="http://schemas.openxmlformats.org/officeDocument/2006/relationships/customXml" Target="../ink/ink117.xml"/><Relationship Id="rId114" Type="http://schemas.openxmlformats.org/officeDocument/2006/relationships/image" Target="../media/image118.png"/><Relationship Id="rId113" Type="http://schemas.openxmlformats.org/officeDocument/2006/relationships/customXml" Target="../ink/ink116.xml"/><Relationship Id="rId112" Type="http://schemas.openxmlformats.org/officeDocument/2006/relationships/image" Target="../media/image117.png"/><Relationship Id="rId111" Type="http://schemas.openxmlformats.org/officeDocument/2006/relationships/customXml" Target="../ink/ink115.xml"/><Relationship Id="rId110" Type="http://schemas.openxmlformats.org/officeDocument/2006/relationships/image" Target="../media/image116.png"/><Relationship Id="rId11" Type="http://schemas.openxmlformats.org/officeDocument/2006/relationships/customXml" Target="../ink/ink65.xml"/><Relationship Id="rId109" Type="http://schemas.openxmlformats.org/officeDocument/2006/relationships/customXml" Target="../ink/ink114.xml"/><Relationship Id="rId108" Type="http://schemas.openxmlformats.org/officeDocument/2006/relationships/image" Target="../media/image115.png"/><Relationship Id="rId107" Type="http://schemas.openxmlformats.org/officeDocument/2006/relationships/customXml" Target="../ink/ink113.xml"/><Relationship Id="rId106" Type="http://schemas.openxmlformats.org/officeDocument/2006/relationships/image" Target="../media/image114.png"/><Relationship Id="rId105" Type="http://schemas.openxmlformats.org/officeDocument/2006/relationships/customXml" Target="../ink/ink112.xml"/><Relationship Id="rId104" Type="http://schemas.openxmlformats.org/officeDocument/2006/relationships/image" Target="../media/image113.png"/><Relationship Id="rId103" Type="http://schemas.openxmlformats.org/officeDocument/2006/relationships/customXml" Target="../ink/ink111.xml"/><Relationship Id="rId102" Type="http://schemas.openxmlformats.org/officeDocument/2006/relationships/image" Target="../media/image112.png"/><Relationship Id="rId101" Type="http://schemas.openxmlformats.org/officeDocument/2006/relationships/customXml" Target="../ink/ink110.xml"/><Relationship Id="rId100" Type="http://schemas.openxmlformats.org/officeDocument/2006/relationships/image" Target="../media/image111.png"/><Relationship Id="rId10" Type="http://schemas.openxmlformats.org/officeDocument/2006/relationships/image" Target="../media/image66.png"/><Relationship Id="rId1" Type="http://schemas.openxmlformats.org/officeDocument/2006/relationships/tags" Target="../tags/tag82.xml"/></Relationships>
</file>

<file path=ppt/slides/_rels/slide8.xml.rels><?xml version="1.0" encoding="UTF-8" standalone="yes"?>
<Relationships xmlns="http://schemas.openxmlformats.org/package/2006/relationships"><Relationship Id="rId9" Type="http://schemas.openxmlformats.org/officeDocument/2006/relationships/image" Target="../media/image140.png"/><Relationship Id="rId8" Type="http://schemas.openxmlformats.org/officeDocument/2006/relationships/image" Target="../media/image139.png"/><Relationship Id="rId7" Type="http://schemas.openxmlformats.org/officeDocument/2006/relationships/image" Target="../media/image138.png"/><Relationship Id="rId6" Type="http://schemas.openxmlformats.org/officeDocument/2006/relationships/image" Target="../media/image137.png"/><Relationship Id="rId5" Type="http://schemas.openxmlformats.org/officeDocument/2006/relationships/tags" Target="../tags/tag88.xml"/><Relationship Id="rId46" Type="http://schemas.openxmlformats.org/officeDocument/2006/relationships/slideLayout" Target="../slideLayouts/slideLayout4.xml"/><Relationship Id="rId45" Type="http://schemas.openxmlformats.org/officeDocument/2006/relationships/tags" Target="../tags/tag89.xml"/><Relationship Id="rId44" Type="http://schemas.openxmlformats.org/officeDocument/2006/relationships/image" Target="../media/image158.png"/><Relationship Id="rId43" Type="http://schemas.openxmlformats.org/officeDocument/2006/relationships/customXml" Target="../ink/ink150.xml"/><Relationship Id="rId42" Type="http://schemas.openxmlformats.org/officeDocument/2006/relationships/image" Target="../media/image157.png"/><Relationship Id="rId41" Type="http://schemas.openxmlformats.org/officeDocument/2006/relationships/customXml" Target="../ink/ink149.xml"/><Relationship Id="rId40" Type="http://schemas.openxmlformats.org/officeDocument/2006/relationships/image" Target="../media/image156.png"/><Relationship Id="rId4" Type="http://schemas.openxmlformats.org/officeDocument/2006/relationships/image" Target="../media/image136.png"/><Relationship Id="rId39" Type="http://schemas.openxmlformats.org/officeDocument/2006/relationships/customXml" Target="../ink/ink148.xml"/><Relationship Id="rId38" Type="http://schemas.openxmlformats.org/officeDocument/2006/relationships/image" Target="../media/image155.png"/><Relationship Id="rId37" Type="http://schemas.openxmlformats.org/officeDocument/2006/relationships/customXml" Target="../ink/ink147.xml"/><Relationship Id="rId36" Type="http://schemas.openxmlformats.org/officeDocument/2006/relationships/image" Target="../media/image154.png"/><Relationship Id="rId35" Type="http://schemas.openxmlformats.org/officeDocument/2006/relationships/customXml" Target="../ink/ink146.xml"/><Relationship Id="rId34" Type="http://schemas.openxmlformats.org/officeDocument/2006/relationships/image" Target="../media/image153.png"/><Relationship Id="rId33" Type="http://schemas.openxmlformats.org/officeDocument/2006/relationships/customXml" Target="../ink/ink145.xml"/><Relationship Id="rId32" Type="http://schemas.openxmlformats.org/officeDocument/2006/relationships/image" Target="../media/image152.png"/><Relationship Id="rId31" Type="http://schemas.openxmlformats.org/officeDocument/2006/relationships/customXml" Target="../ink/ink144.xml"/><Relationship Id="rId30" Type="http://schemas.openxmlformats.org/officeDocument/2006/relationships/image" Target="../media/image151.png"/><Relationship Id="rId3" Type="http://schemas.openxmlformats.org/officeDocument/2006/relationships/tags" Target="../tags/tag87.xml"/><Relationship Id="rId29" Type="http://schemas.openxmlformats.org/officeDocument/2006/relationships/customXml" Target="../ink/ink143.xml"/><Relationship Id="rId28" Type="http://schemas.openxmlformats.org/officeDocument/2006/relationships/image" Target="../media/image150.png"/><Relationship Id="rId27" Type="http://schemas.openxmlformats.org/officeDocument/2006/relationships/customXml" Target="../ink/ink142.xml"/><Relationship Id="rId26" Type="http://schemas.openxmlformats.org/officeDocument/2006/relationships/image" Target="../media/image149.png"/><Relationship Id="rId25" Type="http://schemas.openxmlformats.org/officeDocument/2006/relationships/customXml" Target="../ink/ink141.xml"/><Relationship Id="rId24" Type="http://schemas.openxmlformats.org/officeDocument/2006/relationships/image" Target="../media/image148.png"/><Relationship Id="rId23" Type="http://schemas.openxmlformats.org/officeDocument/2006/relationships/customXml" Target="../ink/ink140.xml"/><Relationship Id="rId22" Type="http://schemas.openxmlformats.org/officeDocument/2006/relationships/image" Target="../media/image147.png"/><Relationship Id="rId21" Type="http://schemas.openxmlformats.org/officeDocument/2006/relationships/customXml" Target="../ink/ink139.xml"/><Relationship Id="rId20" Type="http://schemas.openxmlformats.org/officeDocument/2006/relationships/image" Target="../media/image146.png"/><Relationship Id="rId2" Type="http://schemas.openxmlformats.org/officeDocument/2006/relationships/tags" Target="../tags/tag86.xml"/><Relationship Id="rId19" Type="http://schemas.openxmlformats.org/officeDocument/2006/relationships/customXml" Target="../ink/ink138.xml"/><Relationship Id="rId18" Type="http://schemas.openxmlformats.org/officeDocument/2006/relationships/image" Target="../media/image145.png"/><Relationship Id="rId17" Type="http://schemas.openxmlformats.org/officeDocument/2006/relationships/customXml" Target="../ink/ink137.xml"/><Relationship Id="rId16" Type="http://schemas.openxmlformats.org/officeDocument/2006/relationships/image" Target="../media/image144.png"/><Relationship Id="rId15" Type="http://schemas.openxmlformats.org/officeDocument/2006/relationships/customXml" Target="../ink/ink136.xml"/><Relationship Id="rId14" Type="http://schemas.openxmlformats.org/officeDocument/2006/relationships/image" Target="../media/image143.png"/><Relationship Id="rId13" Type="http://schemas.openxmlformats.org/officeDocument/2006/relationships/customXml" Target="../ink/ink135.xml"/><Relationship Id="rId12" Type="http://schemas.openxmlformats.org/officeDocument/2006/relationships/image" Target="../media/image142.png"/><Relationship Id="rId11" Type="http://schemas.openxmlformats.org/officeDocument/2006/relationships/customXml" Target="../ink/ink134.xml"/><Relationship Id="rId10" Type="http://schemas.openxmlformats.org/officeDocument/2006/relationships/image" Target="../media/image141.png"/><Relationship Id="rId1" Type="http://schemas.openxmlformats.org/officeDocument/2006/relationships/tags" Target="../tags/tag85.xml"/></Relationships>
</file>

<file path=ppt/slides/_rels/slide9.xml.rels><?xml version="1.0" encoding="UTF-8" standalone="yes"?>
<Relationships xmlns="http://schemas.openxmlformats.org/package/2006/relationships"><Relationship Id="rId9" Type="http://schemas.openxmlformats.org/officeDocument/2006/relationships/image" Target="../media/image162.png"/><Relationship Id="rId8" Type="http://schemas.openxmlformats.org/officeDocument/2006/relationships/customXml" Target="../ink/ink152.xml"/><Relationship Id="rId7" Type="http://schemas.openxmlformats.org/officeDocument/2006/relationships/image" Target="../media/image161.png"/><Relationship Id="rId6" Type="http://schemas.openxmlformats.org/officeDocument/2006/relationships/customXml" Target="../ink/ink151.xml"/><Relationship Id="rId5" Type="http://schemas.openxmlformats.org/officeDocument/2006/relationships/image" Target="../media/image160.png"/><Relationship Id="rId4" Type="http://schemas.openxmlformats.org/officeDocument/2006/relationships/tags" Target="../tags/tag92.xml"/><Relationship Id="rId3" Type="http://schemas.openxmlformats.org/officeDocument/2006/relationships/image" Target="../media/image159.png"/><Relationship Id="rId25" Type="http://schemas.openxmlformats.org/officeDocument/2006/relationships/slideLayout" Target="../slideLayouts/slideLayout4.xml"/><Relationship Id="rId24" Type="http://schemas.openxmlformats.org/officeDocument/2006/relationships/tags" Target="../tags/tag93.xml"/><Relationship Id="rId23" Type="http://schemas.openxmlformats.org/officeDocument/2006/relationships/image" Target="../media/image169.png"/><Relationship Id="rId22" Type="http://schemas.openxmlformats.org/officeDocument/2006/relationships/customXml" Target="../ink/ink159.xml"/><Relationship Id="rId21" Type="http://schemas.openxmlformats.org/officeDocument/2006/relationships/image" Target="../media/image168.png"/><Relationship Id="rId20" Type="http://schemas.openxmlformats.org/officeDocument/2006/relationships/customXml" Target="../ink/ink158.xml"/><Relationship Id="rId2" Type="http://schemas.openxmlformats.org/officeDocument/2006/relationships/tags" Target="../tags/tag91.xml"/><Relationship Id="rId19" Type="http://schemas.openxmlformats.org/officeDocument/2006/relationships/image" Target="../media/image167.png"/><Relationship Id="rId18" Type="http://schemas.openxmlformats.org/officeDocument/2006/relationships/customXml" Target="../ink/ink157.xml"/><Relationship Id="rId17" Type="http://schemas.openxmlformats.org/officeDocument/2006/relationships/image" Target="../media/image166.png"/><Relationship Id="rId16" Type="http://schemas.openxmlformats.org/officeDocument/2006/relationships/customXml" Target="../ink/ink156.xml"/><Relationship Id="rId15" Type="http://schemas.openxmlformats.org/officeDocument/2006/relationships/image" Target="../media/image165.png"/><Relationship Id="rId14" Type="http://schemas.openxmlformats.org/officeDocument/2006/relationships/customXml" Target="../ink/ink155.xml"/><Relationship Id="rId13" Type="http://schemas.openxmlformats.org/officeDocument/2006/relationships/image" Target="../media/image164.png"/><Relationship Id="rId12" Type="http://schemas.openxmlformats.org/officeDocument/2006/relationships/customXml" Target="../ink/ink154.xml"/><Relationship Id="rId11" Type="http://schemas.openxmlformats.org/officeDocument/2006/relationships/image" Target="../media/image163.png"/><Relationship Id="rId10" Type="http://schemas.openxmlformats.org/officeDocument/2006/relationships/customXml" Target="../ink/ink153.xml"/><Relationship Id="rId1" Type="http://schemas.openxmlformats.org/officeDocument/2006/relationships/tags" Target="../tags/tag90.xml"/></Relationships>
</file>

<file path=ppt/slides/_rels/slide10.xml.rels><?xml version="1.0" encoding="UTF-8" standalone="yes"?>
<Relationships xmlns="http://schemas.openxmlformats.org/package/2006/relationships"><Relationship Id="rId9" Type="http://schemas.openxmlformats.org/officeDocument/2006/relationships/customXml" Target="../ink/ink162.xml"/><Relationship Id="rId8" Type="http://schemas.openxmlformats.org/officeDocument/2006/relationships/image" Target="../media/image172.png"/><Relationship Id="rId7" Type="http://schemas.openxmlformats.org/officeDocument/2006/relationships/customXml" Target="../ink/ink161.xml"/><Relationship Id="rId6" Type="http://schemas.openxmlformats.org/officeDocument/2006/relationships/image" Target="../media/image171.png"/><Relationship Id="rId5" Type="http://schemas.openxmlformats.org/officeDocument/2006/relationships/customXml" Target="../ink/ink160.xml"/><Relationship Id="rId4" Type="http://schemas.openxmlformats.org/officeDocument/2006/relationships/image" Target="../media/image170.png"/><Relationship Id="rId30" Type="http://schemas.openxmlformats.org/officeDocument/2006/relationships/slideLayout" Target="../slideLayouts/slideLayout3.xml"/><Relationship Id="rId3" Type="http://schemas.openxmlformats.org/officeDocument/2006/relationships/tags" Target="../tags/tag96.xml"/><Relationship Id="rId29" Type="http://schemas.openxmlformats.org/officeDocument/2006/relationships/tags" Target="../tags/tag97.xml"/><Relationship Id="rId28" Type="http://schemas.openxmlformats.org/officeDocument/2006/relationships/image" Target="../media/image182.png"/><Relationship Id="rId27" Type="http://schemas.openxmlformats.org/officeDocument/2006/relationships/customXml" Target="../ink/ink171.xml"/><Relationship Id="rId26" Type="http://schemas.openxmlformats.org/officeDocument/2006/relationships/image" Target="../media/image181.png"/><Relationship Id="rId25" Type="http://schemas.openxmlformats.org/officeDocument/2006/relationships/customXml" Target="../ink/ink170.xml"/><Relationship Id="rId24" Type="http://schemas.openxmlformats.org/officeDocument/2006/relationships/image" Target="../media/image180.png"/><Relationship Id="rId23" Type="http://schemas.openxmlformats.org/officeDocument/2006/relationships/customXml" Target="../ink/ink169.xml"/><Relationship Id="rId22" Type="http://schemas.openxmlformats.org/officeDocument/2006/relationships/image" Target="../media/image179.png"/><Relationship Id="rId21" Type="http://schemas.openxmlformats.org/officeDocument/2006/relationships/customXml" Target="../ink/ink168.xml"/><Relationship Id="rId20" Type="http://schemas.openxmlformats.org/officeDocument/2006/relationships/image" Target="../media/image178.png"/><Relationship Id="rId2" Type="http://schemas.openxmlformats.org/officeDocument/2006/relationships/tags" Target="../tags/tag95.xml"/><Relationship Id="rId19" Type="http://schemas.openxmlformats.org/officeDocument/2006/relationships/customXml" Target="../ink/ink167.xml"/><Relationship Id="rId18" Type="http://schemas.openxmlformats.org/officeDocument/2006/relationships/image" Target="../media/image177.png"/><Relationship Id="rId17" Type="http://schemas.openxmlformats.org/officeDocument/2006/relationships/customXml" Target="../ink/ink166.xml"/><Relationship Id="rId16" Type="http://schemas.openxmlformats.org/officeDocument/2006/relationships/image" Target="../media/image176.png"/><Relationship Id="rId15" Type="http://schemas.openxmlformats.org/officeDocument/2006/relationships/customXml" Target="../ink/ink165.xml"/><Relationship Id="rId14" Type="http://schemas.openxmlformats.org/officeDocument/2006/relationships/image" Target="../media/image175.png"/><Relationship Id="rId13" Type="http://schemas.openxmlformats.org/officeDocument/2006/relationships/customXml" Target="../ink/ink164.xml"/><Relationship Id="rId12" Type="http://schemas.openxmlformats.org/officeDocument/2006/relationships/image" Target="../media/image174.png"/><Relationship Id="rId11" Type="http://schemas.openxmlformats.org/officeDocument/2006/relationships/customXml" Target="../ink/ink163.xml"/><Relationship Id="rId10" Type="http://schemas.openxmlformats.org/officeDocument/2006/relationships/image" Target="../media/image173.png"/><Relationship Id="rId1" Type="http://schemas.openxmlformats.org/officeDocument/2006/relationships/tags" Target="../tags/tag94.xml"/></Relationships>
</file>

<file path=ppt/slides/_rels/slide11.xml.rels><?xml version="1.0" encoding="UTF-8" standalone="yes"?>
<Relationships xmlns="http://schemas.openxmlformats.org/package/2006/relationships"><Relationship Id="rId9" Type="http://schemas.openxmlformats.org/officeDocument/2006/relationships/customXml" Target="../ink/ink175.xml"/><Relationship Id="rId8" Type="http://schemas.openxmlformats.org/officeDocument/2006/relationships/image" Target="../media/image185.png"/><Relationship Id="rId7" Type="http://schemas.openxmlformats.org/officeDocument/2006/relationships/customXml" Target="../ink/ink174.xml"/><Relationship Id="rId6" Type="http://schemas.openxmlformats.org/officeDocument/2006/relationships/image" Target="../media/image184.png"/><Relationship Id="rId5" Type="http://schemas.openxmlformats.org/officeDocument/2006/relationships/customXml" Target="../ink/ink173.xml"/><Relationship Id="rId4" Type="http://schemas.openxmlformats.org/officeDocument/2006/relationships/image" Target="../media/image183.png"/><Relationship Id="rId3" Type="http://schemas.openxmlformats.org/officeDocument/2006/relationships/customXml" Target="../ink/ink172.xml"/><Relationship Id="rId2" Type="http://schemas.openxmlformats.org/officeDocument/2006/relationships/tags" Target="../tags/tag99.xml"/><Relationship Id="rId14" Type="http://schemas.openxmlformats.org/officeDocument/2006/relationships/slideLayout" Target="../slideLayouts/slideLayout11.xml"/><Relationship Id="rId13" Type="http://schemas.openxmlformats.org/officeDocument/2006/relationships/tags" Target="../tags/tag100.xml"/><Relationship Id="rId12" Type="http://schemas.openxmlformats.org/officeDocument/2006/relationships/image" Target="../media/image187.png"/><Relationship Id="rId11" Type="http://schemas.openxmlformats.org/officeDocument/2006/relationships/customXml" Target="../ink/ink176.xml"/><Relationship Id="rId10" Type="http://schemas.openxmlformats.org/officeDocument/2006/relationships/image" Target="../media/image186.png"/><Relationship Id="rId1" Type="http://schemas.openxmlformats.org/officeDocument/2006/relationships/tags" Target="../tags/tag98.xml"/></Relationships>
</file>

<file path=ppt/slides/_rels/slide12.xml.rels><?xml version="1.0" encoding="UTF-8" standalone="yes"?>
<Relationships xmlns="http://schemas.openxmlformats.org/package/2006/relationships"><Relationship Id="rId9" Type="http://schemas.openxmlformats.org/officeDocument/2006/relationships/customXml" Target="../ink/ink179.xml"/><Relationship Id="rId8" Type="http://schemas.openxmlformats.org/officeDocument/2006/relationships/image" Target="../media/image191.png"/><Relationship Id="rId72" Type="http://schemas.openxmlformats.org/officeDocument/2006/relationships/slideLayout" Target="../slideLayouts/slideLayout4.xml"/><Relationship Id="rId71" Type="http://schemas.openxmlformats.org/officeDocument/2006/relationships/tags" Target="../tags/tag103.xml"/><Relationship Id="rId70" Type="http://schemas.openxmlformats.org/officeDocument/2006/relationships/image" Target="../media/image222.png"/><Relationship Id="rId7" Type="http://schemas.openxmlformats.org/officeDocument/2006/relationships/customXml" Target="../ink/ink178.xml"/><Relationship Id="rId69" Type="http://schemas.openxmlformats.org/officeDocument/2006/relationships/customXml" Target="../ink/ink209.xml"/><Relationship Id="rId68" Type="http://schemas.openxmlformats.org/officeDocument/2006/relationships/image" Target="../media/image221.png"/><Relationship Id="rId67" Type="http://schemas.openxmlformats.org/officeDocument/2006/relationships/customXml" Target="../ink/ink208.xml"/><Relationship Id="rId66" Type="http://schemas.openxmlformats.org/officeDocument/2006/relationships/image" Target="../media/image220.png"/><Relationship Id="rId65" Type="http://schemas.openxmlformats.org/officeDocument/2006/relationships/customXml" Target="../ink/ink207.xml"/><Relationship Id="rId64" Type="http://schemas.openxmlformats.org/officeDocument/2006/relationships/image" Target="../media/image219.png"/><Relationship Id="rId63" Type="http://schemas.openxmlformats.org/officeDocument/2006/relationships/customXml" Target="../ink/ink206.xml"/><Relationship Id="rId62" Type="http://schemas.openxmlformats.org/officeDocument/2006/relationships/image" Target="../media/image218.png"/><Relationship Id="rId61" Type="http://schemas.openxmlformats.org/officeDocument/2006/relationships/customXml" Target="../ink/ink205.xml"/><Relationship Id="rId60" Type="http://schemas.openxmlformats.org/officeDocument/2006/relationships/image" Target="../media/image217.png"/><Relationship Id="rId6" Type="http://schemas.openxmlformats.org/officeDocument/2006/relationships/image" Target="../media/image190.png"/><Relationship Id="rId59" Type="http://schemas.openxmlformats.org/officeDocument/2006/relationships/customXml" Target="../ink/ink204.xml"/><Relationship Id="rId58" Type="http://schemas.openxmlformats.org/officeDocument/2006/relationships/image" Target="../media/image216.png"/><Relationship Id="rId57" Type="http://schemas.openxmlformats.org/officeDocument/2006/relationships/customXml" Target="../ink/ink203.xml"/><Relationship Id="rId56" Type="http://schemas.openxmlformats.org/officeDocument/2006/relationships/image" Target="../media/image215.png"/><Relationship Id="rId55" Type="http://schemas.openxmlformats.org/officeDocument/2006/relationships/customXml" Target="../ink/ink202.xml"/><Relationship Id="rId54" Type="http://schemas.openxmlformats.org/officeDocument/2006/relationships/image" Target="../media/image214.png"/><Relationship Id="rId53" Type="http://schemas.openxmlformats.org/officeDocument/2006/relationships/customXml" Target="../ink/ink201.xml"/><Relationship Id="rId52" Type="http://schemas.openxmlformats.org/officeDocument/2006/relationships/image" Target="../media/image213.png"/><Relationship Id="rId51" Type="http://schemas.openxmlformats.org/officeDocument/2006/relationships/customXml" Target="../ink/ink200.xml"/><Relationship Id="rId50" Type="http://schemas.openxmlformats.org/officeDocument/2006/relationships/image" Target="../media/image212.png"/><Relationship Id="rId5" Type="http://schemas.openxmlformats.org/officeDocument/2006/relationships/customXml" Target="../ink/ink177.xml"/><Relationship Id="rId49" Type="http://schemas.openxmlformats.org/officeDocument/2006/relationships/customXml" Target="../ink/ink199.xml"/><Relationship Id="rId48" Type="http://schemas.openxmlformats.org/officeDocument/2006/relationships/image" Target="../media/image211.png"/><Relationship Id="rId47" Type="http://schemas.openxmlformats.org/officeDocument/2006/relationships/customXml" Target="../ink/ink198.xml"/><Relationship Id="rId46" Type="http://schemas.openxmlformats.org/officeDocument/2006/relationships/image" Target="../media/image210.png"/><Relationship Id="rId45" Type="http://schemas.openxmlformats.org/officeDocument/2006/relationships/customXml" Target="../ink/ink197.xml"/><Relationship Id="rId44" Type="http://schemas.openxmlformats.org/officeDocument/2006/relationships/image" Target="../media/image209.png"/><Relationship Id="rId43" Type="http://schemas.openxmlformats.org/officeDocument/2006/relationships/customXml" Target="../ink/ink196.xml"/><Relationship Id="rId42" Type="http://schemas.openxmlformats.org/officeDocument/2006/relationships/image" Target="../media/image208.png"/><Relationship Id="rId41" Type="http://schemas.openxmlformats.org/officeDocument/2006/relationships/customXml" Target="../ink/ink195.xml"/><Relationship Id="rId40" Type="http://schemas.openxmlformats.org/officeDocument/2006/relationships/image" Target="../media/image207.png"/><Relationship Id="rId4" Type="http://schemas.openxmlformats.org/officeDocument/2006/relationships/image" Target="../media/image189.png"/><Relationship Id="rId39" Type="http://schemas.openxmlformats.org/officeDocument/2006/relationships/customXml" Target="../ink/ink194.xml"/><Relationship Id="rId38" Type="http://schemas.openxmlformats.org/officeDocument/2006/relationships/image" Target="../media/image206.png"/><Relationship Id="rId37" Type="http://schemas.openxmlformats.org/officeDocument/2006/relationships/customXml" Target="../ink/ink193.xml"/><Relationship Id="rId36" Type="http://schemas.openxmlformats.org/officeDocument/2006/relationships/image" Target="../media/image205.png"/><Relationship Id="rId35" Type="http://schemas.openxmlformats.org/officeDocument/2006/relationships/customXml" Target="../ink/ink192.xml"/><Relationship Id="rId34" Type="http://schemas.openxmlformats.org/officeDocument/2006/relationships/image" Target="../media/image204.png"/><Relationship Id="rId33" Type="http://schemas.openxmlformats.org/officeDocument/2006/relationships/customXml" Target="../ink/ink191.xml"/><Relationship Id="rId32" Type="http://schemas.openxmlformats.org/officeDocument/2006/relationships/image" Target="../media/image203.png"/><Relationship Id="rId31" Type="http://schemas.openxmlformats.org/officeDocument/2006/relationships/customXml" Target="../ink/ink190.xml"/><Relationship Id="rId30" Type="http://schemas.openxmlformats.org/officeDocument/2006/relationships/image" Target="../media/image202.png"/><Relationship Id="rId3" Type="http://schemas.openxmlformats.org/officeDocument/2006/relationships/image" Target="../media/image188.png"/><Relationship Id="rId29" Type="http://schemas.openxmlformats.org/officeDocument/2006/relationships/customXml" Target="../ink/ink189.xml"/><Relationship Id="rId28" Type="http://schemas.openxmlformats.org/officeDocument/2006/relationships/image" Target="../media/image201.png"/><Relationship Id="rId27" Type="http://schemas.openxmlformats.org/officeDocument/2006/relationships/customXml" Target="../ink/ink188.xml"/><Relationship Id="rId26" Type="http://schemas.openxmlformats.org/officeDocument/2006/relationships/image" Target="../media/image200.png"/><Relationship Id="rId25" Type="http://schemas.openxmlformats.org/officeDocument/2006/relationships/customXml" Target="../ink/ink187.xml"/><Relationship Id="rId24" Type="http://schemas.openxmlformats.org/officeDocument/2006/relationships/image" Target="../media/image199.png"/><Relationship Id="rId23" Type="http://schemas.openxmlformats.org/officeDocument/2006/relationships/customXml" Target="../ink/ink186.xml"/><Relationship Id="rId22" Type="http://schemas.openxmlformats.org/officeDocument/2006/relationships/image" Target="../media/image198.png"/><Relationship Id="rId21" Type="http://schemas.openxmlformats.org/officeDocument/2006/relationships/customXml" Target="../ink/ink185.xml"/><Relationship Id="rId20" Type="http://schemas.openxmlformats.org/officeDocument/2006/relationships/image" Target="../media/image197.png"/><Relationship Id="rId2" Type="http://schemas.openxmlformats.org/officeDocument/2006/relationships/tags" Target="../tags/tag102.xml"/><Relationship Id="rId19" Type="http://schemas.openxmlformats.org/officeDocument/2006/relationships/customXml" Target="../ink/ink184.xml"/><Relationship Id="rId18" Type="http://schemas.openxmlformats.org/officeDocument/2006/relationships/image" Target="../media/image196.png"/><Relationship Id="rId17" Type="http://schemas.openxmlformats.org/officeDocument/2006/relationships/customXml" Target="../ink/ink183.xml"/><Relationship Id="rId16" Type="http://schemas.openxmlformats.org/officeDocument/2006/relationships/image" Target="../media/image195.png"/><Relationship Id="rId15" Type="http://schemas.openxmlformats.org/officeDocument/2006/relationships/customXml" Target="../ink/ink182.xml"/><Relationship Id="rId14" Type="http://schemas.openxmlformats.org/officeDocument/2006/relationships/image" Target="../media/image194.png"/><Relationship Id="rId13" Type="http://schemas.openxmlformats.org/officeDocument/2006/relationships/customXml" Target="../ink/ink181.xml"/><Relationship Id="rId12" Type="http://schemas.openxmlformats.org/officeDocument/2006/relationships/image" Target="../media/image193.png"/><Relationship Id="rId11" Type="http://schemas.openxmlformats.org/officeDocument/2006/relationships/customXml" Target="../ink/ink180.xml"/><Relationship Id="rId10" Type="http://schemas.openxmlformats.org/officeDocument/2006/relationships/image" Target="../media/image192.png"/><Relationship Id="rId1" Type="http://schemas.openxmlformats.org/officeDocument/2006/relationships/tags" Target="../tags/tag101.xml"/></Relationships>
</file>

<file path=ppt/slides/_rels/slide13.xml.rels><?xml version="1.0" encoding="UTF-8" standalone="yes"?>
<Relationships xmlns="http://schemas.openxmlformats.org/package/2006/relationships"><Relationship Id="rId9" Type="http://schemas.openxmlformats.org/officeDocument/2006/relationships/customXml" Target="../ink/ink212.xml"/><Relationship Id="rId8" Type="http://schemas.openxmlformats.org/officeDocument/2006/relationships/image" Target="../media/image226.png"/><Relationship Id="rId7" Type="http://schemas.openxmlformats.org/officeDocument/2006/relationships/customXml" Target="../ink/ink211.xml"/><Relationship Id="rId6" Type="http://schemas.openxmlformats.org/officeDocument/2006/relationships/image" Target="../media/image225.png"/><Relationship Id="rId5" Type="http://schemas.openxmlformats.org/officeDocument/2006/relationships/customXml" Target="../ink/ink210.xml"/><Relationship Id="rId48" Type="http://schemas.openxmlformats.org/officeDocument/2006/relationships/slideLayout" Target="../slideLayouts/slideLayout2.xml"/><Relationship Id="rId47" Type="http://schemas.openxmlformats.org/officeDocument/2006/relationships/tags" Target="../tags/tag106.xml"/><Relationship Id="rId46" Type="http://schemas.openxmlformats.org/officeDocument/2006/relationships/image" Target="../media/image245.png"/><Relationship Id="rId45" Type="http://schemas.openxmlformats.org/officeDocument/2006/relationships/customXml" Target="../ink/ink230.xml"/><Relationship Id="rId44" Type="http://schemas.openxmlformats.org/officeDocument/2006/relationships/image" Target="../media/image244.png"/><Relationship Id="rId43" Type="http://schemas.openxmlformats.org/officeDocument/2006/relationships/customXml" Target="../ink/ink229.xml"/><Relationship Id="rId42" Type="http://schemas.openxmlformats.org/officeDocument/2006/relationships/image" Target="../media/image243.png"/><Relationship Id="rId41" Type="http://schemas.openxmlformats.org/officeDocument/2006/relationships/customXml" Target="../ink/ink228.xml"/><Relationship Id="rId40" Type="http://schemas.openxmlformats.org/officeDocument/2006/relationships/image" Target="../media/image242.png"/><Relationship Id="rId4" Type="http://schemas.openxmlformats.org/officeDocument/2006/relationships/image" Target="../media/image224.png"/><Relationship Id="rId39" Type="http://schemas.openxmlformats.org/officeDocument/2006/relationships/customXml" Target="../ink/ink227.xml"/><Relationship Id="rId38" Type="http://schemas.openxmlformats.org/officeDocument/2006/relationships/image" Target="../media/image241.png"/><Relationship Id="rId37" Type="http://schemas.openxmlformats.org/officeDocument/2006/relationships/customXml" Target="../ink/ink226.xml"/><Relationship Id="rId36" Type="http://schemas.openxmlformats.org/officeDocument/2006/relationships/image" Target="../media/image240.png"/><Relationship Id="rId35" Type="http://schemas.openxmlformats.org/officeDocument/2006/relationships/customXml" Target="../ink/ink225.xml"/><Relationship Id="rId34" Type="http://schemas.openxmlformats.org/officeDocument/2006/relationships/image" Target="../media/image239.png"/><Relationship Id="rId33" Type="http://schemas.openxmlformats.org/officeDocument/2006/relationships/customXml" Target="../ink/ink224.xml"/><Relationship Id="rId32" Type="http://schemas.openxmlformats.org/officeDocument/2006/relationships/image" Target="../media/image238.png"/><Relationship Id="rId31" Type="http://schemas.openxmlformats.org/officeDocument/2006/relationships/customXml" Target="../ink/ink223.xml"/><Relationship Id="rId30" Type="http://schemas.openxmlformats.org/officeDocument/2006/relationships/image" Target="../media/image237.png"/><Relationship Id="rId3" Type="http://schemas.openxmlformats.org/officeDocument/2006/relationships/image" Target="../media/image223.png"/><Relationship Id="rId29" Type="http://schemas.openxmlformats.org/officeDocument/2006/relationships/customXml" Target="../ink/ink222.xml"/><Relationship Id="rId28" Type="http://schemas.openxmlformats.org/officeDocument/2006/relationships/image" Target="../media/image236.png"/><Relationship Id="rId27" Type="http://schemas.openxmlformats.org/officeDocument/2006/relationships/customXml" Target="../ink/ink221.xml"/><Relationship Id="rId26" Type="http://schemas.openxmlformats.org/officeDocument/2006/relationships/image" Target="../media/image235.png"/><Relationship Id="rId25" Type="http://schemas.openxmlformats.org/officeDocument/2006/relationships/customXml" Target="../ink/ink220.xml"/><Relationship Id="rId24" Type="http://schemas.openxmlformats.org/officeDocument/2006/relationships/image" Target="../media/image234.png"/><Relationship Id="rId23" Type="http://schemas.openxmlformats.org/officeDocument/2006/relationships/customXml" Target="../ink/ink219.xml"/><Relationship Id="rId22" Type="http://schemas.openxmlformats.org/officeDocument/2006/relationships/image" Target="../media/image233.png"/><Relationship Id="rId21" Type="http://schemas.openxmlformats.org/officeDocument/2006/relationships/customXml" Target="../ink/ink218.xml"/><Relationship Id="rId20" Type="http://schemas.openxmlformats.org/officeDocument/2006/relationships/image" Target="../media/image232.png"/><Relationship Id="rId2" Type="http://schemas.openxmlformats.org/officeDocument/2006/relationships/tags" Target="../tags/tag105.xml"/><Relationship Id="rId19" Type="http://schemas.openxmlformats.org/officeDocument/2006/relationships/customXml" Target="../ink/ink217.xml"/><Relationship Id="rId18" Type="http://schemas.openxmlformats.org/officeDocument/2006/relationships/image" Target="../media/image231.png"/><Relationship Id="rId17" Type="http://schemas.openxmlformats.org/officeDocument/2006/relationships/customXml" Target="../ink/ink216.xml"/><Relationship Id="rId16" Type="http://schemas.openxmlformats.org/officeDocument/2006/relationships/image" Target="../media/image230.png"/><Relationship Id="rId15" Type="http://schemas.openxmlformats.org/officeDocument/2006/relationships/customXml" Target="../ink/ink215.xml"/><Relationship Id="rId14" Type="http://schemas.openxmlformats.org/officeDocument/2006/relationships/image" Target="../media/image229.png"/><Relationship Id="rId13" Type="http://schemas.openxmlformats.org/officeDocument/2006/relationships/customXml" Target="../ink/ink214.xml"/><Relationship Id="rId12" Type="http://schemas.openxmlformats.org/officeDocument/2006/relationships/image" Target="../media/image228.png"/><Relationship Id="rId11" Type="http://schemas.openxmlformats.org/officeDocument/2006/relationships/customXml" Target="../ink/ink213.xml"/><Relationship Id="rId10" Type="http://schemas.openxmlformats.org/officeDocument/2006/relationships/image" Target="../media/image227.png"/><Relationship Id="rId1" Type="http://schemas.openxmlformats.org/officeDocument/2006/relationships/tags" Target="../tags/tag104.xml"/></Relationships>
</file>

<file path=ppt/slides/_rels/slide14.xml.rels><?xml version="1.0" encoding="UTF-8" standalone="yes"?>
<Relationships xmlns="http://schemas.openxmlformats.org/package/2006/relationships"><Relationship Id="rId9" Type="http://schemas.openxmlformats.org/officeDocument/2006/relationships/image" Target="../media/image249.png"/><Relationship Id="rId89" Type="http://schemas.openxmlformats.org/officeDocument/2006/relationships/slideLayout" Target="../slideLayouts/slideLayout2.xml"/><Relationship Id="rId88" Type="http://schemas.openxmlformats.org/officeDocument/2006/relationships/tags" Target="../tags/tag110.xml"/><Relationship Id="rId87" Type="http://schemas.openxmlformats.org/officeDocument/2006/relationships/image" Target="../media/image288.png"/><Relationship Id="rId86" Type="http://schemas.openxmlformats.org/officeDocument/2006/relationships/customXml" Target="../ink/ink271.xml"/><Relationship Id="rId85" Type="http://schemas.openxmlformats.org/officeDocument/2006/relationships/image" Target="../media/image287.png"/><Relationship Id="rId84" Type="http://schemas.openxmlformats.org/officeDocument/2006/relationships/customXml" Target="../ink/ink270.xml"/><Relationship Id="rId83" Type="http://schemas.openxmlformats.org/officeDocument/2006/relationships/image" Target="../media/image286.png"/><Relationship Id="rId82" Type="http://schemas.openxmlformats.org/officeDocument/2006/relationships/customXml" Target="../ink/ink269.xml"/><Relationship Id="rId81" Type="http://schemas.openxmlformats.org/officeDocument/2006/relationships/image" Target="../media/image285.png"/><Relationship Id="rId80" Type="http://schemas.openxmlformats.org/officeDocument/2006/relationships/customXml" Target="../ink/ink268.xml"/><Relationship Id="rId8" Type="http://schemas.openxmlformats.org/officeDocument/2006/relationships/customXml" Target="../ink/ink232.xml"/><Relationship Id="rId79" Type="http://schemas.openxmlformats.org/officeDocument/2006/relationships/image" Target="../media/image284.png"/><Relationship Id="rId78" Type="http://schemas.openxmlformats.org/officeDocument/2006/relationships/customXml" Target="../ink/ink267.xml"/><Relationship Id="rId77" Type="http://schemas.openxmlformats.org/officeDocument/2006/relationships/image" Target="../media/image283.png"/><Relationship Id="rId76" Type="http://schemas.openxmlformats.org/officeDocument/2006/relationships/customXml" Target="../ink/ink266.xml"/><Relationship Id="rId75" Type="http://schemas.openxmlformats.org/officeDocument/2006/relationships/image" Target="../media/image282.png"/><Relationship Id="rId74" Type="http://schemas.openxmlformats.org/officeDocument/2006/relationships/customXml" Target="../ink/ink265.xml"/><Relationship Id="rId73" Type="http://schemas.openxmlformats.org/officeDocument/2006/relationships/image" Target="../media/image281.png"/><Relationship Id="rId72" Type="http://schemas.openxmlformats.org/officeDocument/2006/relationships/customXml" Target="../ink/ink264.xml"/><Relationship Id="rId71" Type="http://schemas.openxmlformats.org/officeDocument/2006/relationships/image" Target="../media/image280.png"/><Relationship Id="rId70" Type="http://schemas.openxmlformats.org/officeDocument/2006/relationships/customXml" Target="../ink/ink263.xml"/><Relationship Id="rId7" Type="http://schemas.openxmlformats.org/officeDocument/2006/relationships/image" Target="../media/image248.png"/><Relationship Id="rId69" Type="http://schemas.openxmlformats.org/officeDocument/2006/relationships/image" Target="../media/image279.png"/><Relationship Id="rId68" Type="http://schemas.openxmlformats.org/officeDocument/2006/relationships/customXml" Target="../ink/ink262.xml"/><Relationship Id="rId67" Type="http://schemas.openxmlformats.org/officeDocument/2006/relationships/image" Target="../media/image278.png"/><Relationship Id="rId66" Type="http://schemas.openxmlformats.org/officeDocument/2006/relationships/customXml" Target="../ink/ink261.xml"/><Relationship Id="rId65" Type="http://schemas.openxmlformats.org/officeDocument/2006/relationships/image" Target="../media/image277.png"/><Relationship Id="rId64" Type="http://schemas.openxmlformats.org/officeDocument/2006/relationships/customXml" Target="../ink/ink260.xml"/><Relationship Id="rId63" Type="http://schemas.openxmlformats.org/officeDocument/2006/relationships/image" Target="../media/image276.png"/><Relationship Id="rId62" Type="http://schemas.openxmlformats.org/officeDocument/2006/relationships/customXml" Target="../ink/ink259.xml"/><Relationship Id="rId61" Type="http://schemas.openxmlformats.org/officeDocument/2006/relationships/image" Target="../media/image275.png"/><Relationship Id="rId60" Type="http://schemas.openxmlformats.org/officeDocument/2006/relationships/customXml" Target="../ink/ink258.xml"/><Relationship Id="rId6" Type="http://schemas.openxmlformats.org/officeDocument/2006/relationships/customXml" Target="../ink/ink231.xml"/><Relationship Id="rId59" Type="http://schemas.openxmlformats.org/officeDocument/2006/relationships/image" Target="../media/image274.png"/><Relationship Id="rId58" Type="http://schemas.openxmlformats.org/officeDocument/2006/relationships/customXml" Target="../ink/ink257.xml"/><Relationship Id="rId57" Type="http://schemas.openxmlformats.org/officeDocument/2006/relationships/image" Target="../media/image273.png"/><Relationship Id="rId56" Type="http://schemas.openxmlformats.org/officeDocument/2006/relationships/customXml" Target="../ink/ink256.xml"/><Relationship Id="rId55" Type="http://schemas.openxmlformats.org/officeDocument/2006/relationships/image" Target="../media/image272.png"/><Relationship Id="rId54" Type="http://schemas.openxmlformats.org/officeDocument/2006/relationships/customXml" Target="../ink/ink255.xml"/><Relationship Id="rId53" Type="http://schemas.openxmlformats.org/officeDocument/2006/relationships/image" Target="../media/image271.png"/><Relationship Id="rId52" Type="http://schemas.openxmlformats.org/officeDocument/2006/relationships/customXml" Target="../ink/ink254.xml"/><Relationship Id="rId51" Type="http://schemas.openxmlformats.org/officeDocument/2006/relationships/image" Target="../media/image270.png"/><Relationship Id="rId50" Type="http://schemas.openxmlformats.org/officeDocument/2006/relationships/customXml" Target="../ink/ink253.xml"/><Relationship Id="rId5" Type="http://schemas.openxmlformats.org/officeDocument/2006/relationships/image" Target="../media/image247.png"/><Relationship Id="rId49" Type="http://schemas.openxmlformats.org/officeDocument/2006/relationships/image" Target="../media/image269.png"/><Relationship Id="rId48" Type="http://schemas.openxmlformats.org/officeDocument/2006/relationships/customXml" Target="../ink/ink252.xml"/><Relationship Id="rId47" Type="http://schemas.openxmlformats.org/officeDocument/2006/relationships/image" Target="../media/image268.png"/><Relationship Id="rId46" Type="http://schemas.openxmlformats.org/officeDocument/2006/relationships/customXml" Target="../ink/ink251.xml"/><Relationship Id="rId45" Type="http://schemas.openxmlformats.org/officeDocument/2006/relationships/image" Target="../media/image267.png"/><Relationship Id="rId44" Type="http://schemas.openxmlformats.org/officeDocument/2006/relationships/customXml" Target="../ink/ink250.xml"/><Relationship Id="rId43" Type="http://schemas.openxmlformats.org/officeDocument/2006/relationships/image" Target="../media/image266.png"/><Relationship Id="rId42" Type="http://schemas.openxmlformats.org/officeDocument/2006/relationships/customXml" Target="../ink/ink249.xml"/><Relationship Id="rId41" Type="http://schemas.openxmlformats.org/officeDocument/2006/relationships/image" Target="../media/image265.png"/><Relationship Id="rId40" Type="http://schemas.openxmlformats.org/officeDocument/2006/relationships/customXml" Target="../ink/ink248.xml"/><Relationship Id="rId4" Type="http://schemas.openxmlformats.org/officeDocument/2006/relationships/image" Target="../media/image246.png"/><Relationship Id="rId39" Type="http://schemas.openxmlformats.org/officeDocument/2006/relationships/image" Target="../media/image264.png"/><Relationship Id="rId38" Type="http://schemas.openxmlformats.org/officeDocument/2006/relationships/customXml" Target="../ink/ink247.xml"/><Relationship Id="rId37" Type="http://schemas.openxmlformats.org/officeDocument/2006/relationships/image" Target="../media/image263.png"/><Relationship Id="rId36" Type="http://schemas.openxmlformats.org/officeDocument/2006/relationships/customXml" Target="../ink/ink246.xml"/><Relationship Id="rId35" Type="http://schemas.openxmlformats.org/officeDocument/2006/relationships/image" Target="../media/image262.png"/><Relationship Id="rId34" Type="http://schemas.openxmlformats.org/officeDocument/2006/relationships/customXml" Target="../ink/ink245.xml"/><Relationship Id="rId33" Type="http://schemas.openxmlformats.org/officeDocument/2006/relationships/image" Target="../media/image261.png"/><Relationship Id="rId32" Type="http://schemas.openxmlformats.org/officeDocument/2006/relationships/customXml" Target="../ink/ink244.xml"/><Relationship Id="rId31" Type="http://schemas.openxmlformats.org/officeDocument/2006/relationships/image" Target="../media/image260.png"/><Relationship Id="rId30" Type="http://schemas.openxmlformats.org/officeDocument/2006/relationships/customXml" Target="../ink/ink243.xml"/><Relationship Id="rId3" Type="http://schemas.openxmlformats.org/officeDocument/2006/relationships/tags" Target="../tags/tag109.xml"/><Relationship Id="rId29" Type="http://schemas.openxmlformats.org/officeDocument/2006/relationships/image" Target="../media/image259.png"/><Relationship Id="rId28" Type="http://schemas.openxmlformats.org/officeDocument/2006/relationships/customXml" Target="../ink/ink242.xml"/><Relationship Id="rId27" Type="http://schemas.openxmlformats.org/officeDocument/2006/relationships/image" Target="../media/image258.png"/><Relationship Id="rId26" Type="http://schemas.openxmlformats.org/officeDocument/2006/relationships/customXml" Target="../ink/ink241.xml"/><Relationship Id="rId25" Type="http://schemas.openxmlformats.org/officeDocument/2006/relationships/image" Target="../media/image257.png"/><Relationship Id="rId24" Type="http://schemas.openxmlformats.org/officeDocument/2006/relationships/customXml" Target="../ink/ink240.xml"/><Relationship Id="rId23" Type="http://schemas.openxmlformats.org/officeDocument/2006/relationships/image" Target="../media/image256.png"/><Relationship Id="rId22" Type="http://schemas.openxmlformats.org/officeDocument/2006/relationships/customXml" Target="../ink/ink239.xml"/><Relationship Id="rId21" Type="http://schemas.openxmlformats.org/officeDocument/2006/relationships/image" Target="../media/image255.png"/><Relationship Id="rId20" Type="http://schemas.openxmlformats.org/officeDocument/2006/relationships/customXml" Target="../ink/ink238.xml"/><Relationship Id="rId2" Type="http://schemas.openxmlformats.org/officeDocument/2006/relationships/tags" Target="../tags/tag108.xml"/><Relationship Id="rId19" Type="http://schemas.openxmlformats.org/officeDocument/2006/relationships/image" Target="../media/image254.png"/><Relationship Id="rId18" Type="http://schemas.openxmlformats.org/officeDocument/2006/relationships/customXml" Target="../ink/ink237.xml"/><Relationship Id="rId17" Type="http://schemas.openxmlformats.org/officeDocument/2006/relationships/image" Target="../media/image253.png"/><Relationship Id="rId16" Type="http://schemas.openxmlformats.org/officeDocument/2006/relationships/customXml" Target="../ink/ink236.xml"/><Relationship Id="rId15" Type="http://schemas.openxmlformats.org/officeDocument/2006/relationships/image" Target="../media/image252.png"/><Relationship Id="rId14" Type="http://schemas.openxmlformats.org/officeDocument/2006/relationships/customXml" Target="../ink/ink235.xml"/><Relationship Id="rId13" Type="http://schemas.openxmlformats.org/officeDocument/2006/relationships/image" Target="../media/image251.png"/><Relationship Id="rId12" Type="http://schemas.openxmlformats.org/officeDocument/2006/relationships/customXml" Target="../ink/ink234.xml"/><Relationship Id="rId11" Type="http://schemas.openxmlformats.org/officeDocument/2006/relationships/image" Target="../media/image250.png"/><Relationship Id="rId10" Type="http://schemas.openxmlformats.org/officeDocument/2006/relationships/customXml" Target="../ink/ink233.xml"/><Relationship Id="rId1" Type="http://schemas.openxmlformats.org/officeDocument/2006/relationships/tags" Target="../tags/tag107.xml"/></Relationships>
</file>

<file path=ppt/slides/_rels/slide15.xml.rels><?xml version="1.0" encoding="UTF-8" standalone="yes"?>
<Relationships xmlns="http://schemas.openxmlformats.org/package/2006/relationships"><Relationship Id="rId9" Type="http://schemas.openxmlformats.org/officeDocument/2006/relationships/customXml" Target="../ink/ink273.xml"/><Relationship Id="rId8" Type="http://schemas.openxmlformats.org/officeDocument/2006/relationships/image" Target="../media/image292.png"/><Relationship Id="rId7" Type="http://schemas.openxmlformats.org/officeDocument/2006/relationships/customXml" Target="../ink/ink272.xml"/><Relationship Id="rId6" Type="http://schemas.openxmlformats.org/officeDocument/2006/relationships/image" Target="../media/image291.png"/><Relationship Id="rId5" Type="http://schemas.openxmlformats.org/officeDocument/2006/relationships/image" Target="../media/image290.png"/><Relationship Id="rId4" Type="http://schemas.openxmlformats.org/officeDocument/2006/relationships/image" Target="../media/image289.png"/><Relationship Id="rId30" Type="http://schemas.openxmlformats.org/officeDocument/2006/relationships/slideLayout" Target="../slideLayouts/slideLayout2.xml"/><Relationship Id="rId3" Type="http://schemas.openxmlformats.org/officeDocument/2006/relationships/tags" Target="../tags/tag113.xml"/><Relationship Id="rId29" Type="http://schemas.openxmlformats.org/officeDocument/2006/relationships/tags" Target="../tags/tag114.xml"/><Relationship Id="rId28" Type="http://schemas.openxmlformats.org/officeDocument/2006/relationships/image" Target="../media/image302.png"/><Relationship Id="rId27" Type="http://schemas.openxmlformats.org/officeDocument/2006/relationships/customXml" Target="../ink/ink282.xml"/><Relationship Id="rId26" Type="http://schemas.openxmlformats.org/officeDocument/2006/relationships/image" Target="../media/image301.png"/><Relationship Id="rId25" Type="http://schemas.openxmlformats.org/officeDocument/2006/relationships/customXml" Target="../ink/ink281.xml"/><Relationship Id="rId24" Type="http://schemas.openxmlformats.org/officeDocument/2006/relationships/image" Target="../media/image300.png"/><Relationship Id="rId23" Type="http://schemas.openxmlformats.org/officeDocument/2006/relationships/customXml" Target="../ink/ink280.xml"/><Relationship Id="rId22" Type="http://schemas.openxmlformats.org/officeDocument/2006/relationships/image" Target="../media/image299.png"/><Relationship Id="rId21" Type="http://schemas.openxmlformats.org/officeDocument/2006/relationships/customXml" Target="../ink/ink279.xml"/><Relationship Id="rId20" Type="http://schemas.openxmlformats.org/officeDocument/2006/relationships/image" Target="../media/image298.png"/><Relationship Id="rId2" Type="http://schemas.openxmlformats.org/officeDocument/2006/relationships/tags" Target="../tags/tag112.xml"/><Relationship Id="rId19" Type="http://schemas.openxmlformats.org/officeDocument/2006/relationships/customXml" Target="../ink/ink278.xml"/><Relationship Id="rId18" Type="http://schemas.openxmlformats.org/officeDocument/2006/relationships/image" Target="../media/image297.png"/><Relationship Id="rId17" Type="http://schemas.openxmlformats.org/officeDocument/2006/relationships/customXml" Target="../ink/ink277.xml"/><Relationship Id="rId16" Type="http://schemas.openxmlformats.org/officeDocument/2006/relationships/image" Target="../media/image296.png"/><Relationship Id="rId15" Type="http://schemas.openxmlformats.org/officeDocument/2006/relationships/customXml" Target="../ink/ink276.xml"/><Relationship Id="rId14" Type="http://schemas.openxmlformats.org/officeDocument/2006/relationships/image" Target="../media/image295.png"/><Relationship Id="rId13" Type="http://schemas.openxmlformats.org/officeDocument/2006/relationships/customXml" Target="../ink/ink275.xml"/><Relationship Id="rId12" Type="http://schemas.openxmlformats.org/officeDocument/2006/relationships/image" Target="../media/image294.png"/><Relationship Id="rId11" Type="http://schemas.openxmlformats.org/officeDocument/2006/relationships/customXml" Target="../ink/ink274.xml"/><Relationship Id="rId10" Type="http://schemas.openxmlformats.org/officeDocument/2006/relationships/image" Target="../media/image293.png"/><Relationship Id="rId1" Type="http://schemas.openxmlformats.org/officeDocument/2006/relationships/tags" Target="../tags/tag111.xml"/></Relationships>
</file>

<file path=ppt/slides/_rels/slide16.xml.rels><?xml version="1.0" encoding="UTF-8" standalone="yes"?>
<Relationships xmlns="http://schemas.openxmlformats.org/package/2006/relationships"><Relationship Id="rId9" Type="http://schemas.openxmlformats.org/officeDocument/2006/relationships/image" Target="../media/image306.png"/><Relationship Id="rId8" Type="http://schemas.openxmlformats.org/officeDocument/2006/relationships/customXml" Target="../ink/ink284.xml"/><Relationship Id="rId7" Type="http://schemas.openxmlformats.org/officeDocument/2006/relationships/image" Target="../media/image305.png"/><Relationship Id="rId6" Type="http://schemas.openxmlformats.org/officeDocument/2006/relationships/customXml" Target="../ink/ink283.xml"/><Relationship Id="rId5" Type="http://schemas.openxmlformats.org/officeDocument/2006/relationships/image" Target="../media/image304.png"/><Relationship Id="rId4" Type="http://schemas.openxmlformats.org/officeDocument/2006/relationships/tags" Target="../tags/tag117.xml"/><Relationship Id="rId33" Type="http://schemas.openxmlformats.org/officeDocument/2006/relationships/slideLayout" Target="../slideLayouts/slideLayout4.xml"/><Relationship Id="rId32" Type="http://schemas.openxmlformats.org/officeDocument/2006/relationships/tags" Target="../tags/tag118.xml"/><Relationship Id="rId31" Type="http://schemas.openxmlformats.org/officeDocument/2006/relationships/image" Target="../media/image317.png"/><Relationship Id="rId30" Type="http://schemas.openxmlformats.org/officeDocument/2006/relationships/customXml" Target="../ink/ink295.xml"/><Relationship Id="rId3" Type="http://schemas.openxmlformats.org/officeDocument/2006/relationships/image" Target="../media/image303.png"/><Relationship Id="rId29" Type="http://schemas.openxmlformats.org/officeDocument/2006/relationships/image" Target="../media/image316.png"/><Relationship Id="rId28" Type="http://schemas.openxmlformats.org/officeDocument/2006/relationships/customXml" Target="../ink/ink294.xml"/><Relationship Id="rId27" Type="http://schemas.openxmlformats.org/officeDocument/2006/relationships/image" Target="../media/image315.png"/><Relationship Id="rId26" Type="http://schemas.openxmlformats.org/officeDocument/2006/relationships/customXml" Target="../ink/ink293.xml"/><Relationship Id="rId25" Type="http://schemas.openxmlformats.org/officeDocument/2006/relationships/image" Target="../media/image314.png"/><Relationship Id="rId24" Type="http://schemas.openxmlformats.org/officeDocument/2006/relationships/customXml" Target="../ink/ink292.xml"/><Relationship Id="rId23" Type="http://schemas.openxmlformats.org/officeDocument/2006/relationships/image" Target="../media/image313.png"/><Relationship Id="rId22" Type="http://schemas.openxmlformats.org/officeDocument/2006/relationships/customXml" Target="../ink/ink291.xml"/><Relationship Id="rId21" Type="http://schemas.openxmlformats.org/officeDocument/2006/relationships/image" Target="../media/image312.png"/><Relationship Id="rId20" Type="http://schemas.openxmlformats.org/officeDocument/2006/relationships/customXml" Target="../ink/ink290.xml"/><Relationship Id="rId2" Type="http://schemas.openxmlformats.org/officeDocument/2006/relationships/tags" Target="../tags/tag116.xml"/><Relationship Id="rId19" Type="http://schemas.openxmlformats.org/officeDocument/2006/relationships/image" Target="../media/image311.png"/><Relationship Id="rId18" Type="http://schemas.openxmlformats.org/officeDocument/2006/relationships/customXml" Target="../ink/ink289.xml"/><Relationship Id="rId17" Type="http://schemas.openxmlformats.org/officeDocument/2006/relationships/image" Target="../media/image310.png"/><Relationship Id="rId16" Type="http://schemas.openxmlformats.org/officeDocument/2006/relationships/customXml" Target="../ink/ink288.xml"/><Relationship Id="rId15" Type="http://schemas.openxmlformats.org/officeDocument/2006/relationships/image" Target="../media/image309.png"/><Relationship Id="rId14" Type="http://schemas.openxmlformats.org/officeDocument/2006/relationships/customXml" Target="../ink/ink287.xml"/><Relationship Id="rId13" Type="http://schemas.openxmlformats.org/officeDocument/2006/relationships/image" Target="../media/image308.png"/><Relationship Id="rId12" Type="http://schemas.openxmlformats.org/officeDocument/2006/relationships/customXml" Target="../ink/ink286.xml"/><Relationship Id="rId11" Type="http://schemas.openxmlformats.org/officeDocument/2006/relationships/image" Target="../media/image307.png"/><Relationship Id="rId10" Type="http://schemas.openxmlformats.org/officeDocument/2006/relationships/customXml" Target="../ink/ink285.xml"/><Relationship Id="rId1" Type="http://schemas.openxmlformats.org/officeDocument/2006/relationships/tags" Target="../tags/tag115.xml"/></Relationships>
</file>

<file path=ppt/slides/_rels/slide17.xml.rels><?xml version="1.0" encoding="UTF-8" standalone="yes"?>
<Relationships xmlns="http://schemas.openxmlformats.org/package/2006/relationships"><Relationship Id="rId99" Type="http://schemas.openxmlformats.org/officeDocument/2006/relationships/customXml" Target="../ink/ink344.xml"/><Relationship Id="rId98" Type="http://schemas.openxmlformats.org/officeDocument/2006/relationships/image" Target="../media/image365.png"/><Relationship Id="rId97" Type="http://schemas.openxmlformats.org/officeDocument/2006/relationships/customXml" Target="../ink/ink343.xml"/><Relationship Id="rId96" Type="http://schemas.openxmlformats.org/officeDocument/2006/relationships/image" Target="../media/image364.png"/><Relationship Id="rId95" Type="http://schemas.openxmlformats.org/officeDocument/2006/relationships/customXml" Target="../ink/ink342.xml"/><Relationship Id="rId94" Type="http://schemas.openxmlformats.org/officeDocument/2006/relationships/image" Target="../media/image363.png"/><Relationship Id="rId93" Type="http://schemas.openxmlformats.org/officeDocument/2006/relationships/customXml" Target="../ink/ink341.xml"/><Relationship Id="rId92" Type="http://schemas.openxmlformats.org/officeDocument/2006/relationships/image" Target="../media/image362.png"/><Relationship Id="rId91" Type="http://schemas.openxmlformats.org/officeDocument/2006/relationships/customXml" Target="../ink/ink340.xml"/><Relationship Id="rId90" Type="http://schemas.openxmlformats.org/officeDocument/2006/relationships/image" Target="../media/image361.png"/><Relationship Id="rId9" Type="http://schemas.openxmlformats.org/officeDocument/2006/relationships/customXml" Target="../ink/ink299.xml"/><Relationship Id="rId89" Type="http://schemas.openxmlformats.org/officeDocument/2006/relationships/customXml" Target="../ink/ink339.xml"/><Relationship Id="rId88" Type="http://schemas.openxmlformats.org/officeDocument/2006/relationships/image" Target="../media/image360.png"/><Relationship Id="rId87" Type="http://schemas.openxmlformats.org/officeDocument/2006/relationships/customXml" Target="../ink/ink338.xml"/><Relationship Id="rId86" Type="http://schemas.openxmlformats.org/officeDocument/2006/relationships/image" Target="../media/image359.png"/><Relationship Id="rId85" Type="http://schemas.openxmlformats.org/officeDocument/2006/relationships/customXml" Target="../ink/ink337.xml"/><Relationship Id="rId84" Type="http://schemas.openxmlformats.org/officeDocument/2006/relationships/image" Target="../media/image358.png"/><Relationship Id="rId83" Type="http://schemas.openxmlformats.org/officeDocument/2006/relationships/customXml" Target="../ink/ink336.xml"/><Relationship Id="rId82" Type="http://schemas.openxmlformats.org/officeDocument/2006/relationships/image" Target="../media/image357.png"/><Relationship Id="rId81" Type="http://schemas.openxmlformats.org/officeDocument/2006/relationships/customXml" Target="../ink/ink335.xml"/><Relationship Id="rId80" Type="http://schemas.openxmlformats.org/officeDocument/2006/relationships/image" Target="../media/image356.png"/><Relationship Id="rId8" Type="http://schemas.openxmlformats.org/officeDocument/2006/relationships/image" Target="../media/image320.png"/><Relationship Id="rId79" Type="http://schemas.openxmlformats.org/officeDocument/2006/relationships/customXml" Target="../ink/ink334.xml"/><Relationship Id="rId78" Type="http://schemas.openxmlformats.org/officeDocument/2006/relationships/image" Target="../media/image355.png"/><Relationship Id="rId77" Type="http://schemas.openxmlformats.org/officeDocument/2006/relationships/customXml" Target="../ink/ink333.xml"/><Relationship Id="rId76" Type="http://schemas.openxmlformats.org/officeDocument/2006/relationships/image" Target="../media/image354.png"/><Relationship Id="rId75" Type="http://schemas.openxmlformats.org/officeDocument/2006/relationships/customXml" Target="../ink/ink332.xml"/><Relationship Id="rId74" Type="http://schemas.openxmlformats.org/officeDocument/2006/relationships/image" Target="../media/image353.png"/><Relationship Id="rId73" Type="http://schemas.openxmlformats.org/officeDocument/2006/relationships/customXml" Target="../ink/ink331.xml"/><Relationship Id="rId72" Type="http://schemas.openxmlformats.org/officeDocument/2006/relationships/image" Target="../media/image352.png"/><Relationship Id="rId71" Type="http://schemas.openxmlformats.org/officeDocument/2006/relationships/customXml" Target="../ink/ink330.xml"/><Relationship Id="rId70" Type="http://schemas.openxmlformats.org/officeDocument/2006/relationships/image" Target="../media/image351.png"/><Relationship Id="rId7" Type="http://schemas.openxmlformats.org/officeDocument/2006/relationships/customXml" Target="../ink/ink298.xml"/><Relationship Id="rId69" Type="http://schemas.openxmlformats.org/officeDocument/2006/relationships/customXml" Target="../ink/ink329.xml"/><Relationship Id="rId68" Type="http://schemas.openxmlformats.org/officeDocument/2006/relationships/image" Target="../media/image350.png"/><Relationship Id="rId67" Type="http://schemas.openxmlformats.org/officeDocument/2006/relationships/customXml" Target="../ink/ink328.xml"/><Relationship Id="rId66" Type="http://schemas.openxmlformats.org/officeDocument/2006/relationships/image" Target="../media/image349.png"/><Relationship Id="rId65" Type="http://schemas.openxmlformats.org/officeDocument/2006/relationships/customXml" Target="../ink/ink327.xml"/><Relationship Id="rId64" Type="http://schemas.openxmlformats.org/officeDocument/2006/relationships/image" Target="../media/image348.png"/><Relationship Id="rId63" Type="http://schemas.openxmlformats.org/officeDocument/2006/relationships/customXml" Target="../ink/ink326.xml"/><Relationship Id="rId62" Type="http://schemas.openxmlformats.org/officeDocument/2006/relationships/image" Target="../media/image347.png"/><Relationship Id="rId61" Type="http://schemas.openxmlformats.org/officeDocument/2006/relationships/customXml" Target="../ink/ink325.xml"/><Relationship Id="rId60" Type="http://schemas.openxmlformats.org/officeDocument/2006/relationships/image" Target="../media/image346.png"/><Relationship Id="rId6" Type="http://schemas.openxmlformats.org/officeDocument/2006/relationships/image" Target="../media/image319.png"/><Relationship Id="rId59" Type="http://schemas.openxmlformats.org/officeDocument/2006/relationships/customXml" Target="../ink/ink324.xml"/><Relationship Id="rId58" Type="http://schemas.openxmlformats.org/officeDocument/2006/relationships/image" Target="../media/image345.png"/><Relationship Id="rId57" Type="http://schemas.openxmlformats.org/officeDocument/2006/relationships/customXml" Target="../ink/ink323.xml"/><Relationship Id="rId56" Type="http://schemas.openxmlformats.org/officeDocument/2006/relationships/image" Target="../media/image344.png"/><Relationship Id="rId55" Type="http://schemas.openxmlformats.org/officeDocument/2006/relationships/customXml" Target="../ink/ink322.xml"/><Relationship Id="rId54" Type="http://schemas.openxmlformats.org/officeDocument/2006/relationships/image" Target="../media/image343.png"/><Relationship Id="rId53" Type="http://schemas.openxmlformats.org/officeDocument/2006/relationships/customXml" Target="../ink/ink321.xml"/><Relationship Id="rId52" Type="http://schemas.openxmlformats.org/officeDocument/2006/relationships/image" Target="../media/image342.png"/><Relationship Id="rId51" Type="http://schemas.openxmlformats.org/officeDocument/2006/relationships/customXml" Target="../ink/ink320.xml"/><Relationship Id="rId50" Type="http://schemas.openxmlformats.org/officeDocument/2006/relationships/image" Target="../media/image341.png"/><Relationship Id="rId5" Type="http://schemas.openxmlformats.org/officeDocument/2006/relationships/customXml" Target="../ink/ink297.xml"/><Relationship Id="rId49" Type="http://schemas.openxmlformats.org/officeDocument/2006/relationships/customXml" Target="../ink/ink319.xml"/><Relationship Id="rId48" Type="http://schemas.openxmlformats.org/officeDocument/2006/relationships/image" Target="../media/image340.png"/><Relationship Id="rId47" Type="http://schemas.openxmlformats.org/officeDocument/2006/relationships/customXml" Target="../ink/ink318.xml"/><Relationship Id="rId46" Type="http://schemas.openxmlformats.org/officeDocument/2006/relationships/image" Target="../media/image339.png"/><Relationship Id="rId45" Type="http://schemas.openxmlformats.org/officeDocument/2006/relationships/customXml" Target="../ink/ink317.xml"/><Relationship Id="rId44" Type="http://schemas.openxmlformats.org/officeDocument/2006/relationships/image" Target="../media/image338.png"/><Relationship Id="rId43" Type="http://schemas.openxmlformats.org/officeDocument/2006/relationships/customXml" Target="../ink/ink316.xml"/><Relationship Id="rId42" Type="http://schemas.openxmlformats.org/officeDocument/2006/relationships/image" Target="../media/image337.png"/><Relationship Id="rId41" Type="http://schemas.openxmlformats.org/officeDocument/2006/relationships/customXml" Target="../ink/ink315.xml"/><Relationship Id="rId40" Type="http://schemas.openxmlformats.org/officeDocument/2006/relationships/image" Target="../media/image336.png"/><Relationship Id="rId4" Type="http://schemas.openxmlformats.org/officeDocument/2006/relationships/image" Target="../media/image318.png"/><Relationship Id="rId39" Type="http://schemas.openxmlformats.org/officeDocument/2006/relationships/customXml" Target="../ink/ink314.xml"/><Relationship Id="rId38" Type="http://schemas.openxmlformats.org/officeDocument/2006/relationships/image" Target="../media/image335.png"/><Relationship Id="rId37" Type="http://schemas.openxmlformats.org/officeDocument/2006/relationships/customXml" Target="../ink/ink313.xml"/><Relationship Id="rId36" Type="http://schemas.openxmlformats.org/officeDocument/2006/relationships/image" Target="../media/image334.png"/><Relationship Id="rId35" Type="http://schemas.openxmlformats.org/officeDocument/2006/relationships/customXml" Target="../ink/ink312.xml"/><Relationship Id="rId34" Type="http://schemas.openxmlformats.org/officeDocument/2006/relationships/image" Target="../media/image333.png"/><Relationship Id="rId33" Type="http://schemas.openxmlformats.org/officeDocument/2006/relationships/customXml" Target="../ink/ink311.xml"/><Relationship Id="rId32" Type="http://schemas.openxmlformats.org/officeDocument/2006/relationships/image" Target="../media/image332.png"/><Relationship Id="rId31" Type="http://schemas.openxmlformats.org/officeDocument/2006/relationships/customXml" Target="../ink/ink310.xml"/><Relationship Id="rId30" Type="http://schemas.openxmlformats.org/officeDocument/2006/relationships/image" Target="../media/image331.png"/><Relationship Id="rId3" Type="http://schemas.openxmlformats.org/officeDocument/2006/relationships/customXml" Target="../ink/ink296.xml"/><Relationship Id="rId29" Type="http://schemas.openxmlformats.org/officeDocument/2006/relationships/customXml" Target="../ink/ink309.xml"/><Relationship Id="rId28" Type="http://schemas.openxmlformats.org/officeDocument/2006/relationships/image" Target="../media/image330.png"/><Relationship Id="rId27" Type="http://schemas.openxmlformats.org/officeDocument/2006/relationships/customXml" Target="../ink/ink308.xml"/><Relationship Id="rId26" Type="http://schemas.openxmlformats.org/officeDocument/2006/relationships/image" Target="../media/image329.png"/><Relationship Id="rId25" Type="http://schemas.openxmlformats.org/officeDocument/2006/relationships/customXml" Target="../ink/ink307.xml"/><Relationship Id="rId24" Type="http://schemas.openxmlformats.org/officeDocument/2006/relationships/image" Target="../media/image328.png"/><Relationship Id="rId23" Type="http://schemas.openxmlformats.org/officeDocument/2006/relationships/customXml" Target="../ink/ink306.xml"/><Relationship Id="rId22" Type="http://schemas.openxmlformats.org/officeDocument/2006/relationships/image" Target="../media/image327.png"/><Relationship Id="rId21" Type="http://schemas.openxmlformats.org/officeDocument/2006/relationships/customXml" Target="../ink/ink305.xml"/><Relationship Id="rId20" Type="http://schemas.openxmlformats.org/officeDocument/2006/relationships/image" Target="../media/image326.png"/><Relationship Id="rId2" Type="http://schemas.openxmlformats.org/officeDocument/2006/relationships/tags" Target="../tags/tag120.xml"/><Relationship Id="rId198" Type="http://schemas.openxmlformats.org/officeDocument/2006/relationships/slideLayout" Target="../slideLayouts/slideLayout3.xml"/><Relationship Id="rId197" Type="http://schemas.openxmlformats.org/officeDocument/2006/relationships/tags" Target="../tags/tag121.xml"/><Relationship Id="rId196" Type="http://schemas.openxmlformats.org/officeDocument/2006/relationships/image" Target="../media/image414.png"/><Relationship Id="rId195" Type="http://schemas.openxmlformats.org/officeDocument/2006/relationships/customXml" Target="../ink/ink392.xml"/><Relationship Id="rId194" Type="http://schemas.openxmlformats.org/officeDocument/2006/relationships/image" Target="../media/image413.png"/><Relationship Id="rId193" Type="http://schemas.openxmlformats.org/officeDocument/2006/relationships/customXml" Target="../ink/ink391.xml"/><Relationship Id="rId192" Type="http://schemas.openxmlformats.org/officeDocument/2006/relationships/image" Target="../media/image412.png"/><Relationship Id="rId191" Type="http://schemas.openxmlformats.org/officeDocument/2006/relationships/customXml" Target="../ink/ink390.xml"/><Relationship Id="rId190" Type="http://schemas.openxmlformats.org/officeDocument/2006/relationships/image" Target="../media/image411.png"/><Relationship Id="rId19" Type="http://schemas.openxmlformats.org/officeDocument/2006/relationships/customXml" Target="../ink/ink304.xml"/><Relationship Id="rId189" Type="http://schemas.openxmlformats.org/officeDocument/2006/relationships/customXml" Target="../ink/ink389.xml"/><Relationship Id="rId188" Type="http://schemas.openxmlformats.org/officeDocument/2006/relationships/image" Target="../media/image410.png"/><Relationship Id="rId187" Type="http://schemas.openxmlformats.org/officeDocument/2006/relationships/customXml" Target="../ink/ink388.xml"/><Relationship Id="rId186" Type="http://schemas.openxmlformats.org/officeDocument/2006/relationships/image" Target="../media/image409.png"/><Relationship Id="rId185" Type="http://schemas.openxmlformats.org/officeDocument/2006/relationships/customXml" Target="../ink/ink387.xml"/><Relationship Id="rId184" Type="http://schemas.openxmlformats.org/officeDocument/2006/relationships/image" Target="../media/image408.png"/><Relationship Id="rId183" Type="http://schemas.openxmlformats.org/officeDocument/2006/relationships/customXml" Target="../ink/ink386.xml"/><Relationship Id="rId182" Type="http://schemas.openxmlformats.org/officeDocument/2006/relationships/image" Target="../media/image407.png"/><Relationship Id="rId181" Type="http://schemas.openxmlformats.org/officeDocument/2006/relationships/customXml" Target="../ink/ink385.xml"/><Relationship Id="rId180" Type="http://schemas.openxmlformats.org/officeDocument/2006/relationships/image" Target="../media/image406.png"/><Relationship Id="rId18" Type="http://schemas.openxmlformats.org/officeDocument/2006/relationships/image" Target="../media/image325.png"/><Relationship Id="rId179" Type="http://schemas.openxmlformats.org/officeDocument/2006/relationships/customXml" Target="../ink/ink384.xml"/><Relationship Id="rId178" Type="http://schemas.openxmlformats.org/officeDocument/2006/relationships/image" Target="../media/image405.png"/><Relationship Id="rId177" Type="http://schemas.openxmlformats.org/officeDocument/2006/relationships/customXml" Target="../ink/ink383.xml"/><Relationship Id="rId176" Type="http://schemas.openxmlformats.org/officeDocument/2006/relationships/image" Target="../media/image404.png"/><Relationship Id="rId175" Type="http://schemas.openxmlformats.org/officeDocument/2006/relationships/customXml" Target="../ink/ink382.xml"/><Relationship Id="rId174" Type="http://schemas.openxmlformats.org/officeDocument/2006/relationships/image" Target="../media/image403.png"/><Relationship Id="rId173" Type="http://schemas.openxmlformats.org/officeDocument/2006/relationships/customXml" Target="../ink/ink381.xml"/><Relationship Id="rId172" Type="http://schemas.openxmlformats.org/officeDocument/2006/relationships/image" Target="../media/image402.png"/><Relationship Id="rId171" Type="http://schemas.openxmlformats.org/officeDocument/2006/relationships/customXml" Target="../ink/ink380.xml"/><Relationship Id="rId170" Type="http://schemas.openxmlformats.org/officeDocument/2006/relationships/image" Target="../media/image401.png"/><Relationship Id="rId17" Type="http://schemas.openxmlformats.org/officeDocument/2006/relationships/customXml" Target="../ink/ink303.xml"/><Relationship Id="rId169" Type="http://schemas.openxmlformats.org/officeDocument/2006/relationships/customXml" Target="../ink/ink379.xml"/><Relationship Id="rId168" Type="http://schemas.openxmlformats.org/officeDocument/2006/relationships/image" Target="../media/image400.png"/><Relationship Id="rId167" Type="http://schemas.openxmlformats.org/officeDocument/2006/relationships/customXml" Target="../ink/ink378.xml"/><Relationship Id="rId166" Type="http://schemas.openxmlformats.org/officeDocument/2006/relationships/image" Target="../media/image399.png"/><Relationship Id="rId165" Type="http://schemas.openxmlformats.org/officeDocument/2006/relationships/customXml" Target="../ink/ink377.xml"/><Relationship Id="rId164" Type="http://schemas.openxmlformats.org/officeDocument/2006/relationships/image" Target="../media/image398.png"/><Relationship Id="rId163" Type="http://schemas.openxmlformats.org/officeDocument/2006/relationships/customXml" Target="../ink/ink376.xml"/><Relationship Id="rId162" Type="http://schemas.openxmlformats.org/officeDocument/2006/relationships/image" Target="../media/image397.png"/><Relationship Id="rId161" Type="http://schemas.openxmlformats.org/officeDocument/2006/relationships/customXml" Target="../ink/ink375.xml"/><Relationship Id="rId160" Type="http://schemas.openxmlformats.org/officeDocument/2006/relationships/image" Target="../media/image396.png"/><Relationship Id="rId16" Type="http://schemas.openxmlformats.org/officeDocument/2006/relationships/image" Target="../media/image324.png"/><Relationship Id="rId159" Type="http://schemas.openxmlformats.org/officeDocument/2006/relationships/customXml" Target="../ink/ink374.xml"/><Relationship Id="rId158" Type="http://schemas.openxmlformats.org/officeDocument/2006/relationships/image" Target="../media/image395.png"/><Relationship Id="rId157" Type="http://schemas.openxmlformats.org/officeDocument/2006/relationships/customXml" Target="../ink/ink373.xml"/><Relationship Id="rId156" Type="http://schemas.openxmlformats.org/officeDocument/2006/relationships/image" Target="../media/image394.png"/><Relationship Id="rId155" Type="http://schemas.openxmlformats.org/officeDocument/2006/relationships/customXml" Target="../ink/ink372.xml"/><Relationship Id="rId154" Type="http://schemas.openxmlformats.org/officeDocument/2006/relationships/image" Target="../media/image393.png"/><Relationship Id="rId153" Type="http://schemas.openxmlformats.org/officeDocument/2006/relationships/customXml" Target="../ink/ink371.xml"/><Relationship Id="rId152" Type="http://schemas.openxmlformats.org/officeDocument/2006/relationships/image" Target="../media/image392.png"/><Relationship Id="rId151" Type="http://schemas.openxmlformats.org/officeDocument/2006/relationships/customXml" Target="../ink/ink370.xml"/><Relationship Id="rId150" Type="http://schemas.openxmlformats.org/officeDocument/2006/relationships/image" Target="../media/image391.png"/><Relationship Id="rId15" Type="http://schemas.openxmlformats.org/officeDocument/2006/relationships/customXml" Target="../ink/ink302.xml"/><Relationship Id="rId149" Type="http://schemas.openxmlformats.org/officeDocument/2006/relationships/customXml" Target="../ink/ink369.xml"/><Relationship Id="rId148" Type="http://schemas.openxmlformats.org/officeDocument/2006/relationships/image" Target="../media/image390.png"/><Relationship Id="rId147" Type="http://schemas.openxmlformats.org/officeDocument/2006/relationships/customXml" Target="../ink/ink368.xml"/><Relationship Id="rId146" Type="http://schemas.openxmlformats.org/officeDocument/2006/relationships/image" Target="../media/image389.png"/><Relationship Id="rId145" Type="http://schemas.openxmlformats.org/officeDocument/2006/relationships/customXml" Target="../ink/ink367.xml"/><Relationship Id="rId144" Type="http://schemas.openxmlformats.org/officeDocument/2006/relationships/image" Target="../media/image388.png"/><Relationship Id="rId143" Type="http://schemas.openxmlformats.org/officeDocument/2006/relationships/customXml" Target="../ink/ink366.xml"/><Relationship Id="rId142" Type="http://schemas.openxmlformats.org/officeDocument/2006/relationships/image" Target="../media/image387.png"/><Relationship Id="rId141" Type="http://schemas.openxmlformats.org/officeDocument/2006/relationships/customXml" Target="../ink/ink365.xml"/><Relationship Id="rId140" Type="http://schemas.openxmlformats.org/officeDocument/2006/relationships/image" Target="../media/image386.png"/><Relationship Id="rId14" Type="http://schemas.openxmlformats.org/officeDocument/2006/relationships/image" Target="../media/image323.png"/><Relationship Id="rId139" Type="http://schemas.openxmlformats.org/officeDocument/2006/relationships/customXml" Target="../ink/ink364.xml"/><Relationship Id="rId138" Type="http://schemas.openxmlformats.org/officeDocument/2006/relationships/image" Target="../media/image385.png"/><Relationship Id="rId137" Type="http://schemas.openxmlformats.org/officeDocument/2006/relationships/customXml" Target="../ink/ink363.xml"/><Relationship Id="rId136" Type="http://schemas.openxmlformats.org/officeDocument/2006/relationships/image" Target="../media/image384.png"/><Relationship Id="rId135" Type="http://schemas.openxmlformats.org/officeDocument/2006/relationships/customXml" Target="../ink/ink362.xml"/><Relationship Id="rId134" Type="http://schemas.openxmlformats.org/officeDocument/2006/relationships/image" Target="../media/image383.png"/><Relationship Id="rId133" Type="http://schemas.openxmlformats.org/officeDocument/2006/relationships/customXml" Target="../ink/ink361.xml"/><Relationship Id="rId132" Type="http://schemas.openxmlformats.org/officeDocument/2006/relationships/image" Target="../media/image382.png"/><Relationship Id="rId131" Type="http://schemas.openxmlformats.org/officeDocument/2006/relationships/customXml" Target="../ink/ink360.xml"/><Relationship Id="rId130" Type="http://schemas.openxmlformats.org/officeDocument/2006/relationships/image" Target="../media/image381.png"/><Relationship Id="rId13" Type="http://schemas.openxmlformats.org/officeDocument/2006/relationships/customXml" Target="../ink/ink301.xml"/><Relationship Id="rId129" Type="http://schemas.openxmlformats.org/officeDocument/2006/relationships/customXml" Target="../ink/ink359.xml"/><Relationship Id="rId128" Type="http://schemas.openxmlformats.org/officeDocument/2006/relationships/image" Target="../media/image380.png"/><Relationship Id="rId127" Type="http://schemas.openxmlformats.org/officeDocument/2006/relationships/customXml" Target="../ink/ink358.xml"/><Relationship Id="rId126" Type="http://schemas.openxmlformats.org/officeDocument/2006/relationships/image" Target="../media/image379.png"/><Relationship Id="rId125" Type="http://schemas.openxmlformats.org/officeDocument/2006/relationships/customXml" Target="../ink/ink357.xml"/><Relationship Id="rId124" Type="http://schemas.openxmlformats.org/officeDocument/2006/relationships/image" Target="../media/image378.png"/><Relationship Id="rId123" Type="http://schemas.openxmlformats.org/officeDocument/2006/relationships/customXml" Target="../ink/ink356.xml"/><Relationship Id="rId122" Type="http://schemas.openxmlformats.org/officeDocument/2006/relationships/image" Target="../media/image377.png"/><Relationship Id="rId121" Type="http://schemas.openxmlformats.org/officeDocument/2006/relationships/customXml" Target="../ink/ink355.xml"/><Relationship Id="rId120" Type="http://schemas.openxmlformats.org/officeDocument/2006/relationships/image" Target="../media/image376.png"/><Relationship Id="rId12" Type="http://schemas.openxmlformats.org/officeDocument/2006/relationships/image" Target="../media/image322.png"/><Relationship Id="rId119" Type="http://schemas.openxmlformats.org/officeDocument/2006/relationships/customXml" Target="../ink/ink354.xml"/><Relationship Id="rId118" Type="http://schemas.openxmlformats.org/officeDocument/2006/relationships/image" Target="../media/image375.png"/><Relationship Id="rId117" Type="http://schemas.openxmlformats.org/officeDocument/2006/relationships/customXml" Target="../ink/ink353.xml"/><Relationship Id="rId116" Type="http://schemas.openxmlformats.org/officeDocument/2006/relationships/image" Target="../media/image374.png"/><Relationship Id="rId115" Type="http://schemas.openxmlformats.org/officeDocument/2006/relationships/customXml" Target="../ink/ink352.xml"/><Relationship Id="rId114" Type="http://schemas.openxmlformats.org/officeDocument/2006/relationships/image" Target="../media/image373.png"/><Relationship Id="rId113" Type="http://schemas.openxmlformats.org/officeDocument/2006/relationships/customXml" Target="../ink/ink351.xml"/><Relationship Id="rId112" Type="http://schemas.openxmlformats.org/officeDocument/2006/relationships/image" Target="../media/image372.png"/><Relationship Id="rId111" Type="http://schemas.openxmlformats.org/officeDocument/2006/relationships/customXml" Target="../ink/ink350.xml"/><Relationship Id="rId110" Type="http://schemas.openxmlformats.org/officeDocument/2006/relationships/image" Target="../media/image371.png"/><Relationship Id="rId11" Type="http://schemas.openxmlformats.org/officeDocument/2006/relationships/customXml" Target="../ink/ink300.xml"/><Relationship Id="rId109" Type="http://schemas.openxmlformats.org/officeDocument/2006/relationships/customXml" Target="../ink/ink349.xml"/><Relationship Id="rId108" Type="http://schemas.openxmlformats.org/officeDocument/2006/relationships/image" Target="../media/image370.png"/><Relationship Id="rId107" Type="http://schemas.openxmlformats.org/officeDocument/2006/relationships/customXml" Target="../ink/ink348.xml"/><Relationship Id="rId106" Type="http://schemas.openxmlformats.org/officeDocument/2006/relationships/image" Target="../media/image369.png"/><Relationship Id="rId105" Type="http://schemas.openxmlformats.org/officeDocument/2006/relationships/customXml" Target="../ink/ink347.xml"/><Relationship Id="rId104" Type="http://schemas.openxmlformats.org/officeDocument/2006/relationships/image" Target="../media/image368.png"/><Relationship Id="rId103" Type="http://schemas.openxmlformats.org/officeDocument/2006/relationships/customXml" Target="../ink/ink346.xml"/><Relationship Id="rId102" Type="http://schemas.openxmlformats.org/officeDocument/2006/relationships/image" Target="../media/image367.png"/><Relationship Id="rId101" Type="http://schemas.openxmlformats.org/officeDocument/2006/relationships/customXml" Target="../ink/ink345.xml"/><Relationship Id="rId100" Type="http://schemas.openxmlformats.org/officeDocument/2006/relationships/image" Target="../media/image366.png"/><Relationship Id="rId10" Type="http://schemas.openxmlformats.org/officeDocument/2006/relationships/image" Target="../media/image321.png"/><Relationship Id="rId1" Type="http://schemas.openxmlformats.org/officeDocument/2006/relationships/tags" Target="../tags/tag119.xml"/></Relationships>
</file>

<file path=ppt/slides/_rels/slide18.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image" Target="../media/image417.png"/><Relationship Id="rId7" Type="http://schemas.openxmlformats.org/officeDocument/2006/relationships/customXml" Target="../ink/ink395.xml"/><Relationship Id="rId6" Type="http://schemas.openxmlformats.org/officeDocument/2006/relationships/image" Target="../media/image416.png"/><Relationship Id="rId5" Type="http://schemas.openxmlformats.org/officeDocument/2006/relationships/customXml" Target="../ink/ink394.xml"/><Relationship Id="rId4" Type="http://schemas.openxmlformats.org/officeDocument/2006/relationships/image" Target="../media/image415.png"/><Relationship Id="rId3" Type="http://schemas.openxmlformats.org/officeDocument/2006/relationships/customXml" Target="../ink/ink393.xml"/><Relationship Id="rId2" Type="http://schemas.openxmlformats.org/officeDocument/2006/relationships/tags" Target="../tags/tag123.xml"/><Relationship Id="rId10" Type="http://schemas.openxmlformats.org/officeDocument/2006/relationships/slideLayout" Target="../slideLayouts/slideLayout11.xml"/><Relationship Id="rId1" Type="http://schemas.openxmlformats.org/officeDocument/2006/relationships/tags" Target="../tags/tag122.xml"/></Relationships>
</file>

<file path=ppt/slides/_rels/slide19.xml.rels><?xml version="1.0" encoding="UTF-8" standalone="yes"?>
<Relationships xmlns="http://schemas.openxmlformats.org/package/2006/relationships"><Relationship Id="rId99" Type="http://schemas.openxmlformats.org/officeDocument/2006/relationships/image" Target="../media/image466.png"/><Relationship Id="rId98" Type="http://schemas.openxmlformats.org/officeDocument/2006/relationships/customXml" Target="../ink/ink441.xml"/><Relationship Id="rId97" Type="http://schemas.openxmlformats.org/officeDocument/2006/relationships/image" Target="../media/image465.png"/><Relationship Id="rId96" Type="http://schemas.openxmlformats.org/officeDocument/2006/relationships/customXml" Target="../ink/ink440.xml"/><Relationship Id="rId95" Type="http://schemas.openxmlformats.org/officeDocument/2006/relationships/image" Target="../media/image464.png"/><Relationship Id="rId94" Type="http://schemas.openxmlformats.org/officeDocument/2006/relationships/customXml" Target="../ink/ink439.xml"/><Relationship Id="rId93" Type="http://schemas.openxmlformats.org/officeDocument/2006/relationships/image" Target="../media/image463.png"/><Relationship Id="rId92" Type="http://schemas.openxmlformats.org/officeDocument/2006/relationships/customXml" Target="../ink/ink438.xml"/><Relationship Id="rId91" Type="http://schemas.openxmlformats.org/officeDocument/2006/relationships/image" Target="../media/image462.png"/><Relationship Id="rId90" Type="http://schemas.openxmlformats.org/officeDocument/2006/relationships/customXml" Target="../ink/ink437.xml"/><Relationship Id="rId9" Type="http://schemas.openxmlformats.org/officeDocument/2006/relationships/image" Target="../media/image422.png"/><Relationship Id="rId89" Type="http://schemas.openxmlformats.org/officeDocument/2006/relationships/image" Target="../media/image461.png"/><Relationship Id="rId88" Type="http://schemas.openxmlformats.org/officeDocument/2006/relationships/customXml" Target="../ink/ink436.xml"/><Relationship Id="rId87" Type="http://schemas.openxmlformats.org/officeDocument/2006/relationships/image" Target="../media/image460.png"/><Relationship Id="rId86" Type="http://schemas.openxmlformats.org/officeDocument/2006/relationships/customXml" Target="../ink/ink435.xml"/><Relationship Id="rId85" Type="http://schemas.openxmlformats.org/officeDocument/2006/relationships/image" Target="../media/image459.png"/><Relationship Id="rId84" Type="http://schemas.openxmlformats.org/officeDocument/2006/relationships/customXml" Target="../ink/ink434.xml"/><Relationship Id="rId83" Type="http://schemas.openxmlformats.org/officeDocument/2006/relationships/image" Target="../media/image458.png"/><Relationship Id="rId82" Type="http://schemas.openxmlformats.org/officeDocument/2006/relationships/customXml" Target="../ink/ink433.xml"/><Relationship Id="rId81" Type="http://schemas.openxmlformats.org/officeDocument/2006/relationships/image" Target="../media/image457.png"/><Relationship Id="rId80" Type="http://schemas.openxmlformats.org/officeDocument/2006/relationships/customXml" Target="../ink/ink432.xml"/><Relationship Id="rId8" Type="http://schemas.openxmlformats.org/officeDocument/2006/relationships/customXml" Target="../ink/ink396.xml"/><Relationship Id="rId79" Type="http://schemas.openxmlformats.org/officeDocument/2006/relationships/image" Target="../media/image456.png"/><Relationship Id="rId78" Type="http://schemas.openxmlformats.org/officeDocument/2006/relationships/customXml" Target="../ink/ink431.xml"/><Relationship Id="rId77" Type="http://schemas.openxmlformats.org/officeDocument/2006/relationships/image" Target="../media/image455.png"/><Relationship Id="rId76" Type="http://schemas.openxmlformats.org/officeDocument/2006/relationships/customXml" Target="../ink/ink430.xml"/><Relationship Id="rId75" Type="http://schemas.openxmlformats.org/officeDocument/2006/relationships/image" Target="../media/image454.png"/><Relationship Id="rId74" Type="http://schemas.openxmlformats.org/officeDocument/2006/relationships/customXml" Target="../ink/ink429.xml"/><Relationship Id="rId73" Type="http://schemas.openxmlformats.org/officeDocument/2006/relationships/image" Target="../media/image453.png"/><Relationship Id="rId72" Type="http://schemas.openxmlformats.org/officeDocument/2006/relationships/customXml" Target="../ink/ink428.xml"/><Relationship Id="rId71" Type="http://schemas.openxmlformats.org/officeDocument/2006/relationships/image" Target="../media/image452.png"/><Relationship Id="rId70" Type="http://schemas.openxmlformats.org/officeDocument/2006/relationships/customXml" Target="../ink/ink427.xml"/><Relationship Id="rId7" Type="http://schemas.openxmlformats.org/officeDocument/2006/relationships/image" Target="../media/image421.png"/><Relationship Id="rId69" Type="http://schemas.openxmlformats.org/officeDocument/2006/relationships/image" Target="../media/image451.png"/><Relationship Id="rId68" Type="http://schemas.openxmlformats.org/officeDocument/2006/relationships/customXml" Target="../ink/ink426.xml"/><Relationship Id="rId67" Type="http://schemas.openxmlformats.org/officeDocument/2006/relationships/image" Target="../media/image450.png"/><Relationship Id="rId66" Type="http://schemas.openxmlformats.org/officeDocument/2006/relationships/customXml" Target="../ink/ink425.xml"/><Relationship Id="rId65" Type="http://schemas.openxmlformats.org/officeDocument/2006/relationships/image" Target="../media/image449.png"/><Relationship Id="rId64" Type="http://schemas.openxmlformats.org/officeDocument/2006/relationships/customXml" Target="../ink/ink424.xml"/><Relationship Id="rId63" Type="http://schemas.openxmlformats.org/officeDocument/2006/relationships/image" Target="../media/image448.png"/><Relationship Id="rId62" Type="http://schemas.openxmlformats.org/officeDocument/2006/relationships/customXml" Target="../ink/ink423.xml"/><Relationship Id="rId61" Type="http://schemas.openxmlformats.org/officeDocument/2006/relationships/image" Target="../media/image447.png"/><Relationship Id="rId60" Type="http://schemas.openxmlformats.org/officeDocument/2006/relationships/customXml" Target="../ink/ink422.xml"/><Relationship Id="rId6" Type="http://schemas.openxmlformats.org/officeDocument/2006/relationships/image" Target="../media/image420.png"/><Relationship Id="rId59" Type="http://schemas.openxmlformats.org/officeDocument/2006/relationships/image" Target="../media/image446.png"/><Relationship Id="rId58" Type="http://schemas.openxmlformats.org/officeDocument/2006/relationships/customXml" Target="../ink/ink421.xml"/><Relationship Id="rId57" Type="http://schemas.openxmlformats.org/officeDocument/2006/relationships/image" Target="../media/image445.png"/><Relationship Id="rId56" Type="http://schemas.openxmlformats.org/officeDocument/2006/relationships/customXml" Target="../ink/ink420.xml"/><Relationship Id="rId55" Type="http://schemas.openxmlformats.org/officeDocument/2006/relationships/image" Target="../media/image444.png"/><Relationship Id="rId54" Type="http://schemas.openxmlformats.org/officeDocument/2006/relationships/customXml" Target="../ink/ink419.xml"/><Relationship Id="rId53" Type="http://schemas.openxmlformats.org/officeDocument/2006/relationships/image" Target="../media/image443.png"/><Relationship Id="rId52" Type="http://schemas.openxmlformats.org/officeDocument/2006/relationships/customXml" Target="../ink/ink418.xml"/><Relationship Id="rId51" Type="http://schemas.openxmlformats.org/officeDocument/2006/relationships/image" Target="../media/image442.png"/><Relationship Id="rId50" Type="http://schemas.openxmlformats.org/officeDocument/2006/relationships/customXml" Target="../ink/ink417.xml"/><Relationship Id="rId5" Type="http://schemas.openxmlformats.org/officeDocument/2006/relationships/image" Target="../media/image419.png"/><Relationship Id="rId49" Type="http://schemas.openxmlformats.org/officeDocument/2006/relationships/image" Target="../media/image441.png"/><Relationship Id="rId48" Type="http://schemas.openxmlformats.org/officeDocument/2006/relationships/customXml" Target="../ink/ink416.xml"/><Relationship Id="rId47" Type="http://schemas.openxmlformats.org/officeDocument/2006/relationships/image" Target="../media/image440.png"/><Relationship Id="rId46" Type="http://schemas.openxmlformats.org/officeDocument/2006/relationships/customXml" Target="../ink/ink415.xml"/><Relationship Id="rId45" Type="http://schemas.openxmlformats.org/officeDocument/2006/relationships/image" Target="../media/image439.png"/><Relationship Id="rId44" Type="http://schemas.openxmlformats.org/officeDocument/2006/relationships/customXml" Target="../ink/ink414.xml"/><Relationship Id="rId43" Type="http://schemas.openxmlformats.org/officeDocument/2006/relationships/image" Target="../media/image438.png"/><Relationship Id="rId42" Type="http://schemas.openxmlformats.org/officeDocument/2006/relationships/customXml" Target="../ink/ink413.xml"/><Relationship Id="rId41" Type="http://schemas.openxmlformats.org/officeDocument/2006/relationships/image" Target="../media/image437.png"/><Relationship Id="rId40" Type="http://schemas.openxmlformats.org/officeDocument/2006/relationships/customXml" Target="../ink/ink412.xml"/><Relationship Id="rId4" Type="http://schemas.openxmlformats.org/officeDocument/2006/relationships/image" Target="../media/image418.png"/><Relationship Id="rId39" Type="http://schemas.openxmlformats.org/officeDocument/2006/relationships/image" Target="../media/image436.png"/><Relationship Id="rId38" Type="http://schemas.openxmlformats.org/officeDocument/2006/relationships/customXml" Target="../ink/ink411.xml"/><Relationship Id="rId37" Type="http://schemas.openxmlformats.org/officeDocument/2006/relationships/image" Target="../media/image435.png"/><Relationship Id="rId36" Type="http://schemas.openxmlformats.org/officeDocument/2006/relationships/customXml" Target="../ink/ink410.xml"/><Relationship Id="rId35" Type="http://schemas.openxmlformats.org/officeDocument/2006/relationships/image" Target="../media/image434.png"/><Relationship Id="rId34" Type="http://schemas.openxmlformats.org/officeDocument/2006/relationships/customXml" Target="../ink/ink409.xml"/><Relationship Id="rId33" Type="http://schemas.openxmlformats.org/officeDocument/2006/relationships/image" Target="../media/image433.png"/><Relationship Id="rId32" Type="http://schemas.openxmlformats.org/officeDocument/2006/relationships/customXml" Target="../ink/ink408.xml"/><Relationship Id="rId31" Type="http://schemas.openxmlformats.org/officeDocument/2006/relationships/image" Target="../media/image432.png"/><Relationship Id="rId30" Type="http://schemas.openxmlformats.org/officeDocument/2006/relationships/customXml" Target="../ink/ink407.xml"/><Relationship Id="rId3" Type="http://schemas.openxmlformats.org/officeDocument/2006/relationships/tags" Target="../tags/tag127.xml"/><Relationship Id="rId29" Type="http://schemas.openxmlformats.org/officeDocument/2006/relationships/image" Target="../media/image431.png"/><Relationship Id="rId28" Type="http://schemas.openxmlformats.org/officeDocument/2006/relationships/customXml" Target="../ink/ink406.xml"/><Relationship Id="rId27" Type="http://schemas.openxmlformats.org/officeDocument/2006/relationships/image" Target="../media/image430.png"/><Relationship Id="rId26" Type="http://schemas.openxmlformats.org/officeDocument/2006/relationships/customXml" Target="../ink/ink405.xml"/><Relationship Id="rId25" Type="http://schemas.openxmlformats.org/officeDocument/2006/relationships/image" Target="../media/image429.png"/><Relationship Id="rId24" Type="http://schemas.openxmlformats.org/officeDocument/2006/relationships/customXml" Target="../ink/ink404.xml"/><Relationship Id="rId23" Type="http://schemas.openxmlformats.org/officeDocument/2006/relationships/image" Target="../media/image428.png"/><Relationship Id="rId22" Type="http://schemas.openxmlformats.org/officeDocument/2006/relationships/customXml" Target="../ink/ink403.xml"/><Relationship Id="rId21" Type="http://schemas.openxmlformats.org/officeDocument/2006/relationships/image" Target="../media/image427.png"/><Relationship Id="rId20" Type="http://schemas.openxmlformats.org/officeDocument/2006/relationships/customXml" Target="../ink/ink402.xml"/><Relationship Id="rId2" Type="http://schemas.openxmlformats.org/officeDocument/2006/relationships/tags" Target="../tags/tag126.xml"/><Relationship Id="rId19" Type="http://schemas.openxmlformats.org/officeDocument/2006/relationships/image" Target="../media/image426.png"/><Relationship Id="rId18" Type="http://schemas.openxmlformats.org/officeDocument/2006/relationships/customXml" Target="../ink/ink401.xml"/><Relationship Id="rId174" Type="http://schemas.openxmlformats.org/officeDocument/2006/relationships/slideLayout" Target="../slideLayouts/slideLayout4.xml"/><Relationship Id="rId173" Type="http://schemas.openxmlformats.org/officeDocument/2006/relationships/tags" Target="../tags/tag128.xml"/><Relationship Id="rId172" Type="http://schemas.openxmlformats.org/officeDocument/2006/relationships/image" Target="../media/image502.png"/><Relationship Id="rId171" Type="http://schemas.openxmlformats.org/officeDocument/2006/relationships/customXml" Target="../ink/ink478.xml"/><Relationship Id="rId170" Type="http://schemas.openxmlformats.org/officeDocument/2006/relationships/image" Target="../media/image501.png"/><Relationship Id="rId17" Type="http://schemas.openxmlformats.org/officeDocument/2006/relationships/image" Target="../media/image69.png"/><Relationship Id="rId169" Type="http://schemas.openxmlformats.org/officeDocument/2006/relationships/customXml" Target="../ink/ink477.xml"/><Relationship Id="rId168" Type="http://schemas.openxmlformats.org/officeDocument/2006/relationships/image" Target="../media/image500.png"/><Relationship Id="rId167" Type="http://schemas.openxmlformats.org/officeDocument/2006/relationships/customXml" Target="../ink/ink476.xml"/><Relationship Id="rId166" Type="http://schemas.openxmlformats.org/officeDocument/2006/relationships/image" Target="../media/image499.png"/><Relationship Id="rId165" Type="http://schemas.openxmlformats.org/officeDocument/2006/relationships/customXml" Target="../ink/ink475.xml"/><Relationship Id="rId164" Type="http://schemas.openxmlformats.org/officeDocument/2006/relationships/customXml" Target="../ink/ink474.xml"/><Relationship Id="rId163" Type="http://schemas.openxmlformats.org/officeDocument/2006/relationships/image" Target="../media/image498.png"/><Relationship Id="rId162" Type="http://schemas.openxmlformats.org/officeDocument/2006/relationships/customXml" Target="../ink/ink473.xml"/><Relationship Id="rId161" Type="http://schemas.openxmlformats.org/officeDocument/2006/relationships/image" Target="../media/image497.png"/><Relationship Id="rId160" Type="http://schemas.openxmlformats.org/officeDocument/2006/relationships/customXml" Target="../ink/ink472.xml"/><Relationship Id="rId16" Type="http://schemas.openxmlformats.org/officeDocument/2006/relationships/customXml" Target="../ink/ink400.xml"/><Relationship Id="rId159" Type="http://schemas.openxmlformats.org/officeDocument/2006/relationships/image" Target="../media/image496.png"/><Relationship Id="rId158" Type="http://schemas.openxmlformats.org/officeDocument/2006/relationships/customXml" Target="../ink/ink471.xml"/><Relationship Id="rId157" Type="http://schemas.openxmlformats.org/officeDocument/2006/relationships/image" Target="../media/image495.png"/><Relationship Id="rId156" Type="http://schemas.openxmlformats.org/officeDocument/2006/relationships/customXml" Target="../ink/ink470.xml"/><Relationship Id="rId155" Type="http://schemas.openxmlformats.org/officeDocument/2006/relationships/image" Target="../media/image494.png"/><Relationship Id="rId154" Type="http://schemas.openxmlformats.org/officeDocument/2006/relationships/customXml" Target="../ink/ink469.xml"/><Relationship Id="rId153" Type="http://schemas.openxmlformats.org/officeDocument/2006/relationships/image" Target="../media/image493.png"/><Relationship Id="rId152" Type="http://schemas.openxmlformats.org/officeDocument/2006/relationships/customXml" Target="../ink/ink468.xml"/><Relationship Id="rId151" Type="http://schemas.openxmlformats.org/officeDocument/2006/relationships/image" Target="../media/image492.png"/><Relationship Id="rId150" Type="http://schemas.openxmlformats.org/officeDocument/2006/relationships/customXml" Target="../ink/ink467.xml"/><Relationship Id="rId15" Type="http://schemas.openxmlformats.org/officeDocument/2006/relationships/image" Target="../media/image425.png"/><Relationship Id="rId149" Type="http://schemas.openxmlformats.org/officeDocument/2006/relationships/image" Target="../media/image491.png"/><Relationship Id="rId148" Type="http://schemas.openxmlformats.org/officeDocument/2006/relationships/customXml" Target="../ink/ink466.xml"/><Relationship Id="rId147" Type="http://schemas.openxmlformats.org/officeDocument/2006/relationships/image" Target="../media/image490.png"/><Relationship Id="rId146" Type="http://schemas.openxmlformats.org/officeDocument/2006/relationships/customXml" Target="../ink/ink465.xml"/><Relationship Id="rId145" Type="http://schemas.openxmlformats.org/officeDocument/2006/relationships/image" Target="../media/image489.png"/><Relationship Id="rId144" Type="http://schemas.openxmlformats.org/officeDocument/2006/relationships/customXml" Target="../ink/ink464.xml"/><Relationship Id="rId143" Type="http://schemas.openxmlformats.org/officeDocument/2006/relationships/image" Target="../media/image488.png"/><Relationship Id="rId142" Type="http://schemas.openxmlformats.org/officeDocument/2006/relationships/customXml" Target="../ink/ink463.xml"/><Relationship Id="rId141" Type="http://schemas.openxmlformats.org/officeDocument/2006/relationships/image" Target="../media/image487.png"/><Relationship Id="rId140" Type="http://schemas.openxmlformats.org/officeDocument/2006/relationships/customXml" Target="../ink/ink462.xml"/><Relationship Id="rId14" Type="http://schemas.openxmlformats.org/officeDocument/2006/relationships/customXml" Target="../ink/ink399.xml"/><Relationship Id="rId139" Type="http://schemas.openxmlformats.org/officeDocument/2006/relationships/image" Target="../media/image486.png"/><Relationship Id="rId138" Type="http://schemas.openxmlformats.org/officeDocument/2006/relationships/customXml" Target="../ink/ink461.xml"/><Relationship Id="rId137" Type="http://schemas.openxmlformats.org/officeDocument/2006/relationships/image" Target="../media/image485.png"/><Relationship Id="rId136" Type="http://schemas.openxmlformats.org/officeDocument/2006/relationships/customXml" Target="../ink/ink460.xml"/><Relationship Id="rId135" Type="http://schemas.openxmlformats.org/officeDocument/2006/relationships/image" Target="../media/image484.png"/><Relationship Id="rId134" Type="http://schemas.openxmlformats.org/officeDocument/2006/relationships/customXml" Target="../ink/ink459.xml"/><Relationship Id="rId133" Type="http://schemas.openxmlformats.org/officeDocument/2006/relationships/image" Target="../media/image483.png"/><Relationship Id="rId132" Type="http://schemas.openxmlformats.org/officeDocument/2006/relationships/customXml" Target="../ink/ink458.xml"/><Relationship Id="rId131" Type="http://schemas.openxmlformats.org/officeDocument/2006/relationships/image" Target="../media/image482.png"/><Relationship Id="rId130" Type="http://schemas.openxmlformats.org/officeDocument/2006/relationships/customXml" Target="../ink/ink457.xml"/><Relationship Id="rId13" Type="http://schemas.openxmlformats.org/officeDocument/2006/relationships/image" Target="../media/image424.png"/><Relationship Id="rId129" Type="http://schemas.openxmlformats.org/officeDocument/2006/relationships/image" Target="../media/image481.png"/><Relationship Id="rId128" Type="http://schemas.openxmlformats.org/officeDocument/2006/relationships/customXml" Target="../ink/ink456.xml"/><Relationship Id="rId127" Type="http://schemas.openxmlformats.org/officeDocument/2006/relationships/image" Target="../media/image480.png"/><Relationship Id="rId126" Type="http://schemas.openxmlformats.org/officeDocument/2006/relationships/customXml" Target="../ink/ink455.xml"/><Relationship Id="rId125" Type="http://schemas.openxmlformats.org/officeDocument/2006/relationships/image" Target="../media/image479.png"/><Relationship Id="rId124" Type="http://schemas.openxmlformats.org/officeDocument/2006/relationships/customXml" Target="../ink/ink454.xml"/><Relationship Id="rId123" Type="http://schemas.openxmlformats.org/officeDocument/2006/relationships/image" Target="../media/image478.png"/><Relationship Id="rId122" Type="http://schemas.openxmlformats.org/officeDocument/2006/relationships/customXml" Target="../ink/ink453.xml"/><Relationship Id="rId121" Type="http://schemas.openxmlformats.org/officeDocument/2006/relationships/image" Target="../media/image477.png"/><Relationship Id="rId120" Type="http://schemas.openxmlformats.org/officeDocument/2006/relationships/customXml" Target="../ink/ink452.xml"/><Relationship Id="rId12" Type="http://schemas.openxmlformats.org/officeDocument/2006/relationships/customXml" Target="../ink/ink398.xml"/><Relationship Id="rId119" Type="http://schemas.openxmlformats.org/officeDocument/2006/relationships/image" Target="../media/image476.png"/><Relationship Id="rId118" Type="http://schemas.openxmlformats.org/officeDocument/2006/relationships/customXml" Target="../ink/ink451.xml"/><Relationship Id="rId117" Type="http://schemas.openxmlformats.org/officeDocument/2006/relationships/image" Target="../media/image475.png"/><Relationship Id="rId116" Type="http://schemas.openxmlformats.org/officeDocument/2006/relationships/customXml" Target="../ink/ink450.xml"/><Relationship Id="rId115" Type="http://schemas.openxmlformats.org/officeDocument/2006/relationships/image" Target="../media/image474.png"/><Relationship Id="rId114" Type="http://schemas.openxmlformats.org/officeDocument/2006/relationships/customXml" Target="../ink/ink449.xml"/><Relationship Id="rId113" Type="http://schemas.openxmlformats.org/officeDocument/2006/relationships/image" Target="../media/image473.png"/><Relationship Id="rId112" Type="http://schemas.openxmlformats.org/officeDocument/2006/relationships/customXml" Target="../ink/ink448.xml"/><Relationship Id="rId111" Type="http://schemas.openxmlformats.org/officeDocument/2006/relationships/image" Target="../media/image472.png"/><Relationship Id="rId110" Type="http://schemas.openxmlformats.org/officeDocument/2006/relationships/customXml" Target="../ink/ink447.xml"/><Relationship Id="rId11" Type="http://schemas.openxmlformats.org/officeDocument/2006/relationships/image" Target="../media/image423.png"/><Relationship Id="rId109" Type="http://schemas.openxmlformats.org/officeDocument/2006/relationships/image" Target="../media/image471.png"/><Relationship Id="rId108" Type="http://schemas.openxmlformats.org/officeDocument/2006/relationships/customXml" Target="../ink/ink446.xml"/><Relationship Id="rId107" Type="http://schemas.openxmlformats.org/officeDocument/2006/relationships/image" Target="../media/image470.png"/><Relationship Id="rId106" Type="http://schemas.openxmlformats.org/officeDocument/2006/relationships/customXml" Target="../ink/ink445.xml"/><Relationship Id="rId105" Type="http://schemas.openxmlformats.org/officeDocument/2006/relationships/image" Target="../media/image469.png"/><Relationship Id="rId104" Type="http://schemas.openxmlformats.org/officeDocument/2006/relationships/customXml" Target="../ink/ink444.xml"/><Relationship Id="rId103" Type="http://schemas.openxmlformats.org/officeDocument/2006/relationships/image" Target="../media/image468.png"/><Relationship Id="rId102" Type="http://schemas.openxmlformats.org/officeDocument/2006/relationships/customXml" Target="../ink/ink443.xml"/><Relationship Id="rId101" Type="http://schemas.openxmlformats.org/officeDocument/2006/relationships/image" Target="../media/image467.png"/><Relationship Id="rId100" Type="http://schemas.openxmlformats.org/officeDocument/2006/relationships/customXml" Target="../ink/ink442.xml"/><Relationship Id="rId10" Type="http://schemas.openxmlformats.org/officeDocument/2006/relationships/customXml" Target="../ink/ink397.xml"/><Relationship Id="rId1" Type="http://schemas.openxmlformats.org/officeDocument/2006/relationships/tags" Target="../tags/tag125.xml"/></Relationships>
</file>

<file path=ppt/slides/_rels/slide20.xml.rels><?xml version="1.0" encoding="UTF-8" standalone="yes"?>
<Relationships xmlns="http://schemas.openxmlformats.org/package/2006/relationships"><Relationship Id="rId9" Type="http://schemas.openxmlformats.org/officeDocument/2006/relationships/customXml" Target="../ink/ink482.xml"/><Relationship Id="rId8" Type="http://schemas.openxmlformats.org/officeDocument/2006/relationships/image" Target="../media/image505.png"/><Relationship Id="rId7" Type="http://schemas.openxmlformats.org/officeDocument/2006/relationships/customXml" Target="../ink/ink481.xml"/><Relationship Id="rId68" Type="http://schemas.openxmlformats.org/officeDocument/2006/relationships/slideLayout" Target="../slideLayouts/slideLayout2.xml"/><Relationship Id="rId67" Type="http://schemas.openxmlformats.org/officeDocument/2006/relationships/tags" Target="../tags/tag131.xml"/><Relationship Id="rId66" Type="http://schemas.openxmlformats.org/officeDocument/2006/relationships/image" Target="../media/image534.png"/><Relationship Id="rId65" Type="http://schemas.openxmlformats.org/officeDocument/2006/relationships/customXml" Target="../ink/ink510.xml"/><Relationship Id="rId64" Type="http://schemas.openxmlformats.org/officeDocument/2006/relationships/image" Target="../media/image533.png"/><Relationship Id="rId63" Type="http://schemas.openxmlformats.org/officeDocument/2006/relationships/customXml" Target="../ink/ink509.xml"/><Relationship Id="rId62" Type="http://schemas.openxmlformats.org/officeDocument/2006/relationships/image" Target="../media/image532.png"/><Relationship Id="rId61" Type="http://schemas.openxmlformats.org/officeDocument/2006/relationships/customXml" Target="../ink/ink508.xml"/><Relationship Id="rId60" Type="http://schemas.openxmlformats.org/officeDocument/2006/relationships/image" Target="../media/image531.png"/><Relationship Id="rId6" Type="http://schemas.openxmlformats.org/officeDocument/2006/relationships/image" Target="../media/image504.png"/><Relationship Id="rId59" Type="http://schemas.openxmlformats.org/officeDocument/2006/relationships/customXml" Target="../ink/ink507.xml"/><Relationship Id="rId58" Type="http://schemas.openxmlformats.org/officeDocument/2006/relationships/image" Target="../media/image530.png"/><Relationship Id="rId57" Type="http://schemas.openxmlformats.org/officeDocument/2006/relationships/customXml" Target="../ink/ink506.xml"/><Relationship Id="rId56" Type="http://schemas.openxmlformats.org/officeDocument/2006/relationships/image" Target="../media/image529.png"/><Relationship Id="rId55" Type="http://schemas.openxmlformats.org/officeDocument/2006/relationships/customXml" Target="../ink/ink505.xml"/><Relationship Id="rId54" Type="http://schemas.openxmlformats.org/officeDocument/2006/relationships/image" Target="../media/image528.png"/><Relationship Id="rId53" Type="http://schemas.openxmlformats.org/officeDocument/2006/relationships/customXml" Target="../ink/ink504.xml"/><Relationship Id="rId52" Type="http://schemas.openxmlformats.org/officeDocument/2006/relationships/image" Target="../media/image527.png"/><Relationship Id="rId51" Type="http://schemas.openxmlformats.org/officeDocument/2006/relationships/customXml" Target="../ink/ink503.xml"/><Relationship Id="rId50" Type="http://schemas.openxmlformats.org/officeDocument/2006/relationships/image" Target="../media/image526.png"/><Relationship Id="rId5" Type="http://schemas.openxmlformats.org/officeDocument/2006/relationships/customXml" Target="../ink/ink480.xml"/><Relationship Id="rId49" Type="http://schemas.openxmlformats.org/officeDocument/2006/relationships/customXml" Target="../ink/ink502.xml"/><Relationship Id="rId48" Type="http://schemas.openxmlformats.org/officeDocument/2006/relationships/image" Target="../media/image525.png"/><Relationship Id="rId47" Type="http://schemas.openxmlformats.org/officeDocument/2006/relationships/customXml" Target="../ink/ink501.xml"/><Relationship Id="rId46" Type="http://schemas.openxmlformats.org/officeDocument/2006/relationships/image" Target="../media/image524.png"/><Relationship Id="rId45" Type="http://schemas.openxmlformats.org/officeDocument/2006/relationships/customXml" Target="../ink/ink500.xml"/><Relationship Id="rId44" Type="http://schemas.openxmlformats.org/officeDocument/2006/relationships/image" Target="../media/image523.png"/><Relationship Id="rId43" Type="http://schemas.openxmlformats.org/officeDocument/2006/relationships/customXml" Target="../ink/ink499.xml"/><Relationship Id="rId42" Type="http://schemas.openxmlformats.org/officeDocument/2006/relationships/image" Target="../media/image522.png"/><Relationship Id="rId41" Type="http://schemas.openxmlformats.org/officeDocument/2006/relationships/customXml" Target="../ink/ink498.xml"/><Relationship Id="rId40" Type="http://schemas.openxmlformats.org/officeDocument/2006/relationships/image" Target="../media/image521.png"/><Relationship Id="rId4" Type="http://schemas.openxmlformats.org/officeDocument/2006/relationships/image" Target="../media/image503.png"/><Relationship Id="rId39" Type="http://schemas.openxmlformats.org/officeDocument/2006/relationships/customXml" Target="../ink/ink497.xml"/><Relationship Id="rId38" Type="http://schemas.openxmlformats.org/officeDocument/2006/relationships/image" Target="../media/image520.png"/><Relationship Id="rId37" Type="http://schemas.openxmlformats.org/officeDocument/2006/relationships/customXml" Target="../ink/ink496.xml"/><Relationship Id="rId36" Type="http://schemas.openxmlformats.org/officeDocument/2006/relationships/image" Target="../media/image519.png"/><Relationship Id="rId35" Type="http://schemas.openxmlformats.org/officeDocument/2006/relationships/customXml" Target="../ink/ink495.xml"/><Relationship Id="rId34" Type="http://schemas.openxmlformats.org/officeDocument/2006/relationships/image" Target="../media/image518.png"/><Relationship Id="rId33" Type="http://schemas.openxmlformats.org/officeDocument/2006/relationships/customXml" Target="../ink/ink494.xml"/><Relationship Id="rId32" Type="http://schemas.openxmlformats.org/officeDocument/2006/relationships/image" Target="../media/image517.png"/><Relationship Id="rId31" Type="http://schemas.openxmlformats.org/officeDocument/2006/relationships/customXml" Target="../ink/ink493.xml"/><Relationship Id="rId30" Type="http://schemas.openxmlformats.org/officeDocument/2006/relationships/image" Target="../media/image516.png"/><Relationship Id="rId3" Type="http://schemas.openxmlformats.org/officeDocument/2006/relationships/customXml" Target="../ink/ink479.xml"/><Relationship Id="rId29" Type="http://schemas.openxmlformats.org/officeDocument/2006/relationships/customXml" Target="../ink/ink492.xml"/><Relationship Id="rId28" Type="http://schemas.openxmlformats.org/officeDocument/2006/relationships/image" Target="../media/image515.png"/><Relationship Id="rId27" Type="http://schemas.openxmlformats.org/officeDocument/2006/relationships/customXml" Target="../ink/ink491.xml"/><Relationship Id="rId26" Type="http://schemas.openxmlformats.org/officeDocument/2006/relationships/image" Target="../media/image514.png"/><Relationship Id="rId25" Type="http://schemas.openxmlformats.org/officeDocument/2006/relationships/customXml" Target="../ink/ink490.xml"/><Relationship Id="rId24" Type="http://schemas.openxmlformats.org/officeDocument/2006/relationships/image" Target="../media/image513.png"/><Relationship Id="rId23" Type="http://schemas.openxmlformats.org/officeDocument/2006/relationships/customXml" Target="../ink/ink489.xml"/><Relationship Id="rId22" Type="http://schemas.openxmlformats.org/officeDocument/2006/relationships/image" Target="../media/image512.png"/><Relationship Id="rId21" Type="http://schemas.openxmlformats.org/officeDocument/2006/relationships/customXml" Target="../ink/ink488.xml"/><Relationship Id="rId20" Type="http://schemas.openxmlformats.org/officeDocument/2006/relationships/image" Target="../media/image511.png"/><Relationship Id="rId2" Type="http://schemas.openxmlformats.org/officeDocument/2006/relationships/tags" Target="../tags/tag130.xml"/><Relationship Id="rId19" Type="http://schemas.openxmlformats.org/officeDocument/2006/relationships/customXml" Target="../ink/ink487.xml"/><Relationship Id="rId18" Type="http://schemas.openxmlformats.org/officeDocument/2006/relationships/image" Target="../media/image510.png"/><Relationship Id="rId17" Type="http://schemas.openxmlformats.org/officeDocument/2006/relationships/customXml" Target="../ink/ink486.xml"/><Relationship Id="rId16" Type="http://schemas.openxmlformats.org/officeDocument/2006/relationships/image" Target="../media/image509.png"/><Relationship Id="rId15" Type="http://schemas.openxmlformats.org/officeDocument/2006/relationships/customXml" Target="../ink/ink485.xml"/><Relationship Id="rId14" Type="http://schemas.openxmlformats.org/officeDocument/2006/relationships/image" Target="../media/image508.png"/><Relationship Id="rId13" Type="http://schemas.openxmlformats.org/officeDocument/2006/relationships/customXml" Target="../ink/ink484.xml"/><Relationship Id="rId12" Type="http://schemas.openxmlformats.org/officeDocument/2006/relationships/image" Target="../media/image507.png"/><Relationship Id="rId11" Type="http://schemas.openxmlformats.org/officeDocument/2006/relationships/customXml" Target="../ink/ink483.xml"/><Relationship Id="rId10" Type="http://schemas.openxmlformats.org/officeDocument/2006/relationships/image" Target="../media/image506.png"/><Relationship Id="rId1" Type="http://schemas.openxmlformats.org/officeDocument/2006/relationships/tags" Target="../tags/tag129.xml"/></Relationships>
</file>

<file path=ppt/slides/_rels/slide21.xml.rels><?xml version="1.0" encoding="UTF-8" standalone="yes"?>
<Relationships xmlns="http://schemas.openxmlformats.org/package/2006/relationships"><Relationship Id="rId9" Type="http://schemas.openxmlformats.org/officeDocument/2006/relationships/customXml" Target="../ink/ink513.xml"/><Relationship Id="rId84" Type="http://schemas.openxmlformats.org/officeDocument/2006/relationships/slideLayout" Target="../slideLayouts/slideLayout2.xml"/><Relationship Id="rId83" Type="http://schemas.openxmlformats.org/officeDocument/2006/relationships/tags" Target="../tags/tag134.xml"/><Relationship Id="rId82" Type="http://schemas.openxmlformats.org/officeDocument/2006/relationships/image" Target="../media/image575.png"/><Relationship Id="rId81" Type="http://schemas.openxmlformats.org/officeDocument/2006/relationships/customXml" Target="../ink/ink549.xml"/><Relationship Id="rId80" Type="http://schemas.openxmlformats.org/officeDocument/2006/relationships/image" Target="../media/image574.png"/><Relationship Id="rId8" Type="http://schemas.openxmlformats.org/officeDocument/2006/relationships/image" Target="../media/image538.png"/><Relationship Id="rId79" Type="http://schemas.openxmlformats.org/officeDocument/2006/relationships/customXml" Target="../ink/ink548.xml"/><Relationship Id="rId78" Type="http://schemas.openxmlformats.org/officeDocument/2006/relationships/image" Target="../media/image573.png"/><Relationship Id="rId77" Type="http://schemas.openxmlformats.org/officeDocument/2006/relationships/customXml" Target="../ink/ink547.xml"/><Relationship Id="rId76" Type="http://schemas.openxmlformats.org/officeDocument/2006/relationships/image" Target="../media/image572.png"/><Relationship Id="rId75" Type="http://schemas.openxmlformats.org/officeDocument/2006/relationships/customXml" Target="../ink/ink546.xml"/><Relationship Id="rId74" Type="http://schemas.openxmlformats.org/officeDocument/2006/relationships/image" Target="../media/image571.png"/><Relationship Id="rId73" Type="http://schemas.openxmlformats.org/officeDocument/2006/relationships/customXml" Target="../ink/ink545.xml"/><Relationship Id="rId72" Type="http://schemas.openxmlformats.org/officeDocument/2006/relationships/image" Target="../media/image570.png"/><Relationship Id="rId71" Type="http://schemas.openxmlformats.org/officeDocument/2006/relationships/customXml" Target="../ink/ink544.xml"/><Relationship Id="rId70" Type="http://schemas.openxmlformats.org/officeDocument/2006/relationships/image" Target="../media/image569.png"/><Relationship Id="rId7" Type="http://schemas.openxmlformats.org/officeDocument/2006/relationships/customXml" Target="../ink/ink512.xml"/><Relationship Id="rId69" Type="http://schemas.openxmlformats.org/officeDocument/2006/relationships/customXml" Target="../ink/ink543.xml"/><Relationship Id="rId68" Type="http://schemas.openxmlformats.org/officeDocument/2006/relationships/image" Target="../media/image568.png"/><Relationship Id="rId67" Type="http://schemas.openxmlformats.org/officeDocument/2006/relationships/customXml" Target="../ink/ink542.xml"/><Relationship Id="rId66" Type="http://schemas.openxmlformats.org/officeDocument/2006/relationships/image" Target="../media/image567.png"/><Relationship Id="rId65" Type="http://schemas.openxmlformats.org/officeDocument/2006/relationships/customXml" Target="../ink/ink541.xml"/><Relationship Id="rId64" Type="http://schemas.openxmlformats.org/officeDocument/2006/relationships/image" Target="../media/image566.png"/><Relationship Id="rId63" Type="http://schemas.openxmlformats.org/officeDocument/2006/relationships/customXml" Target="../ink/ink540.xml"/><Relationship Id="rId62" Type="http://schemas.openxmlformats.org/officeDocument/2006/relationships/image" Target="../media/image565.png"/><Relationship Id="rId61" Type="http://schemas.openxmlformats.org/officeDocument/2006/relationships/customXml" Target="../ink/ink539.xml"/><Relationship Id="rId60" Type="http://schemas.openxmlformats.org/officeDocument/2006/relationships/image" Target="../media/image564.png"/><Relationship Id="rId6" Type="http://schemas.openxmlformats.org/officeDocument/2006/relationships/image" Target="../media/image537.png"/><Relationship Id="rId59" Type="http://schemas.openxmlformats.org/officeDocument/2006/relationships/customXml" Target="../ink/ink538.xml"/><Relationship Id="rId58" Type="http://schemas.openxmlformats.org/officeDocument/2006/relationships/image" Target="../media/image563.png"/><Relationship Id="rId57" Type="http://schemas.openxmlformats.org/officeDocument/2006/relationships/customXml" Target="../ink/ink537.xml"/><Relationship Id="rId56" Type="http://schemas.openxmlformats.org/officeDocument/2006/relationships/image" Target="../media/image562.png"/><Relationship Id="rId55" Type="http://schemas.openxmlformats.org/officeDocument/2006/relationships/customXml" Target="../ink/ink536.xml"/><Relationship Id="rId54" Type="http://schemas.openxmlformats.org/officeDocument/2006/relationships/image" Target="../media/image561.png"/><Relationship Id="rId53" Type="http://schemas.openxmlformats.org/officeDocument/2006/relationships/customXml" Target="../ink/ink535.xml"/><Relationship Id="rId52" Type="http://schemas.openxmlformats.org/officeDocument/2006/relationships/image" Target="../media/image560.png"/><Relationship Id="rId51" Type="http://schemas.openxmlformats.org/officeDocument/2006/relationships/customXml" Target="../ink/ink534.xml"/><Relationship Id="rId50" Type="http://schemas.openxmlformats.org/officeDocument/2006/relationships/image" Target="../media/image559.png"/><Relationship Id="rId5" Type="http://schemas.openxmlformats.org/officeDocument/2006/relationships/customXml" Target="../ink/ink511.xml"/><Relationship Id="rId49" Type="http://schemas.openxmlformats.org/officeDocument/2006/relationships/customXml" Target="../ink/ink533.xml"/><Relationship Id="rId48" Type="http://schemas.openxmlformats.org/officeDocument/2006/relationships/image" Target="../media/image558.png"/><Relationship Id="rId47" Type="http://schemas.openxmlformats.org/officeDocument/2006/relationships/customXml" Target="../ink/ink532.xml"/><Relationship Id="rId46" Type="http://schemas.openxmlformats.org/officeDocument/2006/relationships/image" Target="../media/image557.png"/><Relationship Id="rId45" Type="http://schemas.openxmlformats.org/officeDocument/2006/relationships/customXml" Target="../ink/ink531.xml"/><Relationship Id="rId44" Type="http://schemas.openxmlformats.org/officeDocument/2006/relationships/image" Target="../media/image556.png"/><Relationship Id="rId43" Type="http://schemas.openxmlformats.org/officeDocument/2006/relationships/customXml" Target="../ink/ink530.xml"/><Relationship Id="rId42" Type="http://schemas.openxmlformats.org/officeDocument/2006/relationships/image" Target="../media/image555.png"/><Relationship Id="rId41" Type="http://schemas.openxmlformats.org/officeDocument/2006/relationships/customXml" Target="../ink/ink529.xml"/><Relationship Id="rId40" Type="http://schemas.openxmlformats.org/officeDocument/2006/relationships/image" Target="../media/image554.png"/><Relationship Id="rId4" Type="http://schemas.openxmlformats.org/officeDocument/2006/relationships/image" Target="../media/image536.png"/><Relationship Id="rId39" Type="http://schemas.openxmlformats.org/officeDocument/2006/relationships/customXml" Target="../ink/ink528.xml"/><Relationship Id="rId38" Type="http://schemas.openxmlformats.org/officeDocument/2006/relationships/image" Target="../media/image553.png"/><Relationship Id="rId37" Type="http://schemas.openxmlformats.org/officeDocument/2006/relationships/customXml" Target="../ink/ink527.xml"/><Relationship Id="rId36" Type="http://schemas.openxmlformats.org/officeDocument/2006/relationships/image" Target="../media/image552.png"/><Relationship Id="rId35" Type="http://schemas.openxmlformats.org/officeDocument/2006/relationships/customXml" Target="../ink/ink526.xml"/><Relationship Id="rId34" Type="http://schemas.openxmlformats.org/officeDocument/2006/relationships/image" Target="../media/image551.png"/><Relationship Id="rId33" Type="http://schemas.openxmlformats.org/officeDocument/2006/relationships/customXml" Target="../ink/ink525.xml"/><Relationship Id="rId32" Type="http://schemas.openxmlformats.org/officeDocument/2006/relationships/image" Target="../media/image550.png"/><Relationship Id="rId31" Type="http://schemas.openxmlformats.org/officeDocument/2006/relationships/customXml" Target="../ink/ink524.xml"/><Relationship Id="rId30" Type="http://schemas.openxmlformats.org/officeDocument/2006/relationships/image" Target="../media/image549.png"/><Relationship Id="rId3" Type="http://schemas.openxmlformats.org/officeDocument/2006/relationships/image" Target="../media/image535.png"/><Relationship Id="rId29" Type="http://schemas.openxmlformats.org/officeDocument/2006/relationships/customXml" Target="../ink/ink523.xml"/><Relationship Id="rId28" Type="http://schemas.openxmlformats.org/officeDocument/2006/relationships/image" Target="../media/image548.png"/><Relationship Id="rId27" Type="http://schemas.openxmlformats.org/officeDocument/2006/relationships/customXml" Target="../ink/ink522.xml"/><Relationship Id="rId26" Type="http://schemas.openxmlformats.org/officeDocument/2006/relationships/image" Target="../media/image547.png"/><Relationship Id="rId25" Type="http://schemas.openxmlformats.org/officeDocument/2006/relationships/customXml" Target="../ink/ink521.xml"/><Relationship Id="rId24" Type="http://schemas.openxmlformats.org/officeDocument/2006/relationships/image" Target="../media/image546.png"/><Relationship Id="rId23" Type="http://schemas.openxmlformats.org/officeDocument/2006/relationships/customXml" Target="../ink/ink520.xml"/><Relationship Id="rId22" Type="http://schemas.openxmlformats.org/officeDocument/2006/relationships/image" Target="../media/image545.png"/><Relationship Id="rId21" Type="http://schemas.openxmlformats.org/officeDocument/2006/relationships/customXml" Target="../ink/ink519.xml"/><Relationship Id="rId20" Type="http://schemas.openxmlformats.org/officeDocument/2006/relationships/image" Target="../media/image544.png"/><Relationship Id="rId2" Type="http://schemas.openxmlformats.org/officeDocument/2006/relationships/tags" Target="../tags/tag133.xml"/><Relationship Id="rId19" Type="http://schemas.openxmlformats.org/officeDocument/2006/relationships/customXml" Target="../ink/ink518.xml"/><Relationship Id="rId18" Type="http://schemas.openxmlformats.org/officeDocument/2006/relationships/image" Target="../media/image543.png"/><Relationship Id="rId17" Type="http://schemas.openxmlformats.org/officeDocument/2006/relationships/customXml" Target="../ink/ink517.xml"/><Relationship Id="rId16" Type="http://schemas.openxmlformats.org/officeDocument/2006/relationships/image" Target="../media/image542.png"/><Relationship Id="rId15" Type="http://schemas.openxmlformats.org/officeDocument/2006/relationships/customXml" Target="../ink/ink516.xml"/><Relationship Id="rId14" Type="http://schemas.openxmlformats.org/officeDocument/2006/relationships/image" Target="../media/image541.png"/><Relationship Id="rId13" Type="http://schemas.openxmlformats.org/officeDocument/2006/relationships/customXml" Target="../ink/ink515.xml"/><Relationship Id="rId12" Type="http://schemas.openxmlformats.org/officeDocument/2006/relationships/image" Target="../media/image540.png"/><Relationship Id="rId11" Type="http://schemas.openxmlformats.org/officeDocument/2006/relationships/customXml" Target="../ink/ink514.xml"/><Relationship Id="rId10" Type="http://schemas.openxmlformats.org/officeDocument/2006/relationships/image" Target="../media/image539.png"/><Relationship Id="rId1" Type="http://schemas.openxmlformats.org/officeDocument/2006/relationships/tags" Target="../tags/tag132.xml"/></Relationships>
</file>

<file path=ppt/slides/_rels/slide22.xml.rels><?xml version="1.0" encoding="UTF-8" standalone="yes"?>
<Relationships xmlns="http://schemas.openxmlformats.org/package/2006/relationships"><Relationship Id="rId99" Type="http://schemas.openxmlformats.org/officeDocument/2006/relationships/customXml" Target="../ink/ink597.xml"/><Relationship Id="rId98" Type="http://schemas.openxmlformats.org/officeDocument/2006/relationships/image" Target="../media/image622.png"/><Relationship Id="rId97" Type="http://schemas.openxmlformats.org/officeDocument/2006/relationships/customXml" Target="../ink/ink596.xml"/><Relationship Id="rId96" Type="http://schemas.openxmlformats.org/officeDocument/2006/relationships/image" Target="../media/image621.png"/><Relationship Id="rId95" Type="http://schemas.openxmlformats.org/officeDocument/2006/relationships/customXml" Target="../ink/ink595.xml"/><Relationship Id="rId94" Type="http://schemas.openxmlformats.org/officeDocument/2006/relationships/image" Target="../media/image620.png"/><Relationship Id="rId93" Type="http://schemas.openxmlformats.org/officeDocument/2006/relationships/customXml" Target="../ink/ink594.xml"/><Relationship Id="rId92" Type="http://schemas.openxmlformats.org/officeDocument/2006/relationships/image" Target="../media/image619.png"/><Relationship Id="rId91" Type="http://schemas.openxmlformats.org/officeDocument/2006/relationships/customXml" Target="../ink/ink593.xml"/><Relationship Id="rId90" Type="http://schemas.openxmlformats.org/officeDocument/2006/relationships/image" Target="../media/image618.png"/><Relationship Id="rId9" Type="http://schemas.openxmlformats.org/officeDocument/2006/relationships/customXml" Target="../ink/ink552.xml"/><Relationship Id="rId89" Type="http://schemas.openxmlformats.org/officeDocument/2006/relationships/customXml" Target="../ink/ink592.xml"/><Relationship Id="rId88" Type="http://schemas.openxmlformats.org/officeDocument/2006/relationships/image" Target="../media/image617.png"/><Relationship Id="rId87" Type="http://schemas.openxmlformats.org/officeDocument/2006/relationships/customXml" Target="../ink/ink591.xml"/><Relationship Id="rId86" Type="http://schemas.openxmlformats.org/officeDocument/2006/relationships/image" Target="../media/image616.png"/><Relationship Id="rId85" Type="http://schemas.openxmlformats.org/officeDocument/2006/relationships/customXml" Target="../ink/ink590.xml"/><Relationship Id="rId84" Type="http://schemas.openxmlformats.org/officeDocument/2006/relationships/image" Target="../media/image615.png"/><Relationship Id="rId83" Type="http://schemas.openxmlformats.org/officeDocument/2006/relationships/customXml" Target="../ink/ink589.xml"/><Relationship Id="rId82" Type="http://schemas.openxmlformats.org/officeDocument/2006/relationships/image" Target="../media/image614.png"/><Relationship Id="rId81" Type="http://schemas.openxmlformats.org/officeDocument/2006/relationships/customXml" Target="../ink/ink588.xml"/><Relationship Id="rId80" Type="http://schemas.openxmlformats.org/officeDocument/2006/relationships/image" Target="../media/image613.png"/><Relationship Id="rId8" Type="http://schemas.openxmlformats.org/officeDocument/2006/relationships/image" Target="../media/image578.png"/><Relationship Id="rId79" Type="http://schemas.openxmlformats.org/officeDocument/2006/relationships/customXml" Target="../ink/ink587.xml"/><Relationship Id="rId78" Type="http://schemas.openxmlformats.org/officeDocument/2006/relationships/image" Target="../media/image612.png"/><Relationship Id="rId77" Type="http://schemas.openxmlformats.org/officeDocument/2006/relationships/customXml" Target="../ink/ink586.xml"/><Relationship Id="rId76" Type="http://schemas.openxmlformats.org/officeDocument/2006/relationships/image" Target="../media/image611.png"/><Relationship Id="rId75" Type="http://schemas.openxmlformats.org/officeDocument/2006/relationships/customXml" Target="../ink/ink585.xml"/><Relationship Id="rId74" Type="http://schemas.openxmlformats.org/officeDocument/2006/relationships/image" Target="../media/image610.png"/><Relationship Id="rId73" Type="http://schemas.openxmlformats.org/officeDocument/2006/relationships/customXml" Target="../ink/ink584.xml"/><Relationship Id="rId72" Type="http://schemas.openxmlformats.org/officeDocument/2006/relationships/image" Target="../media/image609.png"/><Relationship Id="rId71" Type="http://schemas.openxmlformats.org/officeDocument/2006/relationships/customXml" Target="../ink/ink583.xml"/><Relationship Id="rId70" Type="http://schemas.openxmlformats.org/officeDocument/2006/relationships/image" Target="../media/image608.png"/><Relationship Id="rId7" Type="http://schemas.openxmlformats.org/officeDocument/2006/relationships/customXml" Target="../ink/ink551.xml"/><Relationship Id="rId69" Type="http://schemas.openxmlformats.org/officeDocument/2006/relationships/customXml" Target="../ink/ink582.xml"/><Relationship Id="rId68" Type="http://schemas.openxmlformats.org/officeDocument/2006/relationships/image" Target="../media/image607.png"/><Relationship Id="rId67" Type="http://schemas.openxmlformats.org/officeDocument/2006/relationships/customXml" Target="../ink/ink581.xml"/><Relationship Id="rId66" Type="http://schemas.openxmlformats.org/officeDocument/2006/relationships/image" Target="../media/image606.png"/><Relationship Id="rId65" Type="http://schemas.openxmlformats.org/officeDocument/2006/relationships/customXml" Target="../ink/ink580.xml"/><Relationship Id="rId64" Type="http://schemas.openxmlformats.org/officeDocument/2006/relationships/image" Target="../media/image605.png"/><Relationship Id="rId63" Type="http://schemas.openxmlformats.org/officeDocument/2006/relationships/customXml" Target="../ink/ink579.xml"/><Relationship Id="rId62" Type="http://schemas.openxmlformats.org/officeDocument/2006/relationships/image" Target="../media/image604.png"/><Relationship Id="rId61" Type="http://schemas.openxmlformats.org/officeDocument/2006/relationships/customXml" Target="../ink/ink578.xml"/><Relationship Id="rId60" Type="http://schemas.openxmlformats.org/officeDocument/2006/relationships/image" Target="../media/image603.png"/><Relationship Id="rId6" Type="http://schemas.openxmlformats.org/officeDocument/2006/relationships/image" Target="../media/image577.png"/><Relationship Id="rId59" Type="http://schemas.openxmlformats.org/officeDocument/2006/relationships/customXml" Target="../ink/ink577.xml"/><Relationship Id="rId58" Type="http://schemas.openxmlformats.org/officeDocument/2006/relationships/image" Target="../media/image602.png"/><Relationship Id="rId57" Type="http://schemas.openxmlformats.org/officeDocument/2006/relationships/customXml" Target="../ink/ink576.xml"/><Relationship Id="rId56" Type="http://schemas.openxmlformats.org/officeDocument/2006/relationships/image" Target="../media/image601.png"/><Relationship Id="rId55" Type="http://schemas.openxmlformats.org/officeDocument/2006/relationships/customXml" Target="../ink/ink575.xml"/><Relationship Id="rId54" Type="http://schemas.openxmlformats.org/officeDocument/2006/relationships/image" Target="../media/image600.png"/><Relationship Id="rId53" Type="http://schemas.openxmlformats.org/officeDocument/2006/relationships/customXml" Target="../ink/ink574.xml"/><Relationship Id="rId52" Type="http://schemas.openxmlformats.org/officeDocument/2006/relationships/image" Target="../media/image599.png"/><Relationship Id="rId51" Type="http://schemas.openxmlformats.org/officeDocument/2006/relationships/customXml" Target="../ink/ink573.xml"/><Relationship Id="rId50" Type="http://schemas.openxmlformats.org/officeDocument/2006/relationships/image" Target="../media/image598.png"/><Relationship Id="rId5" Type="http://schemas.openxmlformats.org/officeDocument/2006/relationships/customXml" Target="../ink/ink550.xml"/><Relationship Id="rId49" Type="http://schemas.openxmlformats.org/officeDocument/2006/relationships/customXml" Target="../ink/ink572.xml"/><Relationship Id="rId48" Type="http://schemas.openxmlformats.org/officeDocument/2006/relationships/image" Target="../media/image597.png"/><Relationship Id="rId47" Type="http://schemas.openxmlformats.org/officeDocument/2006/relationships/customXml" Target="../ink/ink571.xml"/><Relationship Id="rId46" Type="http://schemas.openxmlformats.org/officeDocument/2006/relationships/image" Target="../media/image596.png"/><Relationship Id="rId45" Type="http://schemas.openxmlformats.org/officeDocument/2006/relationships/customXml" Target="../ink/ink570.xml"/><Relationship Id="rId44" Type="http://schemas.openxmlformats.org/officeDocument/2006/relationships/image" Target="../media/image595.png"/><Relationship Id="rId43" Type="http://schemas.openxmlformats.org/officeDocument/2006/relationships/customXml" Target="../ink/ink569.xml"/><Relationship Id="rId42" Type="http://schemas.openxmlformats.org/officeDocument/2006/relationships/image" Target="../media/image594.png"/><Relationship Id="rId41" Type="http://schemas.openxmlformats.org/officeDocument/2006/relationships/customXml" Target="../ink/ink568.xml"/><Relationship Id="rId40" Type="http://schemas.openxmlformats.org/officeDocument/2006/relationships/image" Target="../media/image593.png"/><Relationship Id="rId4" Type="http://schemas.openxmlformats.org/officeDocument/2006/relationships/image" Target="../media/image576.png"/><Relationship Id="rId39" Type="http://schemas.openxmlformats.org/officeDocument/2006/relationships/customXml" Target="../ink/ink567.xml"/><Relationship Id="rId38" Type="http://schemas.openxmlformats.org/officeDocument/2006/relationships/image" Target="../media/image592.png"/><Relationship Id="rId37" Type="http://schemas.openxmlformats.org/officeDocument/2006/relationships/customXml" Target="../ink/ink566.xml"/><Relationship Id="rId36" Type="http://schemas.openxmlformats.org/officeDocument/2006/relationships/image" Target="../media/image69.png"/><Relationship Id="rId35" Type="http://schemas.openxmlformats.org/officeDocument/2006/relationships/customXml" Target="../ink/ink565.xml"/><Relationship Id="rId34" Type="http://schemas.openxmlformats.org/officeDocument/2006/relationships/image" Target="../media/image591.png"/><Relationship Id="rId33" Type="http://schemas.openxmlformats.org/officeDocument/2006/relationships/customXml" Target="../ink/ink564.xml"/><Relationship Id="rId32" Type="http://schemas.openxmlformats.org/officeDocument/2006/relationships/image" Target="../media/image590.png"/><Relationship Id="rId31" Type="http://schemas.openxmlformats.org/officeDocument/2006/relationships/customXml" Target="../ink/ink563.xml"/><Relationship Id="rId30" Type="http://schemas.openxmlformats.org/officeDocument/2006/relationships/image" Target="../media/image589.png"/><Relationship Id="rId3" Type="http://schemas.openxmlformats.org/officeDocument/2006/relationships/tags" Target="../tags/tag137.xml"/><Relationship Id="rId29" Type="http://schemas.openxmlformats.org/officeDocument/2006/relationships/customXml" Target="../ink/ink562.xml"/><Relationship Id="rId28" Type="http://schemas.openxmlformats.org/officeDocument/2006/relationships/image" Target="../media/image588.png"/><Relationship Id="rId27" Type="http://schemas.openxmlformats.org/officeDocument/2006/relationships/customXml" Target="../ink/ink561.xml"/><Relationship Id="rId26" Type="http://schemas.openxmlformats.org/officeDocument/2006/relationships/image" Target="../media/image587.png"/><Relationship Id="rId25" Type="http://schemas.openxmlformats.org/officeDocument/2006/relationships/customXml" Target="../ink/ink560.xml"/><Relationship Id="rId24" Type="http://schemas.openxmlformats.org/officeDocument/2006/relationships/image" Target="../media/image586.png"/><Relationship Id="rId234" Type="http://schemas.openxmlformats.org/officeDocument/2006/relationships/slideLayout" Target="../slideLayouts/slideLayout4.xml"/><Relationship Id="rId233" Type="http://schemas.openxmlformats.org/officeDocument/2006/relationships/tags" Target="../tags/tag138.xml"/><Relationship Id="rId232" Type="http://schemas.openxmlformats.org/officeDocument/2006/relationships/image" Target="../media/image689.png"/><Relationship Id="rId231" Type="http://schemas.openxmlformats.org/officeDocument/2006/relationships/customXml" Target="../ink/ink663.xml"/><Relationship Id="rId230" Type="http://schemas.openxmlformats.org/officeDocument/2006/relationships/image" Target="../media/image688.png"/><Relationship Id="rId23" Type="http://schemas.openxmlformats.org/officeDocument/2006/relationships/customXml" Target="../ink/ink559.xml"/><Relationship Id="rId229" Type="http://schemas.openxmlformats.org/officeDocument/2006/relationships/customXml" Target="../ink/ink662.xml"/><Relationship Id="rId228" Type="http://schemas.openxmlformats.org/officeDocument/2006/relationships/image" Target="../media/image687.png"/><Relationship Id="rId227" Type="http://schemas.openxmlformats.org/officeDocument/2006/relationships/customXml" Target="../ink/ink661.xml"/><Relationship Id="rId226" Type="http://schemas.openxmlformats.org/officeDocument/2006/relationships/image" Target="../media/image686.png"/><Relationship Id="rId225" Type="http://schemas.openxmlformats.org/officeDocument/2006/relationships/customXml" Target="../ink/ink660.xml"/><Relationship Id="rId224" Type="http://schemas.openxmlformats.org/officeDocument/2006/relationships/image" Target="../media/image685.png"/><Relationship Id="rId223" Type="http://schemas.openxmlformats.org/officeDocument/2006/relationships/customXml" Target="../ink/ink659.xml"/><Relationship Id="rId222" Type="http://schemas.openxmlformats.org/officeDocument/2006/relationships/image" Target="../media/image684.png"/><Relationship Id="rId221" Type="http://schemas.openxmlformats.org/officeDocument/2006/relationships/customXml" Target="../ink/ink658.xml"/><Relationship Id="rId220" Type="http://schemas.openxmlformats.org/officeDocument/2006/relationships/image" Target="../media/image683.png"/><Relationship Id="rId22" Type="http://schemas.openxmlformats.org/officeDocument/2006/relationships/image" Target="../media/image585.png"/><Relationship Id="rId219" Type="http://schemas.openxmlformats.org/officeDocument/2006/relationships/customXml" Target="../ink/ink657.xml"/><Relationship Id="rId218" Type="http://schemas.openxmlformats.org/officeDocument/2006/relationships/image" Target="../media/image682.png"/><Relationship Id="rId217" Type="http://schemas.openxmlformats.org/officeDocument/2006/relationships/customXml" Target="../ink/ink656.xml"/><Relationship Id="rId216" Type="http://schemas.openxmlformats.org/officeDocument/2006/relationships/image" Target="../media/image681.png"/><Relationship Id="rId215" Type="http://schemas.openxmlformats.org/officeDocument/2006/relationships/customXml" Target="../ink/ink655.xml"/><Relationship Id="rId214" Type="http://schemas.openxmlformats.org/officeDocument/2006/relationships/image" Target="../media/image680.png"/><Relationship Id="rId213" Type="http://schemas.openxmlformats.org/officeDocument/2006/relationships/customXml" Target="../ink/ink654.xml"/><Relationship Id="rId212" Type="http://schemas.openxmlformats.org/officeDocument/2006/relationships/image" Target="../media/image679.png"/><Relationship Id="rId211" Type="http://schemas.openxmlformats.org/officeDocument/2006/relationships/customXml" Target="../ink/ink653.xml"/><Relationship Id="rId210" Type="http://schemas.openxmlformats.org/officeDocument/2006/relationships/image" Target="../media/image678.png"/><Relationship Id="rId21" Type="http://schemas.openxmlformats.org/officeDocument/2006/relationships/customXml" Target="../ink/ink558.xml"/><Relationship Id="rId209" Type="http://schemas.openxmlformats.org/officeDocument/2006/relationships/customXml" Target="../ink/ink652.xml"/><Relationship Id="rId208" Type="http://schemas.openxmlformats.org/officeDocument/2006/relationships/image" Target="../media/image677.png"/><Relationship Id="rId207" Type="http://schemas.openxmlformats.org/officeDocument/2006/relationships/customXml" Target="../ink/ink651.xml"/><Relationship Id="rId206" Type="http://schemas.openxmlformats.org/officeDocument/2006/relationships/image" Target="../media/image676.png"/><Relationship Id="rId205" Type="http://schemas.openxmlformats.org/officeDocument/2006/relationships/customXml" Target="../ink/ink650.xml"/><Relationship Id="rId204" Type="http://schemas.openxmlformats.org/officeDocument/2006/relationships/image" Target="../media/image675.png"/><Relationship Id="rId203" Type="http://schemas.openxmlformats.org/officeDocument/2006/relationships/customXml" Target="../ink/ink649.xml"/><Relationship Id="rId202" Type="http://schemas.openxmlformats.org/officeDocument/2006/relationships/image" Target="../media/image674.png"/><Relationship Id="rId201" Type="http://schemas.openxmlformats.org/officeDocument/2006/relationships/customXml" Target="../ink/ink648.xml"/><Relationship Id="rId200" Type="http://schemas.openxmlformats.org/officeDocument/2006/relationships/image" Target="../media/image673.png"/><Relationship Id="rId20" Type="http://schemas.openxmlformats.org/officeDocument/2006/relationships/image" Target="../media/image584.png"/><Relationship Id="rId2" Type="http://schemas.openxmlformats.org/officeDocument/2006/relationships/tags" Target="../tags/tag136.xml"/><Relationship Id="rId199" Type="http://schemas.openxmlformats.org/officeDocument/2006/relationships/customXml" Target="../ink/ink647.xml"/><Relationship Id="rId198" Type="http://schemas.openxmlformats.org/officeDocument/2006/relationships/image" Target="../media/image672.png"/><Relationship Id="rId197" Type="http://schemas.openxmlformats.org/officeDocument/2006/relationships/customXml" Target="../ink/ink646.xml"/><Relationship Id="rId196" Type="http://schemas.openxmlformats.org/officeDocument/2006/relationships/image" Target="../media/image671.png"/><Relationship Id="rId195" Type="http://schemas.openxmlformats.org/officeDocument/2006/relationships/customXml" Target="../ink/ink645.xml"/><Relationship Id="rId194" Type="http://schemas.openxmlformats.org/officeDocument/2006/relationships/image" Target="../media/image670.png"/><Relationship Id="rId193" Type="http://schemas.openxmlformats.org/officeDocument/2006/relationships/customXml" Target="../ink/ink644.xml"/><Relationship Id="rId192" Type="http://schemas.openxmlformats.org/officeDocument/2006/relationships/image" Target="../media/image669.png"/><Relationship Id="rId191" Type="http://schemas.openxmlformats.org/officeDocument/2006/relationships/customXml" Target="../ink/ink643.xml"/><Relationship Id="rId190" Type="http://schemas.openxmlformats.org/officeDocument/2006/relationships/image" Target="../media/image668.png"/><Relationship Id="rId19" Type="http://schemas.openxmlformats.org/officeDocument/2006/relationships/customXml" Target="../ink/ink557.xml"/><Relationship Id="rId189" Type="http://schemas.openxmlformats.org/officeDocument/2006/relationships/customXml" Target="../ink/ink642.xml"/><Relationship Id="rId188" Type="http://schemas.openxmlformats.org/officeDocument/2006/relationships/image" Target="../media/image667.png"/><Relationship Id="rId187" Type="http://schemas.openxmlformats.org/officeDocument/2006/relationships/customXml" Target="../ink/ink641.xml"/><Relationship Id="rId186" Type="http://schemas.openxmlformats.org/officeDocument/2006/relationships/image" Target="../media/image666.png"/><Relationship Id="rId185" Type="http://schemas.openxmlformats.org/officeDocument/2006/relationships/customXml" Target="../ink/ink640.xml"/><Relationship Id="rId184" Type="http://schemas.openxmlformats.org/officeDocument/2006/relationships/image" Target="../media/image665.png"/><Relationship Id="rId183" Type="http://schemas.openxmlformats.org/officeDocument/2006/relationships/customXml" Target="../ink/ink639.xml"/><Relationship Id="rId182" Type="http://schemas.openxmlformats.org/officeDocument/2006/relationships/image" Target="../media/image664.png"/><Relationship Id="rId181" Type="http://schemas.openxmlformats.org/officeDocument/2006/relationships/customXml" Target="../ink/ink638.xml"/><Relationship Id="rId180" Type="http://schemas.openxmlformats.org/officeDocument/2006/relationships/image" Target="../media/image663.png"/><Relationship Id="rId18" Type="http://schemas.openxmlformats.org/officeDocument/2006/relationships/image" Target="../media/image583.png"/><Relationship Id="rId179" Type="http://schemas.openxmlformats.org/officeDocument/2006/relationships/customXml" Target="../ink/ink637.xml"/><Relationship Id="rId178" Type="http://schemas.openxmlformats.org/officeDocument/2006/relationships/image" Target="../media/image662.png"/><Relationship Id="rId177" Type="http://schemas.openxmlformats.org/officeDocument/2006/relationships/customXml" Target="../ink/ink636.xml"/><Relationship Id="rId176" Type="http://schemas.openxmlformats.org/officeDocument/2006/relationships/image" Target="../media/image661.png"/><Relationship Id="rId175" Type="http://schemas.openxmlformats.org/officeDocument/2006/relationships/customXml" Target="../ink/ink635.xml"/><Relationship Id="rId174" Type="http://schemas.openxmlformats.org/officeDocument/2006/relationships/image" Target="../media/image660.png"/><Relationship Id="rId173" Type="http://schemas.openxmlformats.org/officeDocument/2006/relationships/customXml" Target="../ink/ink634.xml"/><Relationship Id="rId172" Type="http://schemas.openxmlformats.org/officeDocument/2006/relationships/image" Target="../media/image659.png"/><Relationship Id="rId171" Type="http://schemas.openxmlformats.org/officeDocument/2006/relationships/customXml" Target="../ink/ink633.xml"/><Relationship Id="rId170" Type="http://schemas.openxmlformats.org/officeDocument/2006/relationships/image" Target="../media/image658.png"/><Relationship Id="rId17" Type="http://schemas.openxmlformats.org/officeDocument/2006/relationships/customXml" Target="../ink/ink556.xml"/><Relationship Id="rId169" Type="http://schemas.openxmlformats.org/officeDocument/2006/relationships/customXml" Target="../ink/ink632.xml"/><Relationship Id="rId168" Type="http://schemas.openxmlformats.org/officeDocument/2006/relationships/image" Target="../media/image657.png"/><Relationship Id="rId167" Type="http://schemas.openxmlformats.org/officeDocument/2006/relationships/customXml" Target="../ink/ink631.xml"/><Relationship Id="rId166" Type="http://schemas.openxmlformats.org/officeDocument/2006/relationships/image" Target="../media/image656.png"/><Relationship Id="rId165" Type="http://schemas.openxmlformats.org/officeDocument/2006/relationships/customXml" Target="../ink/ink630.xml"/><Relationship Id="rId164" Type="http://schemas.openxmlformats.org/officeDocument/2006/relationships/image" Target="../media/image655.png"/><Relationship Id="rId163" Type="http://schemas.openxmlformats.org/officeDocument/2006/relationships/customXml" Target="../ink/ink629.xml"/><Relationship Id="rId162" Type="http://schemas.openxmlformats.org/officeDocument/2006/relationships/image" Target="../media/image654.png"/><Relationship Id="rId161" Type="http://schemas.openxmlformats.org/officeDocument/2006/relationships/customXml" Target="../ink/ink628.xml"/><Relationship Id="rId160" Type="http://schemas.openxmlformats.org/officeDocument/2006/relationships/image" Target="../media/image653.png"/><Relationship Id="rId16" Type="http://schemas.openxmlformats.org/officeDocument/2006/relationships/image" Target="../media/image582.png"/><Relationship Id="rId159" Type="http://schemas.openxmlformats.org/officeDocument/2006/relationships/customXml" Target="../ink/ink627.xml"/><Relationship Id="rId158" Type="http://schemas.openxmlformats.org/officeDocument/2006/relationships/image" Target="../media/image652.png"/><Relationship Id="rId157" Type="http://schemas.openxmlformats.org/officeDocument/2006/relationships/customXml" Target="../ink/ink626.xml"/><Relationship Id="rId156" Type="http://schemas.openxmlformats.org/officeDocument/2006/relationships/image" Target="../media/image651.png"/><Relationship Id="rId155" Type="http://schemas.openxmlformats.org/officeDocument/2006/relationships/customXml" Target="../ink/ink625.xml"/><Relationship Id="rId154" Type="http://schemas.openxmlformats.org/officeDocument/2006/relationships/image" Target="../media/image650.png"/><Relationship Id="rId153" Type="http://schemas.openxmlformats.org/officeDocument/2006/relationships/customXml" Target="../ink/ink624.xml"/><Relationship Id="rId152" Type="http://schemas.openxmlformats.org/officeDocument/2006/relationships/image" Target="../media/image649.png"/><Relationship Id="rId151" Type="http://schemas.openxmlformats.org/officeDocument/2006/relationships/customXml" Target="../ink/ink623.xml"/><Relationship Id="rId150" Type="http://schemas.openxmlformats.org/officeDocument/2006/relationships/image" Target="../media/image648.png"/><Relationship Id="rId15" Type="http://schemas.openxmlformats.org/officeDocument/2006/relationships/customXml" Target="../ink/ink555.xml"/><Relationship Id="rId149" Type="http://schemas.openxmlformats.org/officeDocument/2006/relationships/customXml" Target="../ink/ink622.xml"/><Relationship Id="rId148" Type="http://schemas.openxmlformats.org/officeDocument/2006/relationships/image" Target="../media/image647.png"/><Relationship Id="rId147" Type="http://schemas.openxmlformats.org/officeDocument/2006/relationships/customXml" Target="../ink/ink621.xml"/><Relationship Id="rId146" Type="http://schemas.openxmlformats.org/officeDocument/2006/relationships/image" Target="../media/image646.png"/><Relationship Id="rId145" Type="http://schemas.openxmlformats.org/officeDocument/2006/relationships/customXml" Target="../ink/ink620.xml"/><Relationship Id="rId144" Type="http://schemas.openxmlformats.org/officeDocument/2006/relationships/image" Target="../media/image645.png"/><Relationship Id="rId143" Type="http://schemas.openxmlformats.org/officeDocument/2006/relationships/customXml" Target="../ink/ink619.xml"/><Relationship Id="rId142" Type="http://schemas.openxmlformats.org/officeDocument/2006/relationships/image" Target="../media/image644.png"/><Relationship Id="rId141" Type="http://schemas.openxmlformats.org/officeDocument/2006/relationships/customXml" Target="../ink/ink618.xml"/><Relationship Id="rId140" Type="http://schemas.openxmlformats.org/officeDocument/2006/relationships/image" Target="../media/image643.png"/><Relationship Id="rId14" Type="http://schemas.openxmlformats.org/officeDocument/2006/relationships/image" Target="../media/image581.png"/><Relationship Id="rId139" Type="http://schemas.openxmlformats.org/officeDocument/2006/relationships/customXml" Target="../ink/ink617.xml"/><Relationship Id="rId138" Type="http://schemas.openxmlformats.org/officeDocument/2006/relationships/image" Target="../media/image642.png"/><Relationship Id="rId137" Type="http://schemas.openxmlformats.org/officeDocument/2006/relationships/customXml" Target="../ink/ink616.xml"/><Relationship Id="rId136" Type="http://schemas.openxmlformats.org/officeDocument/2006/relationships/image" Target="../media/image641.png"/><Relationship Id="rId135" Type="http://schemas.openxmlformats.org/officeDocument/2006/relationships/customXml" Target="../ink/ink615.xml"/><Relationship Id="rId134" Type="http://schemas.openxmlformats.org/officeDocument/2006/relationships/image" Target="../media/image640.png"/><Relationship Id="rId133" Type="http://schemas.openxmlformats.org/officeDocument/2006/relationships/customXml" Target="../ink/ink614.xml"/><Relationship Id="rId132" Type="http://schemas.openxmlformats.org/officeDocument/2006/relationships/image" Target="../media/image639.png"/><Relationship Id="rId131" Type="http://schemas.openxmlformats.org/officeDocument/2006/relationships/customXml" Target="../ink/ink613.xml"/><Relationship Id="rId130" Type="http://schemas.openxmlformats.org/officeDocument/2006/relationships/image" Target="../media/image638.png"/><Relationship Id="rId13" Type="http://schemas.openxmlformats.org/officeDocument/2006/relationships/customXml" Target="../ink/ink554.xml"/><Relationship Id="rId129" Type="http://schemas.openxmlformats.org/officeDocument/2006/relationships/customXml" Target="../ink/ink612.xml"/><Relationship Id="rId128" Type="http://schemas.openxmlformats.org/officeDocument/2006/relationships/image" Target="../media/image637.png"/><Relationship Id="rId127" Type="http://schemas.openxmlformats.org/officeDocument/2006/relationships/customXml" Target="../ink/ink611.xml"/><Relationship Id="rId126" Type="http://schemas.openxmlformats.org/officeDocument/2006/relationships/image" Target="../media/image636.png"/><Relationship Id="rId125" Type="http://schemas.openxmlformats.org/officeDocument/2006/relationships/customXml" Target="../ink/ink610.xml"/><Relationship Id="rId124" Type="http://schemas.openxmlformats.org/officeDocument/2006/relationships/image" Target="../media/image635.png"/><Relationship Id="rId123" Type="http://schemas.openxmlformats.org/officeDocument/2006/relationships/customXml" Target="../ink/ink609.xml"/><Relationship Id="rId122" Type="http://schemas.openxmlformats.org/officeDocument/2006/relationships/image" Target="../media/image634.png"/><Relationship Id="rId121" Type="http://schemas.openxmlformats.org/officeDocument/2006/relationships/customXml" Target="../ink/ink608.xml"/><Relationship Id="rId120" Type="http://schemas.openxmlformats.org/officeDocument/2006/relationships/image" Target="../media/image633.png"/><Relationship Id="rId12" Type="http://schemas.openxmlformats.org/officeDocument/2006/relationships/image" Target="../media/image580.png"/><Relationship Id="rId119" Type="http://schemas.openxmlformats.org/officeDocument/2006/relationships/customXml" Target="../ink/ink607.xml"/><Relationship Id="rId118" Type="http://schemas.openxmlformats.org/officeDocument/2006/relationships/image" Target="../media/image632.png"/><Relationship Id="rId117" Type="http://schemas.openxmlformats.org/officeDocument/2006/relationships/customXml" Target="../ink/ink606.xml"/><Relationship Id="rId116" Type="http://schemas.openxmlformats.org/officeDocument/2006/relationships/image" Target="../media/image631.png"/><Relationship Id="rId115" Type="http://schemas.openxmlformats.org/officeDocument/2006/relationships/customXml" Target="../ink/ink605.xml"/><Relationship Id="rId114" Type="http://schemas.openxmlformats.org/officeDocument/2006/relationships/image" Target="../media/image630.png"/><Relationship Id="rId113" Type="http://schemas.openxmlformats.org/officeDocument/2006/relationships/customXml" Target="../ink/ink604.xml"/><Relationship Id="rId112" Type="http://schemas.openxmlformats.org/officeDocument/2006/relationships/image" Target="../media/image629.png"/><Relationship Id="rId111" Type="http://schemas.openxmlformats.org/officeDocument/2006/relationships/customXml" Target="../ink/ink603.xml"/><Relationship Id="rId110" Type="http://schemas.openxmlformats.org/officeDocument/2006/relationships/image" Target="../media/image628.png"/><Relationship Id="rId11" Type="http://schemas.openxmlformats.org/officeDocument/2006/relationships/customXml" Target="../ink/ink553.xml"/><Relationship Id="rId109" Type="http://schemas.openxmlformats.org/officeDocument/2006/relationships/customXml" Target="../ink/ink602.xml"/><Relationship Id="rId108" Type="http://schemas.openxmlformats.org/officeDocument/2006/relationships/image" Target="../media/image627.png"/><Relationship Id="rId107" Type="http://schemas.openxmlformats.org/officeDocument/2006/relationships/customXml" Target="../ink/ink601.xml"/><Relationship Id="rId106" Type="http://schemas.openxmlformats.org/officeDocument/2006/relationships/image" Target="../media/image626.png"/><Relationship Id="rId105" Type="http://schemas.openxmlformats.org/officeDocument/2006/relationships/customXml" Target="../ink/ink600.xml"/><Relationship Id="rId104" Type="http://schemas.openxmlformats.org/officeDocument/2006/relationships/image" Target="../media/image625.png"/><Relationship Id="rId103" Type="http://schemas.openxmlformats.org/officeDocument/2006/relationships/customXml" Target="../ink/ink599.xml"/><Relationship Id="rId102" Type="http://schemas.openxmlformats.org/officeDocument/2006/relationships/image" Target="../media/image624.png"/><Relationship Id="rId101" Type="http://schemas.openxmlformats.org/officeDocument/2006/relationships/customXml" Target="../ink/ink598.xml"/><Relationship Id="rId100" Type="http://schemas.openxmlformats.org/officeDocument/2006/relationships/image" Target="../media/image623.png"/><Relationship Id="rId10" Type="http://schemas.openxmlformats.org/officeDocument/2006/relationships/image" Target="../media/image579.png"/><Relationship Id="rId1" Type="http://schemas.openxmlformats.org/officeDocument/2006/relationships/tags" Target="../tags/tag135.xml"/></Relationships>
</file>

<file path=ppt/slides/_rels/slide23.xml.rels><?xml version="1.0" encoding="UTF-8" standalone="yes"?>
<Relationships xmlns="http://schemas.openxmlformats.org/package/2006/relationships"><Relationship Id="rId9" Type="http://schemas.openxmlformats.org/officeDocument/2006/relationships/image" Target="../media/image693.png"/><Relationship Id="rId8" Type="http://schemas.openxmlformats.org/officeDocument/2006/relationships/customXml" Target="../ink/ink666.xml"/><Relationship Id="rId7" Type="http://schemas.openxmlformats.org/officeDocument/2006/relationships/image" Target="../media/image692.png"/><Relationship Id="rId6" Type="http://schemas.openxmlformats.org/officeDocument/2006/relationships/customXml" Target="../ink/ink665.xml"/><Relationship Id="rId5" Type="http://schemas.openxmlformats.org/officeDocument/2006/relationships/image" Target="../media/image691.png"/><Relationship Id="rId4" Type="http://schemas.openxmlformats.org/officeDocument/2006/relationships/customXml" Target="../ink/ink664.xml"/><Relationship Id="rId3" Type="http://schemas.openxmlformats.org/officeDocument/2006/relationships/image" Target="../media/image690.png"/><Relationship Id="rId25" Type="http://schemas.openxmlformats.org/officeDocument/2006/relationships/slideLayout" Target="../slideLayouts/slideLayout2.xml"/><Relationship Id="rId24" Type="http://schemas.openxmlformats.org/officeDocument/2006/relationships/tags" Target="../tags/tag141.xml"/><Relationship Id="rId23" Type="http://schemas.openxmlformats.org/officeDocument/2006/relationships/image" Target="../media/image700.png"/><Relationship Id="rId22" Type="http://schemas.openxmlformats.org/officeDocument/2006/relationships/customXml" Target="../ink/ink673.xml"/><Relationship Id="rId21" Type="http://schemas.openxmlformats.org/officeDocument/2006/relationships/image" Target="../media/image699.png"/><Relationship Id="rId20" Type="http://schemas.openxmlformats.org/officeDocument/2006/relationships/customXml" Target="../ink/ink672.xml"/><Relationship Id="rId2" Type="http://schemas.openxmlformats.org/officeDocument/2006/relationships/tags" Target="../tags/tag140.xml"/><Relationship Id="rId19" Type="http://schemas.openxmlformats.org/officeDocument/2006/relationships/image" Target="../media/image698.png"/><Relationship Id="rId18" Type="http://schemas.openxmlformats.org/officeDocument/2006/relationships/customXml" Target="../ink/ink671.xml"/><Relationship Id="rId17" Type="http://schemas.openxmlformats.org/officeDocument/2006/relationships/image" Target="../media/image697.png"/><Relationship Id="rId16" Type="http://schemas.openxmlformats.org/officeDocument/2006/relationships/customXml" Target="../ink/ink670.xml"/><Relationship Id="rId15" Type="http://schemas.openxmlformats.org/officeDocument/2006/relationships/image" Target="../media/image696.png"/><Relationship Id="rId14" Type="http://schemas.openxmlformats.org/officeDocument/2006/relationships/customXml" Target="../ink/ink669.xml"/><Relationship Id="rId13" Type="http://schemas.openxmlformats.org/officeDocument/2006/relationships/image" Target="../media/image695.png"/><Relationship Id="rId12" Type="http://schemas.openxmlformats.org/officeDocument/2006/relationships/customXml" Target="../ink/ink668.xml"/><Relationship Id="rId11" Type="http://schemas.openxmlformats.org/officeDocument/2006/relationships/image" Target="../media/image694.png"/><Relationship Id="rId10" Type="http://schemas.openxmlformats.org/officeDocument/2006/relationships/customXml" Target="../ink/ink667.xml"/><Relationship Id="rId1" Type="http://schemas.openxmlformats.org/officeDocument/2006/relationships/tags" Target="../tags/tag139.xml"/></Relationships>
</file>

<file path=ppt/slides/_rels/slide24.xml.rels><?xml version="1.0" encoding="UTF-8" standalone="yes"?>
<Relationships xmlns="http://schemas.openxmlformats.org/package/2006/relationships"><Relationship Id="rId99" Type="http://schemas.openxmlformats.org/officeDocument/2006/relationships/image" Target="../media/image749.png"/><Relationship Id="rId98" Type="http://schemas.openxmlformats.org/officeDocument/2006/relationships/customXml" Target="../ink/ink721.xml"/><Relationship Id="rId97" Type="http://schemas.openxmlformats.org/officeDocument/2006/relationships/image" Target="../media/image748.png"/><Relationship Id="rId96" Type="http://schemas.openxmlformats.org/officeDocument/2006/relationships/customXml" Target="../ink/ink720.xml"/><Relationship Id="rId95" Type="http://schemas.openxmlformats.org/officeDocument/2006/relationships/image" Target="../media/image747.png"/><Relationship Id="rId94" Type="http://schemas.openxmlformats.org/officeDocument/2006/relationships/customXml" Target="../ink/ink719.xml"/><Relationship Id="rId93" Type="http://schemas.openxmlformats.org/officeDocument/2006/relationships/image" Target="../media/image746.png"/><Relationship Id="rId92" Type="http://schemas.openxmlformats.org/officeDocument/2006/relationships/customXml" Target="../ink/ink718.xml"/><Relationship Id="rId91" Type="http://schemas.openxmlformats.org/officeDocument/2006/relationships/image" Target="../media/image745.png"/><Relationship Id="rId90" Type="http://schemas.openxmlformats.org/officeDocument/2006/relationships/customXml" Target="../ink/ink717.xml"/><Relationship Id="rId9" Type="http://schemas.openxmlformats.org/officeDocument/2006/relationships/image" Target="../media/image704.png"/><Relationship Id="rId89" Type="http://schemas.openxmlformats.org/officeDocument/2006/relationships/image" Target="../media/image744.png"/><Relationship Id="rId88" Type="http://schemas.openxmlformats.org/officeDocument/2006/relationships/customXml" Target="../ink/ink716.xml"/><Relationship Id="rId87" Type="http://schemas.openxmlformats.org/officeDocument/2006/relationships/image" Target="../media/image743.png"/><Relationship Id="rId86" Type="http://schemas.openxmlformats.org/officeDocument/2006/relationships/customXml" Target="../ink/ink715.xml"/><Relationship Id="rId85" Type="http://schemas.openxmlformats.org/officeDocument/2006/relationships/image" Target="../media/image742.png"/><Relationship Id="rId84" Type="http://schemas.openxmlformats.org/officeDocument/2006/relationships/customXml" Target="../ink/ink714.xml"/><Relationship Id="rId83" Type="http://schemas.openxmlformats.org/officeDocument/2006/relationships/image" Target="../media/image741.png"/><Relationship Id="rId82" Type="http://schemas.openxmlformats.org/officeDocument/2006/relationships/customXml" Target="../ink/ink713.xml"/><Relationship Id="rId81" Type="http://schemas.openxmlformats.org/officeDocument/2006/relationships/image" Target="../media/image740.png"/><Relationship Id="rId80" Type="http://schemas.openxmlformats.org/officeDocument/2006/relationships/customXml" Target="../ink/ink712.xml"/><Relationship Id="rId8" Type="http://schemas.openxmlformats.org/officeDocument/2006/relationships/customXml" Target="../ink/ink676.xml"/><Relationship Id="rId79" Type="http://schemas.openxmlformats.org/officeDocument/2006/relationships/image" Target="../media/image739.png"/><Relationship Id="rId78" Type="http://schemas.openxmlformats.org/officeDocument/2006/relationships/customXml" Target="../ink/ink711.xml"/><Relationship Id="rId77" Type="http://schemas.openxmlformats.org/officeDocument/2006/relationships/image" Target="../media/image738.png"/><Relationship Id="rId76" Type="http://schemas.openxmlformats.org/officeDocument/2006/relationships/customXml" Target="../ink/ink710.xml"/><Relationship Id="rId75" Type="http://schemas.openxmlformats.org/officeDocument/2006/relationships/image" Target="../media/image737.png"/><Relationship Id="rId74" Type="http://schemas.openxmlformats.org/officeDocument/2006/relationships/customXml" Target="../ink/ink709.xml"/><Relationship Id="rId73" Type="http://schemas.openxmlformats.org/officeDocument/2006/relationships/image" Target="../media/image736.png"/><Relationship Id="rId72" Type="http://schemas.openxmlformats.org/officeDocument/2006/relationships/customXml" Target="../ink/ink708.xml"/><Relationship Id="rId71" Type="http://schemas.openxmlformats.org/officeDocument/2006/relationships/image" Target="../media/image735.png"/><Relationship Id="rId70" Type="http://schemas.openxmlformats.org/officeDocument/2006/relationships/customXml" Target="../ink/ink707.xml"/><Relationship Id="rId7" Type="http://schemas.openxmlformats.org/officeDocument/2006/relationships/image" Target="../media/image703.png"/><Relationship Id="rId69" Type="http://schemas.openxmlformats.org/officeDocument/2006/relationships/image" Target="../media/image734.png"/><Relationship Id="rId68" Type="http://schemas.openxmlformats.org/officeDocument/2006/relationships/customXml" Target="../ink/ink706.xml"/><Relationship Id="rId67" Type="http://schemas.openxmlformats.org/officeDocument/2006/relationships/image" Target="../media/image733.png"/><Relationship Id="rId66" Type="http://schemas.openxmlformats.org/officeDocument/2006/relationships/customXml" Target="../ink/ink705.xml"/><Relationship Id="rId65" Type="http://schemas.openxmlformats.org/officeDocument/2006/relationships/image" Target="../media/image732.png"/><Relationship Id="rId64" Type="http://schemas.openxmlformats.org/officeDocument/2006/relationships/customXml" Target="../ink/ink704.xml"/><Relationship Id="rId63" Type="http://schemas.openxmlformats.org/officeDocument/2006/relationships/image" Target="../media/image731.png"/><Relationship Id="rId62" Type="http://schemas.openxmlformats.org/officeDocument/2006/relationships/customXml" Target="../ink/ink703.xml"/><Relationship Id="rId61" Type="http://schemas.openxmlformats.org/officeDocument/2006/relationships/image" Target="../media/image730.png"/><Relationship Id="rId60" Type="http://schemas.openxmlformats.org/officeDocument/2006/relationships/customXml" Target="../ink/ink702.xml"/><Relationship Id="rId6" Type="http://schemas.openxmlformats.org/officeDocument/2006/relationships/customXml" Target="../ink/ink675.xml"/><Relationship Id="rId59" Type="http://schemas.openxmlformats.org/officeDocument/2006/relationships/image" Target="../media/image729.png"/><Relationship Id="rId58" Type="http://schemas.openxmlformats.org/officeDocument/2006/relationships/customXml" Target="../ink/ink701.xml"/><Relationship Id="rId57" Type="http://schemas.openxmlformats.org/officeDocument/2006/relationships/image" Target="../media/image728.png"/><Relationship Id="rId56" Type="http://schemas.openxmlformats.org/officeDocument/2006/relationships/customXml" Target="../ink/ink700.xml"/><Relationship Id="rId55" Type="http://schemas.openxmlformats.org/officeDocument/2006/relationships/image" Target="../media/image727.png"/><Relationship Id="rId54" Type="http://schemas.openxmlformats.org/officeDocument/2006/relationships/customXml" Target="../ink/ink699.xml"/><Relationship Id="rId53" Type="http://schemas.openxmlformats.org/officeDocument/2006/relationships/image" Target="../media/image726.png"/><Relationship Id="rId52" Type="http://schemas.openxmlformats.org/officeDocument/2006/relationships/customXml" Target="../ink/ink698.xml"/><Relationship Id="rId51" Type="http://schemas.openxmlformats.org/officeDocument/2006/relationships/image" Target="../media/image725.png"/><Relationship Id="rId50" Type="http://schemas.openxmlformats.org/officeDocument/2006/relationships/customXml" Target="../ink/ink697.xml"/><Relationship Id="rId5" Type="http://schemas.openxmlformats.org/officeDocument/2006/relationships/image" Target="../media/image702.png"/><Relationship Id="rId49" Type="http://schemas.openxmlformats.org/officeDocument/2006/relationships/image" Target="../media/image724.png"/><Relationship Id="rId48" Type="http://schemas.openxmlformats.org/officeDocument/2006/relationships/customXml" Target="../ink/ink696.xml"/><Relationship Id="rId47" Type="http://schemas.openxmlformats.org/officeDocument/2006/relationships/image" Target="../media/image723.png"/><Relationship Id="rId46" Type="http://schemas.openxmlformats.org/officeDocument/2006/relationships/customXml" Target="../ink/ink695.xml"/><Relationship Id="rId45" Type="http://schemas.openxmlformats.org/officeDocument/2006/relationships/image" Target="../media/image722.png"/><Relationship Id="rId44" Type="http://schemas.openxmlformats.org/officeDocument/2006/relationships/customXml" Target="../ink/ink694.xml"/><Relationship Id="rId43" Type="http://schemas.openxmlformats.org/officeDocument/2006/relationships/image" Target="../media/image721.png"/><Relationship Id="rId42" Type="http://schemas.openxmlformats.org/officeDocument/2006/relationships/customXml" Target="../ink/ink693.xml"/><Relationship Id="rId41" Type="http://schemas.openxmlformats.org/officeDocument/2006/relationships/image" Target="../media/image720.png"/><Relationship Id="rId40" Type="http://schemas.openxmlformats.org/officeDocument/2006/relationships/customXml" Target="../ink/ink692.xml"/><Relationship Id="rId4" Type="http://schemas.openxmlformats.org/officeDocument/2006/relationships/customXml" Target="../ink/ink674.xml"/><Relationship Id="rId39" Type="http://schemas.openxmlformats.org/officeDocument/2006/relationships/image" Target="../media/image719.png"/><Relationship Id="rId38" Type="http://schemas.openxmlformats.org/officeDocument/2006/relationships/customXml" Target="../ink/ink691.xml"/><Relationship Id="rId37" Type="http://schemas.openxmlformats.org/officeDocument/2006/relationships/image" Target="../media/image718.png"/><Relationship Id="rId36" Type="http://schemas.openxmlformats.org/officeDocument/2006/relationships/customXml" Target="../ink/ink690.xml"/><Relationship Id="rId35" Type="http://schemas.openxmlformats.org/officeDocument/2006/relationships/image" Target="../media/image717.png"/><Relationship Id="rId34" Type="http://schemas.openxmlformats.org/officeDocument/2006/relationships/customXml" Target="../ink/ink689.xml"/><Relationship Id="rId33" Type="http://schemas.openxmlformats.org/officeDocument/2006/relationships/image" Target="../media/image716.png"/><Relationship Id="rId32" Type="http://schemas.openxmlformats.org/officeDocument/2006/relationships/customXml" Target="../ink/ink688.xml"/><Relationship Id="rId31" Type="http://schemas.openxmlformats.org/officeDocument/2006/relationships/image" Target="../media/image715.png"/><Relationship Id="rId30" Type="http://schemas.openxmlformats.org/officeDocument/2006/relationships/customXml" Target="../ink/ink687.xml"/><Relationship Id="rId3" Type="http://schemas.openxmlformats.org/officeDocument/2006/relationships/image" Target="../media/image701.png"/><Relationship Id="rId29" Type="http://schemas.openxmlformats.org/officeDocument/2006/relationships/image" Target="../media/image714.png"/><Relationship Id="rId28" Type="http://schemas.openxmlformats.org/officeDocument/2006/relationships/customXml" Target="../ink/ink686.xml"/><Relationship Id="rId27" Type="http://schemas.openxmlformats.org/officeDocument/2006/relationships/image" Target="../media/image713.png"/><Relationship Id="rId26" Type="http://schemas.openxmlformats.org/officeDocument/2006/relationships/customXml" Target="../ink/ink685.xml"/><Relationship Id="rId25" Type="http://schemas.openxmlformats.org/officeDocument/2006/relationships/image" Target="../media/image712.png"/><Relationship Id="rId24" Type="http://schemas.openxmlformats.org/officeDocument/2006/relationships/customXml" Target="../ink/ink684.xml"/><Relationship Id="rId23" Type="http://schemas.openxmlformats.org/officeDocument/2006/relationships/image" Target="../media/image711.png"/><Relationship Id="rId22" Type="http://schemas.openxmlformats.org/officeDocument/2006/relationships/customXml" Target="../ink/ink683.xml"/><Relationship Id="rId21" Type="http://schemas.openxmlformats.org/officeDocument/2006/relationships/image" Target="../media/image710.png"/><Relationship Id="rId20" Type="http://schemas.openxmlformats.org/officeDocument/2006/relationships/customXml" Target="../ink/ink682.xml"/><Relationship Id="rId2" Type="http://schemas.openxmlformats.org/officeDocument/2006/relationships/tags" Target="../tags/tag143.xml"/><Relationship Id="rId19" Type="http://schemas.openxmlformats.org/officeDocument/2006/relationships/image" Target="../media/image709.png"/><Relationship Id="rId18" Type="http://schemas.openxmlformats.org/officeDocument/2006/relationships/customXml" Target="../ink/ink681.xml"/><Relationship Id="rId177" Type="http://schemas.openxmlformats.org/officeDocument/2006/relationships/slideLayout" Target="../slideLayouts/slideLayout2.xml"/><Relationship Id="rId176" Type="http://schemas.openxmlformats.org/officeDocument/2006/relationships/tags" Target="../tags/tag144.xml"/><Relationship Id="rId175" Type="http://schemas.openxmlformats.org/officeDocument/2006/relationships/image" Target="../media/image787.png"/><Relationship Id="rId174" Type="http://schemas.openxmlformats.org/officeDocument/2006/relationships/customXml" Target="../ink/ink759.xml"/><Relationship Id="rId173" Type="http://schemas.openxmlformats.org/officeDocument/2006/relationships/image" Target="../media/image786.png"/><Relationship Id="rId172" Type="http://schemas.openxmlformats.org/officeDocument/2006/relationships/customXml" Target="../ink/ink758.xml"/><Relationship Id="rId171" Type="http://schemas.openxmlformats.org/officeDocument/2006/relationships/image" Target="../media/image785.png"/><Relationship Id="rId170" Type="http://schemas.openxmlformats.org/officeDocument/2006/relationships/customXml" Target="../ink/ink757.xml"/><Relationship Id="rId17" Type="http://schemas.openxmlformats.org/officeDocument/2006/relationships/image" Target="../media/image708.png"/><Relationship Id="rId169" Type="http://schemas.openxmlformats.org/officeDocument/2006/relationships/image" Target="../media/image784.png"/><Relationship Id="rId168" Type="http://schemas.openxmlformats.org/officeDocument/2006/relationships/customXml" Target="../ink/ink756.xml"/><Relationship Id="rId167" Type="http://schemas.openxmlformats.org/officeDocument/2006/relationships/image" Target="../media/image783.png"/><Relationship Id="rId166" Type="http://schemas.openxmlformats.org/officeDocument/2006/relationships/customXml" Target="../ink/ink755.xml"/><Relationship Id="rId165" Type="http://schemas.openxmlformats.org/officeDocument/2006/relationships/image" Target="../media/image782.png"/><Relationship Id="rId164" Type="http://schemas.openxmlformats.org/officeDocument/2006/relationships/customXml" Target="../ink/ink754.xml"/><Relationship Id="rId163" Type="http://schemas.openxmlformats.org/officeDocument/2006/relationships/image" Target="../media/image781.png"/><Relationship Id="rId162" Type="http://schemas.openxmlformats.org/officeDocument/2006/relationships/customXml" Target="../ink/ink753.xml"/><Relationship Id="rId161" Type="http://schemas.openxmlformats.org/officeDocument/2006/relationships/image" Target="../media/image780.png"/><Relationship Id="rId160" Type="http://schemas.openxmlformats.org/officeDocument/2006/relationships/customXml" Target="../ink/ink752.xml"/><Relationship Id="rId16" Type="http://schemas.openxmlformats.org/officeDocument/2006/relationships/customXml" Target="../ink/ink680.xml"/><Relationship Id="rId159" Type="http://schemas.openxmlformats.org/officeDocument/2006/relationships/image" Target="../media/image779.png"/><Relationship Id="rId158" Type="http://schemas.openxmlformats.org/officeDocument/2006/relationships/customXml" Target="../ink/ink751.xml"/><Relationship Id="rId157" Type="http://schemas.openxmlformats.org/officeDocument/2006/relationships/image" Target="../media/image778.png"/><Relationship Id="rId156" Type="http://schemas.openxmlformats.org/officeDocument/2006/relationships/customXml" Target="../ink/ink750.xml"/><Relationship Id="rId155" Type="http://schemas.openxmlformats.org/officeDocument/2006/relationships/image" Target="../media/image777.png"/><Relationship Id="rId154" Type="http://schemas.openxmlformats.org/officeDocument/2006/relationships/customXml" Target="../ink/ink749.xml"/><Relationship Id="rId153" Type="http://schemas.openxmlformats.org/officeDocument/2006/relationships/image" Target="../media/image776.png"/><Relationship Id="rId152" Type="http://schemas.openxmlformats.org/officeDocument/2006/relationships/customXml" Target="../ink/ink748.xml"/><Relationship Id="rId151" Type="http://schemas.openxmlformats.org/officeDocument/2006/relationships/image" Target="../media/image775.png"/><Relationship Id="rId150" Type="http://schemas.openxmlformats.org/officeDocument/2006/relationships/customXml" Target="../ink/ink747.xml"/><Relationship Id="rId15" Type="http://schemas.openxmlformats.org/officeDocument/2006/relationships/image" Target="../media/image707.png"/><Relationship Id="rId149" Type="http://schemas.openxmlformats.org/officeDocument/2006/relationships/image" Target="../media/image774.png"/><Relationship Id="rId148" Type="http://schemas.openxmlformats.org/officeDocument/2006/relationships/customXml" Target="../ink/ink746.xml"/><Relationship Id="rId147" Type="http://schemas.openxmlformats.org/officeDocument/2006/relationships/image" Target="../media/image773.png"/><Relationship Id="rId146" Type="http://schemas.openxmlformats.org/officeDocument/2006/relationships/customXml" Target="../ink/ink745.xml"/><Relationship Id="rId145" Type="http://schemas.openxmlformats.org/officeDocument/2006/relationships/image" Target="../media/image772.png"/><Relationship Id="rId144" Type="http://schemas.openxmlformats.org/officeDocument/2006/relationships/customXml" Target="../ink/ink744.xml"/><Relationship Id="rId143" Type="http://schemas.openxmlformats.org/officeDocument/2006/relationships/image" Target="../media/image771.png"/><Relationship Id="rId142" Type="http://schemas.openxmlformats.org/officeDocument/2006/relationships/customXml" Target="../ink/ink743.xml"/><Relationship Id="rId141" Type="http://schemas.openxmlformats.org/officeDocument/2006/relationships/image" Target="../media/image770.png"/><Relationship Id="rId140" Type="http://schemas.openxmlformats.org/officeDocument/2006/relationships/customXml" Target="../ink/ink742.xml"/><Relationship Id="rId14" Type="http://schemas.openxmlformats.org/officeDocument/2006/relationships/customXml" Target="../ink/ink679.xml"/><Relationship Id="rId139" Type="http://schemas.openxmlformats.org/officeDocument/2006/relationships/image" Target="../media/image769.png"/><Relationship Id="rId138" Type="http://schemas.openxmlformats.org/officeDocument/2006/relationships/customXml" Target="../ink/ink741.xml"/><Relationship Id="rId137" Type="http://schemas.openxmlformats.org/officeDocument/2006/relationships/image" Target="../media/image768.png"/><Relationship Id="rId136" Type="http://schemas.openxmlformats.org/officeDocument/2006/relationships/customXml" Target="../ink/ink740.xml"/><Relationship Id="rId135" Type="http://schemas.openxmlformats.org/officeDocument/2006/relationships/image" Target="../media/image767.png"/><Relationship Id="rId134" Type="http://schemas.openxmlformats.org/officeDocument/2006/relationships/customXml" Target="../ink/ink739.xml"/><Relationship Id="rId133" Type="http://schemas.openxmlformats.org/officeDocument/2006/relationships/image" Target="../media/image766.png"/><Relationship Id="rId132" Type="http://schemas.openxmlformats.org/officeDocument/2006/relationships/customXml" Target="../ink/ink738.xml"/><Relationship Id="rId131" Type="http://schemas.openxmlformats.org/officeDocument/2006/relationships/image" Target="../media/image765.png"/><Relationship Id="rId130" Type="http://schemas.openxmlformats.org/officeDocument/2006/relationships/customXml" Target="../ink/ink737.xml"/><Relationship Id="rId13" Type="http://schemas.openxmlformats.org/officeDocument/2006/relationships/image" Target="../media/image706.png"/><Relationship Id="rId129" Type="http://schemas.openxmlformats.org/officeDocument/2006/relationships/image" Target="../media/image764.png"/><Relationship Id="rId128" Type="http://schemas.openxmlformats.org/officeDocument/2006/relationships/customXml" Target="../ink/ink736.xml"/><Relationship Id="rId127" Type="http://schemas.openxmlformats.org/officeDocument/2006/relationships/image" Target="../media/image763.png"/><Relationship Id="rId126" Type="http://schemas.openxmlformats.org/officeDocument/2006/relationships/customXml" Target="../ink/ink735.xml"/><Relationship Id="rId125" Type="http://schemas.openxmlformats.org/officeDocument/2006/relationships/image" Target="../media/image762.png"/><Relationship Id="rId124" Type="http://schemas.openxmlformats.org/officeDocument/2006/relationships/customXml" Target="../ink/ink734.xml"/><Relationship Id="rId123" Type="http://schemas.openxmlformats.org/officeDocument/2006/relationships/image" Target="../media/image761.png"/><Relationship Id="rId122" Type="http://schemas.openxmlformats.org/officeDocument/2006/relationships/customXml" Target="../ink/ink733.xml"/><Relationship Id="rId121" Type="http://schemas.openxmlformats.org/officeDocument/2006/relationships/image" Target="../media/image760.png"/><Relationship Id="rId120" Type="http://schemas.openxmlformats.org/officeDocument/2006/relationships/customXml" Target="../ink/ink732.xml"/><Relationship Id="rId12" Type="http://schemas.openxmlformats.org/officeDocument/2006/relationships/customXml" Target="../ink/ink678.xml"/><Relationship Id="rId119" Type="http://schemas.openxmlformats.org/officeDocument/2006/relationships/image" Target="../media/image759.png"/><Relationship Id="rId118" Type="http://schemas.openxmlformats.org/officeDocument/2006/relationships/customXml" Target="../ink/ink731.xml"/><Relationship Id="rId117" Type="http://schemas.openxmlformats.org/officeDocument/2006/relationships/image" Target="../media/image758.png"/><Relationship Id="rId116" Type="http://schemas.openxmlformats.org/officeDocument/2006/relationships/customXml" Target="../ink/ink730.xml"/><Relationship Id="rId115" Type="http://schemas.openxmlformats.org/officeDocument/2006/relationships/image" Target="../media/image757.png"/><Relationship Id="rId114" Type="http://schemas.openxmlformats.org/officeDocument/2006/relationships/customXml" Target="../ink/ink729.xml"/><Relationship Id="rId113" Type="http://schemas.openxmlformats.org/officeDocument/2006/relationships/image" Target="../media/image756.png"/><Relationship Id="rId112" Type="http://schemas.openxmlformats.org/officeDocument/2006/relationships/customXml" Target="../ink/ink728.xml"/><Relationship Id="rId111" Type="http://schemas.openxmlformats.org/officeDocument/2006/relationships/image" Target="../media/image755.png"/><Relationship Id="rId110" Type="http://schemas.openxmlformats.org/officeDocument/2006/relationships/customXml" Target="../ink/ink727.xml"/><Relationship Id="rId11" Type="http://schemas.openxmlformats.org/officeDocument/2006/relationships/image" Target="../media/image705.png"/><Relationship Id="rId109" Type="http://schemas.openxmlformats.org/officeDocument/2006/relationships/image" Target="../media/image754.png"/><Relationship Id="rId108" Type="http://schemas.openxmlformats.org/officeDocument/2006/relationships/customXml" Target="../ink/ink726.xml"/><Relationship Id="rId107" Type="http://schemas.openxmlformats.org/officeDocument/2006/relationships/image" Target="../media/image753.png"/><Relationship Id="rId106" Type="http://schemas.openxmlformats.org/officeDocument/2006/relationships/customXml" Target="../ink/ink725.xml"/><Relationship Id="rId105" Type="http://schemas.openxmlformats.org/officeDocument/2006/relationships/image" Target="../media/image752.png"/><Relationship Id="rId104" Type="http://schemas.openxmlformats.org/officeDocument/2006/relationships/customXml" Target="../ink/ink724.xml"/><Relationship Id="rId103" Type="http://schemas.openxmlformats.org/officeDocument/2006/relationships/image" Target="../media/image751.png"/><Relationship Id="rId102" Type="http://schemas.openxmlformats.org/officeDocument/2006/relationships/customXml" Target="../ink/ink723.xml"/><Relationship Id="rId101" Type="http://schemas.openxmlformats.org/officeDocument/2006/relationships/image" Target="../media/image750.png"/><Relationship Id="rId100" Type="http://schemas.openxmlformats.org/officeDocument/2006/relationships/customXml" Target="../ink/ink722.xml"/><Relationship Id="rId10" Type="http://schemas.openxmlformats.org/officeDocument/2006/relationships/customXml" Target="../ink/ink677.xml"/><Relationship Id="rId1" Type="http://schemas.openxmlformats.org/officeDocument/2006/relationships/tags" Target="../tags/tag142.xml"/></Relationships>
</file>

<file path=ppt/slides/_rels/slide25.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image" Target="../media/image790.png"/><Relationship Id="rId7" Type="http://schemas.openxmlformats.org/officeDocument/2006/relationships/customXml" Target="../ink/ink762.xml"/><Relationship Id="rId6" Type="http://schemas.openxmlformats.org/officeDocument/2006/relationships/image" Target="../media/image789.png"/><Relationship Id="rId5" Type="http://schemas.openxmlformats.org/officeDocument/2006/relationships/customXml" Target="../ink/ink761.xml"/><Relationship Id="rId4" Type="http://schemas.openxmlformats.org/officeDocument/2006/relationships/image" Target="../media/image788.png"/><Relationship Id="rId3" Type="http://schemas.openxmlformats.org/officeDocument/2006/relationships/customXml" Target="../ink/ink760.xml"/><Relationship Id="rId2" Type="http://schemas.openxmlformats.org/officeDocument/2006/relationships/tags" Target="../tags/tag146.xml"/><Relationship Id="rId10" Type="http://schemas.openxmlformats.org/officeDocument/2006/relationships/slideLayout" Target="../slideLayouts/slideLayout11.xml"/><Relationship Id="rId1" Type="http://schemas.openxmlformats.org/officeDocument/2006/relationships/tags" Target="../tags/tag145.xml"/></Relationships>
</file>

<file path=ppt/slides/_rels/slide26.xml.rels><?xml version="1.0" encoding="UTF-8" standalone="yes"?>
<Relationships xmlns="http://schemas.openxmlformats.org/package/2006/relationships"><Relationship Id="rId90" Type="http://schemas.openxmlformats.org/officeDocument/2006/relationships/slideLayout" Target="../slideLayouts/slideLayout2.xml"/><Relationship Id="rId9" Type="http://schemas.openxmlformats.org/officeDocument/2006/relationships/customXml" Target="../ink/ink766.xml"/><Relationship Id="rId89" Type="http://schemas.openxmlformats.org/officeDocument/2006/relationships/tags" Target="../tags/tag150.xml"/><Relationship Id="rId88" Type="http://schemas.openxmlformats.org/officeDocument/2006/relationships/image" Target="../media/image833.png"/><Relationship Id="rId87" Type="http://schemas.openxmlformats.org/officeDocument/2006/relationships/customXml" Target="../ink/ink805.xml"/><Relationship Id="rId86" Type="http://schemas.openxmlformats.org/officeDocument/2006/relationships/image" Target="../media/image832.png"/><Relationship Id="rId85" Type="http://schemas.openxmlformats.org/officeDocument/2006/relationships/customXml" Target="../ink/ink804.xml"/><Relationship Id="rId84" Type="http://schemas.openxmlformats.org/officeDocument/2006/relationships/image" Target="../media/image831.png"/><Relationship Id="rId83" Type="http://schemas.openxmlformats.org/officeDocument/2006/relationships/customXml" Target="../ink/ink803.xml"/><Relationship Id="rId82" Type="http://schemas.openxmlformats.org/officeDocument/2006/relationships/image" Target="../media/image830.png"/><Relationship Id="rId81" Type="http://schemas.openxmlformats.org/officeDocument/2006/relationships/customXml" Target="../ink/ink802.xml"/><Relationship Id="rId80" Type="http://schemas.openxmlformats.org/officeDocument/2006/relationships/image" Target="../media/image829.png"/><Relationship Id="rId8" Type="http://schemas.openxmlformats.org/officeDocument/2006/relationships/image" Target="../media/image793.png"/><Relationship Id="rId79" Type="http://schemas.openxmlformats.org/officeDocument/2006/relationships/customXml" Target="../ink/ink801.xml"/><Relationship Id="rId78" Type="http://schemas.openxmlformats.org/officeDocument/2006/relationships/image" Target="../media/image828.png"/><Relationship Id="rId77" Type="http://schemas.openxmlformats.org/officeDocument/2006/relationships/customXml" Target="../ink/ink800.xml"/><Relationship Id="rId76" Type="http://schemas.openxmlformats.org/officeDocument/2006/relationships/image" Target="../media/image827.png"/><Relationship Id="rId75" Type="http://schemas.openxmlformats.org/officeDocument/2006/relationships/customXml" Target="../ink/ink799.xml"/><Relationship Id="rId74" Type="http://schemas.openxmlformats.org/officeDocument/2006/relationships/image" Target="../media/image826.png"/><Relationship Id="rId73" Type="http://schemas.openxmlformats.org/officeDocument/2006/relationships/customXml" Target="../ink/ink798.xml"/><Relationship Id="rId72" Type="http://schemas.openxmlformats.org/officeDocument/2006/relationships/image" Target="../media/image825.png"/><Relationship Id="rId71" Type="http://schemas.openxmlformats.org/officeDocument/2006/relationships/customXml" Target="../ink/ink797.xml"/><Relationship Id="rId70" Type="http://schemas.openxmlformats.org/officeDocument/2006/relationships/image" Target="../media/image824.png"/><Relationship Id="rId7" Type="http://schemas.openxmlformats.org/officeDocument/2006/relationships/customXml" Target="../ink/ink765.xml"/><Relationship Id="rId69" Type="http://schemas.openxmlformats.org/officeDocument/2006/relationships/customXml" Target="../ink/ink796.xml"/><Relationship Id="rId68" Type="http://schemas.openxmlformats.org/officeDocument/2006/relationships/image" Target="../media/image823.png"/><Relationship Id="rId67" Type="http://schemas.openxmlformats.org/officeDocument/2006/relationships/customXml" Target="../ink/ink795.xml"/><Relationship Id="rId66" Type="http://schemas.openxmlformats.org/officeDocument/2006/relationships/image" Target="../media/image822.png"/><Relationship Id="rId65" Type="http://schemas.openxmlformats.org/officeDocument/2006/relationships/customXml" Target="../ink/ink794.xml"/><Relationship Id="rId64" Type="http://schemas.openxmlformats.org/officeDocument/2006/relationships/image" Target="../media/image821.png"/><Relationship Id="rId63" Type="http://schemas.openxmlformats.org/officeDocument/2006/relationships/customXml" Target="../ink/ink793.xml"/><Relationship Id="rId62" Type="http://schemas.openxmlformats.org/officeDocument/2006/relationships/image" Target="../media/image820.png"/><Relationship Id="rId61" Type="http://schemas.openxmlformats.org/officeDocument/2006/relationships/customXml" Target="../ink/ink792.xml"/><Relationship Id="rId60" Type="http://schemas.openxmlformats.org/officeDocument/2006/relationships/image" Target="../media/image819.png"/><Relationship Id="rId6" Type="http://schemas.openxmlformats.org/officeDocument/2006/relationships/image" Target="../media/image792.png"/><Relationship Id="rId59" Type="http://schemas.openxmlformats.org/officeDocument/2006/relationships/customXml" Target="../ink/ink791.xml"/><Relationship Id="rId58" Type="http://schemas.openxmlformats.org/officeDocument/2006/relationships/image" Target="../media/image818.png"/><Relationship Id="rId57" Type="http://schemas.openxmlformats.org/officeDocument/2006/relationships/customXml" Target="../ink/ink790.xml"/><Relationship Id="rId56" Type="http://schemas.openxmlformats.org/officeDocument/2006/relationships/image" Target="../media/image817.png"/><Relationship Id="rId55" Type="http://schemas.openxmlformats.org/officeDocument/2006/relationships/customXml" Target="../ink/ink789.xml"/><Relationship Id="rId54" Type="http://schemas.openxmlformats.org/officeDocument/2006/relationships/image" Target="../media/image816.png"/><Relationship Id="rId53" Type="http://schemas.openxmlformats.org/officeDocument/2006/relationships/customXml" Target="../ink/ink788.xml"/><Relationship Id="rId52" Type="http://schemas.openxmlformats.org/officeDocument/2006/relationships/image" Target="../media/image815.png"/><Relationship Id="rId51" Type="http://schemas.openxmlformats.org/officeDocument/2006/relationships/customXml" Target="../ink/ink787.xml"/><Relationship Id="rId50" Type="http://schemas.openxmlformats.org/officeDocument/2006/relationships/image" Target="../media/image814.png"/><Relationship Id="rId5" Type="http://schemas.openxmlformats.org/officeDocument/2006/relationships/customXml" Target="../ink/ink764.xml"/><Relationship Id="rId49" Type="http://schemas.openxmlformats.org/officeDocument/2006/relationships/customXml" Target="../ink/ink786.xml"/><Relationship Id="rId48" Type="http://schemas.openxmlformats.org/officeDocument/2006/relationships/image" Target="../media/image813.png"/><Relationship Id="rId47" Type="http://schemas.openxmlformats.org/officeDocument/2006/relationships/customXml" Target="../ink/ink785.xml"/><Relationship Id="rId46" Type="http://schemas.openxmlformats.org/officeDocument/2006/relationships/image" Target="../media/image812.png"/><Relationship Id="rId45" Type="http://schemas.openxmlformats.org/officeDocument/2006/relationships/customXml" Target="../ink/ink784.xml"/><Relationship Id="rId44" Type="http://schemas.openxmlformats.org/officeDocument/2006/relationships/image" Target="../media/image811.png"/><Relationship Id="rId43" Type="http://schemas.openxmlformats.org/officeDocument/2006/relationships/customXml" Target="../ink/ink783.xml"/><Relationship Id="rId42" Type="http://schemas.openxmlformats.org/officeDocument/2006/relationships/image" Target="../media/image810.png"/><Relationship Id="rId41" Type="http://schemas.openxmlformats.org/officeDocument/2006/relationships/customXml" Target="../ink/ink782.xml"/><Relationship Id="rId40" Type="http://schemas.openxmlformats.org/officeDocument/2006/relationships/image" Target="../media/image809.png"/><Relationship Id="rId4" Type="http://schemas.openxmlformats.org/officeDocument/2006/relationships/image" Target="../media/image791.png"/><Relationship Id="rId39" Type="http://schemas.openxmlformats.org/officeDocument/2006/relationships/customXml" Target="../ink/ink781.xml"/><Relationship Id="rId38" Type="http://schemas.openxmlformats.org/officeDocument/2006/relationships/image" Target="../media/image808.png"/><Relationship Id="rId37" Type="http://schemas.openxmlformats.org/officeDocument/2006/relationships/customXml" Target="../ink/ink780.xml"/><Relationship Id="rId36" Type="http://schemas.openxmlformats.org/officeDocument/2006/relationships/image" Target="../media/image807.png"/><Relationship Id="rId35" Type="http://schemas.openxmlformats.org/officeDocument/2006/relationships/customXml" Target="../ink/ink779.xml"/><Relationship Id="rId34" Type="http://schemas.openxmlformats.org/officeDocument/2006/relationships/image" Target="../media/image806.png"/><Relationship Id="rId33" Type="http://schemas.openxmlformats.org/officeDocument/2006/relationships/customXml" Target="../ink/ink778.xml"/><Relationship Id="rId32" Type="http://schemas.openxmlformats.org/officeDocument/2006/relationships/image" Target="../media/image805.png"/><Relationship Id="rId31" Type="http://schemas.openxmlformats.org/officeDocument/2006/relationships/customXml" Target="../ink/ink777.xml"/><Relationship Id="rId30" Type="http://schemas.openxmlformats.org/officeDocument/2006/relationships/image" Target="../media/image804.png"/><Relationship Id="rId3" Type="http://schemas.openxmlformats.org/officeDocument/2006/relationships/customXml" Target="../ink/ink763.xml"/><Relationship Id="rId29" Type="http://schemas.openxmlformats.org/officeDocument/2006/relationships/customXml" Target="../ink/ink776.xml"/><Relationship Id="rId28" Type="http://schemas.openxmlformats.org/officeDocument/2006/relationships/image" Target="../media/image803.png"/><Relationship Id="rId27" Type="http://schemas.openxmlformats.org/officeDocument/2006/relationships/customXml" Target="../ink/ink775.xml"/><Relationship Id="rId26" Type="http://schemas.openxmlformats.org/officeDocument/2006/relationships/image" Target="../media/image802.png"/><Relationship Id="rId25" Type="http://schemas.openxmlformats.org/officeDocument/2006/relationships/customXml" Target="../ink/ink774.xml"/><Relationship Id="rId24" Type="http://schemas.openxmlformats.org/officeDocument/2006/relationships/image" Target="../media/image801.png"/><Relationship Id="rId23" Type="http://schemas.openxmlformats.org/officeDocument/2006/relationships/customXml" Target="../ink/ink773.xml"/><Relationship Id="rId22" Type="http://schemas.openxmlformats.org/officeDocument/2006/relationships/image" Target="../media/image800.png"/><Relationship Id="rId21" Type="http://schemas.openxmlformats.org/officeDocument/2006/relationships/customXml" Target="../ink/ink772.xml"/><Relationship Id="rId20" Type="http://schemas.openxmlformats.org/officeDocument/2006/relationships/image" Target="../media/image799.png"/><Relationship Id="rId2" Type="http://schemas.openxmlformats.org/officeDocument/2006/relationships/tags" Target="../tags/tag149.xml"/><Relationship Id="rId19" Type="http://schemas.openxmlformats.org/officeDocument/2006/relationships/customXml" Target="../ink/ink771.xml"/><Relationship Id="rId18" Type="http://schemas.openxmlformats.org/officeDocument/2006/relationships/image" Target="../media/image798.png"/><Relationship Id="rId17" Type="http://schemas.openxmlformats.org/officeDocument/2006/relationships/customXml" Target="../ink/ink770.xml"/><Relationship Id="rId16" Type="http://schemas.openxmlformats.org/officeDocument/2006/relationships/image" Target="../media/image797.png"/><Relationship Id="rId15" Type="http://schemas.openxmlformats.org/officeDocument/2006/relationships/customXml" Target="../ink/ink769.xml"/><Relationship Id="rId14" Type="http://schemas.openxmlformats.org/officeDocument/2006/relationships/image" Target="../media/image796.png"/><Relationship Id="rId13" Type="http://schemas.openxmlformats.org/officeDocument/2006/relationships/customXml" Target="../ink/ink768.xml"/><Relationship Id="rId12" Type="http://schemas.openxmlformats.org/officeDocument/2006/relationships/image" Target="../media/image795.png"/><Relationship Id="rId11" Type="http://schemas.openxmlformats.org/officeDocument/2006/relationships/customXml" Target="../ink/ink767.xml"/><Relationship Id="rId10" Type="http://schemas.openxmlformats.org/officeDocument/2006/relationships/image" Target="../media/image794.png"/><Relationship Id="rId1" Type="http://schemas.openxmlformats.org/officeDocument/2006/relationships/tags" Target="../tags/tag148.xml"/></Relationships>
</file>

<file path=ppt/slides/_rels/slide27.xml.rels><?xml version="1.0" encoding="UTF-8" standalone="yes"?>
<Relationships xmlns="http://schemas.openxmlformats.org/package/2006/relationships"><Relationship Id="rId9" Type="http://schemas.openxmlformats.org/officeDocument/2006/relationships/image" Target="../media/image837.png"/><Relationship Id="rId8" Type="http://schemas.openxmlformats.org/officeDocument/2006/relationships/customXml" Target="../ink/ink808.xml"/><Relationship Id="rId7" Type="http://schemas.openxmlformats.org/officeDocument/2006/relationships/image" Target="../media/image836.png"/><Relationship Id="rId6" Type="http://schemas.openxmlformats.org/officeDocument/2006/relationships/customXml" Target="../ink/ink807.xml"/><Relationship Id="rId5" Type="http://schemas.openxmlformats.org/officeDocument/2006/relationships/image" Target="../media/image835.png"/><Relationship Id="rId4" Type="http://schemas.openxmlformats.org/officeDocument/2006/relationships/customXml" Target="../ink/ink806.xml"/><Relationship Id="rId3" Type="http://schemas.openxmlformats.org/officeDocument/2006/relationships/image" Target="../media/image834.png"/><Relationship Id="rId2" Type="http://schemas.openxmlformats.org/officeDocument/2006/relationships/tags" Target="../tags/tag152.xml"/><Relationship Id="rId11" Type="http://schemas.openxmlformats.org/officeDocument/2006/relationships/slideLayout" Target="../slideLayouts/slideLayout2.xml"/><Relationship Id="rId10" Type="http://schemas.openxmlformats.org/officeDocument/2006/relationships/tags" Target="../tags/tag153.xml"/><Relationship Id="rId1" Type="http://schemas.openxmlformats.org/officeDocument/2006/relationships/tags" Target="../tags/tag151.xml"/></Relationships>
</file>

<file path=ppt/slides/_rels/slide28.xml.rels><?xml version="1.0" encoding="UTF-8" standalone="yes"?>
<Relationships xmlns="http://schemas.openxmlformats.org/package/2006/relationships"><Relationship Id="rId9" Type="http://schemas.openxmlformats.org/officeDocument/2006/relationships/image" Target="../media/image841.png"/><Relationship Id="rId8" Type="http://schemas.openxmlformats.org/officeDocument/2006/relationships/customXml" Target="../ink/ink811.xml"/><Relationship Id="rId7" Type="http://schemas.openxmlformats.org/officeDocument/2006/relationships/image" Target="../media/image840.png"/><Relationship Id="rId6" Type="http://schemas.openxmlformats.org/officeDocument/2006/relationships/customXml" Target="../ink/ink810.xml"/><Relationship Id="rId5" Type="http://schemas.openxmlformats.org/officeDocument/2006/relationships/image" Target="../media/image839.png"/><Relationship Id="rId4" Type="http://schemas.openxmlformats.org/officeDocument/2006/relationships/customXml" Target="../ink/ink809.xml"/><Relationship Id="rId3" Type="http://schemas.openxmlformats.org/officeDocument/2006/relationships/image" Target="../media/image838.png"/><Relationship Id="rId21" Type="http://schemas.openxmlformats.org/officeDocument/2006/relationships/slideLayout" Target="../slideLayouts/slideLayout2.xml"/><Relationship Id="rId20" Type="http://schemas.openxmlformats.org/officeDocument/2006/relationships/tags" Target="../tags/tag156.xml"/><Relationship Id="rId2" Type="http://schemas.openxmlformats.org/officeDocument/2006/relationships/tags" Target="../tags/tag155.xml"/><Relationship Id="rId19" Type="http://schemas.openxmlformats.org/officeDocument/2006/relationships/image" Target="../media/image846.png"/><Relationship Id="rId18" Type="http://schemas.openxmlformats.org/officeDocument/2006/relationships/customXml" Target="../ink/ink816.xml"/><Relationship Id="rId17" Type="http://schemas.openxmlformats.org/officeDocument/2006/relationships/image" Target="../media/image845.png"/><Relationship Id="rId16" Type="http://schemas.openxmlformats.org/officeDocument/2006/relationships/customXml" Target="../ink/ink815.xml"/><Relationship Id="rId15" Type="http://schemas.openxmlformats.org/officeDocument/2006/relationships/image" Target="../media/image844.png"/><Relationship Id="rId14" Type="http://schemas.openxmlformats.org/officeDocument/2006/relationships/customXml" Target="../ink/ink814.xml"/><Relationship Id="rId13" Type="http://schemas.openxmlformats.org/officeDocument/2006/relationships/image" Target="../media/image843.png"/><Relationship Id="rId12" Type="http://schemas.openxmlformats.org/officeDocument/2006/relationships/customXml" Target="../ink/ink813.xml"/><Relationship Id="rId11" Type="http://schemas.openxmlformats.org/officeDocument/2006/relationships/image" Target="../media/image842.png"/><Relationship Id="rId10" Type="http://schemas.openxmlformats.org/officeDocument/2006/relationships/customXml" Target="../ink/ink812.xml"/><Relationship Id="rId1" Type="http://schemas.openxmlformats.org/officeDocument/2006/relationships/tags" Target="../tags/tag154.xml"/></Relationships>
</file>

<file path=ppt/slides/_rels/slide29.xml.rels><?xml version="1.0" encoding="UTF-8" standalone="yes"?>
<Relationships xmlns="http://schemas.openxmlformats.org/package/2006/relationships"><Relationship Id="rId9" Type="http://schemas.openxmlformats.org/officeDocument/2006/relationships/image" Target="../media/image850.png"/><Relationship Id="rId8" Type="http://schemas.openxmlformats.org/officeDocument/2006/relationships/customXml" Target="../ink/ink819.xml"/><Relationship Id="rId7" Type="http://schemas.openxmlformats.org/officeDocument/2006/relationships/image" Target="../media/image849.png"/><Relationship Id="rId6" Type="http://schemas.openxmlformats.org/officeDocument/2006/relationships/customXml" Target="../ink/ink818.xml"/><Relationship Id="rId5" Type="http://schemas.openxmlformats.org/officeDocument/2006/relationships/image" Target="../media/image848.png"/><Relationship Id="rId4" Type="http://schemas.openxmlformats.org/officeDocument/2006/relationships/customXml" Target="../ink/ink817.xml"/><Relationship Id="rId3" Type="http://schemas.openxmlformats.org/officeDocument/2006/relationships/image" Target="../media/image847.png"/><Relationship Id="rId23" Type="http://schemas.openxmlformats.org/officeDocument/2006/relationships/slideLayout" Target="../slideLayouts/slideLayout2.xml"/><Relationship Id="rId22" Type="http://schemas.openxmlformats.org/officeDocument/2006/relationships/tags" Target="../tags/tag159.xml"/><Relationship Id="rId21" Type="http://schemas.openxmlformats.org/officeDocument/2006/relationships/image" Target="../media/image856.png"/><Relationship Id="rId20" Type="http://schemas.openxmlformats.org/officeDocument/2006/relationships/customXml" Target="../ink/ink825.xml"/><Relationship Id="rId2" Type="http://schemas.openxmlformats.org/officeDocument/2006/relationships/tags" Target="../tags/tag158.xml"/><Relationship Id="rId19" Type="http://schemas.openxmlformats.org/officeDocument/2006/relationships/image" Target="../media/image855.png"/><Relationship Id="rId18" Type="http://schemas.openxmlformats.org/officeDocument/2006/relationships/customXml" Target="../ink/ink824.xml"/><Relationship Id="rId17" Type="http://schemas.openxmlformats.org/officeDocument/2006/relationships/image" Target="../media/image854.png"/><Relationship Id="rId16" Type="http://schemas.openxmlformats.org/officeDocument/2006/relationships/customXml" Target="../ink/ink823.xml"/><Relationship Id="rId15" Type="http://schemas.openxmlformats.org/officeDocument/2006/relationships/image" Target="../media/image853.png"/><Relationship Id="rId14" Type="http://schemas.openxmlformats.org/officeDocument/2006/relationships/customXml" Target="../ink/ink822.xml"/><Relationship Id="rId13" Type="http://schemas.openxmlformats.org/officeDocument/2006/relationships/image" Target="../media/image852.png"/><Relationship Id="rId12" Type="http://schemas.openxmlformats.org/officeDocument/2006/relationships/customXml" Target="../ink/ink821.xml"/><Relationship Id="rId11" Type="http://schemas.openxmlformats.org/officeDocument/2006/relationships/image" Target="../media/image851.png"/><Relationship Id="rId10" Type="http://schemas.openxmlformats.org/officeDocument/2006/relationships/customXml" Target="../ink/ink820.xml"/><Relationship Id="rId1" Type="http://schemas.openxmlformats.org/officeDocument/2006/relationships/tags" Target="../tags/tag157.xml"/></Relationships>
</file>

<file path=ppt/slides/_rels/slide30.xml.rels><?xml version="1.0" encoding="UTF-8" standalone="yes"?>
<Relationships xmlns="http://schemas.openxmlformats.org/package/2006/relationships"><Relationship Id="rId9" Type="http://schemas.openxmlformats.org/officeDocument/2006/relationships/customXml" Target="../ink/ink828.xml"/><Relationship Id="rId8" Type="http://schemas.openxmlformats.org/officeDocument/2006/relationships/image" Target="../media/image859.png"/><Relationship Id="rId7" Type="http://schemas.openxmlformats.org/officeDocument/2006/relationships/customXml" Target="../ink/ink827.xml"/><Relationship Id="rId6" Type="http://schemas.openxmlformats.org/officeDocument/2006/relationships/image" Target="../media/image858.png"/><Relationship Id="rId52" Type="http://schemas.openxmlformats.org/officeDocument/2006/relationships/slideLayout" Target="../slideLayouts/slideLayout4.xml"/><Relationship Id="rId51" Type="http://schemas.openxmlformats.org/officeDocument/2006/relationships/tags" Target="../tags/tag163.xml"/><Relationship Id="rId50" Type="http://schemas.openxmlformats.org/officeDocument/2006/relationships/image" Target="../media/image879.png"/><Relationship Id="rId5" Type="http://schemas.openxmlformats.org/officeDocument/2006/relationships/customXml" Target="../ink/ink826.xml"/><Relationship Id="rId49" Type="http://schemas.openxmlformats.org/officeDocument/2006/relationships/customXml" Target="../ink/ink848.xml"/><Relationship Id="rId48" Type="http://schemas.openxmlformats.org/officeDocument/2006/relationships/image" Target="../media/image878.png"/><Relationship Id="rId47" Type="http://schemas.openxmlformats.org/officeDocument/2006/relationships/customXml" Target="../ink/ink847.xml"/><Relationship Id="rId46" Type="http://schemas.openxmlformats.org/officeDocument/2006/relationships/image" Target="../media/image877.png"/><Relationship Id="rId45" Type="http://schemas.openxmlformats.org/officeDocument/2006/relationships/customXml" Target="../ink/ink846.xml"/><Relationship Id="rId44" Type="http://schemas.openxmlformats.org/officeDocument/2006/relationships/image" Target="../media/image876.png"/><Relationship Id="rId43" Type="http://schemas.openxmlformats.org/officeDocument/2006/relationships/customXml" Target="../ink/ink845.xml"/><Relationship Id="rId42" Type="http://schemas.openxmlformats.org/officeDocument/2006/relationships/image" Target="../media/image875.png"/><Relationship Id="rId41" Type="http://schemas.openxmlformats.org/officeDocument/2006/relationships/customXml" Target="../ink/ink844.xml"/><Relationship Id="rId40" Type="http://schemas.openxmlformats.org/officeDocument/2006/relationships/image" Target="../media/image874.png"/><Relationship Id="rId4" Type="http://schemas.openxmlformats.org/officeDocument/2006/relationships/tags" Target="../tags/tag162.xml"/><Relationship Id="rId39" Type="http://schemas.openxmlformats.org/officeDocument/2006/relationships/customXml" Target="../ink/ink843.xml"/><Relationship Id="rId38" Type="http://schemas.openxmlformats.org/officeDocument/2006/relationships/image" Target="../media/image873.png"/><Relationship Id="rId37" Type="http://schemas.openxmlformats.org/officeDocument/2006/relationships/customXml" Target="../ink/ink842.xml"/><Relationship Id="rId36" Type="http://schemas.openxmlformats.org/officeDocument/2006/relationships/image" Target="../media/image872.png"/><Relationship Id="rId35" Type="http://schemas.openxmlformats.org/officeDocument/2006/relationships/customXml" Target="../ink/ink841.xml"/><Relationship Id="rId34" Type="http://schemas.openxmlformats.org/officeDocument/2006/relationships/image" Target="../media/image871.png"/><Relationship Id="rId33" Type="http://schemas.openxmlformats.org/officeDocument/2006/relationships/customXml" Target="../ink/ink840.xml"/><Relationship Id="rId32" Type="http://schemas.openxmlformats.org/officeDocument/2006/relationships/image" Target="../media/image870.png"/><Relationship Id="rId31" Type="http://schemas.openxmlformats.org/officeDocument/2006/relationships/customXml" Target="../ink/ink839.xml"/><Relationship Id="rId30" Type="http://schemas.openxmlformats.org/officeDocument/2006/relationships/image" Target="../media/image869.png"/><Relationship Id="rId3" Type="http://schemas.openxmlformats.org/officeDocument/2006/relationships/image" Target="../media/image857.png"/><Relationship Id="rId29" Type="http://schemas.openxmlformats.org/officeDocument/2006/relationships/customXml" Target="../ink/ink838.xml"/><Relationship Id="rId28" Type="http://schemas.openxmlformats.org/officeDocument/2006/relationships/image" Target="../media/image868.png"/><Relationship Id="rId27" Type="http://schemas.openxmlformats.org/officeDocument/2006/relationships/customXml" Target="../ink/ink837.xml"/><Relationship Id="rId26" Type="http://schemas.openxmlformats.org/officeDocument/2006/relationships/image" Target="../media/image867.png"/><Relationship Id="rId25" Type="http://schemas.openxmlformats.org/officeDocument/2006/relationships/customXml" Target="../ink/ink836.xml"/><Relationship Id="rId24" Type="http://schemas.openxmlformats.org/officeDocument/2006/relationships/image" Target="../media/image866.png"/><Relationship Id="rId23" Type="http://schemas.openxmlformats.org/officeDocument/2006/relationships/customXml" Target="../ink/ink835.xml"/><Relationship Id="rId22" Type="http://schemas.openxmlformats.org/officeDocument/2006/relationships/image" Target="../media/image865.png"/><Relationship Id="rId21" Type="http://schemas.openxmlformats.org/officeDocument/2006/relationships/customXml" Target="../ink/ink834.xml"/><Relationship Id="rId20" Type="http://schemas.openxmlformats.org/officeDocument/2006/relationships/image" Target="../media/image864.png"/><Relationship Id="rId2" Type="http://schemas.openxmlformats.org/officeDocument/2006/relationships/tags" Target="../tags/tag161.xml"/><Relationship Id="rId19" Type="http://schemas.openxmlformats.org/officeDocument/2006/relationships/customXml" Target="../ink/ink833.xml"/><Relationship Id="rId18" Type="http://schemas.openxmlformats.org/officeDocument/2006/relationships/image" Target="../media/image863.png"/><Relationship Id="rId17" Type="http://schemas.openxmlformats.org/officeDocument/2006/relationships/customXml" Target="../ink/ink832.xml"/><Relationship Id="rId16" Type="http://schemas.openxmlformats.org/officeDocument/2006/relationships/image" Target="../media/image862.png"/><Relationship Id="rId15" Type="http://schemas.openxmlformats.org/officeDocument/2006/relationships/customXml" Target="../ink/ink831.xml"/><Relationship Id="rId14" Type="http://schemas.openxmlformats.org/officeDocument/2006/relationships/image" Target="../media/image69.png"/><Relationship Id="rId13" Type="http://schemas.openxmlformats.org/officeDocument/2006/relationships/customXml" Target="../ink/ink830.xml"/><Relationship Id="rId12" Type="http://schemas.openxmlformats.org/officeDocument/2006/relationships/image" Target="../media/image861.png"/><Relationship Id="rId11" Type="http://schemas.openxmlformats.org/officeDocument/2006/relationships/customXml" Target="../ink/ink829.xml"/><Relationship Id="rId10" Type="http://schemas.openxmlformats.org/officeDocument/2006/relationships/image" Target="../media/image860.png"/><Relationship Id="rId1" Type="http://schemas.openxmlformats.org/officeDocument/2006/relationships/tags" Target="../tags/tag160.xml"/></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66.xml"/><Relationship Id="rId7" Type="http://schemas.openxmlformats.org/officeDocument/2006/relationships/image" Target="../media/image882.png"/><Relationship Id="rId6" Type="http://schemas.openxmlformats.org/officeDocument/2006/relationships/customXml" Target="../ink/ink850.xml"/><Relationship Id="rId5" Type="http://schemas.openxmlformats.org/officeDocument/2006/relationships/image" Target="../media/image881.png"/><Relationship Id="rId4" Type="http://schemas.openxmlformats.org/officeDocument/2006/relationships/customXml" Target="../ink/ink849.xml"/><Relationship Id="rId3" Type="http://schemas.openxmlformats.org/officeDocument/2006/relationships/image" Target="../media/image880.png"/><Relationship Id="rId2" Type="http://schemas.openxmlformats.org/officeDocument/2006/relationships/tags" Target="../tags/tag165.xml"/><Relationship Id="rId1" Type="http://schemas.openxmlformats.org/officeDocument/2006/relationships/tags" Target="../tags/tag164.xml"/></Relationships>
</file>

<file path=ppt/slides/_rels/slide32.xml.rels><?xml version="1.0" encoding="UTF-8" standalone="yes"?>
<Relationships xmlns="http://schemas.openxmlformats.org/package/2006/relationships"><Relationship Id="rId9" Type="http://schemas.openxmlformats.org/officeDocument/2006/relationships/image" Target="../media/image886.png"/><Relationship Id="rId8" Type="http://schemas.openxmlformats.org/officeDocument/2006/relationships/customXml" Target="../ink/ink853.xml"/><Relationship Id="rId7" Type="http://schemas.openxmlformats.org/officeDocument/2006/relationships/image" Target="../media/image885.png"/><Relationship Id="rId6" Type="http://schemas.openxmlformats.org/officeDocument/2006/relationships/customXml" Target="../ink/ink852.xml"/><Relationship Id="rId5" Type="http://schemas.openxmlformats.org/officeDocument/2006/relationships/image" Target="../media/image884.png"/><Relationship Id="rId4" Type="http://schemas.openxmlformats.org/officeDocument/2006/relationships/customXml" Target="../ink/ink851.xml"/><Relationship Id="rId3" Type="http://schemas.openxmlformats.org/officeDocument/2006/relationships/image" Target="../media/image883.png"/><Relationship Id="rId25" Type="http://schemas.openxmlformats.org/officeDocument/2006/relationships/slideLayout" Target="../slideLayouts/slideLayout2.xml"/><Relationship Id="rId24" Type="http://schemas.openxmlformats.org/officeDocument/2006/relationships/tags" Target="../tags/tag169.xml"/><Relationship Id="rId23" Type="http://schemas.openxmlformats.org/officeDocument/2006/relationships/image" Target="../media/image893.png"/><Relationship Id="rId22" Type="http://schemas.openxmlformats.org/officeDocument/2006/relationships/customXml" Target="../ink/ink860.xml"/><Relationship Id="rId21" Type="http://schemas.openxmlformats.org/officeDocument/2006/relationships/image" Target="../media/image892.png"/><Relationship Id="rId20" Type="http://schemas.openxmlformats.org/officeDocument/2006/relationships/customXml" Target="../ink/ink859.xml"/><Relationship Id="rId2" Type="http://schemas.openxmlformats.org/officeDocument/2006/relationships/tags" Target="../tags/tag168.xml"/><Relationship Id="rId19" Type="http://schemas.openxmlformats.org/officeDocument/2006/relationships/image" Target="../media/image891.png"/><Relationship Id="rId18" Type="http://schemas.openxmlformats.org/officeDocument/2006/relationships/customXml" Target="../ink/ink858.xml"/><Relationship Id="rId17" Type="http://schemas.openxmlformats.org/officeDocument/2006/relationships/image" Target="../media/image890.png"/><Relationship Id="rId16" Type="http://schemas.openxmlformats.org/officeDocument/2006/relationships/customXml" Target="../ink/ink857.xml"/><Relationship Id="rId15" Type="http://schemas.openxmlformats.org/officeDocument/2006/relationships/image" Target="../media/image889.png"/><Relationship Id="rId14" Type="http://schemas.openxmlformats.org/officeDocument/2006/relationships/customXml" Target="../ink/ink856.xml"/><Relationship Id="rId13" Type="http://schemas.openxmlformats.org/officeDocument/2006/relationships/image" Target="../media/image888.png"/><Relationship Id="rId12" Type="http://schemas.openxmlformats.org/officeDocument/2006/relationships/customXml" Target="../ink/ink855.xml"/><Relationship Id="rId11" Type="http://schemas.openxmlformats.org/officeDocument/2006/relationships/image" Target="../media/image887.png"/><Relationship Id="rId10" Type="http://schemas.openxmlformats.org/officeDocument/2006/relationships/customXml" Target="../ink/ink854.xml"/><Relationship Id="rId1" Type="http://schemas.openxmlformats.org/officeDocument/2006/relationships/tags" Target="../tags/tag167.xml"/></Relationships>
</file>

<file path=ppt/slides/_rels/slide33.xml.rels><?xml version="1.0" encoding="UTF-8" standalone="yes"?>
<Relationships xmlns="http://schemas.openxmlformats.org/package/2006/relationships"><Relationship Id="rId9" Type="http://schemas.openxmlformats.org/officeDocument/2006/relationships/customXml" Target="../ink/ink864.xml"/><Relationship Id="rId8" Type="http://schemas.openxmlformats.org/officeDocument/2006/relationships/image" Target="../media/image896.png"/><Relationship Id="rId7" Type="http://schemas.openxmlformats.org/officeDocument/2006/relationships/customXml" Target="../ink/ink863.xml"/><Relationship Id="rId6" Type="http://schemas.openxmlformats.org/officeDocument/2006/relationships/image" Target="../media/image895.png"/><Relationship Id="rId5" Type="http://schemas.openxmlformats.org/officeDocument/2006/relationships/customXml" Target="../ink/ink862.xml"/><Relationship Id="rId42" Type="http://schemas.openxmlformats.org/officeDocument/2006/relationships/slideLayout" Target="../slideLayouts/slideLayout2.xml"/><Relationship Id="rId41" Type="http://schemas.openxmlformats.org/officeDocument/2006/relationships/tags" Target="../tags/tag172.xml"/><Relationship Id="rId40" Type="http://schemas.openxmlformats.org/officeDocument/2006/relationships/image" Target="../media/image912.png"/><Relationship Id="rId4" Type="http://schemas.openxmlformats.org/officeDocument/2006/relationships/image" Target="../media/image894.png"/><Relationship Id="rId39" Type="http://schemas.openxmlformats.org/officeDocument/2006/relationships/customXml" Target="../ink/ink879.xml"/><Relationship Id="rId38" Type="http://schemas.openxmlformats.org/officeDocument/2006/relationships/image" Target="../media/image911.png"/><Relationship Id="rId37" Type="http://schemas.openxmlformats.org/officeDocument/2006/relationships/customXml" Target="../ink/ink878.xml"/><Relationship Id="rId36" Type="http://schemas.openxmlformats.org/officeDocument/2006/relationships/image" Target="../media/image910.png"/><Relationship Id="rId35" Type="http://schemas.openxmlformats.org/officeDocument/2006/relationships/customXml" Target="../ink/ink877.xml"/><Relationship Id="rId34" Type="http://schemas.openxmlformats.org/officeDocument/2006/relationships/image" Target="../media/image909.png"/><Relationship Id="rId33" Type="http://schemas.openxmlformats.org/officeDocument/2006/relationships/customXml" Target="../ink/ink876.xml"/><Relationship Id="rId32" Type="http://schemas.openxmlformats.org/officeDocument/2006/relationships/image" Target="../media/image908.png"/><Relationship Id="rId31" Type="http://schemas.openxmlformats.org/officeDocument/2006/relationships/customXml" Target="../ink/ink875.xml"/><Relationship Id="rId30" Type="http://schemas.openxmlformats.org/officeDocument/2006/relationships/image" Target="../media/image907.png"/><Relationship Id="rId3" Type="http://schemas.openxmlformats.org/officeDocument/2006/relationships/customXml" Target="../ink/ink861.xml"/><Relationship Id="rId29" Type="http://schemas.openxmlformats.org/officeDocument/2006/relationships/customXml" Target="../ink/ink874.xml"/><Relationship Id="rId28" Type="http://schemas.openxmlformats.org/officeDocument/2006/relationships/image" Target="../media/image906.png"/><Relationship Id="rId27" Type="http://schemas.openxmlformats.org/officeDocument/2006/relationships/customXml" Target="../ink/ink873.xml"/><Relationship Id="rId26" Type="http://schemas.openxmlformats.org/officeDocument/2006/relationships/image" Target="../media/image905.png"/><Relationship Id="rId25" Type="http://schemas.openxmlformats.org/officeDocument/2006/relationships/customXml" Target="../ink/ink872.xml"/><Relationship Id="rId24" Type="http://schemas.openxmlformats.org/officeDocument/2006/relationships/image" Target="../media/image904.png"/><Relationship Id="rId23" Type="http://schemas.openxmlformats.org/officeDocument/2006/relationships/customXml" Target="../ink/ink871.xml"/><Relationship Id="rId22" Type="http://schemas.openxmlformats.org/officeDocument/2006/relationships/image" Target="../media/image903.png"/><Relationship Id="rId21" Type="http://schemas.openxmlformats.org/officeDocument/2006/relationships/customXml" Target="../ink/ink870.xml"/><Relationship Id="rId20" Type="http://schemas.openxmlformats.org/officeDocument/2006/relationships/image" Target="../media/image902.png"/><Relationship Id="rId2" Type="http://schemas.openxmlformats.org/officeDocument/2006/relationships/tags" Target="../tags/tag171.xml"/><Relationship Id="rId19" Type="http://schemas.openxmlformats.org/officeDocument/2006/relationships/customXml" Target="../ink/ink869.xml"/><Relationship Id="rId18" Type="http://schemas.openxmlformats.org/officeDocument/2006/relationships/image" Target="../media/image901.png"/><Relationship Id="rId17" Type="http://schemas.openxmlformats.org/officeDocument/2006/relationships/customXml" Target="../ink/ink868.xml"/><Relationship Id="rId16" Type="http://schemas.openxmlformats.org/officeDocument/2006/relationships/image" Target="../media/image900.png"/><Relationship Id="rId15" Type="http://schemas.openxmlformats.org/officeDocument/2006/relationships/customXml" Target="../ink/ink867.xml"/><Relationship Id="rId14" Type="http://schemas.openxmlformats.org/officeDocument/2006/relationships/image" Target="../media/image899.png"/><Relationship Id="rId13" Type="http://schemas.openxmlformats.org/officeDocument/2006/relationships/customXml" Target="../ink/ink866.xml"/><Relationship Id="rId12" Type="http://schemas.openxmlformats.org/officeDocument/2006/relationships/image" Target="../media/image898.png"/><Relationship Id="rId11" Type="http://schemas.openxmlformats.org/officeDocument/2006/relationships/customXml" Target="../ink/ink865.xml"/><Relationship Id="rId10" Type="http://schemas.openxmlformats.org/officeDocument/2006/relationships/image" Target="../media/image897.png"/><Relationship Id="rId1" Type="http://schemas.openxmlformats.org/officeDocument/2006/relationships/tags" Target="../tags/tag170.xml"/></Relationships>
</file>

<file path=ppt/slides/_rels/slide34.xml.rels><?xml version="1.0" encoding="UTF-8" standalone="yes"?>
<Relationships xmlns="http://schemas.openxmlformats.org/package/2006/relationships"><Relationship Id="rId9" Type="http://schemas.openxmlformats.org/officeDocument/2006/relationships/image" Target="../media/image916.png"/><Relationship Id="rId8" Type="http://schemas.openxmlformats.org/officeDocument/2006/relationships/customXml" Target="../ink/ink882.xml"/><Relationship Id="rId7" Type="http://schemas.openxmlformats.org/officeDocument/2006/relationships/image" Target="../media/image915.png"/><Relationship Id="rId6" Type="http://schemas.openxmlformats.org/officeDocument/2006/relationships/customXml" Target="../ink/ink881.xml"/><Relationship Id="rId5" Type="http://schemas.openxmlformats.org/officeDocument/2006/relationships/image" Target="../media/image914.png"/><Relationship Id="rId4" Type="http://schemas.openxmlformats.org/officeDocument/2006/relationships/customXml" Target="../ink/ink880.xml"/><Relationship Id="rId3" Type="http://schemas.openxmlformats.org/officeDocument/2006/relationships/image" Target="../media/image913.png"/><Relationship Id="rId23" Type="http://schemas.openxmlformats.org/officeDocument/2006/relationships/slideLayout" Target="../slideLayouts/slideLayout2.xml"/><Relationship Id="rId22" Type="http://schemas.openxmlformats.org/officeDocument/2006/relationships/tags" Target="../tags/tag175.xml"/><Relationship Id="rId21" Type="http://schemas.openxmlformats.org/officeDocument/2006/relationships/image" Target="../media/image922.png"/><Relationship Id="rId20" Type="http://schemas.openxmlformats.org/officeDocument/2006/relationships/customXml" Target="../ink/ink888.xml"/><Relationship Id="rId2" Type="http://schemas.openxmlformats.org/officeDocument/2006/relationships/tags" Target="../tags/tag174.xml"/><Relationship Id="rId19" Type="http://schemas.openxmlformats.org/officeDocument/2006/relationships/image" Target="../media/image921.png"/><Relationship Id="rId18" Type="http://schemas.openxmlformats.org/officeDocument/2006/relationships/customXml" Target="../ink/ink887.xml"/><Relationship Id="rId17" Type="http://schemas.openxmlformats.org/officeDocument/2006/relationships/image" Target="../media/image920.png"/><Relationship Id="rId16" Type="http://schemas.openxmlformats.org/officeDocument/2006/relationships/customXml" Target="../ink/ink886.xml"/><Relationship Id="rId15" Type="http://schemas.openxmlformats.org/officeDocument/2006/relationships/image" Target="../media/image919.png"/><Relationship Id="rId14" Type="http://schemas.openxmlformats.org/officeDocument/2006/relationships/customXml" Target="../ink/ink885.xml"/><Relationship Id="rId13" Type="http://schemas.openxmlformats.org/officeDocument/2006/relationships/image" Target="../media/image918.png"/><Relationship Id="rId12" Type="http://schemas.openxmlformats.org/officeDocument/2006/relationships/customXml" Target="../ink/ink884.xml"/><Relationship Id="rId11" Type="http://schemas.openxmlformats.org/officeDocument/2006/relationships/image" Target="../media/image917.png"/><Relationship Id="rId10" Type="http://schemas.openxmlformats.org/officeDocument/2006/relationships/customXml" Target="../ink/ink883.xml"/><Relationship Id="rId1" Type="http://schemas.openxmlformats.org/officeDocument/2006/relationships/tags" Target="../tags/tag173.xml"/></Relationships>
</file>

<file path=ppt/slides/_rels/slide35.xml.rels><?xml version="1.0" encoding="UTF-8" standalone="yes"?>
<Relationships xmlns="http://schemas.openxmlformats.org/package/2006/relationships"><Relationship Id="rId9" Type="http://schemas.openxmlformats.org/officeDocument/2006/relationships/customXml" Target="../ink/ink892.xml"/><Relationship Id="rId8" Type="http://schemas.openxmlformats.org/officeDocument/2006/relationships/image" Target="../media/image925.png"/><Relationship Id="rId7" Type="http://schemas.openxmlformats.org/officeDocument/2006/relationships/customXml" Target="../ink/ink891.xml"/><Relationship Id="rId6" Type="http://schemas.openxmlformats.org/officeDocument/2006/relationships/image" Target="../media/image924.png"/><Relationship Id="rId5" Type="http://schemas.openxmlformats.org/officeDocument/2006/relationships/customXml" Target="../ink/ink890.xml"/><Relationship Id="rId4" Type="http://schemas.openxmlformats.org/officeDocument/2006/relationships/image" Target="../media/image923.png"/><Relationship Id="rId3" Type="http://schemas.openxmlformats.org/officeDocument/2006/relationships/customXml" Target="../ink/ink889.xml"/><Relationship Id="rId2" Type="http://schemas.openxmlformats.org/officeDocument/2006/relationships/tags" Target="../tags/tag177.xml"/><Relationship Id="rId16" Type="http://schemas.openxmlformats.org/officeDocument/2006/relationships/slideLayout" Target="../slideLayouts/slideLayout11.xml"/><Relationship Id="rId15" Type="http://schemas.openxmlformats.org/officeDocument/2006/relationships/tags" Target="../tags/tag178.xml"/><Relationship Id="rId14" Type="http://schemas.openxmlformats.org/officeDocument/2006/relationships/image" Target="../media/image928.png"/><Relationship Id="rId13" Type="http://schemas.openxmlformats.org/officeDocument/2006/relationships/customXml" Target="../ink/ink894.xml"/><Relationship Id="rId12" Type="http://schemas.openxmlformats.org/officeDocument/2006/relationships/image" Target="../media/image927.png"/><Relationship Id="rId11" Type="http://schemas.openxmlformats.org/officeDocument/2006/relationships/customXml" Target="../ink/ink893.xml"/><Relationship Id="rId10" Type="http://schemas.openxmlformats.org/officeDocument/2006/relationships/image" Target="../media/image926.png"/><Relationship Id="rId1" Type="http://schemas.openxmlformats.org/officeDocument/2006/relationships/tags" Target="../tags/tag176.xml"/></Relationships>
</file>

<file path=ppt/slides/_rels/slide36.xml.rels><?xml version="1.0" encoding="UTF-8" standalone="yes"?>
<Relationships xmlns="http://schemas.openxmlformats.org/package/2006/relationships"><Relationship Id="rId9" Type="http://schemas.openxmlformats.org/officeDocument/2006/relationships/customXml" Target="../ink/ink898.xml"/><Relationship Id="rId8" Type="http://schemas.openxmlformats.org/officeDocument/2006/relationships/image" Target="../media/image931.png"/><Relationship Id="rId7" Type="http://schemas.openxmlformats.org/officeDocument/2006/relationships/customXml" Target="../ink/ink897.xml"/><Relationship Id="rId6" Type="http://schemas.openxmlformats.org/officeDocument/2006/relationships/image" Target="../media/image930.png"/><Relationship Id="rId5" Type="http://schemas.openxmlformats.org/officeDocument/2006/relationships/customXml" Target="../ink/ink896.xml"/><Relationship Id="rId46" Type="http://schemas.openxmlformats.org/officeDocument/2006/relationships/slideLayout" Target="../slideLayouts/slideLayout2.xml"/><Relationship Id="rId45" Type="http://schemas.openxmlformats.org/officeDocument/2006/relationships/tags" Target="../tags/tag181.xml"/><Relationship Id="rId44" Type="http://schemas.openxmlformats.org/officeDocument/2006/relationships/image" Target="../media/image949.png"/><Relationship Id="rId43" Type="http://schemas.openxmlformats.org/officeDocument/2006/relationships/customXml" Target="../ink/ink915.xml"/><Relationship Id="rId42" Type="http://schemas.openxmlformats.org/officeDocument/2006/relationships/image" Target="../media/image948.png"/><Relationship Id="rId41" Type="http://schemas.openxmlformats.org/officeDocument/2006/relationships/customXml" Target="../ink/ink914.xml"/><Relationship Id="rId40" Type="http://schemas.openxmlformats.org/officeDocument/2006/relationships/image" Target="../media/image947.png"/><Relationship Id="rId4" Type="http://schemas.openxmlformats.org/officeDocument/2006/relationships/image" Target="../media/image929.png"/><Relationship Id="rId39" Type="http://schemas.openxmlformats.org/officeDocument/2006/relationships/customXml" Target="../ink/ink913.xml"/><Relationship Id="rId38" Type="http://schemas.openxmlformats.org/officeDocument/2006/relationships/image" Target="../media/image946.png"/><Relationship Id="rId37" Type="http://schemas.openxmlformats.org/officeDocument/2006/relationships/customXml" Target="../ink/ink912.xml"/><Relationship Id="rId36" Type="http://schemas.openxmlformats.org/officeDocument/2006/relationships/image" Target="../media/image945.png"/><Relationship Id="rId35" Type="http://schemas.openxmlformats.org/officeDocument/2006/relationships/customXml" Target="../ink/ink911.xml"/><Relationship Id="rId34" Type="http://schemas.openxmlformats.org/officeDocument/2006/relationships/image" Target="../media/image944.png"/><Relationship Id="rId33" Type="http://schemas.openxmlformats.org/officeDocument/2006/relationships/customXml" Target="../ink/ink910.xml"/><Relationship Id="rId32" Type="http://schemas.openxmlformats.org/officeDocument/2006/relationships/image" Target="../media/image943.png"/><Relationship Id="rId31" Type="http://schemas.openxmlformats.org/officeDocument/2006/relationships/customXml" Target="../ink/ink909.xml"/><Relationship Id="rId30" Type="http://schemas.openxmlformats.org/officeDocument/2006/relationships/image" Target="../media/image942.png"/><Relationship Id="rId3" Type="http://schemas.openxmlformats.org/officeDocument/2006/relationships/customXml" Target="../ink/ink895.xml"/><Relationship Id="rId29" Type="http://schemas.openxmlformats.org/officeDocument/2006/relationships/customXml" Target="../ink/ink908.xml"/><Relationship Id="rId28" Type="http://schemas.openxmlformats.org/officeDocument/2006/relationships/image" Target="../media/image941.png"/><Relationship Id="rId27" Type="http://schemas.openxmlformats.org/officeDocument/2006/relationships/customXml" Target="../ink/ink907.xml"/><Relationship Id="rId26" Type="http://schemas.openxmlformats.org/officeDocument/2006/relationships/image" Target="../media/image940.png"/><Relationship Id="rId25" Type="http://schemas.openxmlformats.org/officeDocument/2006/relationships/customXml" Target="../ink/ink906.xml"/><Relationship Id="rId24" Type="http://schemas.openxmlformats.org/officeDocument/2006/relationships/image" Target="../media/image939.png"/><Relationship Id="rId23" Type="http://schemas.openxmlformats.org/officeDocument/2006/relationships/customXml" Target="../ink/ink905.xml"/><Relationship Id="rId22" Type="http://schemas.openxmlformats.org/officeDocument/2006/relationships/image" Target="../media/image938.png"/><Relationship Id="rId21" Type="http://schemas.openxmlformats.org/officeDocument/2006/relationships/customXml" Target="../ink/ink904.xml"/><Relationship Id="rId20" Type="http://schemas.openxmlformats.org/officeDocument/2006/relationships/image" Target="../media/image937.png"/><Relationship Id="rId2" Type="http://schemas.openxmlformats.org/officeDocument/2006/relationships/tags" Target="../tags/tag180.xml"/><Relationship Id="rId19" Type="http://schemas.openxmlformats.org/officeDocument/2006/relationships/customXml" Target="../ink/ink903.xml"/><Relationship Id="rId18" Type="http://schemas.openxmlformats.org/officeDocument/2006/relationships/image" Target="../media/image936.png"/><Relationship Id="rId17" Type="http://schemas.openxmlformats.org/officeDocument/2006/relationships/customXml" Target="../ink/ink902.xml"/><Relationship Id="rId16" Type="http://schemas.openxmlformats.org/officeDocument/2006/relationships/image" Target="../media/image935.png"/><Relationship Id="rId15" Type="http://schemas.openxmlformats.org/officeDocument/2006/relationships/customXml" Target="../ink/ink901.xml"/><Relationship Id="rId14" Type="http://schemas.openxmlformats.org/officeDocument/2006/relationships/image" Target="../media/image934.png"/><Relationship Id="rId13" Type="http://schemas.openxmlformats.org/officeDocument/2006/relationships/customXml" Target="../ink/ink900.xml"/><Relationship Id="rId12" Type="http://schemas.openxmlformats.org/officeDocument/2006/relationships/image" Target="../media/image933.png"/><Relationship Id="rId11" Type="http://schemas.openxmlformats.org/officeDocument/2006/relationships/customXml" Target="../ink/ink899.xml"/><Relationship Id="rId10" Type="http://schemas.openxmlformats.org/officeDocument/2006/relationships/image" Target="../media/image932.png"/><Relationship Id="rId1" Type="http://schemas.openxmlformats.org/officeDocument/2006/relationships/tags" Target="../tags/tag179.xml"/></Relationships>
</file>

<file path=ppt/slides/_rels/slide37.xml.rels><?xml version="1.0" encoding="UTF-8" standalone="yes"?>
<Relationships xmlns="http://schemas.openxmlformats.org/package/2006/relationships"><Relationship Id="rId9" Type="http://schemas.openxmlformats.org/officeDocument/2006/relationships/customXml" Target="../ink/ink919.xml"/><Relationship Id="rId8" Type="http://schemas.openxmlformats.org/officeDocument/2006/relationships/image" Target="../media/image952.png"/><Relationship Id="rId7" Type="http://schemas.openxmlformats.org/officeDocument/2006/relationships/customXml" Target="../ink/ink918.xml"/><Relationship Id="rId64" Type="http://schemas.openxmlformats.org/officeDocument/2006/relationships/slideLayout" Target="../slideLayouts/slideLayout2.xml"/><Relationship Id="rId63" Type="http://schemas.openxmlformats.org/officeDocument/2006/relationships/tags" Target="../tags/tag184.xml"/><Relationship Id="rId62" Type="http://schemas.openxmlformats.org/officeDocument/2006/relationships/image" Target="../media/image979.png"/><Relationship Id="rId61" Type="http://schemas.openxmlformats.org/officeDocument/2006/relationships/customXml" Target="../ink/ink945.xml"/><Relationship Id="rId60" Type="http://schemas.openxmlformats.org/officeDocument/2006/relationships/image" Target="../media/image978.png"/><Relationship Id="rId6" Type="http://schemas.openxmlformats.org/officeDocument/2006/relationships/image" Target="../media/image951.png"/><Relationship Id="rId59" Type="http://schemas.openxmlformats.org/officeDocument/2006/relationships/customXml" Target="../ink/ink944.xml"/><Relationship Id="rId58" Type="http://schemas.openxmlformats.org/officeDocument/2006/relationships/image" Target="../media/image977.png"/><Relationship Id="rId57" Type="http://schemas.openxmlformats.org/officeDocument/2006/relationships/customXml" Target="../ink/ink943.xml"/><Relationship Id="rId56" Type="http://schemas.openxmlformats.org/officeDocument/2006/relationships/image" Target="../media/image976.png"/><Relationship Id="rId55" Type="http://schemas.openxmlformats.org/officeDocument/2006/relationships/customXml" Target="../ink/ink942.xml"/><Relationship Id="rId54" Type="http://schemas.openxmlformats.org/officeDocument/2006/relationships/image" Target="../media/image975.png"/><Relationship Id="rId53" Type="http://schemas.openxmlformats.org/officeDocument/2006/relationships/customXml" Target="../ink/ink941.xml"/><Relationship Id="rId52" Type="http://schemas.openxmlformats.org/officeDocument/2006/relationships/image" Target="../media/image974.png"/><Relationship Id="rId51" Type="http://schemas.openxmlformats.org/officeDocument/2006/relationships/customXml" Target="../ink/ink940.xml"/><Relationship Id="rId50" Type="http://schemas.openxmlformats.org/officeDocument/2006/relationships/image" Target="../media/image973.png"/><Relationship Id="rId5" Type="http://schemas.openxmlformats.org/officeDocument/2006/relationships/customXml" Target="../ink/ink917.xml"/><Relationship Id="rId49" Type="http://schemas.openxmlformats.org/officeDocument/2006/relationships/customXml" Target="../ink/ink939.xml"/><Relationship Id="rId48" Type="http://schemas.openxmlformats.org/officeDocument/2006/relationships/image" Target="../media/image972.png"/><Relationship Id="rId47" Type="http://schemas.openxmlformats.org/officeDocument/2006/relationships/customXml" Target="../ink/ink938.xml"/><Relationship Id="rId46" Type="http://schemas.openxmlformats.org/officeDocument/2006/relationships/image" Target="../media/image971.png"/><Relationship Id="rId45" Type="http://schemas.openxmlformats.org/officeDocument/2006/relationships/customXml" Target="../ink/ink937.xml"/><Relationship Id="rId44" Type="http://schemas.openxmlformats.org/officeDocument/2006/relationships/image" Target="../media/image970.png"/><Relationship Id="rId43" Type="http://schemas.openxmlformats.org/officeDocument/2006/relationships/customXml" Target="../ink/ink936.xml"/><Relationship Id="rId42" Type="http://schemas.openxmlformats.org/officeDocument/2006/relationships/image" Target="../media/image969.png"/><Relationship Id="rId41" Type="http://schemas.openxmlformats.org/officeDocument/2006/relationships/customXml" Target="../ink/ink935.xml"/><Relationship Id="rId40" Type="http://schemas.openxmlformats.org/officeDocument/2006/relationships/image" Target="../media/image968.png"/><Relationship Id="rId4" Type="http://schemas.openxmlformats.org/officeDocument/2006/relationships/image" Target="../media/image950.png"/><Relationship Id="rId39" Type="http://schemas.openxmlformats.org/officeDocument/2006/relationships/customXml" Target="../ink/ink934.xml"/><Relationship Id="rId38" Type="http://schemas.openxmlformats.org/officeDocument/2006/relationships/image" Target="../media/image967.png"/><Relationship Id="rId37" Type="http://schemas.openxmlformats.org/officeDocument/2006/relationships/customXml" Target="../ink/ink933.xml"/><Relationship Id="rId36" Type="http://schemas.openxmlformats.org/officeDocument/2006/relationships/image" Target="../media/image966.png"/><Relationship Id="rId35" Type="http://schemas.openxmlformats.org/officeDocument/2006/relationships/customXml" Target="../ink/ink932.xml"/><Relationship Id="rId34" Type="http://schemas.openxmlformats.org/officeDocument/2006/relationships/image" Target="../media/image965.png"/><Relationship Id="rId33" Type="http://schemas.openxmlformats.org/officeDocument/2006/relationships/customXml" Target="../ink/ink931.xml"/><Relationship Id="rId32" Type="http://schemas.openxmlformats.org/officeDocument/2006/relationships/image" Target="../media/image964.png"/><Relationship Id="rId31" Type="http://schemas.openxmlformats.org/officeDocument/2006/relationships/customXml" Target="../ink/ink930.xml"/><Relationship Id="rId30" Type="http://schemas.openxmlformats.org/officeDocument/2006/relationships/image" Target="../media/image963.png"/><Relationship Id="rId3" Type="http://schemas.openxmlformats.org/officeDocument/2006/relationships/customXml" Target="../ink/ink916.xml"/><Relationship Id="rId29" Type="http://schemas.openxmlformats.org/officeDocument/2006/relationships/customXml" Target="../ink/ink929.xml"/><Relationship Id="rId28" Type="http://schemas.openxmlformats.org/officeDocument/2006/relationships/image" Target="../media/image962.png"/><Relationship Id="rId27" Type="http://schemas.openxmlformats.org/officeDocument/2006/relationships/customXml" Target="../ink/ink928.xml"/><Relationship Id="rId26" Type="http://schemas.openxmlformats.org/officeDocument/2006/relationships/image" Target="../media/image961.png"/><Relationship Id="rId25" Type="http://schemas.openxmlformats.org/officeDocument/2006/relationships/customXml" Target="../ink/ink927.xml"/><Relationship Id="rId24" Type="http://schemas.openxmlformats.org/officeDocument/2006/relationships/image" Target="../media/image960.png"/><Relationship Id="rId23" Type="http://schemas.openxmlformats.org/officeDocument/2006/relationships/customXml" Target="../ink/ink926.xml"/><Relationship Id="rId22" Type="http://schemas.openxmlformats.org/officeDocument/2006/relationships/image" Target="../media/image959.png"/><Relationship Id="rId21" Type="http://schemas.openxmlformats.org/officeDocument/2006/relationships/customXml" Target="../ink/ink925.xml"/><Relationship Id="rId20" Type="http://schemas.openxmlformats.org/officeDocument/2006/relationships/image" Target="../media/image958.png"/><Relationship Id="rId2" Type="http://schemas.openxmlformats.org/officeDocument/2006/relationships/tags" Target="../tags/tag183.xml"/><Relationship Id="rId19" Type="http://schemas.openxmlformats.org/officeDocument/2006/relationships/customXml" Target="../ink/ink924.xml"/><Relationship Id="rId18" Type="http://schemas.openxmlformats.org/officeDocument/2006/relationships/image" Target="../media/image957.png"/><Relationship Id="rId17" Type="http://schemas.openxmlformats.org/officeDocument/2006/relationships/customXml" Target="../ink/ink923.xml"/><Relationship Id="rId16" Type="http://schemas.openxmlformats.org/officeDocument/2006/relationships/image" Target="../media/image956.png"/><Relationship Id="rId15" Type="http://schemas.openxmlformats.org/officeDocument/2006/relationships/customXml" Target="../ink/ink922.xml"/><Relationship Id="rId14" Type="http://schemas.openxmlformats.org/officeDocument/2006/relationships/image" Target="../media/image955.png"/><Relationship Id="rId13" Type="http://schemas.openxmlformats.org/officeDocument/2006/relationships/customXml" Target="../ink/ink921.xml"/><Relationship Id="rId12" Type="http://schemas.openxmlformats.org/officeDocument/2006/relationships/image" Target="../media/image954.png"/><Relationship Id="rId11" Type="http://schemas.openxmlformats.org/officeDocument/2006/relationships/customXml" Target="../ink/ink920.xml"/><Relationship Id="rId10" Type="http://schemas.openxmlformats.org/officeDocument/2006/relationships/image" Target="../media/image953.png"/><Relationship Id="rId1" Type="http://schemas.openxmlformats.org/officeDocument/2006/relationships/tags" Target="../tags/tag182.xml"/></Relationships>
</file>

<file path=ppt/slides/_rels/slide38.xml.rels><?xml version="1.0" encoding="UTF-8" standalone="yes"?>
<Relationships xmlns="http://schemas.openxmlformats.org/package/2006/relationships"><Relationship Id="rId9" Type="http://schemas.openxmlformats.org/officeDocument/2006/relationships/customXml" Target="../ink/ink949.xml"/><Relationship Id="rId8" Type="http://schemas.openxmlformats.org/officeDocument/2006/relationships/image" Target="../media/image982.png"/><Relationship Id="rId7" Type="http://schemas.openxmlformats.org/officeDocument/2006/relationships/customXml" Target="../ink/ink948.xml"/><Relationship Id="rId64" Type="http://schemas.openxmlformats.org/officeDocument/2006/relationships/slideLayout" Target="../slideLayouts/slideLayout2.xml"/><Relationship Id="rId63" Type="http://schemas.openxmlformats.org/officeDocument/2006/relationships/tags" Target="../tags/tag187.xml"/><Relationship Id="rId62" Type="http://schemas.openxmlformats.org/officeDocument/2006/relationships/image" Target="../media/image1009.png"/><Relationship Id="rId61" Type="http://schemas.openxmlformats.org/officeDocument/2006/relationships/customXml" Target="../ink/ink975.xml"/><Relationship Id="rId60" Type="http://schemas.openxmlformats.org/officeDocument/2006/relationships/image" Target="../media/image1008.png"/><Relationship Id="rId6" Type="http://schemas.openxmlformats.org/officeDocument/2006/relationships/image" Target="../media/image981.png"/><Relationship Id="rId59" Type="http://schemas.openxmlformats.org/officeDocument/2006/relationships/customXml" Target="../ink/ink974.xml"/><Relationship Id="rId58" Type="http://schemas.openxmlformats.org/officeDocument/2006/relationships/image" Target="../media/image1007.png"/><Relationship Id="rId57" Type="http://schemas.openxmlformats.org/officeDocument/2006/relationships/customXml" Target="../ink/ink973.xml"/><Relationship Id="rId56" Type="http://schemas.openxmlformats.org/officeDocument/2006/relationships/image" Target="../media/image1006.png"/><Relationship Id="rId55" Type="http://schemas.openxmlformats.org/officeDocument/2006/relationships/customXml" Target="../ink/ink972.xml"/><Relationship Id="rId54" Type="http://schemas.openxmlformats.org/officeDocument/2006/relationships/image" Target="../media/image1005.png"/><Relationship Id="rId53" Type="http://schemas.openxmlformats.org/officeDocument/2006/relationships/customXml" Target="../ink/ink971.xml"/><Relationship Id="rId52" Type="http://schemas.openxmlformats.org/officeDocument/2006/relationships/image" Target="../media/image1004.png"/><Relationship Id="rId51" Type="http://schemas.openxmlformats.org/officeDocument/2006/relationships/customXml" Target="../ink/ink970.xml"/><Relationship Id="rId50" Type="http://schemas.openxmlformats.org/officeDocument/2006/relationships/image" Target="../media/image1003.png"/><Relationship Id="rId5" Type="http://schemas.openxmlformats.org/officeDocument/2006/relationships/customXml" Target="../ink/ink947.xml"/><Relationship Id="rId49" Type="http://schemas.openxmlformats.org/officeDocument/2006/relationships/customXml" Target="../ink/ink969.xml"/><Relationship Id="rId48" Type="http://schemas.openxmlformats.org/officeDocument/2006/relationships/image" Target="../media/image1002.png"/><Relationship Id="rId47" Type="http://schemas.openxmlformats.org/officeDocument/2006/relationships/customXml" Target="../ink/ink968.xml"/><Relationship Id="rId46" Type="http://schemas.openxmlformats.org/officeDocument/2006/relationships/image" Target="../media/image1001.png"/><Relationship Id="rId45" Type="http://schemas.openxmlformats.org/officeDocument/2006/relationships/customXml" Target="../ink/ink967.xml"/><Relationship Id="rId44" Type="http://schemas.openxmlformats.org/officeDocument/2006/relationships/image" Target="../media/image1000.png"/><Relationship Id="rId43" Type="http://schemas.openxmlformats.org/officeDocument/2006/relationships/customXml" Target="../ink/ink966.xml"/><Relationship Id="rId42" Type="http://schemas.openxmlformats.org/officeDocument/2006/relationships/image" Target="../media/image999.png"/><Relationship Id="rId41" Type="http://schemas.openxmlformats.org/officeDocument/2006/relationships/customXml" Target="../ink/ink965.xml"/><Relationship Id="rId40" Type="http://schemas.openxmlformats.org/officeDocument/2006/relationships/image" Target="../media/image998.png"/><Relationship Id="rId4" Type="http://schemas.openxmlformats.org/officeDocument/2006/relationships/image" Target="../media/image980.png"/><Relationship Id="rId39" Type="http://schemas.openxmlformats.org/officeDocument/2006/relationships/customXml" Target="../ink/ink964.xml"/><Relationship Id="rId38" Type="http://schemas.openxmlformats.org/officeDocument/2006/relationships/image" Target="../media/image997.png"/><Relationship Id="rId37" Type="http://schemas.openxmlformats.org/officeDocument/2006/relationships/customXml" Target="../ink/ink963.xml"/><Relationship Id="rId36" Type="http://schemas.openxmlformats.org/officeDocument/2006/relationships/image" Target="../media/image996.png"/><Relationship Id="rId35" Type="http://schemas.openxmlformats.org/officeDocument/2006/relationships/customXml" Target="../ink/ink962.xml"/><Relationship Id="rId34" Type="http://schemas.openxmlformats.org/officeDocument/2006/relationships/image" Target="../media/image995.png"/><Relationship Id="rId33" Type="http://schemas.openxmlformats.org/officeDocument/2006/relationships/customXml" Target="../ink/ink961.xml"/><Relationship Id="rId32" Type="http://schemas.openxmlformats.org/officeDocument/2006/relationships/image" Target="../media/image994.png"/><Relationship Id="rId31" Type="http://schemas.openxmlformats.org/officeDocument/2006/relationships/customXml" Target="../ink/ink960.xml"/><Relationship Id="rId30" Type="http://schemas.openxmlformats.org/officeDocument/2006/relationships/image" Target="../media/image993.png"/><Relationship Id="rId3" Type="http://schemas.openxmlformats.org/officeDocument/2006/relationships/customXml" Target="../ink/ink946.xml"/><Relationship Id="rId29" Type="http://schemas.openxmlformats.org/officeDocument/2006/relationships/customXml" Target="../ink/ink959.xml"/><Relationship Id="rId28" Type="http://schemas.openxmlformats.org/officeDocument/2006/relationships/image" Target="../media/image992.png"/><Relationship Id="rId27" Type="http://schemas.openxmlformats.org/officeDocument/2006/relationships/customXml" Target="../ink/ink958.xml"/><Relationship Id="rId26" Type="http://schemas.openxmlformats.org/officeDocument/2006/relationships/image" Target="../media/image991.png"/><Relationship Id="rId25" Type="http://schemas.openxmlformats.org/officeDocument/2006/relationships/customXml" Target="../ink/ink957.xml"/><Relationship Id="rId24" Type="http://schemas.openxmlformats.org/officeDocument/2006/relationships/image" Target="../media/image990.png"/><Relationship Id="rId23" Type="http://schemas.openxmlformats.org/officeDocument/2006/relationships/customXml" Target="../ink/ink956.xml"/><Relationship Id="rId22" Type="http://schemas.openxmlformats.org/officeDocument/2006/relationships/image" Target="../media/image989.png"/><Relationship Id="rId21" Type="http://schemas.openxmlformats.org/officeDocument/2006/relationships/customXml" Target="../ink/ink955.xml"/><Relationship Id="rId20" Type="http://schemas.openxmlformats.org/officeDocument/2006/relationships/image" Target="../media/image988.png"/><Relationship Id="rId2" Type="http://schemas.openxmlformats.org/officeDocument/2006/relationships/tags" Target="../tags/tag186.xml"/><Relationship Id="rId19" Type="http://schemas.openxmlformats.org/officeDocument/2006/relationships/customXml" Target="../ink/ink954.xml"/><Relationship Id="rId18" Type="http://schemas.openxmlformats.org/officeDocument/2006/relationships/image" Target="../media/image987.png"/><Relationship Id="rId17" Type="http://schemas.openxmlformats.org/officeDocument/2006/relationships/customXml" Target="../ink/ink953.xml"/><Relationship Id="rId16" Type="http://schemas.openxmlformats.org/officeDocument/2006/relationships/image" Target="../media/image986.png"/><Relationship Id="rId15" Type="http://schemas.openxmlformats.org/officeDocument/2006/relationships/customXml" Target="../ink/ink952.xml"/><Relationship Id="rId14" Type="http://schemas.openxmlformats.org/officeDocument/2006/relationships/image" Target="../media/image985.png"/><Relationship Id="rId13" Type="http://schemas.openxmlformats.org/officeDocument/2006/relationships/customXml" Target="../ink/ink951.xml"/><Relationship Id="rId12" Type="http://schemas.openxmlformats.org/officeDocument/2006/relationships/image" Target="../media/image984.png"/><Relationship Id="rId11" Type="http://schemas.openxmlformats.org/officeDocument/2006/relationships/customXml" Target="../ink/ink950.xml"/><Relationship Id="rId10" Type="http://schemas.openxmlformats.org/officeDocument/2006/relationships/image" Target="../media/image983.png"/><Relationship Id="rId1" Type="http://schemas.openxmlformats.org/officeDocument/2006/relationships/tags" Target="../tags/tag185.xml"/></Relationships>
</file>

<file path=ppt/slides/_rels/slide39.xml.rels><?xml version="1.0" encoding="UTF-8" standalone="yes"?>
<Relationships xmlns="http://schemas.openxmlformats.org/package/2006/relationships"><Relationship Id="rId9" Type="http://schemas.openxmlformats.org/officeDocument/2006/relationships/image" Target="../media/image1014.png"/><Relationship Id="rId8" Type="http://schemas.openxmlformats.org/officeDocument/2006/relationships/customXml" Target="../ink/ink977.xml"/><Relationship Id="rId7" Type="http://schemas.openxmlformats.org/officeDocument/2006/relationships/image" Target="../media/image1013.png"/><Relationship Id="rId6" Type="http://schemas.openxmlformats.org/officeDocument/2006/relationships/customXml" Target="../ink/ink976.xml"/><Relationship Id="rId51" Type="http://schemas.openxmlformats.org/officeDocument/2006/relationships/slideLayout" Target="../slideLayouts/slideLayout2.xml"/><Relationship Id="rId50" Type="http://schemas.openxmlformats.org/officeDocument/2006/relationships/tags" Target="../tags/tag190.xml"/><Relationship Id="rId5" Type="http://schemas.openxmlformats.org/officeDocument/2006/relationships/image" Target="../media/image1012.png"/><Relationship Id="rId49" Type="http://schemas.openxmlformats.org/officeDocument/2006/relationships/image" Target="../media/image1034.png"/><Relationship Id="rId48" Type="http://schemas.openxmlformats.org/officeDocument/2006/relationships/customXml" Target="../ink/ink997.xml"/><Relationship Id="rId47" Type="http://schemas.openxmlformats.org/officeDocument/2006/relationships/image" Target="../media/image1033.png"/><Relationship Id="rId46" Type="http://schemas.openxmlformats.org/officeDocument/2006/relationships/customXml" Target="../ink/ink996.xml"/><Relationship Id="rId45" Type="http://schemas.openxmlformats.org/officeDocument/2006/relationships/image" Target="../media/image1032.png"/><Relationship Id="rId44" Type="http://schemas.openxmlformats.org/officeDocument/2006/relationships/customXml" Target="../ink/ink995.xml"/><Relationship Id="rId43" Type="http://schemas.openxmlformats.org/officeDocument/2006/relationships/image" Target="../media/image1031.png"/><Relationship Id="rId42" Type="http://schemas.openxmlformats.org/officeDocument/2006/relationships/customXml" Target="../ink/ink994.xml"/><Relationship Id="rId41" Type="http://schemas.openxmlformats.org/officeDocument/2006/relationships/image" Target="../media/image1030.png"/><Relationship Id="rId40" Type="http://schemas.openxmlformats.org/officeDocument/2006/relationships/customXml" Target="../ink/ink993.xml"/><Relationship Id="rId4" Type="http://schemas.openxmlformats.org/officeDocument/2006/relationships/image" Target="../media/image1011.png"/><Relationship Id="rId39" Type="http://schemas.openxmlformats.org/officeDocument/2006/relationships/image" Target="../media/image1029.png"/><Relationship Id="rId38" Type="http://schemas.openxmlformats.org/officeDocument/2006/relationships/customXml" Target="../ink/ink992.xml"/><Relationship Id="rId37" Type="http://schemas.openxmlformats.org/officeDocument/2006/relationships/image" Target="../media/image1028.png"/><Relationship Id="rId36" Type="http://schemas.openxmlformats.org/officeDocument/2006/relationships/customXml" Target="../ink/ink991.xml"/><Relationship Id="rId35" Type="http://schemas.openxmlformats.org/officeDocument/2006/relationships/image" Target="../media/image1027.png"/><Relationship Id="rId34" Type="http://schemas.openxmlformats.org/officeDocument/2006/relationships/customXml" Target="../ink/ink990.xml"/><Relationship Id="rId33" Type="http://schemas.openxmlformats.org/officeDocument/2006/relationships/image" Target="../media/image1026.png"/><Relationship Id="rId32" Type="http://schemas.openxmlformats.org/officeDocument/2006/relationships/customXml" Target="../ink/ink989.xml"/><Relationship Id="rId31" Type="http://schemas.openxmlformats.org/officeDocument/2006/relationships/image" Target="../media/image1025.png"/><Relationship Id="rId30" Type="http://schemas.openxmlformats.org/officeDocument/2006/relationships/customXml" Target="../ink/ink988.xml"/><Relationship Id="rId3" Type="http://schemas.openxmlformats.org/officeDocument/2006/relationships/image" Target="../media/image1010.png"/><Relationship Id="rId29" Type="http://schemas.openxmlformats.org/officeDocument/2006/relationships/image" Target="../media/image1024.png"/><Relationship Id="rId28" Type="http://schemas.openxmlformats.org/officeDocument/2006/relationships/customXml" Target="../ink/ink987.xml"/><Relationship Id="rId27" Type="http://schemas.openxmlformats.org/officeDocument/2006/relationships/image" Target="../media/image1023.png"/><Relationship Id="rId26" Type="http://schemas.openxmlformats.org/officeDocument/2006/relationships/customXml" Target="../ink/ink986.xml"/><Relationship Id="rId25" Type="http://schemas.openxmlformats.org/officeDocument/2006/relationships/image" Target="../media/image1022.png"/><Relationship Id="rId24" Type="http://schemas.openxmlformats.org/officeDocument/2006/relationships/customXml" Target="../ink/ink985.xml"/><Relationship Id="rId23" Type="http://schemas.openxmlformats.org/officeDocument/2006/relationships/image" Target="../media/image1021.png"/><Relationship Id="rId22" Type="http://schemas.openxmlformats.org/officeDocument/2006/relationships/customXml" Target="../ink/ink984.xml"/><Relationship Id="rId21" Type="http://schemas.openxmlformats.org/officeDocument/2006/relationships/image" Target="../media/image1020.png"/><Relationship Id="rId20" Type="http://schemas.openxmlformats.org/officeDocument/2006/relationships/customXml" Target="../ink/ink983.xml"/><Relationship Id="rId2" Type="http://schemas.openxmlformats.org/officeDocument/2006/relationships/tags" Target="../tags/tag189.xml"/><Relationship Id="rId19" Type="http://schemas.openxmlformats.org/officeDocument/2006/relationships/image" Target="../media/image1019.png"/><Relationship Id="rId18" Type="http://schemas.openxmlformats.org/officeDocument/2006/relationships/customXml" Target="../ink/ink982.xml"/><Relationship Id="rId17" Type="http://schemas.openxmlformats.org/officeDocument/2006/relationships/image" Target="../media/image1018.png"/><Relationship Id="rId16" Type="http://schemas.openxmlformats.org/officeDocument/2006/relationships/customXml" Target="../ink/ink981.xml"/><Relationship Id="rId15" Type="http://schemas.openxmlformats.org/officeDocument/2006/relationships/image" Target="../media/image1017.png"/><Relationship Id="rId14" Type="http://schemas.openxmlformats.org/officeDocument/2006/relationships/customXml" Target="../ink/ink980.xml"/><Relationship Id="rId13" Type="http://schemas.openxmlformats.org/officeDocument/2006/relationships/image" Target="../media/image1016.png"/><Relationship Id="rId12" Type="http://schemas.openxmlformats.org/officeDocument/2006/relationships/customXml" Target="../ink/ink979.xml"/><Relationship Id="rId11" Type="http://schemas.openxmlformats.org/officeDocument/2006/relationships/image" Target="../media/image1015.png"/><Relationship Id="rId10" Type="http://schemas.openxmlformats.org/officeDocument/2006/relationships/customXml" Target="../ink/ink978.xml"/><Relationship Id="rId1" Type="http://schemas.openxmlformats.org/officeDocument/2006/relationships/tags" Target="../tags/tag188.xml"/></Relationships>
</file>

<file path=ppt/slides/_rels/slide40.xml.rels><?xml version="1.0" encoding="UTF-8" standalone="yes"?>
<Relationships xmlns="http://schemas.openxmlformats.org/package/2006/relationships"><Relationship Id="rId9" Type="http://schemas.openxmlformats.org/officeDocument/2006/relationships/image" Target="../media/image1037.png"/><Relationship Id="rId8" Type="http://schemas.openxmlformats.org/officeDocument/2006/relationships/customXml" Target="../ink/ink1000.xml"/><Relationship Id="rId7" Type="http://schemas.openxmlformats.org/officeDocument/2006/relationships/image" Target="../media/image1036.png"/><Relationship Id="rId6" Type="http://schemas.openxmlformats.org/officeDocument/2006/relationships/customXml" Target="../ink/ink999.xml"/><Relationship Id="rId5" Type="http://schemas.openxmlformats.org/officeDocument/2006/relationships/image" Target="../media/image1035.png"/><Relationship Id="rId4" Type="http://schemas.openxmlformats.org/officeDocument/2006/relationships/customXml" Target="../ink/ink998.xml"/><Relationship Id="rId37" Type="http://schemas.openxmlformats.org/officeDocument/2006/relationships/slideLayout" Target="../slideLayouts/slideLayout2.xml"/><Relationship Id="rId36" Type="http://schemas.openxmlformats.org/officeDocument/2006/relationships/tags" Target="../tags/tag193.xml"/><Relationship Id="rId35" Type="http://schemas.openxmlformats.org/officeDocument/2006/relationships/image" Target="../media/image1050.png"/><Relationship Id="rId34" Type="http://schemas.openxmlformats.org/officeDocument/2006/relationships/customXml" Target="../ink/ink1013.xml"/><Relationship Id="rId33" Type="http://schemas.openxmlformats.org/officeDocument/2006/relationships/image" Target="../media/image1049.png"/><Relationship Id="rId32" Type="http://schemas.openxmlformats.org/officeDocument/2006/relationships/customXml" Target="../ink/ink1012.xml"/><Relationship Id="rId31" Type="http://schemas.openxmlformats.org/officeDocument/2006/relationships/image" Target="../media/image1048.png"/><Relationship Id="rId30" Type="http://schemas.openxmlformats.org/officeDocument/2006/relationships/customXml" Target="../ink/ink1011.xml"/><Relationship Id="rId3" Type="http://schemas.openxmlformats.org/officeDocument/2006/relationships/image" Target="../media/image1012.png"/><Relationship Id="rId29" Type="http://schemas.openxmlformats.org/officeDocument/2006/relationships/image" Target="../media/image1047.png"/><Relationship Id="rId28" Type="http://schemas.openxmlformats.org/officeDocument/2006/relationships/customXml" Target="../ink/ink1010.xml"/><Relationship Id="rId27" Type="http://schemas.openxmlformats.org/officeDocument/2006/relationships/image" Target="../media/image1046.png"/><Relationship Id="rId26" Type="http://schemas.openxmlformats.org/officeDocument/2006/relationships/customXml" Target="../ink/ink1009.xml"/><Relationship Id="rId25" Type="http://schemas.openxmlformats.org/officeDocument/2006/relationships/image" Target="../media/image1045.png"/><Relationship Id="rId24" Type="http://schemas.openxmlformats.org/officeDocument/2006/relationships/customXml" Target="../ink/ink1008.xml"/><Relationship Id="rId23" Type="http://schemas.openxmlformats.org/officeDocument/2006/relationships/image" Target="../media/image1044.png"/><Relationship Id="rId22" Type="http://schemas.openxmlformats.org/officeDocument/2006/relationships/customXml" Target="../ink/ink1007.xml"/><Relationship Id="rId21" Type="http://schemas.openxmlformats.org/officeDocument/2006/relationships/image" Target="../media/image1043.png"/><Relationship Id="rId20" Type="http://schemas.openxmlformats.org/officeDocument/2006/relationships/customXml" Target="../ink/ink1006.xml"/><Relationship Id="rId2" Type="http://schemas.openxmlformats.org/officeDocument/2006/relationships/tags" Target="../tags/tag192.xml"/><Relationship Id="rId19" Type="http://schemas.openxmlformats.org/officeDocument/2006/relationships/image" Target="../media/image1042.png"/><Relationship Id="rId18" Type="http://schemas.openxmlformats.org/officeDocument/2006/relationships/customXml" Target="../ink/ink1005.xml"/><Relationship Id="rId17" Type="http://schemas.openxmlformats.org/officeDocument/2006/relationships/image" Target="../media/image1041.png"/><Relationship Id="rId16" Type="http://schemas.openxmlformats.org/officeDocument/2006/relationships/customXml" Target="../ink/ink1004.xml"/><Relationship Id="rId15" Type="http://schemas.openxmlformats.org/officeDocument/2006/relationships/image" Target="../media/image1040.png"/><Relationship Id="rId14" Type="http://schemas.openxmlformats.org/officeDocument/2006/relationships/customXml" Target="../ink/ink1003.xml"/><Relationship Id="rId13" Type="http://schemas.openxmlformats.org/officeDocument/2006/relationships/image" Target="../media/image1039.png"/><Relationship Id="rId12" Type="http://schemas.openxmlformats.org/officeDocument/2006/relationships/customXml" Target="../ink/ink1002.xml"/><Relationship Id="rId11" Type="http://schemas.openxmlformats.org/officeDocument/2006/relationships/image" Target="../media/image1038.png"/><Relationship Id="rId10" Type="http://schemas.openxmlformats.org/officeDocument/2006/relationships/customXml" Target="../ink/ink1001.xml"/><Relationship Id="rId1" Type="http://schemas.openxmlformats.org/officeDocument/2006/relationships/tags" Target="../tags/tag191.xml"/></Relationships>
</file>

<file path=ppt/slides/_rels/slide41.xml.rels><?xml version="1.0" encoding="UTF-8" standalone="yes"?>
<Relationships xmlns="http://schemas.openxmlformats.org/package/2006/relationships"><Relationship Id="rId9" Type="http://schemas.openxmlformats.org/officeDocument/2006/relationships/image" Target="../media/image1054.png"/><Relationship Id="rId8" Type="http://schemas.openxmlformats.org/officeDocument/2006/relationships/customXml" Target="../ink/ink1016.xml"/><Relationship Id="rId7" Type="http://schemas.openxmlformats.org/officeDocument/2006/relationships/image" Target="../media/image1053.png"/><Relationship Id="rId6" Type="http://schemas.openxmlformats.org/officeDocument/2006/relationships/customXml" Target="../ink/ink1015.xml"/><Relationship Id="rId5" Type="http://schemas.openxmlformats.org/officeDocument/2006/relationships/image" Target="../media/image1052.png"/><Relationship Id="rId4" Type="http://schemas.openxmlformats.org/officeDocument/2006/relationships/customXml" Target="../ink/ink1014.xml"/><Relationship Id="rId3" Type="http://schemas.openxmlformats.org/officeDocument/2006/relationships/image" Target="../media/image1051.png"/><Relationship Id="rId29" Type="http://schemas.openxmlformats.org/officeDocument/2006/relationships/slideLayout" Target="../slideLayouts/slideLayout2.xml"/><Relationship Id="rId28" Type="http://schemas.openxmlformats.org/officeDocument/2006/relationships/tags" Target="../tags/tag196.xml"/><Relationship Id="rId27" Type="http://schemas.openxmlformats.org/officeDocument/2006/relationships/image" Target="../media/image1063.png"/><Relationship Id="rId26" Type="http://schemas.openxmlformats.org/officeDocument/2006/relationships/customXml" Target="../ink/ink1025.xml"/><Relationship Id="rId25" Type="http://schemas.openxmlformats.org/officeDocument/2006/relationships/image" Target="../media/image1062.png"/><Relationship Id="rId24" Type="http://schemas.openxmlformats.org/officeDocument/2006/relationships/customXml" Target="../ink/ink1024.xml"/><Relationship Id="rId23" Type="http://schemas.openxmlformats.org/officeDocument/2006/relationships/image" Target="../media/image1061.png"/><Relationship Id="rId22" Type="http://schemas.openxmlformats.org/officeDocument/2006/relationships/customXml" Target="../ink/ink1023.xml"/><Relationship Id="rId21" Type="http://schemas.openxmlformats.org/officeDocument/2006/relationships/image" Target="../media/image1060.png"/><Relationship Id="rId20" Type="http://schemas.openxmlformats.org/officeDocument/2006/relationships/customXml" Target="../ink/ink1022.xml"/><Relationship Id="rId2" Type="http://schemas.openxmlformats.org/officeDocument/2006/relationships/tags" Target="../tags/tag195.xml"/><Relationship Id="rId19" Type="http://schemas.openxmlformats.org/officeDocument/2006/relationships/image" Target="../media/image1059.png"/><Relationship Id="rId18" Type="http://schemas.openxmlformats.org/officeDocument/2006/relationships/customXml" Target="../ink/ink1021.xml"/><Relationship Id="rId17" Type="http://schemas.openxmlformats.org/officeDocument/2006/relationships/image" Target="../media/image1058.png"/><Relationship Id="rId16" Type="http://schemas.openxmlformats.org/officeDocument/2006/relationships/customXml" Target="../ink/ink1020.xml"/><Relationship Id="rId15" Type="http://schemas.openxmlformats.org/officeDocument/2006/relationships/image" Target="../media/image1057.png"/><Relationship Id="rId14" Type="http://schemas.openxmlformats.org/officeDocument/2006/relationships/customXml" Target="../ink/ink1019.xml"/><Relationship Id="rId13" Type="http://schemas.openxmlformats.org/officeDocument/2006/relationships/image" Target="../media/image1056.png"/><Relationship Id="rId12" Type="http://schemas.openxmlformats.org/officeDocument/2006/relationships/customXml" Target="../ink/ink1018.xml"/><Relationship Id="rId11" Type="http://schemas.openxmlformats.org/officeDocument/2006/relationships/image" Target="../media/image1055.png"/><Relationship Id="rId10" Type="http://schemas.openxmlformats.org/officeDocument/2006/relationships/customXml" Target="../ink/ink1017.xml"/><Relationship Id="rId1" Type="http://schemas.openxmlformats.org/officeDocument/2006/relationships/tags" Target="../tags/tag194.xml"/></Relationships>
</file>

<file path=ppt/slides/_rels/slide42.xml.rels><?xml version="1.0" encoding="UTF-8" standalone="yes"?>
<Relationships xmlns="http://schemas.openxmlformats.org/package/2006/relationships"><Relationship Id="rId9" Type="http://schemas.openxmlformats.org/officeDocument/2006/relationships/image" Target="../media/image1067.png"/><Relationship Id="rId8" Type="http://schemas.openxmlformats.org/officeDocument/2006/relationships/customXml" Target="../ink/ink1028.xml"/><Relationship Id="rId7" Type="http://schemas.openxmlformats.org/officeDocument/2006/relationships/image" Target="../media/image1066.png"/><Relationship Id="rId6" Type="http://schemas.openxmlformats.org/officeDocument/2006/relationships/customXml" Target="../ink/ink1027.xml"/><Relationship Id="rId5" Type="http://schemas.openxmlformats.org/officeDocument/2006/relationships/image" Target="../media/image1065.png"/><Relationship Id="rId4" Type="http://schemas.openxmlformats.org/officeDocument/2006/relationships/customXml" Target="../ink/ink1026.xml"/><Relationship Id="rId3" Type="http://schemas.openxmlformats.org/officeDocument/2006/relationships/image" Target="../media/image1064.png"/><Relationship Id="rId2" Type="http://schemas.openxmlformats.org/officeDocument/2006/relationships/tags" Target="../tags/tag198.xml"/><Relationship Id="rId19" Type="http://schemas.openxmlformats.org/officeDocument/2006/relationships/slideLayout" Target="../slideLayouts/slideLayout2.xml"/><Relationship Id="rId18" Type="http://schemas.openxmlformats.org/officeDocument/2006/relationships/tags" Target="../tags/tag199.xml"/><Relationship Id="rId17" Type="http://schemas.openxmlformats.org/officeDocument/2006/relationships/image" Target="../media/image1071.png"/><Relationship Id="rId16" Type="http://schemas.openxmlformats.org/officeDocument/2006/relationships/customXml" Target="../ink/ink1032.xml"/><Relationship Id="rId15" Type="http://schemas.openxmlformats.org/officeDocument/2006/relationships/image" Target="../media/image1070.png"/><Relationship Id="rId14" Type="http://schemas.openxmlformats.org/officeDocument/2006/relationships/customXml" Target="../ink/ink1031.xml"/><Relationship Id="rId13" Type="http://schemas.openxmlformats.org/officeDocument/2006/relationships/image" Target="../media/image1069.png"/><Relationship Id="rId12" Type="http://schemas.openxmlformats.org/officeDocument/2006/relationships/customXml" Target="../ink/ink1030.xml"/><Relationship Id="rId11" Type="http://schemas.openxmlformats.org/officeDocument/2006/relationships/image" Target="../media/image1068.png"/><Relationship Id="rId10" Type="http://schemas.openxmlformats.org/officeDocument/2006/relationships/customXml" Target="../ink/ink1029.xml"/><Relationship Id="rId1" Type="http://schemas.openxmlformats.org/officeDocument/2006/relationships/tags" Target="../tags/tag197.xml"/></Relationships>
</file>

<file path=ppt/slides/_rels/slide43.xml.rels><?xml version="1.0" encoding="UTF-8" standalone="yes"?>
<Relationships xmlns="http://schemas.openxmlformats.org/package/2006/relationships"><Relationship Id="rId9" Type="http://schemas.openxmlformats.org/officeDocument/2006/relationships/customXml" Target="../ink/ink1036.xml"/><Relationship Id="rId8" Type="http://schemas.openxmlformats.org/officeDocument/2006/relationships/image" Target="../media/image1074.png"/><Relationship Id="rId7" Type="http://schemas.openxmlformats.org/officeDocument/2006/relationships/customXml" Target="../ink/ink1035.xml"/><Relationship Id="rId6" Type="http://schemas.openxmlformats.org/officeDocument/2006/relationships/image" Target="../media/image1073.png"/><Relationship Id="rId5" Type="http://schemas.openxmlformats.org/officeDocument/2006/relationships/customXml" Target="../ink/ink1034.xml"/><Relationship Id="rId4" Type="http://schemas.openxmlformats.org/officeDocument/2006/relationships/image" Target="../media/image1072.png"/><Relationship Id="rId36" Type="http://schemas.openxmlformats.org/officeDocument/2006/relationships/slideLayout" Target="../slideLayouts/slideLayout2.xml"/><Relationship Id="rId35" Type="http://schemas.openxmlformats.org/officeDocument/2006/relationships/tags" Target="../tags/tag202.xml"/><Relationship Id="rId34" Type="http://schemas.openxmlformats.org/officeDocument/2006/relationships/image" Target="../media/image1087.png"/><Relationship Id="rId33" Type="http://schemas.openxmlformats.org/officeDocument/2006/relationships/customXml" Target="../ink/ink1048.xml"/><Relationship Id="rId32" Type="http://schemas.openxmlformats.org/officeDocument/2006/relationships/image" Target="../media/image1086.png"/><Relationship Id="rId31" Type="http://schemas.openxmlformats.org/officeDocument/2006/relationships/customXml" Target="../ink/ink1047.xml"/><Relationship Id="rId30" Type="http://schemas.openxmlformats.org/officeDocument/2006/relationships/image" Target="../media/image1085.png"/><Relationship Id="rId3" Type="http://schemas.openxmlformats.org/officeDocument/2006/relationships/customXml" Target="../ink/ink1033.xml"/><Relationship Id="rId29" Type="http://schemas.openxmlformats.org/officeDocument/2006/relationships/customXml" Target="../ink/ink1046.xml"/><Relationship Id="rId28" Type="http://schemas.openxmlformats.org/officeDocument/2006/relationships/image" Target="../media/image1084.png"/><Relationship Id="rId27" Type="http://schemas.openxmlformats.org/officeDocument/2006/relationships/customXml" Target="../ink/ink1045.xml"/><Relationship Id="rId26" Type="http://schemas.openxmlformats.org/officeDocument/2006/relationships/image" Target="../media/image1083.png"/><Relationship Id="rId25" Type="http://schemas.openxmlformats.org/officeDocument/2006/relationships/customXml" Target="../ink/ink1044.xml"/><Relationship Id="rId24" Type="http://schemas.openxmlformats.org/officeDocument/2006/relationships/image" Target="../media/image1082.png"/><Relationship Id="rId23" Type="http://schemas.openxmlformats.org/officeDocument/2006/relationships/customXml" Target="../ink/ink1043.xml"/><Relationship Id="rId22" Type="http://schemas.openxmlformats.org/officeDocument/2006/relationships/image" Target="../media/image1081.png"/><Relationship Id="rId21" Type="http://schemas.openxmlformats.org/officeDocument/2006/relationships/customXml" Target="../ink/ink1042.xml"/><Relationship Id="rId20" Type="http://schemas.openxmlformats.org/officeDocument/2006/relationships/image" Target="../media/image1080.png"/><Relationship Id="rId2" Type="http://schemas.openxmlformats.org/officeDocument/2006/relationships/tags" Target="../tags/tag201.xml"/><Relationship Id="rId19" Type="http://schemas.openxmlformats.org/officeDocument/2006/relationships/customXml" Target="../ink/ink1041.xml"/><Relationship Id="rId18" Type="http://schemas.openxmlformats.org/officeDocument/2006/relationships/image" Target="../media/image1079.png"/><Relationship Id="rId17" Type="http://schemas.openxmlformats.org/officeDocument/2006/relationships/customXml" Target="../ink/ink1040.xml"/><Relationship Id="rId16" Type="http://schemas.openxmlformats.org/officeDocument/2006/relationships/image" Target="../media/image1078.png"/><Relationship Id="rId15" Type="http://schemas.openxmlformats.org/officeDocument/2006/relationships/customXml" Target="../ink/ink1039.xml"/><Relationship Id="rId14" Type="http://schemas.openxmlformats.org/officeDocument/2006/relationships/image" Target="../media/image1077.png"/><Relationship Id="rId13" Type="http://schemas.openxmlformats.org/officeDocument/2006/relationships/customXml" Target="../ink/ink1038.xml"/><Relationship Id="rId12" Type="http://schemas.openxmlformats.org/officeDocument/2006/relationships/image" Target="../media/image1076.png"/><Relationship Id="rId11" Type="http://schemas.openxmlformats.org/officeDocument/2006/relationships/customXml" Target="../ink/ink1037.xml"/><Relationship Id="rId10" Type="http://schemas.openxmlformats.org/officeDocument/2006/relationships/image" Target="../media/image1075.png"/><Relationship Id="rId1" Type="http://schemas.openxmlformats.org/officeDocument/2006/relationships/tags" Target="../tags/tag200.xml"/></Relationships>
</file>

<file path=ppt/slides/_rels/slide44.xml.rels><?xml version="1.0" encoding="UTF-8" standalone="yes"?>
<Relationships xmlns="http://schemas.openxmlformats.org/package/2006/relationships"><Relationship Id="rId9" Type="http://schemas.openxmlformats.org/officeDocument/2006/relationships/customXml" Target="../ink/ink1052.xml"/><Relationship Id="rId8" Type="http://schemas.openxmlformats.org/officeDocument/2006/relationships/image" Target="../media/image1090.png"/><Relationship Id="rId7" Type="http://schemas.openxmlformats.org/officeDocument/2006/relationships/customXml" Target="../ink/ink1051.xml"/><Relationship Id="rId6" Type="http://schemas.openxmlformats.org/officeDocument/2006/relationships/image" Target="../media/image1089.png"/><Relationship Id="rId5" Type="http://schemas.openxmlformats.org/officeDocument/2006/relationships/customXml" Target="../ink/ink1050.xml"/><Relationship Id="rId44" Type="http://schemas.openxmlformats.org/officeDocument/2006/relationships/slideLayout" Target="../slideLayouts/slideLayout3.xml"/><Relationship Id="rId43" Type="http://schemas.openxmlformats.org/officeDocument/2006/relationships/tags" Target="../tags/tag205.xml"/><Relationship Id="rId42" Type="http://schemas.openxmlformats.org/officeDocument/2006/relationships/image" Target="../media/image1107.png"/><Relationship Id="rId41" Type="http://schemas.openxmlformats.org/officeDocument/2006/relationships/customXml" Target="../ink/ink1068.xml"/><Relationship Id="rId40" Type="http://schemas.openxmlformats.org/officeDocument/2006/relationships/image" Target="../media/image1106.png"/><Relationship Id="rId4" Type="http://schemas.openxmlformats.org/officeDocument/2006/relationships/image" Target="../media/image1088.png"/><Relationship Id="rId39" Type="http://schemas.openxmlformats.org/officeDocument/2006/relationships/customXml" Target="../ink/ink1067.xml"/><Relationship Id="rId38" Type="http://schemas.openxmlformats.org/officeDocument/2006/relationships/image" Target="../media/image1105.png"/><Relationship Id="rId37" Type="http://schemas.openxmlformats.org/officeDocument/2006/relationships/customXml" Target="../ink/ink1066.xml"/><Relationship Id="rId36" Type="http://schemas.openxmlformats.org/officeDocument/2006/relationships/image" Target="../media/image1104.png"/><Relationship Id="rId35" Type="http://schemas.openxmlformats.org/officeDocument/2006/relationships/customXml" Target="../ink/ink1065.xml"/><Relationship Id="rId34" Type="http://schemas.openxmlformats.org/officeDocument/2006/relationships/image" Target="../media/image1103.png"/><Relationship Id="rId33" Type="http://schemas.openxmlformats.org/officeDocument/2006/relationships/customXml" Target="../ink/ink1064.xml"/><Relationship Id="rId32" Type="http://schemas.openxmlformats.org/officeDocument/2006/relationships/image" Target="../media/image1102.png"/><Relationship Id="rId31" Type="http://schemas.openxmlformats.org/officeDocument/2006/relationships/customXml" Target="../ink/ink1063.xml"/><Relationship Id="rId30" Type="http://schemas.openxmlformats.org/officeDocument/2006/relationships/image" Target="../media/image1101.png"/><Relationship Id="rId3" Type="http://schemas.openxmlformats.org/officeDocument/2006/relationships/customXml" Target="../ink/ink1049.xml"/><Relationship Id="rId29" Type="http://schemas.openxmlformats.org/officeDocument/2006/relationships/customXml" Target="../ink/ink1062.xml"/><Relationship Id="rId28" Type="http://schemas.openxmlformats.org/officeDocument/2006/relationships/image" Target="../media/image1100.png"/><Relationship Id="rId27" Type="http://schemas.openxmlformats.org/officeDocument/2006/relationships/customXml" Target="../ink/ink1061.xml"/><Relationship Id="rId26" Type="http://schemas.openxmlformats.org/officeDocument/2006/relationships/image" Target="../media/image1099.png"/><Relationship Id="rId25" Type="http://schemas.openxmlformats.org/officeDocument/2006/relationships/customXml" Target="../ink/ink1060.xml"/><Relationship Id="rId24" Type="http://schemas.openxmlformats.org/officeDocument/2006/relationships/image" Target="../media/image1098.png"/><Relationship Id="rId23" Type="http://schemas.openxmlformats.org/officeDocument/2006/relationships/customXml" Target="../ink/ink1059.xml"/><Relationship Id="rId22" Type="http://schemas.openxmlformats.org/officeDocument/2006/relationships/image" Target="../media/image1097.png"/><Relationship Id="rId21" Type="http://schemas.openxmlformats.org/officeDocument/2006/relationships/customXml" Target="../ink/ink1058.xml"/><Relationship Id="rId20" Type="http://schemas.openxmlformats.org/officeDocument/2006/relationships/image" Target="../media/image1096.png"/><Relationship Id="rId2" Type="http://schemas.openxmlformats.org/officeDocument/2006/relationships/tags" Target="../tags/tag204.xml"/><Relationship Id="rId19" Type="http://schemas.openxmlformats.org/officeDocument/2006/relationships/customXml" Target="../ink/ink1057.xml"/><Relationship Id="rId18" Type="http://schemas.openxmlformats.org/officeDocument/2006/relationships/image" Target="../media/image1095.png"/><Relationship Id="rId17" Type="http://schemas.openxmlformats.org/officeDocument/2006/relationships/customXml" Target="../ink/ink1056.xml"/><Relationship Id="rId16" Type="http://schemas.openxmlformats.org/officeDocument/2006/relationships/image" Target="../media/image1094.png"/><Relationship Id="rId15" Type="http://schemas.openxmlformats.org/officeDocument/2006/relationships/customXml" Target="../ink/ink1055.xml"/><Relationship Id="rId14" Type="http://schemas.openxmlformats.org/officeDocument/2006/relationships/image" Target="../media/image1093.png"/><Relationship Id="rId13" Type="http://schemas.openxmlformats.org/officeDocument/2006/relationships/customXml" Target="../ink/ink1054.xml"/><Relationship Id="rId12" Type="http://schemas.openxmlformats.org/officeDocument/2006/relationships/image" Target="../media/image1092.png"/><Relationship Id="rId11" Type="http://schemas.openxmlformats.org/officeDocument/2006/relationships/customXml" Target="../ink/ink1053.xml"/><Relationship Id="rId10" Type="http://schemas.openxmlformats.org/officeDocument/2006/relationships/image" Target="../media/image1091.png"/><Relationship Id="rId1" Type="http://schemas.openxmlformats.org/officeDocument/2006/relationships/tags" Target="../tags/tag203.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tags" Target="../tags/tag208.xml"/><Relationship Id="rId6" Type="http://schemas.openxmlformats.org/officeDocument/2006/relationships/image" Target="../media/image1109.png"/><Relationship Id="rId5" Type="http://schemas.openxmlformats.org/officeDocument/2006/relationships/customXml" Target="../ink/ink1070.xml"/><Relationship Id="rId4" Type="http://schemas.openxmlformats.org/officeDocument/2006/relationships/image" Target="../media/image1108.png"/><Relationship Id="rId3" Type="http://schemas.openxmlformats.org/officeDocument/2006/relationships/customXml" Target="../ink/ink1069.xml"/><Relationship Id="rId2" Type="http://schemas.openxmlformats.org/officeDocument/2006/relationships/tags" Target="../tags/tag207.xml"/><Relationship Id="rId1" Type="http://schemas.openxmlformats.org/officeDocument/2006/relationships/tags" Target="../tags/tag206.xml"/></Relationships>
</file>

<file path=ppt/slides/_rels/slide46.xml.rels><?xml version="1.0" encoding="UTF-8" standalone="yes"?>
<Relationships xmlns="http://schemas.openxmlformats.org/package/2006/relationships"><Relationship Id="rId9" Type="http://schemas.openxmlformats.org/officeDocument/2006/relationships/customXml" Target="../ink/ink1074.xml"/><Relationship Id="rId8" Type="http://schemas.openxmlformats.org/officeDocument/2006/relationships/image" Target="../media/image1112.png"/><Relationship Id="rId7" Type="http://schemas.openxmlformats.org/officeDocument/2006/relationships/customXml" Target="../ink/ink1073.xml"/><Relationship Id="rId60" Type="http://schemas.openxmlformats.org/officeDocument/2006/relationships/slideLayout" Target="../slideLayouts/slideLayout2.xml"/><Relationship Id="rId6" Type="http://schemas.openxmlformats.org/officeDocument/2006/relationships/image" Target="../media/image1111.png"/><Relationship Id="rId59" Type="http://schemas.openxmlformats.org/officeDocument/2006/relationships/tags" Target="../tags/tag211.xml"/><Relationship Id="rId58" Type="http://schemas.openxmlformats.org/officeDocument/2006/relationships/image" Target="../media/image1137.png"/><Relationship Id="rId57" Type="http://schemas.openxmlformats.org/officeDocument/2006/relationships/customXml" Target="../ink/ink1098.xml"/><Relationship Id="rId56" Type="http://schemas.openxmlformats.org/officeDocument/2006/relationships/image" Target="../media/image1136.png"/><Relationship Id="rId55" Type="http://schemas.openxmlformats.org/officeDocument/2006/relationships/customXml" Target="../ink/ink1097.xml"/><Relationship Id="rId54" Type="http://schemas.openxmlformats.org/officeDocument/2006/relationships/image" Target="../media/image1135.png"/><Relationship Id="rId53" Type="http://schemas.openxmlformats.org/officeDocument/2006/relationships/customXml" Target="../ink/ink1096.xml"/><Relationship Id="rId52" Type="http://schemas.openxmlformats.org/officeDocument/2006/relationships/image" Target="../media/image1134.png"/><Relationship Id="rId51" Type="http://schemas.openxmlformats.org/officeDocument/2006/relationships/customXml" Target="../ink/ink1095.xml"/><Relationship Id="rId50" Type="http://schemas.openxmlformats.org/officeDocument/2006/relationships/image" Target="../media/image1133.png"/><Relationship Id="rId5" Type="http://schemas.openxmlformats.org/officeDocument/2006/relationships/customXml" Target="../ink/ink1072.xml"/><Relationship Id="rId49" Type="http://schemas.openxmlformats.org/officeDocument/2006/relationships/customXml" Target="../ink/ink1094.xml"/><Relationship Id="rId48" Type="http://schemas.openxmlformats.org/officeDocument/2006/relationships/image" Target="../media/image1132.png"/><Relationship Id="rId47" Type="http://schemas.openxmlformats.org/officeDocument/2006/relationships/customXml" Target="../ink/ink1093.xml"/><Relationship Id="rId46" Type="http://schemas.openxmlformats.org/officeDocument/2006/relationships/image" Target="../media/image1131.png"/><Relationship Id="rId45" Type="http://schemas.openxmlformats.org/officeDocument/2006/relationships/customXml" Target="../ink/ink1092.xml"/><Relationship Id="rId44" Type="http://schemas.openxmlformats.org/officeDocument/2006/relationships/image" Target="../media/image1130.png"/><Relationship Id="rId43" Type="http://schemas.openxmlformats.org/officeDocument/2006/relationships/customXml" Target="../ink/ink1091.xml"/><Relationship Id="rId42" Type="http://schemas.openxmlformats.org/officeDocument/2006/relationships/image" Target="../media/image1129.png"/><Relationship Id="rId41" Type="http://schemas.openxmlformats.org/officeDocument/2006/relationships/customXml" Target="../ink/ink1090.xml"/><Relationship Id="rId40" Type="http://schemas.openxmlformats.org/officeDocument/2006/relationships/image" Target="../media/image1128.png"/><Relationship Id="rId4" Type="http://schemas.openxmlformats.org/officeDocument/2006/relationships/image" Target="../media/image1110.png"/><Relationship Id="rId39" Type="http://schemas.openxmlformats.org/officeDocument/2006/relationships/customXml" Target="../ink/ink1089.xml"/><Relationship Id="rId38" Type="http://schemas.openxmlformats.org/officeDocument/2006/relationships/image" Target="../media/image1127.png"/><Relationship Id="rId37" Type="http://schemas.openxmlformats.org/officeDocument/2006/relationships/customXml" Target="../ink/ink1088.xml"/><Relationship Id="rId36" Type="http://schemas.openxmlformats.org/officeDocument/2006/relationships/image" Target="../media/image1126.png"/><Relationship Id="rId35" Type="http://schemas.openxmlformats.org/officeDocument/2006/relationships/customXml" Target="../ink/ink1087.xml"/><Relationship Id="rId34" Type="http://schemas.openxmlformats.org/officeDocument/2006/relationships/image" Target="../media/image1125.png"/><Relationship Id="rId33" Type="http://schemas.openxmlformats.org/officeDocument/2006/relationships/customXml" Target="../ink/ink1086.xml"/><Relationship Id="rId32" Type="http://schemas.openxmlformats.org/officeDocument/2006/relationships/image" Target="../media/image1124.png"/><Relationship Id="rId31" Type="http://schemas.openxmlformats.org/officeDocument/2006/relationships/customXml" Target="../ink/ink1085.xml"/><Relationship Id="rId30" Type="http://schemas.openxmlformats.org/officeDocument/2006/relationships/image" Target="../media/image1123.png"/><Relationship Id="rId3" Type="http://schemas.openxmlformats.org/officeDocument/2006/relationships/customXml" Target="../ink/ink1071.xml"/><Relationship Id="rId29" Type="http://schemas.openxmlformats.org/officeDocument/2006/relationships/customXml" Target="../ink/ink1084.xml"/><Relationship Id="rId28" Type="http://schemas.openxmlformats.org/officeDocument/2006/relationships/image" Target="../media/image1122.png"/><Relationship Id="rId27" Type="http://schemas.openxmlformats.org/officeDocument/2006/relationships/customXml" Target="../ink/ink1083.xml"/><Relationship Id="rId26" Type="http://schemas.openxmlformats.org/officeDocument/2006/relationships/image" Target="../media/image1121.png"/><Relationship Id="rId25" Type="http://schemas.openxmlformats.org/officeDocument/2006/relationships/customXml" Target="../ink/ink1082.xml"/><Relationship Id="rId24" Type="http://schemas.openxmlformats.org/officeDocument/2006/relationships/image" Target="../media/image1120.png"/><Relationship Id="rId23" Type="http://schemas.openxmlformats.org/officeDocument/2006/relationships/customXml" Target="../ink/ink1081.xml"/><Relationship Id="rId22" Type="http://schemas.openxmlformats.org/officeDocument/2006/relationships/image" Target="../media/image1119.png"/><Relationship Id="rId21" Type="http://schemas.openxmlformats.org/officeDocument/2006/relationships/customXml" Target="../ink/ink1080.xml"/><Relationship Id="rId20" Type="http://schemas.openxmlformats.org/officeDocument/2006/relationships/image" Target="../media/image1118.png"/><Relationship Id="rId2" Type="http://schemas.openxmlformats.org/officeDocument/2006/relationships/tags" Target="../tags/tag210.xml"/><Relationship Id="rId19" Type="http://schemas.openxmlformats.org/officeDocument/2006/relationships/customXml" Target="../ink/ink1079.xml"/><Relationship Id="rId18" Type="http://schemas.openxmlformats.org/officeDocument/2006/relationships/image" Target="../media/image1117.png"/><Relationship Id="rId17" Type="http://schemas.openxmlformats.org/officeDocument/2006/relationships/customXml" Target="../ink/ink1078.xml"/><Relationship Id="rId16" Type="http://schemas.openxmlformats.org/officeDocument/2006/relationships/image" Target="../media/image1116.png"/><Relationship Id="rId15" Type="http://schemas.openxmlformats.org/officeDocument/2006/relationships/customXml" Target="../ink/ink1077.xml"/><Relationship Id="rId14" Type="http://schemas.openxmlformats.org/officeDocument/2006/relationships/image" Target="../media/image1115.png"/><Relationship Id="rId13" Type="http://schemas.openxmlformats.org/officeDocument/2006/relationships/customXml" Target="../ink/ink1076.xml"/><Relationship Id="rId12" Type="http://schemas.openxmlformats.org/officeDocument/2006/relationships/image" Target="../media/image1114.png"/><Relationship Id="rId11" Type="http://schemas.openxmlformats.org/officeDocument/2006/relationships/customXml" Target="../ink/ink1075.xml"/><Relationship Id="rId10" Type="http://schemas.openxmlformats.org/officeDocument/2006/relationships/image" Target="../media/image1113.png"/><Relationship Id="rId1" Type="http://schemas.openxmlformats.org/officeDocument/2006/relationships/tags" Target="../tags/tag209.xml"/></Relationships>
</file>

<file path=ppt/slides/_rels/slide47.xml.rels><?xml version="1.0" encoding="UTF-8" standalone="yes"?>
<Relationships xmlns="http://schemas.openxmlformats.org/package/2006/relationships"><Relationship Id="rId9" Type="http://schemas.openxmlformats.org/officeDocument/2006/relationships/customXml" Target="../ink/ink1102.xml"/><Relationship Id="rId8" Type="http://schemas.openxmlformats.org/officeDocument/2006/relationships/image" Target="../media/image1140.png"/><Relationship Id="rId7" Type="http://schemas.openxmlformats.org/officeDocument/2006/relationships/customXml" Target="../ink/ink1101.xml"/><Relationship Id="rId6" Type="http://schemas.openxmlformats.org/officeDocument/2006/relationships/image" Target="../media/image1139.png"/><Relationship Id="rId5" Type="http://schemas.openxmlformats.org/officeDocument/2006/relationships/customXml" Target="../ink/ink1100.xml"/><Relationship Id="rId42" Type="http://schemas.openxmlformats.org/officeDocument/2006/relationships/slideLayout" Target="../slideLayouts/slideLayout2.xml"/><Relationship Id="rId41" Type="http://schemas.openxmlformats.org/officeDocument/2006/relationships/tags" Target="../tags/tag214.xml"/><Relationship Id="rId40" Type="http://schemas.openxmlformats.org/officeDocument/2006/relationships/image" Target="../media/image1156.png"/><Relationship Id="rId4" Type="http://schemas.openxmlformats.org/officeDocument/2006/relationships/image" Target="../media/image1138.png"/><Relationship Id="rId39" Type="http://schemas.openxmlformats.org/officeDocument/2006/relationships/customXml" Target="../ink/ink1117.xml"/><Relationship Id="rId38" Type="http://schemas.openxmlformats.org/officeDocument/2006/relationships/image" Target="../media/image1155.png"/><Relationship Id="rId37" Type="http://schemas.openxmlformats.org/officeDocument/2006/relationships/customXml" Target="../ink/ink1116.xml"/><Relationship Id="rId36" Type="http://schemas.openxmlformats.org/officeDocument/2006/relationships/image" Target="../media/image1154.png"/><Relationship Id="rId35" Type="http://schemas.openxmlformats.org/officeDocument/2006/relationships/customXml" Target="../ink/ink1115.xml"/><Relationship Id="rId34" Type="http://schemas.openxmlformats.org/officeDocument/2006/relationships/image" Target="../media/image1153.png"/><Relationship Id="rId33" Type="http://schemas.openxmlformats.org/officeDocument/2006/relationships/customXml" Target="../ink/ink1114.xml"/><Relationship Id="rId32" Type="http://schemas.openxmlformats.org/officeDocument/2006/relationships/image" Target="../media/image1152.png"/><Relationship Id="rId31" Type="http://schemas.openxmlformats.org/officeDocument/2006/relationships/customXml" Target="../ink/ink1113.xml"/><Relationship Id="rId30" Type="http://schemas.openxmlformats.org/officeDocument/2006/relationships/image" Target="../media/image1151.png"/><Relationship Id="rId3" Type="http://schemas.openxmlformats.org/officeDocument/2006/relationships/customXml" Target="../ink/ink1099.xml"/><Relationship Id="rId29" Type="http://schemas.openxmlformats.org/officeDocument/2006/relationships/customXml" Target="../ink/ink1112.xml"/><Relationship Id="rId28" Type="http://schemas.openxmlformats.org/officeDocument/2006/relationships/image" Target="../media/image1150.png"/><Relationship Id="rId27" Type="http://schemas.openxmlformats.org/officeDocument/2006/relationships/customXml" Target="../ink/ink1111.xml"/><Relationship Id="rId26" Type="http://schemas.openxmlformats.org/officeDocument/2006/relationships/image" Target="../media/image1149.png"/><Relationship Id="rId25" Type="http://schemas.openxmlformats.org/officeDocument/2006/relationships/customXml" Target="../ink/ink1110.xml"/><Relationship Id="rId24" Type="http://schemas.openxmlformats.org/officeDocument/2006/relationships/image" Target="../media/image1148.png"/><Relationship Id="rId23" Type="http://schemas.openxmlformats.org/officeDocument/2006/relationships/customXml" Target="../ink/ink1109.xml"/><Relationship Id="rId22" Type="http://schemas.openxmlformats.org/officeDocument/2006/relationships/image" Target="../media/image1147.png"/><Relationship Id="rId21" Type="http://schemas.openxmlformats.org/officeDocument/2006/relationships/customXml" Target="../ink/ink1108.xml"/><Relationship Id="rId20" Type="http://schemas.openxmlformats.org/officeDocument/2006/relationships/image" Target="../media/image1146.png"/><Relationship Id="rId2" Type="http://schemas.openxmlformats.org/officeDocument/2006/relationships/tags" Target="../tags/tag213.xml"/><Relationship Id="rId19" Type="http://schemas.openxmlformats.org/officeDocument/2006/relationships/customXml" Target="../ink/ink1107.xml"/><Relationship Id="rId18" Type="http://schemas.openxmlformats.org/officeDocument/2006/relationships/image" Target="../media/image1145.png"/><Relationship Id="rId17" Type="http://schemas.openxmlformats.org/officeDocument/2006/relationships/customXml" Target="../ink/ink1106.xml"/><Relationship Id="rId16" Type="http://schemas.openxmlformats.org/officeDocument/2006/relationships/image" Target="../media/image1144.png"/><Relationship Id="rId15" Type="http://schemas.openxmlformats.org/officeDocument/2006/relationships/customXml" Target="../ink/ink1105.xml"/><Relationship Id="rId14" Type="http://schemas.openxmlformats.org/officeDocument/2006/relationships/image" Target="../media/image1143.png"/><Relationship Id="rId13" Type="http://schemas.openxmlformats.org/officeDocument/2006/relationships/customXml" Target="../ink/ink1104.xml"/><Relationship Id="rId12" Type="http://schemas.openxmlformats.org/officeDocument/2006/relationships/image" Target="../media/image1142.png"/><Relationship Id="rId11" Type="http://schemas.openxmlformats.org/officeDocument/2006/relationships/customXml" Target="../ink/ink1103.xml"/><Relationship Id="rId10" Type="http://schemas.openxmlformats.org/officeDocument/2006/relationships/image" Target="../media/image1141.png"/><Relationship Id="rId1" Type="http://schemas.openxmlformats.org/officeDocument/2006/relationships/tags" Target="../tags/tag212.xml"/></Relationships>
</file>

<file path=ppt/slides/_rels/slide48.xml.rels><?xml version="1.0" encoding="UTF-8" standalone="yes"?>
<Relationships xmlns="http://schemas.openxmlformats.org/package/2006/relationships"><Relationship Id="rId9" Type="http://schemas.openxmlformats.org/officeDocument/2006/relationships/customXml" Target="../ink/ink1121.xml"/><Relationship Id="rId8" Type="http://schemas.openxmlformats.org/officeDocument/2006/relationships/image" Target="../media/image1159.png"/><Relationship Id="rId7" Type="http://schemas.openxmlformats.org/officeDocument/2006/relationships/customXml" Target="../ink/ink1120.xml"/><Relationship Id="rId6" Type="http://schemas.openxmlformats.org/officeDocument/2006/relationships/image" Target="../media/image1158.png"/><Relationship Id="rId52" Type="http://schemas.openxmlformats.org/officeDocument/2006/relationships/slideLayout" Target="../slideLayouts/slideLayout2.xml"/><Relationship Id="rId51" Type="http://schemas.openxmlformats.org/officeDocument/2006/relationships/tags" Target="../tags/tag217.xml"/><Relationship Id="rId50" Type="http://schemas.openxmlformats.org/officeDocument/2006/relationships/image" Target="../media/image1180.png"/><Relationship Id="rId5" Type="http://schemas.openxmlformats.org/officeDocument/2006/relationships/customXml" Target="../ink/ink1119.xml"/><Relationship Id="rId49" Type="http://schemas.openxmlformats.org/officeDocument/2006/relationships/customXml" Target="../ink/ink1141.xml"/><Relationship Id="rId48" Type="http://schemas.openxmlformats.org/officeDocument/2006/relationships/image" Target="../media/image1179.png"/><Relationship Id="rId47" Type="http://schemas.openxmlformats.org/officeDocument/2006/relationships/customXml" Target="../ink/ink1140.xml"/><Relationship Id="rId46" Type="http://schemas.openxmlformats.org/officeDocument/2006/relationships/image" Target="../media/image1178.png"/><Relationship Id="rId45" Type="http://schemas.openxmlformats.org/officeDocument/2006/relationships/customXml" Target="../ink/ink1139.xml"/><Relationship Id="rId44" Type="http://schemas.openxmlformats.org/officeDocument/2006/relationships/image" Target="../media/image1177.png"/><Relationship Id="rId43" Type="http://schemas.openxmlformats.org/officeDocument/2006/relationships/customXml" Target="../ink/ink1138.xml"/><Relationship Id="rId42" Type="http://schemas.openxmlformats.org/officeDocument/2006/relationships/image" Target="../media/image1176.png"/><Relationship Id="rId41" Type="http://schemas.openxmlformats.org/officeDocument/2006/relationships/customXml" Target="../ink/ink1137.xml"/><Relationship Id="rId40" Type="http://schemas.openxmlformats.org/officeDocument/2006/relationships/image" Target="../media/image1175.png"/><Relationship Id="rId4" Type="http://schemas.openxmlformats.org/officeDocument/2006/relationships/image" Target="../media/image1157.png"/><Relationship Id="rId39" Type="http://schemas.openxmlformats.org/officeDocument/2006/relationships/customXml" Target="../ink/ink1136.xml"/><Relationship Id="rId38" Type="http://schemas.openxmlformats.org/officeDocument/2006/relationships/image" Target="../media/image1174.png"/><Relationship Id="rId37" Type="http://schemas.openxmlformats.org/officeDocument/2006/relationships/customXml" Target="../ink/ink1135.xml"/><Relationship Id="rId36" Type="http://schemas.openxmlformats.org/officeDocument/2006/relationships/image" Target="../media/image1173.png"/><Relationship Id="rId35" Type="http://schemas.openxmlformats.org/officeDocument/2006/relationships/customXml" Target="../ink/ink1134.xml"/><Relationship Id="rId34" Type="http://schemas.openxmlformats.org/officeDocument/2006/relationships/image" Target="../media/image1172.png"/><Relationship Id="rId33" Type="http://schemas.openxmlformats.org/officeDocument/2006/relationships/customXml" Target="../ink/ink1133.xml"/><Relationship Id="rId32" Type="http://schemas.openxmlformats.org/officeDocument/2006/relationships/image" Target="../media/image1171.png"/><Relationship Id="rId31" Type="http://schemas.openxmlformats.org/officeDocument/2006/relationships/customXml" Target="../ink/ink1132.xml"/><Relationship Id="rId30" Type="http://schemas.openxmlformats.org/officeDocument/2006/relationships/image" Target="../media/image1170.png"/><Relationship Id="rId3" Type="http://schemas.openxmlformats.org/officeDocument/2006/relationships/customXml" Target="../ink/ink1118.xml"/><Relationship Id="rId29" Type="http://schemas.openxmlformats.org/officeDocument/2006/relationships/customXml" Target="../ink/ink1131.xml"/><Relationship Id="rId28" Type="http://schemas.openxmlformats.org/officeDocument/2006/relationships/image" Target="../media/image1169.png"/><Relationship Id="rId27" Type="http://schemas.openxmlformats.org/officeDocument/2006/relationships/customXml" Target="../ink/ink1130.xml"/><Relationship Id="rId26" Type="http://schemas.openxmlformats.org/officeDocument/2006/relationships/image" Target="../media/image1168.png"/><Relationship Id="rId25" Type="http://schemas.openxmlformats.org/officeDocument/2006/relationships/customXml" Target="../ink/ink1129.xml"/><Relationship Id="rId24" Type="http://schemas.openxmlformats.org/officeDocument/2006/relationships/image" Target="../media/image1167.png"/><Relationship Id="rId23" Type="http://schemas.openxmlformats.org/officeDocument/2006/relationships/customXml" Target="../ink/ink1128.xml"/><Relationship Id="rId22" Type="http://schemas.openxmlformats.org/officeDocument/2006/relationships/image" Target="../media/image1166.png"/><Relationship Id="rId21" Type="http://schemas.openxmlformats.org/officeDocument/2006/relationships/customXml" Target="../ink/ink1127.xml"/><Relationship Id="rId20" Type="http://schemas.openxmlformats.org/officeDocument/2006/relationships/image" Target="../media/image1165.png"/><Relationship Id="rId2" Type="http://schemas.openxmlformats.org/officeDocument/2006/relationships/tags" Target="../tags/tag216.xml"/><Relationship Id="rId19" Type="http://schemas.openxmlformats.org/officeDocument/2006/relationships/customXml" Target="../ink/ink1126.xml"/><Relationship Id="rId18" Type="http://schemas.openxmlformats.org/officeDocument/2006/relationships/image" Target="../media/image1164.png"/><Relationship Id="rId17" Type="http://schemas.openxmlformats.org/officeDocument/2006/relationships/customXml" Target="../ink/ink1125.xml"/><Relationship Id="rId16" Type="http://schemas.openxmlformats.org/officeDocument/2006/relationships/image" Target="../media/image1163.png"/><Relationship Id="rId15" Type="http://schemas.openxmlformats.org/officeDocument/2006/relationships/customXml" Target="../ink/ink1124.xml"/><Relationship Id="rId14" Type="http://schemas.openxmlformats.org/officeDocument/2006/relationships/image" Target="../media/image1162.png"/><Relationship Id="rId13" Type="http://schemas.openxmlformats.org/officeDocument/2006/relationships/customXml" Target="../ink/ink1123.xml"/><Relationship Id="rId12" Type="http://schemas.openxmlformats.org/officeDocument/2006/relationships/image" Target="../media/image1161.png"/><Relationship Id="rId11" Type="http://schemas.openxmlformats.org/officeDocument/2006/relationships/customXml" Target="../ink/ink1122.xml"/><Relationship Id="rId10" Type="http://schemas.openxmlformats.org/officeDocument/2006/relationships/image" Target="../media/image1160.png"/><Relationship Id="rId1" Type="http://schemas.openxmlformats.org/officeDocument/2006/relationships/tags" Target="../tags/tag215.xml"/></Relationships>
</file>

<file path=ppt/slides/_rels/slide49.xml.rels><?xml version="1.0" encoding="UTF-8" standalone="yes"?>
<Relationships xmlns="http://schemas.openxmlformats.org/package/2006/relationships"><Relationship Id="rId9" Type="http://schemas.openxmlformats.org/officeDocument/2006/relationships/image" Target="../media/image1184.png"/><Relationship Id="rId8" Type="http://schemas.openxmlformats.org/officeDocument/2006/relationships/customXml" Target="../ink/ink1144.xml"/><Relationship Id="rId7" Type="http://schemas.openxmlformats.org/officeDocument/2006/relationships/image" Target="../media/image1183.png"/><Relationship Id="rId61" Type="http://schemas.openxmlformats.org/officeDocument/2006/relationships/slideLayout" Target="../slideLayouts/slideLayout2.xml"/><Relationship Id="rId60" Type="http://schemas.openxmlformats.org/officeDocument/2006/relationships/tags" Target="../tags/tag220.xml"/><Relationship Id="rId6" Type="http://schemas.openxmlformats.org/officeDocument/2006/relationships/customXml" Target="../ink/ink1143.xml"/><Relationship Id="rId59" Type="http://schemas.openxmlformats.org/officeDocument/2006/relationships/image" Target="../media/image1209.png"/><Relationship Id="rId58" Type="http://schemas.openxmlformats.org/officeDocument/2006/relationships/customXml" Target="../ink/ink1169.xml"/><Relationship Id="rId57" Type="http://schemas.openxmlformats.org/officeDocument/2006/relationships/image" Target="../media/image1208.png"/><Relationship Id="rId56" Type="http://schemas.openxmlformats.org/officeDocument/2006/relationships/customXml" Target="../ink/ink1168.xml"/><Relationship Id="rId55" Type="http://schemas.openxmlformats.org/officeDocument/2006/relationships/image" Target="../media/image1207.png"/><Relationship Id="rId54" Type="http://schemas.openxmlformats.org/officeDocument/2006/relationships/customXml" Target="../ink/ink1167.xml"/><Relationship Id="rId53" Type="http://schemas.openxmlformats.org/officeDocument/2006/relationships/image" Target="../media/image1206.png"/><Relationship Id="rId52" Type="http://schemas.openxmlformats.org/officeDocument/2006/relationships/customXml" Target="../ink/ink1166.xml"/><Relationship Id="rId51" Type="http://schemas.openxmlformats.org/officeDocument/2006/relationships/image" Target="../media/image1205.png"/><Relationship Id="rId50" Type="http://schemas.openxmlformats.org/officeDocument/2006/relationships/customXml" Target="../ink/ink1165.xml"/><Relationship Id="rId5" Type="http://schemas.openxmlformats.org/officeDocument/2006/relationships/image" Target="../media/image1182.png"/><Relationship Id="rId49" Type="http://schemas.openxmlformats.org/officeDocument/2006/relationships/image" Target="../media/image1204.png"/><Relationship Id="rId48" Type="http://schemas.openxmlformats.org/officeDocument/2006/relationships/customXml" Target="../ink/ink1164.xml"/><Relationship Id="rId47" Type="http://schemas.openxmlformats.org/officeDocument/2006/relationships/image" Target="../media/image1203.png"/><Relationship Id="rId46" Type="http://schemas.openxmlformats.org/officeDocument/2006/relationships/customXml" Target="../ink/ink1163.xml"/><Relationship Id="rId45" Type="http://schemas.openxmlformats.org/officeDocument/2006/relationships/image" Target="../media/image1202.png"/><Relationship Id="rId44" Type="http://schemas.openxmlformats.org/officeDocument/2006/relationships/customXml" Target="../ink/ink1162.xml"/><Relationship Id="rId43" Type="http://schemas.openxmlformats.org/officeDocument/2006/relationships/image" Target="../media/image1201.png"/><Relationship Id="rId42" Type="http://schemas.openxmlformats.org/officeDocument/2006/relationships/customXml" Target="../ink/ink1161.xml"/><Relationship Id="rId41" Type="http://schemas.openxmlformats.org/officeDocument/2006/relationships/image" Target="../media/image1200.png"/><Relationship Id="rId40" Type="http://schemas.openxmlformats.org/officeDocument/2006/relationships/customXml" Target="../ink/ink1160.xml"/><Relationship Id="rId4" Type="http://schemas.openxmlformats.org/officeDocument/2006/relationships/customXml" Target="../ink/ink1142.xml"/><Relationship Id="rId39" Type="http://schemas.openxmlformats.org/officeDocument/2006/relationships/image" Target="../media/image1199.png"/><Relationship Id="rId38" Type="http://schemas.openxmlformats.org/officeDocument/2006/relationships/customXml" Target="../ink/ink1159.xml"/><Relationship Id="rId37" Type="http://schemas.openxmlformats.org/officeDocument/2006/relationships/image" Target="../media/image1198.png"/><Relationship Id="rId36" Type="http://schemas.openxmlformats.org/officeDocument/2006/relationships/customXml" Target="../ink/ink1158.xml"/><Relationship Id="rId35" Type="http://schemas.openxmlformats.org/officeDocument/2006/relationships/image" Target="../media/image1197.png"/><Relationship Id="rId34" Type="http://schemas.openxmlformats.org/officeDocument/2006/relationships/customXml" Target="../ink/ink1157.xml"/><Relationship Id="rId33" Type="http://schemas.openxmlformats.org/officeDocument/2006/relationships/image" Target="../media/image1196.png"/><Relationship Id="rId32" Type="http://schemas.openxmlformats.org/officeDocument/2006/relationships/customXml" Target="../ink/ink1156.xml"/><Relationship Id="rId31" Type="http://schemas.openxmlformats.org/officeDocument/2006/relationships/image" Target="../media/image1195.png"/><Relationship Id="rId30" Type="http://schemas.openxmlformats.org/officeDocument/2006/relationships/customXml" Target="../ink/ink1155.xml"/><Relationship Id="rId3" Type="http://schemas.openxmlformats.org/officeDocument/2006/relationships/image" Target="../media/image1181.png"/><Relationship Id="rId29" Type="http://schemas.openxmlformats.org/officeDocument/2006/relationships/image" Target="../media/image1194.png"/><Relationship Id="rId28" Type="http://schemas.openxmlformats.org/officeDocument/2006/relationships/customXml" Target="../ink/ink1154.xml"/><Relationship Id="rId27" Type="http://schemas.openxmlformats.org/officeDocument/2006/relationships/image" Target="../media/image1193.png"/><Relationship Id="rId26" Type="http://schemas.openxmlformats.org/officeDocument/2006/relationships/customXml" Target="../ink/ink1153.xml"/><Relationship Id="rId25" Type="http://schemas.openxmlformats.org/officeDocument/2006/relationships/image" Target="../media/image1192.png"/><Relationship Id="rId24" Type="http://schemas.openxmlformats.org/officeDocument/2006/relationships/customXml" Target="../ink/ink1152.xml"/><Relationship Id="rId23" Type="http://schemas.openxmlformats.org/officeDocument/2006/relationships/image" Target="../media/image1191.png"/><Relationship Id="rId22" Type="http://schemas.openxmlformats.org/officeDocument/2006/relationships/customXml" Target="../ink/ink1151.xml"/><Relationship Id="rId21" Type="http://schemas.openxmlformats.org/officeDocument/2006/relationships/image" Target="../media/image1190.png"/><Relationship Id="rId20" Type="http://schemas.openxmlformats.org/officeDocument/2006/relationships/customXml" Target="../ink/ink1150.xml"/><Relationship Id="rId2" Type="http://schemas.openxmlformats.org/officeDocument/2006/relationships/tags" Target="../tags/tag219.xml"/><Relationship Id="rId19" Type="http://schemas.openxmlformats.org/officeDocument/2006/relationships/image" Target="../media/image1189.png"/><Relationship Id="rId18" Type="http://schemas.openxmlformats.org/officeDocument/2006/relationships/customXml" Target="../ink/ink1149.xml"/><Relationship Id="rId17" Type="http://schemas.openxmlformats.org/officeDocument/2006/relationships/image" Target="../media/image1188.png"/><Relationship Id="rId16" Type="http://schemas.openxmlformats.org/officeDocument/2006/relationships/customXml" Target="../ink/ink1148.xml"/><Relationship Id="rId15" Type="http://schemas.openxmlformats.org/officeDocument/2006/relationships/image" Target="../media/image1187.png"/><Relationship Id="rId14" Type="http://schemas.openxmlformats.org/officeDocument/2006/relationships/customXml" Target="../ink/ink1147.xml"/><Relationship Id="rId13" Type="http://schemas.openxmlformats.org/officeDocument/2006/relationships/image" Target="../media/image1186.png"/><Relationship Id="rId12" Type="http://schemas.openxmlformats.org/officeDocument/2006/relationships/customXml" Target="../ink/ink1146.xml"/><Relationship Id="rId11" Type="http://schemas.openxmlformats.org/officeDocument/2006/relationships/image" Target="../media/image1185.png"/><Relationship Id="rId10" Type="http://schemas.openxmlformats.org/officeDocument/2006/relationships/customXml" Target="../ink/ink1145.xml"/><Relationship Id="rId1" Type="http://schemas.openxmlformats.org/officeDocument/2006/relationships/tags" Target="../tags/tag218.xml"/></Relationships>
</file>

<file path=ppt/slides/_rels/slide50.xml.rels><?xml version="1.0" encoding="UTF-8" standalone="yes"?>
<Relationships xmlns="http://schemas.openxmlformats.org/package/2006/relationships"><Relationship Id="rId9" Type="http://schemas.openxmlformats.org/officeDocument/2006/relationships/customXml" Target="../ink/ink1173.xml"/><Relationship Id="rId8" Type="http://schemas.openxmlformats.org/officeDocument/2006/relationships/image" Target="../media/image1212.png"/><Relationship Id="rId7" Type="http://schemas.openxmlformats.org/officeDocument/2006/relationships/customXml" Target="../ink/ink1172.xml"/><Relationship Id="rId6" Type="http://schemas.openxmlformats.org/officeDocument/2006/relationships/image" Target="../media/image1211.png"/><Relationship Id="rId5" Type="http://schemas.openxmlformats.org/officeDocument/2006/relationships/customXml" Target="../ink/ink1171.xml"/><Relationship Id="rId4" Type="http://schemas.openxmlformats.org/officeDocument/2006/relationships/image" Target="../media/image1210.png"/><Relationship Id="rId3" Type="http://schemas.openxmlformats.org/officeDocument/2006/relationships/customXml" Target="../ink/ink1170.xml"/><Relationship Id="rId28" Type="http://schemas.openxmlformats.org/officeDocument/2006/relationships/slideLayout" Target="../slideLayouts/slideLayout2.xml"/><Relationship Id="rId27" Type="http://schemas.openxmlformats.org/officeDocument/2006/relationships/tags" Target="../tags/tag223.xml"/><Relationship Id="rId26" Type="http://schemas.openxmlformats.org/officeDocument/2006/relationships/image" Target="../media/image1221.png"/><Relationship Id="rId25" Type="http://schemas.openxmlformats.org/officeDocument/2006/relationships/customXml" Target="../ink/ink1181.xml"/><Relationship Id="rId24" Type="http://schemas.openxmlformats.org/officeDocument/2006/relationships/image" Target="../media/image1220.png"/><Relationship Id="rId23" Type="http://schemas.openxmlformats.org/officeDocument/2006/relationships/customXml" Target="../ink/ink1180.xml"/><Relationship Id="rId22" Type="http://schemas.openxmlformats.org/officeDocument/2006/relationships/image" Target="../media/image1219.png"/><Relationship Id="rId21" Type="http://schemas.openxmlformats.org/officeDocument/2006/relationships/customXml" Target="../ink/ink1179.xml"/><Relationship Id="rId20" Type="http://schemas.openxmlformats.org/officeDocument/2006/relationships/image" Target="../media/image1218.png"/><Relationship Id="rId2" Type="http://schemas.openxmlformats.org/officeDocument/2006/relationships/tags" Target="../tags/tag222.xml"/><Relationship Id="rId19" Type="http://schemas.openxmlformats.org/officeDocument/2006/relationships/customXml" Target="../ink/ink1178.xml"/><Relationship Id="rId18" Type="http://schemas.openxmlformats.org/officeDocument/2006/relationships/image" Target="../media/image1217.png"/><Relationship Id="rId17" Type="http://schemas.openxmlformats.org/officeDocument/2006/relationships/customXml" Target="../ink/ink1177.xml"/><Relationship Id="rId16" Type="http://schemas.openxmlformats.org/officeDocument/2006/relationships/image" Target="../media/image1216.png"/><Relationship Id="rId15" Type="http://schemas.openxmlformats.org/officeDocument/2006/relationships/customXml" Target="../ink/ink1176.xml"/><Relationship Id="rId14" Type="http://schemas.openxmlformats.org/officeDocument/2006/relationships/image" Target="../media/image1215.png"/><Relationship Id="rId13" Type="http://schemas.openxmlformats.org/officeDocument/2006/relationships/customXml" Target="../ink/ink1175.xml"/><Relationship Id="rId12" Type="http://schemas.openxmlformats.org/officeDocument/2006/relationships/image" Target="../media/image1214.png"/><Relationship Id="rId11" Type="http://schemas.openxmlformats.org/officeDocument/2006/relationships/customXml" Target="../ink/ink1174.xml"/><Relationship Id="rId10" Type="http://schemas.openxmlformats.org/officeDocument/2006/relationships/image" Target="../media/image1213.png"/><Relationship Id="rId1" Type="http://schemas.openxmlformats.org/officeDocument/2006/relationships/tags" Target="../tags/tag221.xml"/></Relationships>
</file>

<file path=ppt/slides/_rels/slide51.xml.rels><?xml version="1.0" encoding="UTF-8" standalone="yes"?>
<Relationships xmlns="http://schemas.openxmlformats.org/package/2006/relationships"><Relationship Id="rId9" Type="http://schemas.openxmlformats.org/officeDocument/2006/relationships/image" Target="../media/image1225.png"/><Relationship Id="rId8" Type="http://schemas.openxmlformats.org/officeDocument/2006/relationships/customXml" Target="../ink/ink1185.xml"/><Relationship Id="rId7" Type="http://schemas.openxmlformats.org/officeDocument/2006/relationships/image" Target="../media/image1224.png"/><Relationship Id="rId6" Type="http://schemas.openxmlformats.org/officeDocument/2006/relationships/customXml" Target="../ink/ink1184.xml"/><Relationship Id="rId5" Type="http://schemas.openxmlformats.org/officeDocument/2006/relationships/image" Target="../media/image1223.png"/><Relationship Id="rId4" Type="http://schemas.openxmlformats.org/officeDocument/2006/relationships/customXml" Target="../ink/ink1183.xml"/><Relationship Id="rId3" Type="http://schemas.openxmlformats.org/officeDocument/2006/relationships/image" Target="../media/image1222.png"/><Relationship Id="rId27" Type="http://schemas.openxmlformats.org/officeDocument/2006/relationships/slideLayout" Target="../slideLayouts/slideLayout3.xml"/><Relationship Id="rId26" Type="http://schemas.openxmlformats.org/officeDocument/2006/relationships/tags" Target="../tags/tag225.xml"/><Relationship Id="rId25" Type="http://schemas.openxmlformats.org/officeDocument/2006/relationships/image" Target="../media/image1233.png"/><Relationship Id="rId24" Type="http://schemas.openxmlformats.org/officeDocument/2006/relationships/customXml" Target="../ink/ink1193.xml"/><Relationship Id="rId23" Type="http://schemas.openxmlformats.org/officeDocument/2006/relationships/image" Target="../media/image1232.png"/><Relationship Id="rId22" Type="http://schemas.openxmlformats.org/officeDocument/2006/relationships/customXml" Target="../ink/ink1192.xml"/><Relationship Id="rId21" Type="http://schemas.openxmlformats.org/officeDocument/2006/relationships/image" Target="../media/image1231.png"/><Relationship Id="rId20" Type="http://schemas.openxmlformats.org/officeDocument/2006/relationships/customXml" Target="../ink/ink1191.xml"/><Relationship Id="rId2" Type="http://schemas.openxmlformats.org/officeDocument/2006/relationships/customXml" Target="../ink/ink1182.xml"/><Relationship Id="rId19" Type="http://schemas.openxmlformats.org/officeDocument/2006/relationships/image" Target="../media/image1230.png"/><Relationship Id="rId18" Type="http://schemas.openxmlformats.org/officeDocument/2006/relationships/customXml" Target="../ink/ink1190.xml"/><Relationship Id="rId17" Type="http://schemas.openxmlformats.org/officeDocument/2006/relationships/image" Target="../media/image1229.png"/><Relationship Id="rId16" Type="http://schemas.openxmlformats.org/officeDocument/2006/relationships/customXml" Target="../ink/ink1189.xml"/><Relationship Id="rId15" Type="http://schemas.openxmlformats.org/officeDocument/2006/relationships/image" Target="../media/image1228.png"/><Relationship Id="rId14" Type="http://schemas.openxmlformats.org/officeDocument/2006/relationships/customXml" Target="../ink/ink1188.xml"/><Relationship Id="rId13" Type="http://schemas.openxmlformats.org/officeDocument/2006/relationships/image" Target="../media/image1227.png"/><Relationship Id="rId12" Type="http://schemas.openxmlformats.org/officeDocument/2006/relationships/customXml" Target="../ink/ink1187.xml"/><Relationship Id="rId11" Type="http://schemas.openxmlformats.org/officeDocument/2006/relationships/image" Target="../media/image1226.png"/><Relationship Id="rId10" Type="http://schemas.openxmlformats.org/officeDocument/2006/relationships/customXml" Target="../ink/ink1186.xml"/><Relationship Id="rId1" Type="http://schemas.openxmlformats.org/officeDocument/2006/relationships/tags" Target="../tags/tag2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a:t>人工智能基础研究</a:t>
            </a:r>
            <a:br>
              <a:rPr lang="zh-CN" altLang="en-US"/>
            </a:br>
            <a:r>
              <a:rPr lang="zh-CN" altLang="en-US" sz="4400">
                <a:solidFill>
                  <a:srgbClr val="00B050"/>
                </a:solidFill>
              </a:rPr>
              <a:t>代表性工作报告</a:t>
            </a:r>
            <a:endParaRPr lang="zh-CN" altLang="en-US" sz="4400">
              <a:solidFill>
                <a:srgbClr val="00B050"/>
              </a:solidFill>
            </a:endParaRPr>
          </a:p>
        </p:txBody>
      </p:sp>
      <p:sp>
        <p:nvSpPr>
          <p:cNvPr id="3" name="副标题 2"/>
          <p:cNvSpPr>
            <a:spLocks noGrp="1"/>
          </p:cNvSpPr>
          <p:nvPr>
            <p:ph type="subTitle" idx="1"/>
            <p:custDataLst>
              <p:tags r:id="rId2"/>
            </p:custDataLst>
          </p:nvPr>
        </p:nvSpPr>
        <p:spPr/>
        <p:txBody>
          <a:bodyPr>
            <a:normAutofit lnSpcReduction="10000"/>
          </a:bodyPr>
          <a:p>
            <a:endParaRPr lang="zh-CN" altLang="en-US"/>
          </a:p>
          <a:p>
            <a:r>
              <a:rPr lang="zh-CN" altLang="en-US"/>
              <a:t>周志明</a:t>
            </a:r>
            <a:endParaRPr lang="zh-CN" altLang="en-US"/>
          </a:p>
          <a:p>
            <a:r>
              <a:rPr lang="zh-CN" altLang="en-US"/>
              <a:t>2026 年 10 月</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六项代表性工作</a:t>
            </a:r>
            <a:endParaRPr lang="zh-CN" altLang="en-US"/>
          </a:p>
        </p:txBody>
      </p:sp>
      <p:graphicFrame>
        <p:nvGraphicFramePr>
          <p:cNvPr id="4" name="内容占位符 3"/>
          <p:cNvGraphicFramePr/>
          <p:nvPr>
            <p:ph idx="1"/>
            <p:custDataLst>
              <p:tags r:id="rId2"/>
            </p:custDataLst>
          </p:nvPr>
        </p:nvGraphicFramePr>
        <p:xfrm>
          <a:off x="608400" y="2136195"/>
          <a:ext cx="10968990" cy="2667000"/>
        </p:xfrm>
        <a:graphic>
          <a:graphicData uri="http://schemas.openxmlformats.org/drawingml/2006/table">
            <a:tbl>
              <a:tblPr firstRow="1" bandRow="1">
                <a:tableStyleId>{5C22544A-7EE6-4342-B048-85BDC9FD1C3A}</a:tableStyleId>
              </a:tblPr>
              <a:tblGrid>
                <a:gridCol w="5484495"/>
                <a:gridCol w="5484495"/>
              </a:tblGrid>
              <a:tr h="381000">
                <a:tc>
                  <a:txBody>
                    <a:bodyPr/>
                    <a:p>
                      <a:pPr algn="ctr">
                        <a:buNone/>
                      </a:pPr>
                      <a:r>
                        <a:rPr lang="zh-CN" altLang="en-US"/>
                        <a:t>方向</a:t>
                      </a:r>
                      <a:endParaRPr lang="zh-CN" altLang="en-US"/>
                    </a:p>
                  </a:txBody>
                  <a:tcPr/>
                </a:tc>
                <a:tc>
                  <a:txBody>
                    <a:bodyPr/>
                    <a:p>
                      <a:pPr algn="ctr">
                        <a:buNone/>
                      </a:pPr>
                      <a:r>
                        <a:rPr lang="zh-CN" altLang="en-US"/>
                        <a:t>工作</a:t>
                      </a:r>
                      <a:endParaRPr lang="zh-CN" altLang="en-US"/>
                    </a:p>
                  </a:txBody>
                  <a:tcPr/>
                </a:tc>
              </a:tr>
              <a:tr h="381000">
                <a:tc>
                  <a:txBody>
                    <a:bodyPr/>
                    <a:p>
                      <a:pPr algn="ctr">
                        <a:buNone/>
                      </a:pPr>
                      <a:r>
                        <a:rPr lang="zh-CN" altLang="en-US"/>
                        <a:t>生成模型</a:t>
                      </a:r>
                      <a:endParaRPr lang="zh-CN" altLang="en-US"/>
                    </a:p>
                  </a:txBody>
                  <a:tcPr/>
                </a:tc>
                <a:tc>
                  <a:txBody>
                    <a:bodyPr/>
                    <a:p>
                      <a:pPr algn="ctr">
                        <a:buNone/>
                      </a:pPr>
                      <a:r>
                        <a:rPr lang="en-US" altLang="zh-CN"/>
                        <a:t>LGANs</a:t>
                      </a:r>
                      <a:endParaRPr lang="en-US" altLang="zh-CN"/>
                    </a:p>
                  </a:txBody>
                  <a:tcPr/>
                </a:tc>
              </a:tr>
              <a:tr h="381000">
                <a:tc>
                  <a:txBody>
                    <a:bodyPr/>
                    <a:p>
                      <a:pPr algn="ctr">
                        <a:buNone/>
                      </a:pPr>
                      <a:r>
                        <a:rPr lang="zh-CN" altLang="en-US"/>
                        <a:t>优化算法</a:t>
                      </a:r>
                      <a:endParaRPr lang="zh-CN" altLang="en-US"/>
                    </a:p>
                  </a:txBody>
                  <a:tcPr/>
                </a:tc>
                <a:tc>
                  <a:txBody>
                    <a:bodyPr/>
                    <a:p>
                      <a:pPr algn="ctr">
                        <a:buNone/>
                      </a:pPr>
                      <a:r>
                        <a:rPr lang="en-US" altLang="zh-CN"/>
                        <a:t>AdaShift</a:t>
                      </a:r>
                      <a:endParaRPr lang="en-US" altLang="zh-CN"/>
                    </a:p>
                  </a:txBody>
                  <a:tcPr/>
                </a:tc>
              </a:tr>
              <a:tr h="381000">
                <a:tc>
                  <a:txBody>
                    <a:bodyPr/>
                    <a:p>
                      <a:pPr algn="ctr">
                        <a:buNone/>
                      </a:pPr>
                      <a:r>
                        <a:rPr lang="zh-CN" altLang="en-US"/>
                        <a:t>泛化</a:t>
                      </a:r>
                      <a:endParaRPr lang="zh-CN" altLang="en-US"/>
                    </a:p>
                  </a:txBody>
                  <a:tcPr/>
                </a:tc>
                <a:tc>
                  <a:txBody>
                    <a:bodyPr/>
                    <a:p>
                      <a:pPr algn="ctr">
                        <a:buNone/>
                      </a:pPr>
                      <a:r>
                        <a:rPr lang="en-US" altLang="zh-CN"/>
                        <a:t>XSAM</a:t>
                      </a:r>
                      <a:endParaRPr lang="en-US" altLang="zh-CN"/>
                    </a:p>
                  </a:txBody>
                  <a:tcPr/>
                </a:tc>
              </a:tr>
              <a:tr h="381000">
                <a:tc>
                  <a:txBody>
                    <a:bodyPr/>
                    <a:p>
                      <a:pPr algn="ctr">
                        <a:buNone/>
                      </a:pPr>
                      <a:r>
                        <a:rPr lang="zh-CN" altLang="en-US"/>
                        <a:t>神经网络</a:t>
                      </a:r>
                      <a:r>
                        <a:rPr lang="zh-CN" altLang="en-US"/>
                        <a:t>架构</a:t>
                      </a:r>
                      <a:endParaRPr lang="zh-CN" altLang="en-US"/>
                    </a:p>
                  </a:txBody>
                  <a:tcPr/>
                </a:tc>
                <a:tc>
                  <a:txBody>
                    <a:bodyPr/>
                    <a:p>
                      <a:pPr algn="ctr">
                        <a:buNone/>
                      </a:pPr>
                      <a:r>
                        <a:rPr lang="en-US" altLang="zh-CN"/>
                        <a:t>ResFlow</a:t>
                      </a:r>
                      <a:endParaRPr lang="en-US" altLang="zh-CN"/>
                    </a:p>
                  </a:txBody>
                  <a:tcPr/>
                </a:tc>
              </a:tr>
              <a:tr h="381000">
                <a:tc>
                  <a:txBody>
                    <a:bodyPr/>
                    <a:p>
                      <a:pPr algn="ctr">
                        <a:buNone/>
                      </a:pPr>
                      <a:r>
                        <a:rPr lang="zh-CN" altLang="en-US"/>
                        <a:t>表示学习</a:t>
                      </a:r>
                      <a:endParaRPr lang="zh-CN" altLang="en-US"/>
                    </a:p>
                  </a:txBody>
                  <a:tcPr/>
                </a:tc>
                <a:tc>
                  <a:txBody>
                    <a:bodyPr/>
                    <a:p>
                      <a:pPr algn="ctr">
                        <a:buNone/>
                      </a:pPr>
                      <a:r>
                        <a:rPr lang="en-US" altLang="zh-CN"/>
                        <a:t>CRED</a:t>
                      </a:r>
                      <a:endParaRPr lang="en-US" altLang="zh-CN"/>
                    </a:p>
                  </a:txBody>
                  <a:tcPr/>
                </a:tc>
              </a:tr>
              <a:tr h="381000">
                <a:tc>
                  <a:txBody>
                    <a:bodyPr/>
                    <a:p>
                      <a:pPr algn="ctr">
                        <a:buNone/>
                      </a:pPr>
                      <a:r>
                        <a:rPr lang="zh-CN" altLang="en-US"/>
                        <a:t>计算机图形学</a:t>
                      </a:r>
                      <a:endParaRPr lang="zh-CN" altLang="en-US"/>
                    </a:p>
                  </a:txBody>
                  <a:tcPr/>
                </a:tc>
                <a:tc>
                  <a:txBody>
                    <a:bodyPr/>
                    <a:p>
                      <a:pPr algn="ctr">
                        <a:buNone/>
                      </a:pPr>
                      <a:r>
                        <a:rPr lang="en-US" altLang="zh-CN"/>
                        <a:t>Sparse SVBRDF</a:t>
                      </a:r>
                      <a:endParaRPr lang="en-US" altLang="zh-CN"/>
                    </a:p>
                  </a:txBody>
                  <a:tcPr/>
                </a:tc>
              </a:tr>
            </a:tbl>
          </a:graphicData>
        </a:graphic>
      </p:graphicFrame>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fontScale="90000"/>
          </a:bodyPr>
          <a:p>
            <a:r>
              <a:rPr lang="zh-CN" altLang="en-US"/>
              <a:t>生成模型：</a:t>
            </a:r>
            <a:r>
              <a:rPr lang="en-US" altLang="zh-CN"/>
              <a:t>LGANs</a:t>
            </a:r>
            <a:endParaRPr lang="en-US" altLang="zh-CN"/>
          </a:p>
        </p:txBody>
      </p:sp>
      <p:sp>
        <p:nvSpPr>
          <p:cNvPr id="6" name="文本占位符 5"/>
          <p:cNvSpPr>
            <a:spLocks noGrp="1"/>
          </p:cNvSpPr>
          <p:nvPr>
            <p:ph type="body" sz="quarter" idx="13"/>
            <p:custDataLst>
              <p:tags r:id="rId2"/>
            </p:custDataLst>
          </p:nvPr>
        </p:nvSpPr>
        <p:spPr/>
        <p:txBody>
          <a:bodyPr>
            <a:normAutofit fontScale="90000"/>
          </a:bodyPr>
          <a:p>
            <a:r>
              <a:rPr lang="en-US" altLang="zh-CN">
                <a:sym typeface="+mn-ea"/>
              </a:rPr>
              <a:t>ICML 2019</a:t>
            </a:r>
            <a:r>
              <a:rPr lang="zh-CN" altLang="en-US">
                <a:sym typeface="+mn-ea"/>
              </a:rPr>
              <a:t>，唯一一作、共同</a:t>
            </a:r>
            <a:r>
              <a:rPr lang="zh-CN" altLang="en-US">
                <a:sym typeface="+mn-ea"/>
              </a:rPr>
              <a:t>通讯</a:t>
            </a:r>
            <a:endParaRPr lang="zh-CN" altLang="en-US">
              <a:sym typeface="+mn-ea"/>
            </a:endParaRPr>
          </a:p>
        </p:txBody>
      </p:sp>
      <p:sp>
        <p:nvSpPr>
          <p:cNvPr id="7" name="文本框 6"/>
          <p:cNvSpPr txBox="1"/>
          <p:nvPr/>
        </p:nvSpPr>
        <p:spPr>
          <a:xfrm>
            <a:off x="8948420" y="2010410"/>
            <a:ext cx="1847850" cy="368300"/>
          </a:xfrm>
          <a:prstGeom prst="rect">
            <a:avLst/>
          </a:prstGeom>
          <a:noFill/>
        </p:spPr>
        <p:txBody>
          <a:bodyPr wrap="square" rtlCol="0">
            <a:spAutoFit/>
          </a:bodyPr>
          <a:p>
            <a:r>
              <a:rPr lang="zh-CN" altLang="en-US">
                <a:solidFill>
                  <a:schemeClr val="tx1"/>
                </a:solidFill>
                <a:highlight>
                  <a:srgbClr val="00FFFF"/>
                </a:highlight>
              </a:rPr>
              <a:t>最具代表性工作</a:t>
            </a:r>
            <a:endParaRPr lang="zh-CN" altLang="en-US">
              <a:solidFill>
                <a:schemeClr val="tx1"/>
              </a:solidFill>
              <a:highlight>
                <a:srgbClr val="00FFFF"/>
              </a:highlight>
            </a:endParaRPr>
          </a:p>
        </p:txBody>
      </p:sp>
      <p:sp>
        <p:nvSpPr>
          <p:cNvPr id="8" name="文本框 7"/>
          <p:cNvSpPr txBox="1"/>
          <p:nvPr/>
        </p:nvSpPr>
        <p:spPr>
          <a:xfrm>
            <a:off x="565785" y="685165"/>
            <a:ext cx="4064000" cy="645160"/>
          </a:xfrm>
          <a:prstGeom prst="rect">
            <a:avLst/>
          </a:prstGeom>
          <a:noFill/>
        </p:spPr>
        <p:txBody>
          <a:bodyPr wrap="square" rtlCol="0">
            <a:spAutoFit/>
          </a:bodyPr>
          <a:p>
            <a:r>
              <a:rPr lang="zh-CN" altLang="en-US" sz="3600">
                <a:solidFill>
                  <a:schemeClr val="bg1">
                    <a:lumMod val="75000"/>
                  </a:schemeClr>
                </a:solidFill>
              </a:rPr>
              <a:t>第一</a:t>
            </a:r>
            <a:r>
              <a:rPr lang="zh-CN" altLang="en-US" sz="3600">
                <a:solidFill>
                  <a:schemeClr val="bg1">
                    <a:lumMod val="75000"/>
                  </a:schemeClr>
                </a:solidFill>
              </a:rPr>
              <a:t>项工作</a:t>
            </a:r>
            <a:endParaRPr lang="zh-CN" altLang="en-US" sz="3600">
              <a:solidFill>
                <a:schemeClr val="bg1">
                  <a:lumMod val="75000"/>
                </a:schemeClr>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生成对抗网络</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custDataLst>
                  <p:tags r:id="rId2"/>
                </p:custDataLst>
              </p:nvPr>
            </p:nvSpPr>
            <p:spPr/>
            <p:txBody>
              <a:bodyPr>
                <a:normAutofit lnSpcReduction="10000"/>
              </a:bodyPr>
              <a:p>
                <a:r>
                  <a:rPr lang="zh-CN" altLang="en-US"/>
                  <a:t>生成模型的目标：</a:t>
                </a:r>
                <a:endParaRPr lang="zh-CN" altLang="en-US"/>
              </a:p>
              <a:p>
                <a:pPr lvl="1"/>
                <a14:m>
                  <m:oMath xmlns:m="http://schemas.openxmlformats.org/officeDocument/2006/math">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𝑔</m:t>
                        </m:r>
                      </m:sub>
                    </m:sSub>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𝑑</m:t>
                        </m:r>
                      </m:sub>
                    </m:sSub>
                  </m:oMath>
                </a14:m>
                <a:r>
                  <a:rPr lang="en-US" altLang="zh-CN"/>
                  <a:t>     </a:t>
                </a:r>
                <a:r>
                  <a:rPr lang="zh-CN" altLang="en-US"/>
                  <a:t>即，生成数据分布</a:t>
                </a:r>
                <a:r>
                  <a:rPr lang="en-US" altLang="zh-CN"/>
                  <a:t> = </a:t>
                </a:r>
                <a:r>
                  <a:rPr lang="zh-CN" altLang="en-US"/>
                  <a:t>真实数据分布</a:t>
                </a:r>
                <a:endParaRPr lang="zh-CN" altLang="en-US"/>
              </a:p>
              <a:p>
                <a:endParaRPr lang="zh-CN" altLang="en-US"/>
              </a:p>
              <a:p>
                <a:r>
                  <a:rPr lang="zh-CN" altLang="en-US"/>
                  <a:t>经典</a:t>
                </a:r>
                <a:r>
                  <a:rPr lang="en-US" altLang="zh-CN"/>
                  <a:t>GANs</a:t>
                </a:r>
                <a:r>
                  <a:rPr lang="zh-CN" altLang="en-US"/>
                  <a:t>目标函数：</a:t>
                </a:r>
                <a:endParaRPr lang="zh-CN" altLang="en-US"/>
              </a:p>
              <a:p>
                <a:pPr lvl="1"/>
                <a14:m>
                  <m:oMath xmlns:m="http://schemas.openxmlformats.org/officeDocument/2006/math">
                    <m:func>
                      <m:funcPr>
                        <m:ctrlPr>
                          <a:rPr lang="en-US" altLang="zh-CN">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r>
                              <a:rPr lang="en-US" altLang="zh-CN">
                                <a:latin typeface="Cambria Math" panose="02040503050406030204" charset="0"/>
                                <a:cs typeface="Cambria Math" panose="02040503050406030204" charset="0"/>
                              </a:rPr>
                              <m:t>𝐺</m:t>
                            </m:r>
                          </m:lim>
                        </m:limLow>
                      </m:fName>
                      <m:e>
                        <m:func>
                          <m:funcPr>
                            <m:ctrlPr>
                              <a:rPr lang="en-US" altLang="zh-CN">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max</m:t>
                                </m:r>
                              </m:e>
                              <m:lim>
                                <m:r>
                                  <a:rPr lang="en-US" altLang="zh-CN">
                                    <a:latin typeface="Cambria Math" panose="02040503050406030204" charset="0"/>
                                    <a:cs typeface="Cambria Math" panose="02040503050406030204" charset="0"/>
                                  </a:rPr>
                                  <m:t>𝐷</m:t>
                                </m:r>
                              </m:lim>
                            </m:limLow>
                          </m:fName>
                          <m:e>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E</m:t>
                                </m:r>
                              </m:e>
                              <m:sub>
                                <m:r>
                                  <m:rPr>
                                    <m:sty m:val="p"/>
                                  </m:rPr>
                                  <a:rPr lang="en-US" altLang="zh-CN">
                                    <a:latin typeface="Cambria Math" panose="02040503050406030204" charset="0"/>
                                    <a:cs typeface="Cambria Math" panose="02040503050406030204" charset="0"/>
                                  </a:rPr>
                                  <m:t>x</m:t>
                                </m:r>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p</m:t>
                                    </m:r>
                                  </m:e>
                                  <m:sub>
                                    <m:r>
                                      <m:rPr>
                                        <m:sty m:val="p"/>
                                      </m:rPr>
                                      <a:rPr lang="en-US" altLang="zh-CN">
                                        <a:latin typeface="Cambria Math" panose="02040503050406030204" charset="0"/>
                                        <a:cs typeface="Cambria Math" panose="02040503050406030204" charset="0"/>
                                      </a:rPr>
                                      <m:t>d</m:t>
                                    </m:r>
                                  </m:sub>
                                </m:sSub>
                              </m:sub>
                            </m:sSub>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log</m:t>
                                </m:r>
                              </m:fName>
                              <m:e>
                                <m:r>
                                  <m:rPr>
                                    <m:sty m:val="p"/>
                                  </m:rPr>
                                  <a:rPr lang="en-US" altLang="zh-CN">
                                    <a:latin typeface="Cambria Math" panose="02040503050406030204" charset="0"/>
                                    <a:cs typeface="Cambria Math" panose="02040503050406030204" charset="0"/>
                                  </a:rPr>
                                  <m:t>D</m:t>
                                </m:r>
                              </m:e>
                            </m:func>
                            <m:r>
                              <a:rPr lang="en-US" altLang="zh-CN">
                                <a:latin typeface="Cambria Math" panose="02040503050406030204" charset="0"/>
                                <a:ea typeface="MS Mincho" charset="0"/>
                                <a:cs typeface="Cambria Math" panose="02040503050406030204" charset="0"/>
                              </a:rPr>
                              <m:t>(</m:t>
                            </m:r>
                            <m:r>
                              <m:rPr>
                                <m:sty m:val="p"/>
                              </m:rPr>
                              <a:rPr lang="en-US" altLang="zh-CN">
                                <a:latin typeface="Cambria Math" panose="02040503050406030204" charset="0"/>
                                <a:cs typeface="Cambria Math" panose="02040503050406030204" charset="0"/>
                              </a:rPr>
                              <m:t>x</m:t>
                            </m:r>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E</m:t>
                                </m:r>
                              </m:e>
                              <m:sub>
                                <m:r>
                                  <m:rPr>
                                    <m:sty m:val="p"/>
                                  </m:rPr>
                                  <a:rPr lang="en-US" altLang="zh-CN">
                                    <a:latin typeface="Cambria Math" panose="02040503050406030204" charset="0"/>
                                    <a:cs typeface="Cambria Math" panose="02040503050406030204" charset="0"/>
                                  </a:rPr>
                                  <m:t>z</m:t>
                                </m:r>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p</m:t>
                                    </m:r>
                                  </m:e>
                                  <m:sub>
                                    <m:r>
                                      <m:rPr>
                                        <m:sty m:val="p"/>
                                      </m:rPr>
                                      <a:rPr lang="en-US" altLang="zh-CN">
                                        <a:latin typeface="Cambria Math" panose="02040503050406030204" charset="0"/>
                                        <a:cs typeface="Cambria Math" panose="02040503050406030204" charset="0"/>
                                      </a:rPr>
                                      <m:t>z</m:t>
                                    </m:r>
                                  </m:sub>
                                </m:sSub>
                              </m:sub>
                            </m:sSub>
                            <m:func>
                              <m:funcPr>
                                <m:ctrlPr>
                                  <a:rPr lang="en-US" altLang="zh-CN">
                                    <a:latin typeface="Cambria Math" panose="02040503050406030204" charset="0"/>
                                    <a:cs typeface="Cambria Math" panose="02040503050406030204" charset="0"/>
                                  </a:rPr>
                                </m:ctrlPr>
                              </m:funcPr>
                              <m:fName>
                                <m:r>
                                  <m:rPr>
                                    <m:sty m:val="p"/>
                                  </m:rPr>
                                  <a:rPr lang="en-US" altLang="zh-CN">
                                    <a:latin typeface="Cambria Math" panose="02040503050406030204" charset="0"/>
                                    <a:cs typeface="Cambria Math" panose="02040503050406030204" charset="0"/>
                                  </a:rPr>
                                  <m:t>log</m:t>
                                </m:r>
                              </m:fName>
                              <m:e>
                                <m:r>
                                  <a:rPr lang="en-US" altLang="zh-CN">
                                    <a:latin typeface="Cambria Math" panose="02040503050406030204" charset="0"/>
                                    <a:ea typeface="MS Mincho" charset="0"/>
                                    <a:cs typeface="Cambria Math" panose="02040503050406030204" charset="0"/>
                                  </a:rPr>
                                  <m:t>(</m:t>
                                </m:r>
                              </m:e>
                            </m:func>
                            <m:r>
                              <a:rPr lang="en-US" altLang="zh-CN">
                                <a:latin typeface="Cambria Math" panose="02040503050406030204" charset="0"/>
                                <a:ea typeface="MS Mincho" charset="0"/>
                                <a:cs typeface="Cambria Math" panose="02040503050406030204" charset="0"/>
                              </a:rPr>
                              <m:t>1</m:t>
                            </m:r>
                            <m:r>
                              <a:rPr lang="en-US" altLang="zh-CN">
                                <a:latin typeface="Cambria Math" panose="02040503050406030204" charset="0"/>
                                <a:ea typeface="MS Mincho" charset="0"/>
                                <a:cs typeface="Cambria Math" panose="02040503050406030204" charset="0"/>
                              </a:rPr>
                              <m:t>−</m:t>
                            </m:r>
                            <m:r>
                              <m:rPr>
                                <m:sty m:val="p"/>
                              </m:rPr>
                              <a:rPr lang="en-US" altLang="zh-CN">
                                <a:latin typeface="Cambria Math" panose="02040503050406030204" charset="0"/>
                                <a:cs typeface="Cambria Math" panose="02040503050406030204" charset="0"/>
                              </a:rPr>
                              <m:t>D</m:t>
                            </m:r>
                            <m:r>
                              <a:rPr lang="en-US" altLang="zh-CN">
                                <a:latin typeface="Cambria Math" panose="02040503050406030204" charset="0"/>
                                <a:ea typeface="MS Mincho" charset="0"/>
                                <a:cs typeface="Cambria Math" panose="02040503050406030204" charset="0"/>
                              </a:rPr>
                              <m:t>(</m:t>
                            </m:r>
                            <m:r>
                              <m:rPr>
                                <m:sty m:val="p"/>
                              </m:rPr>
                              <a:rPr lang="en-US" altLang="zh-CN">
                                <a:latin typeface="Cambria Math" panose="02040503050406030204" charset="0"/>
                                <a:cs typeface="Cambria Math" panose="02040503050406030204" charset="0"/>
                              </a:rPr>
                              <m:t>G</m:t>
                            </m:r>
                            <m:r>
                              <a:rPr lang="en-US" altLang="zh-CN">
                                <a:latin typeface="Cambria Math" panose="02040503050406030204" charset="0"/>
                                <a:ea typeface="MS Mincho" charset="0"/>
                                <a:cs typeface="Cambria Math" panose="02040503050406030204" charset="0"/>
                              </a:rPr>
                              <m:t>(</m:t>
                            </m:r>
                            <m:r>
                              <m:rPr>
                                <m:sty m:val="p"/>
                              </m:rPr>
                              <a:rPr lang="en-US" altLang="zh-CN">
                                <a:latin typeface="Cambria Math" panose="02040503050406030204" charset="0"/>
                                <a:cs typeface="Cambria Math" panose="02040503050406030204" charset="0"/>
                              </a:rPr>
                              <m:t>z</m:t>
                            </m:r>
                            <m:r>
                              <a:rPr lang="en-US" altLang="zh-CN">
                                <a:latin typeface="Cambria Math" panose="02040503050406030204" charset="0"/>
                                <a:ea typeface="MS Mincho" charset="0"/>
                                <a:cs typeface="Cambria Math" panose="02040503050406030204" charset="0"/>
                              </a:rPr>
                              <m:t>)))</m:t>
                            </m:r>
                          </m:e>
                        </m:func>
                      </m:e>
                    </m:func>
                    <m:r>
                      <a:rPr lang="en-US" altLang="zh-CN">
                        <a:latin typeface="Cambria Math" panose="02040503050406030204" charset="0"/>
                        <a:ea typeface="MS Mincho" charset="0"/>
                        <a:cs typeface="Cambria Math" panose="02040503050406030204" charset="0"/>
                      </a:rPr>
                      <m:t> </m:t>
                    </m:r>
                  </m:oMath>
                </a14:m>
                <a:endParaRPr lang="en-US" altLang="zh-CN"/>
              </a:p>
              <a:p>
                <a:pPr lvl="1"/>
                <a:r>
                  <a:rPr lang="zh-CN" altLang="en-US"/>
                  <a:t>当判别器取最优解时，等价于</a:t>
                </a:r>
                <a:r>
                  <a:rPr lang="en-US" altLang="zh-CN"/>
                  <a:t> </a:t>
                </a:r>
                <a14:m>
                  <m:oMath xmlns:m="http://schemas.openxmlformats.org/officeDocument/2006/math">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r>
                          <a:rPr lang="en-US" altLang="zh-CN">
                            <a:latin typeface="Cambria Math" panose="02040503050406030204" charset="0"/>
                            <a:cs typeface="Cambria Math" panose="02040503050406030204" charset="0"/>
                          </a:rPr>
                          <m:t>𝐺</m:t>
                        </m:r>
                      </m:lim>
                    </m:limLow>
                    <m:r>
                      <a:rPr lang="en-US" altLang="zh-CN">
                        <a:latin typeface="Cambria Math" panose="02040503050406030204" charset="0"/>
                        <a:ea typeface="MS Mincho" charset="0"/>
                        <a:cs typeface="Cambria Math" panose="02040503050406030204" charset="0"/>
                      </a:rPr>
                      <m:t> </m:t>
                    </m:r>
                    <m:r>
                      <m:rPr>
                        <m:sty m:val="p"/>
                      </m:rPr>
                      <a:rPr lang="en-US" altLang="zh-CN">
                        <a:latin typeface="Cambria Math" panose="02040503050406030204" charset="0"/>
                        <a:cs typeface="Cambria Math" panose="02040503050406030204" charset="0"/>
                      </a:rPr>
                      <m:t>JS</m:t>
                    </m:r>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𝑔</m:t>
                        </m:r>
                      </m:sub>
                    </m:sSub>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𝑑</m:t>
                        </m:r>
                      </m:sub>
                    </m:sSub>
                    <m:r>
                      <a:rPr lang="en-US" altLang="zh-CN">
                        <a:latin typeface="Cambria Math" panose="02040503050406030204" charset="0"/>
                        <a:ea typeface="MS Mincho" charset="0"/>
                        <a:cs typeface="Cambria Math" panose="02040503050406030204" charset="0"/>
                      </a:rPr>
                      <m:t>)</m:t>
                    </m:r>
                  </m:oMath>
                </a14:m>
                <a:endParaRPr lang="en-US" altLang="zh-CN"/>
              </a:p>
              <a:p>
                <a:pPr lvl="0"/>
                <a:endParaRPr lang="en-US" altLang="zh-CN"/>
              </a:p>
              <a:p>
                <a:pPr lvl="0"/>
                <a:r>
                  <a:rPr lang="en-US" altLang="zh-CN"/>
                  <a:t>WGANs </a:t>
                </a:r>
                <a:r>
                  <a:rPr lang="zh-CN" altLang="en-US"/>
                  <a:t>目标函数：</a:t>
                </a:r>
                <a:endParaRPr lang="zh-CN" altLang="en-US"/>
              </a:p>
              <a:p>
                <a:pPr lvl="1"/>
                <a14:m>
                  <m:oMath xmlns:m="http://schemas.openxmlformats.org/officeDocument/2006/math">
                    <m:func>
                      <m:funcPr>
                        <m:ctrlPr>
                          <a:rPr lang="en-US" altLang="zh-CN">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r>
                              <a:rPr lang="en-US" altLang="zh-CN">
                                <a:latin typeface="Cambria Math" panose="02040503050406030204" charset="0"/>
                                <a:cs typeface="Cambria Math" panose="02040503050406030204" charset="0"/>
                              </a:rPr>
                              <m:t>𝐺</m:t>
                            </m:r>
                          </m:lim>
                        </m:limLow>
                      </m:fName>
                      <m:e>
                        <m:func>
                          <m:funcPr>
                            <m:ctrlPr>
                              <a:rPr lang="en-US" altLang="zh-CN">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sup</m:t>
                                </m:r>
                              </m:e>
                              <m:lim>
                                <m:r>
                                  <a:rPr lang="en-US" altLang="zh-CN">
                                    <a:latin typeface="Cambria Math" panose="02040503050406030204" charset="0"/>
                                    <a:cs typeface="Cambria Math" panose="02040503050406030204" charset="0"/>
                                  </a:rPr>
                                  <m:t>𝐿𝑖𝑝</m:t>
                                </m:r>
                                <m:r>
                                  <a:rPr lang="en-US" altLang="zh-CN">
                                    <a:latin typeface="Cambria Math" panose="02040503050406030204" charset="0"/>
                                    <a:ea typeface="MS Mincho" charset="0"/>
                                    <a:cs typeface="Cambria Math" panose="02040503050406030204" charset="0"/>
                                  </a:rPr>
                                  <m:t>(</m:t>
                                </m:r>
                                <m:r>
                                  <a:rPr lang="en-US" altLang="zh-CN">
                                    <a:latin typeface="Cambria Math" panose="02040503050406030204" charset="0"/>
                                    <a:cs typeface="Cambria Math" panose="02040503050406030204" charset="0"/>
                                  </a:rPr>
                                  <m:t>𝑓</m:t>
                                </m:r>
                                <m:r>
                                  <a:rPr lang="en-US" altLang="zh-CN">
                                    <a:latin typeface="Cambria Math" panose="02040503050406030204" charset="0"/>
                                    <a:ea typeface="MS Mincho" charset="0"/>
                                    <a:cs typeface="Cambria Math" panose="02040503050406030204" charset="0"/>
                                  </a:rPr>
                                  <m:t>)≤</m:t>
                                </m:r>
                                <m:r>
                                  <a:rPr lang="en-US" altLang="zh-CN">
                                    <a:latin typeface="Cambria Math" panose="02040503050406030204" charset="0"/>
                                    <a:ea typeface="MS Mincho" charset="0"/>
                                    <a:cs typeface="Cambria Math" panose="02040503050406030204" charset="0"/>
                                  </a:rPr>
                                  <m:t>1</m:t>
                                </m:r>
                              </m:lim>
                            </m:limLow>
                          </m:fName>
                          <m:e>
                            <m:d>
                              <m:dPr>
                                <m:begChr m:val="["/>
                                <m:endChr m:val="]"/>
                                <m:ctrlPr>
                                  <a:rPr lang="en-US" altLang="zh-CN">
                                    <a:latin typeface="Cambria Math" panose="02040503050406030204" charset="0"/>
                                    <a:cs typeface="Cambria Math" panose="02040503050406030204" charset="0"/>
                                  </a:rPr>
                                </m:ctrlPr>
                              </m:dPr>
                              <m:e>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𝐸</m:t>
                                    </m:r>
                                  </m:e>
                                  <m:sub>
                                    <m:r>
                                      <a:rPr lang="en-US" altLang="zh-CN">
                                        <a:latin typeface="Cambria Math" panose="02040503050406030204" charset="0"/>
                                        <a:cs typeface="Cambria Math" panose="02040503050406030204" charset="0"/>
                                      </a:rPr>
                                      <m:t>𝑥</m:t>
                                    </m:r>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𝑑</m:t>
                                        </m:r>
                                      </m:sub>
                                    </m:sSub>
                                  </m:sub>
                                </m:sSub>
                                <m:r>
                                  <a:rPr lang="en-US" altLang="zh-CN">
                                    <a:latin typeface="Cambria Math" panose="02040503050406030204" charset="0"/>
                                    <a:cs typeface="Cambria Math" panose="02040503050406030204" charset="0"/>
                                  </a:rPr>
                                  <m:t>𝑓</m:t>
                                </m:r>
                                <m:r>
                                  <a:rPr lang="en-US" altLang="zh-CN">
                                    <a:latin typeface="Cambria Math" panose="02040503050406030204" charset="0"/>
                                    <a:ea typeface="MS Mincho" charset="0"/>
                                    <a:cs typeface="Cambria Math" panose="02040503050406030204" charset="0"/>
                                  </a:rPr>
                                  <m:t>(</m:t>
                                </m:r>
                                <m:r>
                                  <a:rPr lang="en-US" altLang="zh-CN">
                                    <a:latin typeface="Cambria Math" panose="02040503050406030204" charset="0"/>
                                    <a:cs typeface="Cambria Math" panose="02040503050406030204" charset="0"/>
                                  </a:rPr>
                                  <m:t>𝑥</m:t>
                                </m:r>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𝐸</m:t>
                                    </m:r>
                                  </m:e>
                                  <m:sub>
                                    <m:r>
                                      <a:rPr lang="en-US" altLang="zh-CN">
                                        <a:latin typeface="Cambria Math" panose="02040503050406030204" charset="0"/>
                                        <a:cs typeface="Cambria Math" panose="02040503050406030204" charset="0"/>
                                      </a:rPr>
                                      <m:t>𝑧</m:t>
                                    </m:r>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𝑧</m:t>
                                        </m:r>
                                      </m:sub>
                                    </m:sSub>
                                  </m:sub>
                                </m:sSub>
                                <m:r>
                                  <a:rPr lang="en-US" altLang="zh-CN">
                                    <a:latin typeface="Cambria Math" panose="02040503050406030204" charset="0"/>
                                    <a:cs typeface="Cambria Math" panose="02040503050406030204" charset="0"/>
                                  </a:rPr>
                                  <m:t>𝑓</m:t>
                                </m:r>
                                <m:r>
                                  <a:rPr lang="en-US" altLang="zh-CN">
                                    <a:latin typeface="Cambria Math" panose="02040503050406030204" charset="0"/>
                                    <a:ea typeface="MS Mincho" charset="0"/>
                                    <a:cs typeface="Cambria Math" panose="02040503050406030204" charset="0"/>
                                  </a:rPr>
                                  <m:t>(</m:t>
                                </m:r>
                                <m:r>
                                  <a:rPr lang="en-US" altLang="zh-CN">
                                    <a:latin typeface="Cambria Math" panose="02040503050406030204" charset="0"/>
                                    <a:cs typeface="Cambria Math" panose="02040503050406030204" charset="0"/>
                                  </a:rPr>
                                  <m:t>𝐺</m:t>
                                </m:r>
                                <m:r>
                                  <a:rPr lang="en-US" altLang="zh-CN">
                                    <a:latin typeface="Cambria Math" panose="02040503050406030204" charset="0"/>
                                    <a:ea typeface="MS Mincho" charset="0"/>
                                    <a:cs typeface="Cambria Math" panose="02040503050406030204" charset="0"/>
                                  </a:rPr>
                                  <m:t>(</m:t>
                                </m:r>
                                <m:r>
                                  <a:rPr lang="en-US" altLang="zh-CN">
                                    <a:latin typeface="Cambria Math" panose="02040503050406030204" charset="0"/>
                                    <a:cs typeface="Cambria Math" panose="02040503050406030204" charset="0"/>
                                  </a:rPr>
                                  <m:t>𝑧</m:t>
                                </m:r>
                                <m:r>
                                  <a:rPr lang="en-US" altLang="zh-CN">
                                    <a:latin typeface="Cambria Math" panose="02040503050406030204" charset="0"/>
                                    <a:ea typeface="MS Mincho" charset="0"/>
                                    <a:cs typeface="Cambria Math" panose="02040503050406030204" charset="0"/>
                                  </a:rPr>
                                  <m:t>))</m:t>
                                </m:r>
                              </m:e>
                            </m:d>
                          </m:e>
                        </m:func>
                      </m:e>
                    </m:func>
                  </m:oMath>
                </a14:m>
                <a:endParaRPr lang="en-US" altLang="zh-CN"/>
              </a:p>
              <a:p>
                <a:pPr lvl="1"/>
                <a:r>
                  <a:rPr lang="zh-CN" altLang="en-US"/>
                  <a:t>当判别器取最优解时，等价于</a:t>
                </a:r>
                <a14:m>
                  <m:oMath xmlns:m="http://schemas.openxmlformats.org/officeDocument/2006/math">
                    <m:func>
                      <m:funcPr>
                        <m:ctrlPr>
                          <a:rPr lang="en-US" altLang="zh-CN">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r>
                              <a:rPr lang="en-US" altLang="zh-CN">
                                <a:latin typeface="Cambria Math" panose="02040503050406030204" charset="0"/>
                                <a:cs typeface="Cambria Math" panose="02040503050406030204" charset="0"/>
                              </a:rPr>
                              <m:t>𝐺</m:t>
                            </m:r>
                          </m:lim>
                        </m:limLow>
                      </m:fName>
                      <m:e>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𝑊</m:t>
                            </m:r>
                          </m:e>
                          <m:sub>
                            <m:r>
                              <a:rPr lang="en-US" altLang="zh-CN">
                                <a:latin typeface="Cambria Math" panose="02040503050406030204" charset="0"/>
                                <a:ea typeface="MS Mincho" charset="0"/>
                                <a:cs typeface="Cambria Math" panose="02040503050406030204" charset="0"/>
                              </a:rPr>
                              <m:t>1</m:t>
                            </m:r>
                          </m:sub>
                        </m:sSub>
                      </m:e>
                    </m:func>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𝑑</m:t>
                        </m:r>
                      </m:sub>
                    </m:sSub>
                    <m:r>
                      <a:rPr lang="en-US" altLang="zh-CN">
                        <a:latin typeface="Cambria Math" panose="02040503050406030204" charset="0"/>
                        <a:ea typeface="MS Mincho" charset="0"/>
                        <a:cs typeface="Cambria Math" panose="02040503050406030204" charset="0"/>
                      </a:rPr>
                      <m:t>,</m:t>
                    </m:r>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𝑝</m:t>
                        </m:r>
                      </m:e>
                      <m:sub>
                        <m:r>
                          <a:rPr lang="en-US" altLang="zh-CN">
                            <a:latin typeface="Cambria Math" panose="02040503050406030204" charset="0"/>
                            <a:cs typeface="Cambria Math" panose="02040503050406030204" charset="0"/>
                          </a:rPr>
                          <m:t>𝑔</m:t>
                        </m:r>
                      </m:sub>
                    </m:sSub>
                    <m:r>
                      <a:rPr lang="en-US" altLang="zh-CN">
                        <a:latin typeface="Cambria Math" panose="02040503050406030204" charset="0"/>
                        <a:ea typeface="MS Mincho" charset="0"/>
                        <a:cs typeface="Cambria Math" panose="02040503050406030204" charset="0"/>
                      </a:rPr>
                      <m:t>)</m:t>
                    </m:r>
                  </m:oMath>
                </a14:m>
                <a:endParaRPr lang="en-US" altLang="zh-CN"/>
              </a:p>
              <a:p>
                <a:pPr lvl="1"/>
                <a:endParaRPr lang="en-US" altLang="zh-CN"/>
              </a:p>
            </p:txBody>
          </p:sp>
        </mc:Choice>
        <mc:Fallback>
          <p:sp>
            <p:nvSpPr>
              <p:cNvPr id="3" name="内容占位符 2"/>
              <p:cNvSpPr>
                <a:spLocks noRot="1" noChangeAspect="1" noMove="1" noResize="1" noEditPoints="1" noAdjustHandles="1" noChangeArrowheads="1" noChangeShapeType="1" noTextEdit="1"/>
              </p:cNvSpPr>
              <p:nvPr>
                <p:ph idx="1"/>
                <p:custDataLst>
                  <p:tags r:id="rId3"/>
                </p:custDataLst>
              </p:nvPr>
            </p:nvSpPr>
            <p:spPr>
              <a:blipFill rotWithShape="1">
                <a:blip r:embed="rId4"/>
                <a:stretch>
                  <a:fillRect l="-1" t="-1" r="3" b="12"/>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847850" y="3162300"/>
              <a:ext cx="5000625" cy="514350"/>
            </p14:xfrm>
          </p:contentPart>
        </mc:Choice>
        <mc:Fallback xmlns="">
          <p:pic>
            <p:nvPicPr>
              <p:cNvPr id="4" name="墨迹 3"/>
            </p:nvPicPr>
            <p:blipFill>
              <a:blip r:embed="rId6"/>
            </p:blipFill>
            <p:spPr>
              <a:xfrm>
                <a:off x="1847850" y="3162300"/>
                <a:ext cx="5000625" cy="5143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871345" y="3629025"/>
              <a:ext cx="433705" cy="99695"/>
            </p14:xfrm>
          </p:contentPart>
        </mc:Choice>
        <mc:Fallback xmlns="">
          <p:pic>
            <p:nvPicPr>
              <p:cNvPr id="6" name="墨迹 5"/>
            </p:nvPicPr>
            <p:blipFill>
              <a:blip r:embed="rId8"/>
            </p:blipFill>
            <p:spPr>
              <a:xfrm>
                <a:off x="1871345" y="3629025"/>
                <a:ext cx="433705" cy="9969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1842770" y="3667125"/>
              <a:ext cx="5057775" cy="80645"/>
            </p14:xfrm>
          </p:contentPart>
        </mc:Choice>
        <mc:Fallback xmlns="">
          <p:pic>
            <p:nvPicPr>
              <p:cNvPr id="7" name="墨迹 6"/>
            </p:nvPicPr>
            <p:blipFill>
              <a:blip r:embed="rId10"/>
            </p:blipFill>
            <p:spPr>
              <a:xfrm>
                <a:off x="1842770" y="3667125"/>
                <a:ext cx="5057775" cy="8064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1766570" y="4824095"/>
              <a:ext cx="4062730" cy="709930"/>
            </p14:xfrm>
          </p:contentPart>
        </mc:Choice>
        <mc:Fallback xmlns="">
          <p:pic>
            <p:nvPicPr>
              <p:cNvPr id="8" name="墨迹 7"/>
            </p:nvPicPr>
            <p:blipFill>
              <a:blip r:embed="rId12"/>
            </p:blipFill>
            <p:spPr>
              <a:xfrm>
                <a:off x="1766570" y="4824095"/>
                <a:ext cx="4062730" cy="70993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3595370" y="4119245"/>
              <a:ext cx="2371725" cy="52705"/>
            </p14:xfrm>
          </p:contentPart>
        </mc:Choice>
        <mc:Fallback xmlns="">
          <p:pic>
            <p:nvPicPr>
              <p:cNvPr id="9" name="墨迹 8"/>
            </p:nvPicPr>
            <p:blipFill>
              <a:blip r:embed="rId14"/>
            </p:blipFill>
            <p:spPr>
              <a:xfrm>
                <a:off x="3595370" y="4119245"/>
                <a:ext cx="2371725" cy="5270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1433195" y="3676650"/>
              <a:ext cx="262255" cy="33020"/>
            </p14:xfrm>
          </p:contentPart>
        </mc:Choice>
        <mc:Fallback xmlns="">
          <p:pic>
            <p:nvPicPr>
              <p:cNvPr id="10" name="墨迹 9"/>
            </p:nvPicPr>
            <p:blipFill>
              <a:blip r:embed="rId16"/>
            </p:blipFill>
            <p:spPr>
              <a:xfrm>
                <a:off x="1433195" y="3676650"/>
                <a:ext cx="262255" cy="3302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4772025" y="3981450"/>
              <a:ext cx="1019175" cy="190500"/>
            </p14:xfrm>
          </p:contentPart>
        </mc:Choice>
        <mc:Fallback xmlns="">
          <p:pic>
            <p:nvPicPr>
              <p:cNvPr id="11" name="墨迹 10"/>
            </p:nvPicPr>
            <p:blipFill>
              <a:blip r:embed="rId18"/>
            </p:blipFill>
            <p:spPr>
              <a:xfrm>
                <a:off x="4772025" y="3981450"/>
                <a:ext cx="1019175" cy="1905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4638675" y="5867400"/>
              <a:ext cx="1190625" cy="123825"/>
            </p14:xfrm>
          </p:contentPart>
        </mc:Choice>
        <mc:Fallback xmlns="">
          <p:pic>
            <p:nvPicPr>
              <p:cNvPr id="12" name="墨迹 11"/>
            </p:nvPicPr>
            <p:blipFill>
              <a:blip r:embed="rId20"/>
            </p:blipFill>
            <p:spPr>
              <a:xfrm>
                <a:off x="4638675" y="5867400"/>
                <a:ext cx="1190625" cy="12382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1047750" y="1857375"/>
              <a:ext cx="1514475" cy="642620"/>
            </p14:xfrm>
          </p:contentPart>
        </mc:Choice>
        <mc:Fallback xmlns="">
          <p:pic>
            <p:nvPicPr>
              <p:cNvPr id="13" name="墨迹 12"/>
            </p:nvPicPr>
            <p:blipFill>
              <a:blip r:embed="rId22"/>
            </p:blipFill>
            <p:spPr>
              <a:xfrm>
                <a:off x="1047750" y="1857375"/>
                <a:ext cx="1514475" cy="64262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1419225" y="2276475"/>
              <a:ext cx="728345" cy="428625"/>
            </p14:xfrm>
          </p:contentPart>
        </mc:Choice>
        <mc:Fallback xmlns="">
          <p:pic>
            <p:nvPicPr>
              <p:cNvPr id="14" name="墨迹 13"/>
            </p:nvPicPr>
            <p:blipFill>
              <a:blip r:embed="rId24"/>
            </p:blipFill>
            <p:spPr>
              <a:xfrm>
                <a:off x="1419225" y="2276475"/>
                <a:ext cx="728345" cy="42862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1809750" y="3600450"/>
              <a:ext cx="114300" cy="118745"/>
            </p14:xfrm>
          </p:contentPart>
        </mc:Choice>
        <mc:Fallback xmlns="">
          <p:pic>
            <p:nvPicPr>
              <p:cNvPr id="15" name="墨迹 14"/>
            </p:nvPicPr>
            <p:blipFill>
              <a:blip r:embed="rId26"/>
            </p:blipFill>
            <p:spPr>
              <a:xfrm>
                <a:off x="1809750" y="3600450"/>
                <a:ext cx="114300" cy="11874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1804670" y="3543300"/>
              <a:ext cx="361950" cy="223520"/>
            </p14:xfrm>
          </p:contentPart>
        </mc:Choice>
        <mc:Fallback xmlns="">
          <p:pic>
            <p:nvPicPr>
              <p:cNvPr id="16" name="墨迹 15"/>
            </p:nvPicPr>
            <p:blipFill>
              <a:blip r:embed="rId28"/>
            </p:blipFill>
            <p:spPr>
              <a:xfrm>
                <a:off x="1804670" y="3543300"/>
                <a:ext cx="361950" cy="22352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1276350" y="3204845"/>
              <a:ext cx="1042670" cy="500380"/>
            </p14:xfrm>
          </p:contentPart>
        </mc:Choice>
        <mc:Fallback xmlns="">
          <p:pic>
            <p:nvPicPr>
              <p:cNvPr id="17" name="墨迹 16"/>
            </p:nvPicPr>
            <p:blipFill>
              <a:blip r:embed="rId30"/>
            </p:blipFill>
            <p:spPr>
              <a:xfrm>
                <a:off x="1276350" y="3204845"/>
                <a:ext cx="1042670" cy="50038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1823720" y="3604895"/>
              <a:ext cx="457200" cy="171450"/>
            </p14:xfrm>
          </p:contentPart>
        </mc:Choice>
        <mc:Fallback xmlns="">
          <p:pic>
            <p:nvPicPr>
              <p:cNvPr id="18" name="墨迹 17"/>
            </p:nvPicPr>
            <p:blipFill>
              <a:blip r:embed="rId32"/>
            </p:blipFill>
            <p:spPr>
              <a:xfrm>
                <a:off x="1823720" y="3604895"/>
                <a:ext cx="457200" cy="1714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1728470" y="3619500"/>
              <a:ext cx="5072380" cy="52070"/>
            </p14:xfrm>
          </p:contentPart>
        </mc:Choice>
        <mc:Fallback xmlns="">
          <p:pic>
            <p:nvPicPr>
              <p:cNvPr id="19" name="墨迹 18"/>
            </p:nvPicPr>
            <p:blipFill>
              <a:blip r:embed="rId34"/>
            </p:blipFill>
            <p:spPr>
              <a:xfrm>
                <a:off x="1728470" y="3619500"/>
                <a:ext cx="5072380" cy="5207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4791075" y="3933825"/>
              <a:ext cx="1128395" cy="166370"/>
            </p14:xfrm>
          </p:contentPart>
        </mc:Choice>
        <mc:Fallback xmlns="">
          <p:pic>
            <p:nvPicPr>
              <p:cNvPr id="20" name="墨迹 19"/>
            </p:nvPicPr>
            <p:blipFill>
              <a:blip r:embed="rId36"/>
            </p:blipFill>
            <p:spPr>
              <a:xfrm>
                <a:off x="4791075" y="3933825"/>
                <a:ext cx="1128395" cy="166370"/>
              </a:xfrm>
              <a:prstGeom prst="rect"/>
            </p:spPr>
          </p:pic>
        </mc:Fallback>
      </mc:AlternateContent>
    </p:spTree>
    <p:custDataLst>
      <p:tags r:id="rId3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训练不稳定问题</a:t>
            </a:r>
            <a:r>
              <a:rPr lang="en-US" altLang="zh-CN">
                <a:sym typeface="+mn-ea"/>
              </a:rPr>
              <a:t> =&gt; </a:t>
            </a:r>
            <a:r>
              <a:rPr lang="zh-CN" altLang="en-US">
                <a:sym typeface="+mn-ea"/>
              </a:rPr>
              <a:t>距离度量</a:t>
            </a:r>
            <a:endParaRPr lang="zh-CN" altLang="en-US">
              <a:sym typeface="+mn-ea"/>
            </a:endParaRPr>
          </a:p>
        </p:txBody>
      </p:sp>
      <p:sp>
        <p:nvSpPr>
          <p:cNvPr id="5" name="内容占位符 4"/>
          <p:cNvSpPr>
            <a:spLocks noGrp="1"/>
          </p:cNvSpPr>
          <p:nvPr>
            <p:ph idx="1"/>
            <p:custDataLst>
              <p:tags r:id="rId2"/>
            </p:custDataLst>
          </p:nvPr>
        </p:nvSpPr>
        <p:spPr/>
        <p:txBody>
          <a:bodyPr/>
          <a:p>
            <a:r>
              <a:rPr lang="en-US" altLang="zh-CN"/>
              <a:t>GANs</a:t>
            </a:r>
            <a:r>
              <a:rPr lang="zh-CN" altLang="en-US"/>
              <a:t>训练不稳定：</a:t>
            </a:r>
            <a:endParaRPr lang="zh-CN" altLang="en-US"/>
          </a:p>
          <a:p>
            <a:pPr lvl="1"/>
            <a:r>
              <a:rPr lang="zh-CN" altLang="en-US"/>
              <a:t>容易训崩</a:t>
            </a:r>
            <a:endParaRPr lang="zh-CN" altLang="en-US"/>
          </a:p>
          <a:p>
            <a:pPr lvl="1"/>
            <a:r>
              <a:rPr lang="zh-CN" altLang="en-US"/>
              <a:t>容易出现模式崩塌，即，生成分布</a:t>
            </a:r>
            <a:r>
              <a:rPr lang="zh-CN" altLang="en-US"/>
              <a:t>仅覆盖真实数据</a:t>
            </a:r>
            <a:r>
              <a:rPr lang="zh-CN" altLang="en-US"/>
              <a:t>的一部分</a:t>
            </a:r>
            <a:endParaRPr lang="zh-CN" altLang="en-US"/>
          </a:p>
          <a:p>
            <a:endParaRPr lang="zh-CN" altLang="en-US"/>
          </a:p>
          <a:p>
            <a:r>
              <a:rPr lang="en-US" altLang="zh-CN"/>
              <a:t>WGANs </a:t>
            </a:r>
            <a:r>
              <a:rPr lang="en-US" altLang="zh-CN">
                <a:latin typeface="Cambria Math" panose="02040503050406030204" charset="0"/>
                <a:cs typeface="Cambria Math" panose="02040503050406030204" charset="0"/>
                <a:sym typeface="+mn-ea"/>
              </a:rPr>
              <a:t>(</a:t>
            </a:r>
            <a:r>
              <a:rPr lang="zh-CN" altLang="en-US" sz="1600">
                <a:highlight>
                  <a:srgbClr val="FFFF00"/>
                </a:highlight>
                <a:latin typeface="Cambria Math" panose="02040503050406030204" charset="0"/>
                <a:cs typeface="Cambria Math" panose="02040503050406030204" charset="0"/>
                <a:sym typeface="+mn-ea"/>
              </a:rPr>
              <a:t>该领域最重要的论文之一</a:t>
            </a:r>
            <a:r>
              <a:rPr lang="zh-CN" altLang="en-US">
                <a:latin typeface="Cambria Math" panose="02040503050406030204" charset="0"/>
                <a:cs typeface="Cambria Math" panose="02040503050406030204" charset="0"/>
                <a:sym typeface="+mn-ea"/>
              </a:rPr>
              <a:t>）</a:t>
            </a:r>
            <a:endParaRPr lang="zh-CN" altLang="en-US"/>
          </a:p>
          <a:p>
            <a:pPr lvl="1"/>
            <a:r>
              <a:rPr lang="zh-CN" altLang="en-US">
                <a:sym typeface="+mn-ea"/>
              </a:rPr>
              <a:t>指出</a:t>
            </a:r>
            <a:r>
              <a:rPr lang="zh-CN" altLang="en-US"/>
              <a:t>问题出在距离度量函数</a:t>
            </a:r>
            <a:r>
              <a:rPr lang="zh-CN" altLang="en-US"/>
              <a:t>上：</a:t>
            </a:r>
            <a:endParaRPr lang="zh-CN" altLang="en-US"/>
          </a:p>
          <a:p>
            <a:pPr lvl="2"/>
            <a:r>
              <a:rPr lang="en-US" altLang="zh-CN"/>
              <a:t>JS divergence</a:t>
            </a:r>
            <a:r>
              <a:rPr lang="zh-CN" altLang="en-US"/>
              <a:t>是不连续的</a:t>
            </a:r>
            <a:endParaRPr lang="zh-CN" altLang="en-US"/>
          </a:p>
          <a:p>
            <a:pPr lvl="2"/>
            <a:r>
              <a:rPr lang="en-US" altLang="zh-CN"/>
              <a:t>W1 distance</a:t>
            </a:r>
            <a:r>
              <a:rPr lang="zh-CN" altLang="en-US"/>
              <a:t>的距离度量是连续</a:t>
            </a:r>
            <a:r>
              <a:rPr lang="zh-CN" altLang="en-US"/>
              <a:t>的</a:t>
            </a:r>
            <a:endParaRPr lang="zh-CN" altLang="en-US"/>
          </a:p>
          <a:p>
            <a:pPr lvl="0"/>
            <a:endParaRPr lang="zh-CN" altLang="en-US"/>
          </a:p>
          <a:p>
            <a:pPr lvl="0"/>
            <a:endParaRPr lang="zh-CN" altLang="en-US"/>
          </a:p>
          <a:p>
            <a:pPr lvl="1"/>
            <a:endParaRPr lang="zh-CN" altLang="en-US"/>
          </a:p>
          <a:p>
            <a:endParaRPr lang="zh-CN" altLang="en-US"/>
          </a:p>
          <a:p>
            <a:endParaRPr lang="zh-CN" altLang="en-US"/>
          </a:p>
        </p:txBody>
      </p:sp>
      <p:pic>
        <p:nvPicPr>
          <p:cNvPr id="6" name="图片 5"/>
          <p:cNvPicPr>
            <a:picLocks noChangeAspect="1"/>
          </p:cNvPicPr>
          <p:nvPr/>
        </p:nvPicPr>
        <p:blipFill>
          <a:blip r:embed="rId3"/>
          <a:srcRect/>
          <a:stretch>
            <a:fillRect/>
          </a:stretch>
        </p:blipFill>
        <p:spPr>
          <a:xfrm>
            <a:off x="5565775" y="3769360"/>
            <a:ext cx="5885180" cy="228028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训练不稳定</a:t>
            </a:r>
            <a:r>
              <a:rPr lang="zh-CN" altLang="en-US">
                <a:sym typeface="+mn-ea"/>
              </a:rPr>
              <a:t>能</a:t>
            </a:r>
            <a:r>
              <a:rPr lang="zh-CN" altLang="en-US"/>
              <a:t>否简单归因于距离度量的不连续性？</a:t>
            </a:r>
            <a:endParaRPr lang="zh-CN" altLang="en-US"/>
          </a:p>
        </p:txBody>
      </p:sp>
      <p:sp>
        <p:nvSpPr>
          <p:cNvPr id="3" name="内容占位符 2"/>
          <p:cNvSpPr>
            <a:spLocks noGrp="1"/>
          </p:cNvSpPr>
          <p:nvPr>
            <p:ph idx="1"/>
            <p:custDataLst>
              <p:tags r:id="rId2"/>
            </p:custDataLst>
          </p:nvPr>
        </p:nvSpPr>
        <p:spPr/>
        <p:txBody>
          <a:bodyPr>
            <a:normAutofit lnSpcReduction="10000"/>
          </a:bodyPr>
          <a:p>
            <a:r>
              <a:rPr lang="zh-CN" altLang="en-US"/>
              <a:t>揭示</a:t>
            </a:r>
            <a:r>
              <a:rPr lang="en-US" altLang="zh-CN"/>
              <a:t>GANs</a:t>
            </a:r>
            <a:r>
              <a:rPr lang="zh-CN" altLang="en-US"/>
              <a:t>的训练不稳定问题</a:t>
            </a:r>
            <a:r>
              <a:rPr lang="zh-CN" altLang="en-US">
                <a:solidFill>
                  <a:srgbClr val="FF0000"/>
                </a:solidFill>
              </a:rPr>
              <a:t>有更底层的机制：</a:t>
            </a:r>
            <a:endParaRPr lang="zh-CN" altLang="en-US"/>
          </a:p>
          <a:p>
            <a:pPr lvl="1"/>
            <a:endParaRPr lang="zh-CN" altLang="en-US"/>
          </a:p>
          <a:p>
            <a:pPr lvl="1"/>
            <a:r>
              <a:rPr lang="zh-CN" altLang="en-US"/>
              <a:t>根源其实不在于距离度量函数的连续性，而在于判别器给生成器的梯度是否能有效传递信息</a:t>
            </a:r>
            <a:endParaRPr lang="zh-CN" altLang="en-US"/>
          </a:p>
          <a:p>
            <a:pPr lvl="0"/>
            <a:endParaRPr lang="zh-CN" altLang="en-US"/>
          </a:p>
          <a:p>
            <a:pPr lvl="1"/>
            <a:r>
              <a:rPr lang="zh-CN" altLang="en-US"/>
              <a:t>指出，即使采用连续性良好的 </a:t>
            </a:r>
            <a:r>
              <a:rPr lang="en-US" altLang="zh-CN"/>
              <a:t>W1 distance</a:t>
            </a:r>
            <a:r>
              <a:rPr lang="zh-CN" altLang="en-US"/>
              <a:t>，如果在等价的目标函数中放松 </a:t>
            </a:r>
            <a:r>
              <a:rPr lang="en-US" altLang="zh-CN"/>
              <a:t>Lipschitz </a:t>
            </a:r>
            <a:r>
              <a:rPr lang="zh-CN" altLang="en-US"/>
              <a:t>约束，理论上依然可能得到缺乏有效信息的梯度。</a:t>
            </a:r>
            <a:endParaRPr lang="zh-CN" altLang="en-US"/>
          </a:p>
          <a:p>
            <a:pPr lvl="1"/>
            <a:endParaRPr lang="zh-CN" altLang="en-US"/>
          </a:p>
          <a:p>
            <a:pPr lvl="1"/>
            <a:r>
              <a:rPr lang="zh-CN" altLang="en-US"/>
              <a:t>进一步指出，</a:t>
            </a:r>
            <a:r>
              <a:rPr lang="en-US" altLang="zh-CN"/>
              <a:t>Wasserstein distance</a:t>
            </a:r>
            <a:r>
              <a:rPr lang="zh-CN" altLang="en-US"/>
              <a:t>的核心是其中的</a:t>
            </a:r>
            <a:r>
              <a:rPr lang="en-US" altLang="zh-CN"/>
              <a:t>Lipschitz</a:t>
            </a:r>
            <a:r>
              <a:rPr lang="zh-CN" altLang="en-US"/>
              <a:t>约束，而</a:t>
            </a:r>
            <a:r>
              <a:rPr lang="en-US" altLang="zh-CN"/>
              <a:t>Lipschitz</a:t>
            </a:r>
            <a:r>
              <a:rPr lang="zh-CN" altLang="en-US"/>
              <a:t>约束是一个一般性的能使判别器给生成器传递可靠信息的约束。</a:t>
            </a:r>
            <a:endParaRPr lang="zh-CN" altLang="en-US"/>
          </a:p>
          <a:p>
            <a:pPr lvl="1"/>
            <a:endParaRPr lang="zh-CN" altLang="en-US"/>
          </a:p>
          <a:p>
            <a:pPr lvl="1"/>
            <a:r>
              <a:rPr lang="zh-CN" altLang="en-US"/>
              <a:t>提出，以 </a:t>
            </a:r>
            <a:r>
              <a:rPr lang="en-US" altLang="zh-CN"/>
              <a:t>Lipschitz </a:t>
            </a:r>
            <a:r>
              <a:rPr lang="zh-CN" altLang="en-US"/>
              <a:t>约束为核心的一般性框架 </a:t>
            </a:r>
            <a:r>
              <a:rPr lang="en-US" altLang="zh-CN"/>
              <a:t>LGANs。</a:t>
            </a:r>
            <a:r>
              <a:rPr lang="zh-CN" altLang="en-US"/>
              <a:t>证明</a:t>
            </a:r>
            <a:r>
              <a:rPr lang="en-US" altLang="zh-CN"/>
              <a:t>LGANs</a:t>
            </a:r>
            <a:r>
              <a:rPr lang="zh-CN" altLang="en-US"/>
              <a:t>在最优判别函数下，其梯度是一直有信息的且直接从当前生成样本指向一个真实样本。</a:t>
            </a:r>
            <a:endParaRPr lang="zh-CN" altLang="en-US"/>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3957320" y="2276475"/>
              <a:ext cx="967105" cy="1095375"/>
            </p14:xfrm>
          </p:contentPart>
        </mc:Choice>
        <mc:Fallback xmlns="">
          <p:pic>
            <p:nvPicPr>
              <p:cNvPr id="4" name="墨迹 3"/>
            </p:nvPicPr>
            <p:blipFill>
              <a:blip r:embed="rId4"/>
            </p:blipFill>
            <p:spPr>
              <a:xfrm>
                <a:off x="3957320" y="2276475"/>
                <a:ext cx="967105" cy="109537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7658100" y="2261870"/>
              <a:ext cx="57150" cy="881380"/>
            </p14:xfrm>
          </p:contentPart>
        </mc:Choice>
        <mc:Fallback xmlns="">
          <p:pic>
            <p:nvPicPr>
              <p:cNvPr id="5" name="墨迹 4"/>
            </p:nvPicPr>
            <p:blipFill>
              <a:blip r:embed="rId6"/>
            </p:blipFill>
            <p:spPr>
              <a:xfrm>
                <a:off x="7658100" y="2261870"/>
                <a:ext cx="57150" cy="8813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7696200" y="2433320"/>
              <a:ext cx="581025" cy="866775"/>
            </p14:xfrm>
          </p:contentPart>
        </mc:Choice>
        <mc:Fallback xmlns="">
          <p:pic>
            <p:nvPicPr>
              <p:cNvPr id="6" name="墨迹 5"/>
            </p:nvPicPr>
            <p:blipFill>
              <a:blip r:embed="rId8"/>
            </p:blipFill>
            <p:spPr>
              <a:xfrm>
                <a:off x="7696200" y="2433320"/>
                <a:ext cx="581025" cy="8667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6381750" y="1814195"/>
              <a:ext cx="114300" cy="1895475"/>
            </p14:xfrm>
          </p:contentPart>
        </mc:Choice>
        <mc:Fallback xmlns="">
          <p:pic>
            <p:nvPicPr>
              <p:cNvPr id="7" name="墨迹 6"/>
            </p:nvPicPr>
            <p:blipFill>
              <a:blip r:embed="rId10"/>
            </p:blipFill>
            <p:spPr>
              <a:xfrm>
                <a:off x="6381750" y="1814195"/>
                <a:ext cx="114300" cy="189547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5238750" y="2709545"/>
              <a:ext cx="2585720" cy="252730"/>
            </p14:xfrm>
          </p:contentPart>
        </mc:Choice>
        <mc:Fallback xmlns="">
          <p:pic>
            <p:nvPicPr>
              <p:cNvPr id="8" name="墨迹 7"/>
            </p:nvPicPr>
            <p:blipFill>
              <a:blip r:embed="rId12"/>
            </p:blipFill>
            <p:spPr>
              <a:xfrm>
                <a:off x="5238750" y="2709545"/>
                <a:ext cx="2585720" cy="25273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5300345" y="2695575"/>
              <a:ext cx="571500" cy="390525"/>
            </p14:xfrm>
          </p:contentPart>
        </mc:Choice>
        <mc:Fallback xmlns="">
          <p:pic>
            <p:nvPicPr>
              <p:cNvPr id="9" name="墨迹 8"/>
            </p:nvPicPr>
            <p:blipFill>
              <a:blip r:embed="rId14"/>
            </p:blipFill>
            <p:spPr>
              <a:xfrm>
                <a:off x="5300345" y="2695575"/>
                <a:ext cx="571500" cy="39052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5991225" y="2976245"/>
              <a:ext cx="1600200" cy="119380"/>
            </p14:xfrm>
          </p:contentPart>
        </mc:Choice>
        <mc:Fallback xmlns="">
          <p:pic>
            <p:nvPicPr>
              <p:cNvPr id="10" name="墨迹 9"/>
            </p:nvPicPr>
            <p:blipFill>
              <a:blip r:embed="rId16"/>
            </p:blipFill>
            <p:spPr>
              <a:xfrm>
                <a:off x="5991225" y="2976245"/>
                <a:ext cx="1600200" cy="11938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5581650" y="3048000"/>
              <a:ext cx="1485900" cy="42545"/>
            </p14:xfrm>
          </p:contentPart>
        </mc:Choice>
        <mc:Fallback xmlns="">
          <p:pic>
            <p:nvPicPr>
              <p:cNvPr id="11" name="墨迹 10"/>
            </p:nvPicPr>
            <p:blipFill>
              <a:blip r:embed="rId18"/>
            </p:blipFill>
            <p:spPr>
              <a:xfrm>
                <a:off x="5581650" y="3048000"/>
                <a:ext cx="1485900" cy="4254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3324225" y="1747520"/>
              <a:ext cx="5166995" cy="2005330"/>
            </p14:xfrm>
          </p:contentPart>
        </mc:Choice>
        <mc:Fallback xmlns="">
          <p:pic>
            <p:nvPicPr>
              <p:cNvPr id="12" name="墨迹 11"/>
            </p:nvPicPr>
            <p:blipFill>
              <a:blip r:embed="rId20"/>
            </p:blipFill>
            <p:spPr>
              <a:xfrm>
                <a:off x="3324225" y="1747520"/>
                <a:ext cx="5166995" cy="200533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6252845" y="1362075"/>
              <a:ext cx="238125" cy="1176020"/>
            </p14:xfrm>
          </p:contentPart>
        </mc:Choice>
        <mc:Fallback xmlns="">
          <p:pic>
            <p:nvPicPr>
              <p:cNvPr id="13" name="墨迹 12"/>
            </p:nvPicPr>
            <p:blipFill>
              <a:blip r:embed="rId22"/>
            </p:blipFill>
            <p:spPr>
              <a:xfrm>
                <a:off x="6252845" y="1362075"/>
                <a:ext cx="238125" cy="117602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6086475" y="2138045"/>
              <a:ext cx="347345" cy="271780"/>
            </p14:xfrm>
          </p:contentPart>
        </mc:Choice>
        <mc:Fallback xmlns="">
          <p:pic>
            <p:nvPicPr>
              <p:cNvPr id="14" name="墨迹 13"/>
            </p:nvPicPr>
            <p:blipFill>
              <a:blip r:embed="rId24"/>
            </p:blipFill>
            <p:spPr>
              <a:xfrm>
                <a:off x="6086475" y="2138045"/>
                <a:ext cx="347345" cy="27178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4319270" y="2476500"/>
              <a:ext cx="1028700" cy="52070"/>
            </p14:xfrm>
          </p:contentPart>
        </mc:Choice>
        <mc:Fallback xmlns="">
          <p:pic>
            <p:nvPicPr>
              <p:cNvPr id="15" name="墨迹 14"/>
            </p:nvPicPr>
            <p:blipFill>
              <a:blip r:embed="rId26"/>
            </p:blipFill>
            <p:spPr>
              <a:xfrm>
                <a:off x="4319270" y="2476500"/>
                <a:ext cx="1028700" cy="5207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728345" y="2962275"/>
              <a:ext cx="490855" cy="918845"/>
            </p14:xfrm>
          </p:contentPart>
        </mc:Choice>
        <mc:Fallback xmlns="">
          <p:pic>
            <p:nvPicPr>
              <p:cNvPr id="16" name="墨迹 15"/>
            </p:nvPicPr>
            <p:blipFill>
              <a:blip r:embed="rId28"/>
            </p:blipFill>
            <p:spPr>
              <a:xfrm>
                <a:off x="728345" y="2962275"/>
                <a:ext cx="490855" cy="91884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11229975" y="2976245"/>
              <a:ext cx="366395" cy="852805"/>
            </p14:xfrm>
          </p:contentPart>
        </mc:Choice>
        <mc:Fallback xmlns="">
          <p:pic>
            <p:nvPicPr>
              <p:cNvPr id="17" name="墨迹 16"/>
            </p:nvPicPr>
            <p:blipFill>
              <a:blip r:embed="rId30"/>
            </p:blipFill>
            <p:spPr>
              <a:xfrm>
                <a:off x="11229975" y="2976245"/>
                <a:ext cx="366395" cy="85280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7205345" y="3505200"/>
              <a:ext cx="3310255" cy="38100"/>
            </p14:xfrm>
          </p:contentPart>
        </mc:Choice>
        <mc:Fallback xmlns="">
          <p:pic>
            <p:nvPicPr>
              <p:cNvPr id="18" name="墨迹 17"/>
            </p:nvPicPr>
            <p:blipFill>
              <a:blip r:embed="rId32"/>
            </p:blipFill>
            <p:spPr>
              <a:xfrm>
                <a:off x="7205345" y="3505200"/>
                <a:ext cx="3310255" cy="3810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4004945" y="2985770"/>
              <a:ext cx="1910080" cy="633730"/>
            </p14:xfrm>
          </p:contentPart>
        </mc:Choice>
        <mc:Fallback xmlns="">
          <p:pic>
            <p:nvPicPr>
              <p:cNvPr id="19" name="墨迹 18"/>
            </p:nvPicPr>
            <p:blipFill>
              <a:blip r:embed="rId34"/>
            </p:blipFill>
            <p:spPr>
              <a:xfrm>
                <a:off x="4004945" y="2985770"/>
                <a:ext cx="1910080" cy="63373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1976120" y="3671570"/>
              <a:ext cx="2124075" cy="176530"/>
            </p14:xfrm>
          </p:contentPart>
        </mc:Choice>
        <mc:Fallback xmlns="">
          <p:pic>
            <p:nvPicPr>
              <p:cNvPr id="20" name="墨迹 19"/>
            </p:nvPicPr>
            <p:blipFill>
              <a:blip r:embed="rId36"/>
            </p:blipFill>
            <p:spPr>
              <a:xfrm>
                <a:off x="1976120" y="3671570"/>
                <a:ext cx="2124075" cy="17653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6686550" y="1309370"/>
              <a:ext cx="4010025" cy="47625"/>
            </p14:xfrm>
          </p:contentPart>
        </mc:Choice>
        <mc:Fallback xmlns="">
          <p:pic>
            <p:nvPicPr>
              <p:cNvPr id="21" name="墨迹 20"/>
            </p:nvPicPr>
            <p:blipFill>
              <a:blip r:embed="rId38"/>
            </p:blipFill>
            <p:spPr>
              <a:xfrm>
                <a:off x="6686550" y="1309370"/>
                <a:ext cx="4010025" cy="4762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8348345" y="2661920"/>
              <a:ext cx="2028825" cy="85725"/>
            </p14:xfrm>
          </p:contentPart>
        </mc:Choice>
        <mc:Fallback xmlns="">
          <p:pic>
            <p:nvPicPr>
              <p:cNvPr id="22" name="墨迹 21"/>
            </p:nvPicPr>
            <p:blipFill>
              <a:blip r:embed="rId40"/>
            </p:blipFill>
            <p:spPr>
              <a:xfrm>
                <a:off x="8348345" y="2661920"/>
                <a:ext cx="2028825" cy="8572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3" name="墨迹 22"/>
              <p14:cNvContentPartPr/>
              <p14:nvPr/>
            </p14:nvContentPartPr>
            <p14:xfrm>
              <a:off x="781050" y="4109720"/>
              <a:ext cx="200025" cy="590550"/>
            </p14:xfrm>
          </p:contentPart>
        </mc:Choice>
        <mc:Fallback xmlns="">
          <p:pic>
            <p:nvPicPr>
              <p:cNvPr id="23" name="墨迹 22"/>
            </p:nvPicPr>
            <p:blipFill>
              <a:blip r:embed="rId42"/>
            </p:blipFill>
            <p:spPr>
              <a:xfrm>
                <a:off x="781050" y="4109720"/>
                <a:ext cx="200025" cy="59055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4" name="墨迹 23"/>
              <p14:cNvContentPartPr/>
              <p14:nvPr/>
            </p14:nvContentPartPr>
            <p14:xfrm>
              <a:off x="423545" y="3852545"/>
              <a:ext cx="11496675" cy="81280"/>
            </p14:xfrm>
          </p:contentPart>
        </mc:Choice>
        <mc:Fallback xmlns="">
          <p:pic>
            <p:nvPicPr>
              <p:cNvPr id="24" name="墨迹 23"/>
            </p:nvPicPr>
            <p:blipFill>
              <a:blip r:embed="rId44"/>
            </p:blipFill>
            <p:spPr>
              <a:xfrm>
                <a:off x="423545" y="3852545"/>
                <a:ext cx="11496675" cy="8128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5" name="墨迹 24"/>
              <p14:cNvContentPartPr/>
              <p14:nvPr/>
            </p14:nvContentPartPr>
            <p14:xfrm>
              <a:off x="6395720" y="556895"/>
              <a:ext cx="2424430" cy="895350"/>
            </p14:xfrm>
          </p:contentPart>
        </mc:Choice>
        <mc:Fallback xmlns="">
          <p:pic>
            <p:nvPicPr>
              <p:cNvPr id="25" name="墨迹 24"/>
            </p:nvPicPr>
            <p:blipFill>
              <a:blip r:embed="rId46"/>
            </p:blipFill>
            <p:spPr>
              <a:xfrm>
                <a:off x="6395720" y="556895"/>
                <a:ext cx="2424430" cy="89535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6" name="墨迹 25"/>
              <p14:cNvContentPartPr/>
              <p14:nvPr/>
            </p14:nvContentPartPr>
            <p14:xfrm>
              <a:off x="2547620" y="4314825"/>
              <a:ext cx="2752725" cy="128270"/>
            </p14:xfrm>
          </p:contentPart>
        </mc:Choice>
        <mc:Fallback xmlns="">
          <p:pic>
            <p:nvPicPr>
              <p:cNvPr id="26" name="墨迹 25"/>
            </p:nvPicPr>
            <p:blipFill>
              <a:blip r:embed="rId48"/>
            </p:blipFill>
            <p:spPr>
              <a:xfrm>
                <a:off x="2547620" y="4314825"/>
                <a:ext cx="2752725" cy="12827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7" name="墨迹 26"/>
              <p14:cNvContentPartPr/>
              <p14:nvPr/>
            </p14:nvContentPartPr>
            <p14:xfrm>
              <a:off x="6062345" y="3881120"/>
              <a:ext cx="2014855" cy="728980"/>
            </p14:xfrm>
          </p:contentPart>
        </mc:Choice>
        <mc:Fallback xmlns="">
          <p:pic>
            <p:nvPicPr>
              <p:cNvPr id="27" name="墨迹 26"/>
            </p:nvPicPr>
            <p:blipFill>
              <a:blip r:embed="rId50"/>
            </p:blipFill>
            <p:spPr>
              <a:xfrm>
                <a:off x="6062345" y="3881120"/>
                <a:ext cx="2014855" cy="72898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8" name="墨迹 27"/>
              <p14:cNvContentPartPr/>
              <p14:nvPr/>
            </p14:nvContentPartPr>
            <p14:xfrm>
              <a:off x="6395720" y="4300220"/>
              <a:ext cx="1529080" cy="180975"/>
            </p14:xfrm>
          </p:contentPart>
        </mc:Choice>
        <mc:Fallback xmlns="">
          <p:pic>
            <p:nvPicPr>
              <p:cNvPr id="28" name="墨迹 27"/>
            </p:nvPicPr>
            <p:blipFill>
              <a:blip r:embed="rId52"/>
            </p:blipFill>
            <p:spPr>
              <a:xfrm>
                <a:off x="6395720" y="4300220"/>
                <a:ext cx="1529080" cy="18097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9" name="墨迹 28"/>
              <p14:cNvContentPartPr/>
              <p14:nvPr/>
            </p14:nvContentPartPr>
            <p14:xfrm>
              <a:off x="8658225" y="3390900"/>
              <a:ext cx="1524000" cy="200025"/>
            </p14:xfrm>
          </p:contentPart>
        </mc:Choice>
        <mc:Fallback xmlns="">
          <p:pic>
            <p:nvPicPr>
              <p:cNvPr id="29" name="墨迹 28"/>
            </p:nvPicPr>
            <p:blipFill>
              <a:blip r:embed="rId54"/>
            </p:blipFill>
            <p:spPr>
              <a:xfrm>
                <a:off x="8658225" y="3390900"/>
                <a:ext cx="1524000" cy="20002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0" name="墨迹 29"/>
              <p14:cNvContentPartPr/>
              <p14:nvPr/>
            </p14:nvContentPartPr>
            <p14:xfrm>
              <a:off x="6448425" y="4366895"/>
              <a:ext cx="1928495" cy="200025"/>
            </p14:xfrm>
          </p:contentPart>
        </mc:Choice>
        <mc:Fallback xmlns="">
          <p:pic>
            <p:nvPicPr>
              <p:cNvPr id="30" name="墨迹 29"/>
            </p:nvPicPr>
            <p:blipFill>
              <a:blip r:embed="rId56"/>
            </p:blipFill>
            <p:spPr>
              <a:xfrm>
                <a:off x="6448425" y="4366895"/>
                <a:ext cx="1928495" cy="200025"/>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1" name="墨迹 30"/>
              <p14:cNvContentPartPr/>
              <p14:nvPr/>
            </p14:nvContentPartPr>
            <p14:xfrm>
              <a:off x="8477250" y="4391025"/>
              <a:ext cx="1404620" cy="109220"/>
            </p14:xfrm>
          </p:contentPart>
        </mc:Choice>
        <mc:Fallback xmlns="">
          <p:pic>
            <p:nvPicPr>
              <p:cNvPr id="31" name="墨迹 30"/>
            </p:nvPicPr>
            <p:blipFill>
              <a:blip r:embed="rId58"/>
            </p:blipFill>
            <p:spPr>
              <a:xfrm>
                <a:off x="8477250" y="4391025"/>
                <a:ext cx="1404620" cy="10922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2" name="墨迹 31"/>
              <p14:cNvContentPartPr/>
              <p14:nvPr/>
            </p14:nvContentPartPr>
            <p14:xfrm>
              <a:off x="8353425" y="3985895"/>
              <a:ext cx="1833245" cy="567055"/>
            </p14:xfrm>
          </p:contentPart>
        </mc:Choice>
        <mc:Fallback xmlns="">
          <p:pic>
            <p:nvPicPr>
              <p:cNvPr id="32" name="墨迹 31"/>
            </p:nvPicPr>
            <p:blipFill>
              <a:blip r:embed="rId60"/>
            </p:blipFill>
            <p:spPr>
              <a:xfrm>
                <a:off x="8353425" y="3985895"/>
                <a:ext cx="1833245" cy="56705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3" name="墨迹 32"/>
              <p14:cNvContentPartPr/>
              <p14:nvPr/>
            </p14:nvContentPartPr>
            <p14:xfrm>
              <a:off x="10591800" y="4490720"/>
              <a:ext cx="842645" cy="47625"/>
            </p14:xfrm>
          </p:contentPart>
        </mc:Choice>
        <mc:Fallback xmlns="">
          <p:pic>
            <p:nvPicPr>
              <p:cNvPr id="33" name="墨迹 32"/>
            </p:nvPicPr>
            <p:blipFill>
              <a:blip r:embed="rId62"/>
            </p:blipFill>
            <p:spPr>
              <a:xfrm>
                <a:off x="10591800" y="4490720"/>
                <a:ext cx="842645" cy="4762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4" name="墨迹 33"/>
              <p14:cNvContentPartPr/>
              <p14:nvPr/>
            </p14:nvContentPartPr>
            <p14:xfrm>
              <a:off x="1852295" y="4681220"/>
              <a:ext cx="3829050" cy="90805"/>
            </p14:xfrm>
          </p:contentPart>
        </mc:Choice>
        <mc:Fallback xmlns="">
          <p:pic>
            <p:nvPicPr>
              <p:cNvPr id="34" name="墨迹 33"/>
            </p:nvPicPr>
            <p:blipFill>
              <a:blip r:embed="rId64"/>
            </p:blipFill>
            <p:spPr>
              <a:xfrm>
                <a:off x="1852295" y="4681220"/>
                <a:ext cx="3829050" cy="9080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5" name="墨迹 34"/>
              <p14:cNvContentPartPr/>
              <p14:nvPr/>
            </p14:nvContentPartPr>
            <p14:xfrm>
              <a:off x="2776220" y="4614545"/>
              <a:ext cx="2157730" cy="276225"/>
            </p14:xfrm>
          </p:contentPart>
        </mc:Choice>
        <mc:Fallback xmlns="">
          <p:pic>
            <p:nvPicPr>
              <p:cNvPr id="35" name="墨迹 34"/>
            </p:nvPicPr>
            <p:blipFill>
              <a:blip r:embed="rId66"/>
            </p:blipFill>
            <p:spPr>
              <a:xfrm>
                <a:off x="2776220" y="4614545"/>
                <a:ext cx="2157730" cy="27622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6" name="墨迹 35"/>
              <p14:cNvContentPartPr/>
              <p14:nvPr/>
            </p14:nvContentPartPr>
            <p14:xfrm>
              <a:off x="1962150" y="4976495"/>
              <a:ext cx="2114550" cy="376555"/>
            </p14:xfrm>
          </p:contentPart>
        </mc:Choice>
        <mc:Fallback xmlns="">
          <p:pic>
            <p:nvPicPr>
              <p:cNvPr id="36" name="墨迹 35"/>
            </p:nvPicPr>
            <p:blipFill>
              <a:blip r:embed="rId68"/>
            </p:blipFill>
            <p:spPr>
              <a:xfrm>
                <a:off x="1962150" y="4976495"/>
                <a:ext cx="2114550" cy="37655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7" name="墨迹 36"/>
              <p14:cNvContentPartPr/>
              <p14:nvPr/>
            </p14:nvContentPartPr>
            <p14:xfrm>
              <a:off x="4438650" y="4843145"/>
              <a:ext cx="2390775" cy="652780"/>
            </p14:xfrm>
          </p:contentPart>
        </mc:Choice>
        <mc:Fallback xmlns="">
          <p:pic>
            <p:nvPicPr>
              <p:cNvPr id="37" name="墨迹 36"/>
            </p:nvPicPr>
            <p:blipFill>
              <a:blip r:embed="rId70"/>
            </p:blipFill>
            <p:spPr>
              <a:xfrm>
                <a:off x="4438650" y="4843145"/>
                <a:ext cx="2390775" cy="65278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8" name="墨迹 37"/>
              <p14:cNvContentPartPr/>
              <p14:nvPr/>
            </p14:nvContentPartPr>
            <p14:xfrm>
              <a:off x="1714500" y="4595495"/>
              <a:ext cx="3990975" cy="257175"/>
            </p14:xfrm>
          </p:contentPart>
        </mc:Choice>
        <mc:Fallback xmlns="">
          <p:pic>
            <p:nvPicPr>
              <p:cNvPr id="38" name="墨迹 37"/>
            </p:nvPicPr>
            <p:blipFill>
              <a:blip r:embed="rId72"/>
            </p:blipFill>
            <p:spPr>
              <a:xfrm>
                <a:off x="1714500" y="4595495"/>
                <a:ext cx="3990975" cy="257175"/>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9" name="墨迹 38"/>
              <p14:cNvContentPartPr/>
              <p14:nvPr/>
            </p14:nvContentPartPr>
            <p14:xfrm>
              <a:off x="6910070" y="5290820"/>
              <a:ext cx="2976880" cy="176530"/>
            </p14:xfrm>
          </p:contentPart>
        </mc:Choice>
        <mc:Fallback xmlns="">
          <p:pic>
            <p:nvPicPr>
              <p:cNvPr id="39" name="墨迹 38"/>
            </p:nvPicPr>
            <p:blipFill>
              <a:blip r:embed="rId74"/>
            </p:blipFill>
            <p:spPr>
              <a:xfrm>
                <a:off x="6910070" y="5290820"/>
                <a:ext cx="2976880" cy="17653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0" name="墨迹 39"/>
              <p14:cNvContentPartPr/>
              <p14:nvPr/>
            </p14:nvContentPartPr>
            <p14:xfrm>
              <a:off x="8143875" y="4857750"/>
              <a:ext cx="1642745" cy="614045"/>
            </p14:xfrm>
          </p:contentPart>
        </mc:Choice>
        <mc:Fallback xmlns="">
          <p:pic>
            <p:nvPicPr>
              <p:cNvPr id="40" name="墨迹 39"/>
            </p:nvPicPr>
            <p:blipFill>
              <a:blip r:embed="rId76"/>
            </p:blipFill>
            <p:spPr>
              <a:xfrm>
                <a:off x="8143875" y="4857750"/>
                <a:ext cx="1642745" cy="61404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1" name="墨迹 40"/>
              <p14:cNvContentPartPr/>
              <p14:nvPr/>
            </p14:nvContentPartPr>
            <p14:xfrm>
              <a:off x="10024745" y="5319395"/>
              <a:ext cx="762000" cy="71755"/>
            </p14:xfrm>
          </p:contentPart>
        </mc:Choice>
        <mc:Fallback xmlns="">
          <p:pic>
            <p:nvPicPr>
              <p:cNvPr id="41" name="墨迹 40"/>
            </p:nvPicPr>
            <p:blipFill>
              <a:blip r:embed="rId78"/>
            </p:blipFill>
            <p:spPr>
              <a:xfrm>
                <a:off x="10024745" y="5319395"/>
                <a:ext cx="762000" cy="71755"/>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2" name="墨迹 41"/>
              <p14:cNvContentPartPr/>
              <p14:nvPr/>
            </p14:nvContentPartPr>
            <p14:xfrm>
              <a:off x="3176270" y="5605145"/>
              <a:ext cx="1205230" cy="171450"/>
            </p14:xfrm>
          </p:contentPart>
        </mc:Choice>
        <mc:Fallback xmlns="">
          <p:pic>
            <p:nvPicPr>
              <p:cNvPr id="42" name="墨迹 41"/>
            </p:nvPicPr>
            <p:blipFill>
              <a:blip r:embed="rId80"/>
            </p:blipFill>
            <p:spPr>
              <a:xfrm>
                <a:off x="3176270" y="5605145"/>
                <a:ext cx="1205230" cy="17145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3" name="墨迹 42"/>
              <p14:cNvContentPartPr/>
              <p14:nvPr/>
            </p14:nvContentPartPr>
            <p14:xfrm>
              <a:off x="4733925" y="5715000"/>
              <a:ext cx="1423670" cy="233045"/>
            </p14:xfrm>
          </p:contentPart>
        </mc:Choice>
        <mc:Fallback xmlns="">
          <p:pic>
            <p:nvPicPr>
              <p:cNvPr id="43" name="墨迹 42"/>
            </p:nvPicPr>
            <p:blipFill>
              <a:blip r:embed="rId82"/>
            </p:blipFill>
            <p:spPr>
              <a:xfrm>
                <a:off x="4733925" y="5715000"/>
                <a:ext cx="1423670" cy="233045"/>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4" name="墨迹 43"/>
              <p14:cNvContentPartPr/>
              <p14:nvPr/>
            </p14:nvContentPartPr>
            <p14:xfrm>
              <a:off x="4138295" y="5595620"/>
              <a:ext cx="709930" cy="266700"/>
            </p14:xfrm>
          </p:contentPart>
        </mc:Choice>
        <mc:Fallback xmlns="">
          <p:pic>
            <p:nvPicPr>
              <p:cNvPr id="44" name="墨迹 43"/>
            </p:nvPicPr>
            <p:blipFill>
              <a:blip r:embed="rId84"/>
            </p:blipFill>
            <p:spPr>
              <a:xfrm>
                <a:off x="4138295" y="5595620"/>
                <a:ext cx="709930" cy="266700"/>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5" name="墨迹 44"/>
              <p14:cNvContentPartPr/>
              <p14:nvPr/>
            </p14:nvContentPartPr>
            <p14:xfrm>
              <a:off x="4533900" y="5586095"/>
              <a:ext cx="261620" cy="176530"/>
            </p14:xfrm>
          </p:contentPart>
        </mc:Choice>
        <mc:Fallback xmlns="">
          <p:pic>
            <p:nvPicPr>
              <p:cNvPr id="45" name="墨迹 44"/>
            </p:nvPicPr>
            <p:blipFill>
              <a:blip r:embed="rId86"/>
            </p:blipFill>
            <p:spPr>
              <a:xfrm>
                <a:off x="4533900" y="5586095"/>
                <a:ext cx="261620" cy="176530"/>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6" name="墨迹 45"/>
              <p14:cNvContentPartPr/>
              <p14:nvPr/>
            </p14:nvContentPartPr>
            <p14:xfrm>
              <a:off x="2166620" y="1419225"/>
              <a:ext cx="1295400" cy="685800"/>
            </p14:xfrm>
          </p:contentPart>
        </mc:Choice>
        <mc:Fallback xmlns="">
          <p:pic>
            <p:nvPicPr>
              <p:cNvPr id="46" name="墨迹 45"/>
            </p:nvPicPr>
            <p:blipFill>
              <a:blip r:embed="rId88"/>
            </p:blipFill>
            <p:spPr>
              <a:xfrm>
                <a:off x="2166620" y="1419225"/>
                <a:ext cx="1295400" cy="685800"/>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7" name="墨迹 46"/>
              <p14:cNvContentPartPr/>
              <p14:nvPr/>
            </p14:nvContentPartPr>
            <p14:xfrm>
              <a:off x="8034020" y="4957445"/>
              <a:ext cx="757555" cy="490855"/>
            </p14:xfrm>
          </p:contentPart>
        </mc:Choice>
        <mc:Fallback xmlns="">
          <p:pic>
            <p:nvPicPr>
              <p:cNvPr id="47" name="墨迹 46"/>
            </p:nvPicPr>
            <p:blipFill>
              <a:blip r:embed="rId90"/>
            </p:blipFill>
            <p:spPr>
              <a:xfrm>
                <a:off x="8034020" y="4957445"/>
                <a:ext cx="757555" cy="490855"/>
              </a:xfrm>
              <a:prstGeom prst="rect"/>
            </p:spPr>
          </p:pic>
        </mc:Fallback>
      </mc:AlternateContent>
    </p:spTree>
    <p:custDataLst>
      <p:tags r:id="rId9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更多内容</a:t>
            </a:r>
            <a:endParaRPr lang="zh-CN" altLang="en-US"/>
          </a:p>
        </p:txBody>
      </p:sp>
      <p:sp>
        <p:nvSpPr>
          <p:cNvPr id="3" name="内容占位符 2"/>
          <p:cNvSpPr>
            <a:spLocks noGrp="1"/>
          </p:cNvSpPr>
          <p:nvPr>
            <p:ph idx="1"/>
            <p:custDataLst>
              <p:tags r:id="rId2"/>
            </p:custDataLst>
          </p:nvPr>
        </p:nvSpPr>
        <p:spPr/>
        <p:txBody>
          <a:bodyPr/>
          <a:p>
            <a:pPr lvl="0"/>
            <a:r>
              <a:rPr lang="zh-CN" altLang="en-US"/>
              <a:t>指出，如果</a:t>
            </a:r>
            <a:r>
              <a:rPr lang="en-US" altLang="zh-CN"/>
              <a:t>GANs</a:t>
            </a:r>
            <a:r>
              <a:rPr lang="zh-CN" altLang="en-US"/>
              <a:t>的判别器上不加无任何约束，则不论其目标函数怎么写，其最优判别函数必然会出现缺乏有效信息的情况。</a:t>
            </a:r>
            <a:endParaRPr lang="zh-CN" altLang="en-US"/>
          </a:p>
          <a:p>
            <a:pPr lvl="1"/>
            <a:endParaRPr lang="zh-CN" altLang="en-US"/>
          </a:p>
          <a:p>
            <a:pPr lvl="0"/>
            <a:r>
              <a:rPr lang="zh-CN" altLang="en-US"/>
              <a:t>解释，模式崩塌现象是如何出现的。</a:t>
            </a:r>
            <a:endParaRPr lang="zh-CN" altLang="en-US"/>
          </a:p>
          <a:p>
            <a:pPr lvl="1"/>
            <a:endParaRPr lang="zh-CN" altLang="en-US"/>
          </a:p>
          <a:p>
            <a:pPr lvl="0"/>
            <a:r>
              <a:rPr lang="zh-CN" altLang="en-US"/>
              <a:t>提出，</a:t>
            </a:r>
            <a:r>
              <a:rPr lang="en-US" altLang="zh-CN"/>
              <a:t>MaxGP</a:t>
            </a:r>
            <a:r>
              <a:rPr lang="zh-CN" altLang="en-US"/>
              <a:t>，一个更好的</a:t>
            </a:r>
            <a:r>
              <a:rPr lang="en-US" altLang="zh-CN"/>
              <a:t>Lipschitz</a:t>
            </a:r>
            <a:r>
              <a:rPr lang="zh-CN" altLang="en-US"/>
              <a:t>约束实现方法。经典方法</a:t>
            </a:r>
            <a:r>
              <a:rPr lang="en-US" altLang="zh-CN"/>
              <a:t>Gradient Penalty</a:t>
            </a:r>
            <a:r>
              <a:rPr lang="zh-CN" altLang="en-US"/>
              <a:t>其实是有问题，这是</a:t>
            </a:r>
            <a:r>
              <a:rPr lang="en-US" altLang="zh-CN"/>
              <a:t>WGANs</a:t>
            </a:r>
            <a:r>
              <a:rPr lang="zh-CN" altLang="en-US"/>
              <a:t>为什么也不那么稳定的原因之一。</a:t>
            </a:r>
            <a:endParaRPr lang="zh-CN" altLang="en-US"/>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528445" y="1366520"/>
              <a:ext cx="4343400" cy="571500"/>
            </p14:xfrm>
          </p:contentPart>
        </mc:Choice>
        <mc:Fallback xmlns="">
          <p:pic>
            <p:nvPicPr>
              <p:cNvPr id="4" name="墨迹 3"/>
            </p:nvPicPr>
            <p:blipFill>
              <a:blip r:embed="rId4"/>
            </p:blipFill>
            <p:spPr>
              <a:xfrm>
                <a:off x="1528445" y="1366520"/>
                <a:ext cx="4343400" cy="5715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971800" y="1528445"/>
              <a:ext cx="438150" cy="90805"/>
            </p14:xfrm>
          </p:contentPart>
        </mc:Choice>
        <mc:Fallback xmlns="">
          <p:pic>
            <p:nvPicPr>
              <p:cNvPr id="5" name="墨迹 4"/>
            </p:nvPicPr>
            <p:blipFill>
              <a:blip r:embed="rId6"/>
            </p:blipFill>
            <p:spPr>
              <a:xfrm>
                <a:off x="2971800" y="1528445"/>
                <a:ext cx="438150" cy="9080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6129020" y="1318895"/>
              <a:ext cx="2609850" cy="647700"/>
            </p14:xfrm>
          </p:contentPart>
        </mc:Choice>
        <mc:Fallback xmlns="">
          <p:pic>
            <p:nvPicPr>
              <p:cNvPr id="6" name="墨迹 5"/>
            </p:nvPicPr>
            <p:blipFill>
              <a:blip r:embed="rId8"/>
            </p:blipFill>
            <p:spPr>
              <a:xfrm>
                <a:off x="6129020" y="1318895"/>
                <a:ext cx="2609850" cy="6477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9224645" y="1928495"/>
              <a:ext cx="2157730" cy="62230"/>
            </p14:xfrm>
          </p:contentPart>
        </mc:Choice>
        <mc:Fallback xmlns="">
          <p:pic>
            <p:nvPicPr>
              <p:cNvPr id="7" name="墨迹 6"/>
            </p:nvPicPr>
            <p:blipFill>
              <a:blip r:embed="rId10"/>
            </p:blipFill>
            <p:spPr>
              <a:xfrm>
                <a:off x="9224645" y="1928495"/>
                <a:ext cx="2157730" cy="6223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690245" y="2333625"/>
              <a:ext cx="3371850" cy="142875"/>
            </p14:xfrm>
          </p:contentPart>
        </mc:Choice>
        <mc:Fallback xmlns="">
          <p:pic>
            <p:nvPicPr>
              <p:cNvPr id="8" name="墨迹 7"/>
            </p:nvPicPr>
            <p:blipFill>
              <a:blip r:embed="rId12"/>
            </p:blipFill>
            <p:spPr>
              <a:xfrm>
                <a:off x="690245" y="2333625"/>
                <a:ext cx="3371850" cy="14287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3924300" y="1871345"/>
              <a:ext cx="1076325" cy="257175"/>
            </p14:xfrm>
          </p:contentPart>
        </mc:Choice>
        <mc:Fallback xmlns="">
          <p:pic>
            <p:nvPicPr>
              <p:cNvPr id="9" name="墨迹 8"/>
            </p:nvPicPr>
            <p:blipFill>
              <a:blip r:embed="rId14"/>
            </p:blipFill>
            <p:spPr>
              <a:xfrm>
                <a:off x="3924300" y="1871345"/>
                <a:ext cx="1076325" cy="25717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1962150" y="2647950"/>
              <a:ext cx="360" cy="360"/>
            </p14:xfrm>
          </p:contentPart>
        </mc:Choice>
        <mc:Fallback xmlns="">
          <p:pic>
            <p:nvPicPr>
              <p:cNvPr id="10" name="墨迹 9"/>
            </p:nvPicPr>
            <p:blipFill>
              <a:blip r:embed="rId16"/>
            </p:blipFill>
            <p:spPr>
              <a:xfrm>
                <a:off x="1962150" y="2647950"/>
                <a:ext cx="360" cy="3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1414145" y="2600325"/>
              <a:ext cx="1552575" cy="747395"/>
            </p14:xfrm>
          </p:contentPart>
        </mc:Choice>
        <mc:Fallback xmlns="">
          <p:pic>
            <p:nvPicPr>
              <p:cNvPr id="11" name="墨迹 10"/>
            </p:nvPicPr>
            <p:blipFill>
              <a:blip r:embed="rId18"/>
            </p:blipFill>
            <p:spPr>
              <a:xfrm>
                <a:off x="1414145" y="2600325"/>
                <a:ext cx="1552575" cy="74739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5286375" y="4953000"/>
              <a:ext cx="213995" cy="242570"/>
            </p14:xfrm>
          </p:contentPart>
        </mc:Choice>
        <mc:Fallback xmlns="">
          <p:pic>
            <p:nvPicPr>
              <p:cNvPr id="12" name="墨迹 11"/>
            </p:nvPicPr>
            <p:blipFill>
              <a:blip r:embed="rId20"/>
            </p:blipFill>
            <p:spPr>
              <a:xfrm>
                <a:off x="5286375" y="4953000"/>
                <a:ext cx="213995" cy="24257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5753100" y="5005070"/>
              <a:ext cx="228600" cy="33655"/>
            </p14:xfrm>
          </p:contentPart>
        </mc:Choice>
        <mc:Fallback xmlns="">
          <p:pic>
            <p:nvPicPr>
              <p:cNvPr id="13" name="墨迹 12"/>
            </p:nvPicPr>
            <p:blipFill>
              <a:blip r:embed="rId22"/>
            </p:blipFill>
            <p:spPr>
              <a:xfrm>
                <a:off x="5753100" y="5005070"/>
                <a:ext cx="228600" cy="3365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6267450" y="4791075"/>
              <a:ext cx="42545" cy="438150"/>
            </p14:xfrm>
          </p:contentPart>
        </mc:Choice>
        <mc:Fallback xmlns="">
          <p:pic>
            <p:nvPicPr>
              <p:cNvPr id="14" name="墨迹 13"/>
            </p:nvPicPr>
            <p:blipFill>
              <a:blip r:embed="rId24"/>
            </p:blipFill>
            <p:spPr>
              <a:xfrm>
                <a:off x="6267450" y="4791075"/>
                <a:ext cx="42545" cy="4381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6505575" y="4776470"/>
              <a:ext cx="147320" cy="328930"/>
            </p14:xfrm>
          </p:contentPart>
        </mc:Choice>
        <mc:Fallback xmlns="">
          <p:pic>
            <p:nvPicPr>
              <p:cNvPr id="15" name="墨迹 14"/>
            </p:nvPicPr>
            <p:blipFill>
              <a:blip r:embed="rId26"/>
            </p:blipFill>
            <p:spPr>
              <a:xfrm>
                <a:off x="6505575" y="4776470"/>
                <a:ext cx="147320" cy="32893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4772025" y="4543425"/>
              <a:ext cx="471170" cy="762000"/>
            </p14:xfrm>
          </p:contentPart>
        </mc:Choice>
        <mc:Fallback xmlns="">
          <p:pic>
            <p:nvPicPr>
              <p:cNvPr id="16" name="墨迹 15"/>
            </p:nvPicPr>
            <p:blipFill>
              <a:blip r:embed="rId28"/>
            </p:blipFill>
            <p:spPr>
              <a:xfrm>
                <a:off x="4772025" y="4543425"/>
                <a:ext cx="471170" cy="7620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4810125" y="5353050"/>
              <a:ext cx="2257425" cy="95250"/>
            </p14:xfrm>
          </p:contentPart>
        </mc:Choice>
        <mc:Fallback xmlns="">
          <p:pic>
            <p:nvPicPr>
              <p:cNvPr id="17" name="墨迹 16"/>
            </p:nvPicPr>
            <p:blipFill>
              <a:blip r:embed="rId30"/>
            </p:blipFill>
            <p:spPr>
              <a:xfrm>
                <a:off x="4810125" y="5353050"/>
                <a:ext cx="2257425" cy="952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7424420" y="3462020"/>
              <a:ext cx="2486025" cy="666750"/>
            </p14:xfrm>
          </p:contentPart>
        </mc:Choice>
        <mc:Fallback xmlns="">
          <p:pic>
            <p:nvPicPr>
              <p:cNvPr id="18" name="墨迹 17"/>
            </p:nvPicPr>
            <p:blipFill>
              <a:blip r:embed="rId32"/>
            </p:blipFill>
            <p:spPr>
              <a:xfrm>
                <a:off x="7424420" y="3462020"/>
                <a:ext cx="2486025" cy="6667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7743825" y="4052570"/>
              <a:ext cx="2352675" cy="28575"/>
            </p14:xfrm>
          </p:contentPart>
        </mc:Choice>
        <mc:Fallback xmlns="">
          <p:pic>
            <p:nvPicPr>
              <p:cNvPr id="19" name="墨迹 18"/>
            </p:nvPicPr>
            <p:blipFill>
              <a:blip r:embed="rId34"/>
            </p:blipFill>
            <p:spPr>
              <a:xfrm>
                <a:off x="7743825" y="4052570"/>
                <a:ext cx="2352675" cy="2857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8872220" y="4890770"/>
              <a:ext cx="833755" cy="409575"/>
            </p14:xfrm>
          </p:contentPart>
        </mc:Choice>
        <mc:Fallback xmlns="">
          <p:pic>
            <p:nvPicPr>
              <p:cNvPr id="20" name="墨迹 19"/>
            </p:nvPicPr>
            <p:blipFill>
              <a:blip r:embed="rId36"/>
            </p:blipFill>
            <p:spPr>
              <a:xfrm>
                <a:off x="8872220" y="4890770"/>
                <a:ext cx="833755" cy="40957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8753475" y="4938395"/>
              <a:ext cx="466725" cy="381000"/>
            </p14:xfrm>
          </p:contentPart>
        </mc:Choice>
        <mc:Fallback xmlns="">
          <p:pic>
            <p:nvPicPr>
              <p:cNvPr id="21" name="墨迹 20"/>
            </p:nvPicPr>
            <p:blipFill>
              <a:blip r:embed="rId38"/>
            </p:blipFill>
            <p:spPr>
              <a:xfrm>
                <a:off x="8753475" y="4938395"/>
                <a:ext cx="466725" cy="38100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7843520" y="4114800"/>
              <a:ext cx="1910080" cy="242570"/>
            </p14:xfrm>
          </p:contentPart>
        </mc:Choice>
        <mc:Fallback xmlns="">
          <p:pic>
            <p:nvPicPr>
              <p:cNvPr id="22" name="墨迹 21"/>
            </p:nvPicPr>
            <p:blipFill>
              <a:blip r:embed="rId40"/>
            </p:blipFill>
            <p:spPr>
              <a:xfrm>
                <a:off x="7843520" y="4114800"/>
                <a:ext cx="1910080" cy="24257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3" name="墨迹 22"/>
              <p14:cNvContentPartPr/>
              <p14:nvPr/>
            </p14:nvContentPartPr>
            <p14:xfrm>
              <a:off x="4843145" y="4528820"/>
              <a:ext cx="95250" cy="1000125"/>
            </p14:xfrm>
          </p:contentPart>
        </mc:Choice>
        <mc:Fallback xmlns="">
          <p:pic>
            <p:nvPicPr>
              <p:cNvPr id="23" name="墨迹 22"/>
            </p:nvPicPr>
            <p:blipFill>
              <a:blip r:embed="rId42"/>
            </p:blipFill>
            <p:spPr>
              <a:xfrm>
                <a:off x="4843145" y="4528820"/>
                <a:ext cx="95250" cy="100012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4" name="墨迹 23"/>
              <p14:cNvContentPartPr/>
              <p14:nvPr/>
            </p14:nvContentPartPr>
            <p14:xfrm>
              <a:off x="4995545" y="4552950"/>
              <a:ext cx="1819275" cy="909320"/>
            </p14:xfrm>
          </p:contentPart>
        </mc:Choice>
        <mc:Fallback xmlns="">
          <p:pic>
            <p:nvPicPr>
              <p:cNvPr id="24" name="墨迹 23"/>
            </p:nvPicPr>
            <p:blipFill>
              <a:blip r:embed="rId44"/>
            </p:blipFill>
            <p:spPr>
              <a:xfrm>
                <a:off x="4995545" y="4552950"/>
                <a:ext cx="1819275" cy="90932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5" name="墨迹 24"/>
              <p14:cNvContentPartPr/>
              <p14:nvPr/>
            </p14:nvContentPartPr>
            <p14:xfrm>
              <a:off x="8620125" y="4757420"/>
              <a:ext cx="1152525" cy="738505"/>
            </p14:xfrm>
          </p:contentPart>
        </mc:Choice>
        <mc:Fallback xmlns="">
          <p:pic>
            <p:nvPicPr>
              <p:cNvPr id="25" name="墨迹 24"/>
            </p:nvPicPr>
            <p:blipFill>
              <a:blip r:embed="rId46"/>
            </p:blipFill>
            <p:spPr>
              <a:xfrm>
                <a:off x="8620125" y="4757420"/>
                <a:ext cx="1152525" cy="73850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6" name="墨迹 25"/>
              <p14:cNvContentPartPr/>
              <p14:nvPr/>
            </p14:nvContentPartPr>
            <p14:xfrm>
              <a:off x="7757795" y="4048125"/>
              <a:ext cx="1438275" cy="133350"/>
            </p14:xfrm>
          </p:contentPart>
        </mc:Choice>
        <mc:Fallback xmlns="">
          <p:pic>
            <p:nvPicPr>
              <p:cNvPr id="26" name="墨迹 25"/>
            </p:nvPicPr>
            <p:blipFill>
              <a:blip r:embed="rId48"/>
            </p:blipFill>
            <p:spPr>
              <a:xfrm>
                <a:off x="7757795" y="4048125"/>
                <a:ext cx="1438275" cy="1333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7" name="墨迹 26"/>
              <p14:cNvContentPartPr/>
              <p14:nvPr/>
            </p14:nvContentPartPr>
            <p14:xfrm>
              <a:off x="518795" y="3604895"/>
              <a:ext cx="62230" cy="676275"/>
            </p14:xfrm>
          </p:contentPart>
        </mc:Choice>
        <mc:Fallback xmlns="">
          <p:pic>
            <p:nvPicPr>
              <p:cNvPr id="27" name="墨迹 26"/>
            </p:nvPicPr>
            <p:blipFill>
              <a:blip r:embed="rId50"/>
            </p:blipFill>
            <p:spPr>
              <a:xfrm>
                <a:off x="518795" y="3604895"/>
                <a:ext cx="62230" cy="67627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8" name="墨迹 27"/>
              <p14:cNvContentPartPr/>
              <p14:nvPr/>
            </p14:nvContentPartPr>
            <p14:xfrm>
              <a:off x="5772150" y="5671820"/>
              <a:ext cx="1166495" cy="567055"/>
            </p14:xfrm>
          </p:contentPart>
        </mc:Choice>
        <mc:Fallback xmlns="">
          <p:pic>
            <p:nvPicPr>
              <p:cNvPr id="28" name="墨迹 27"/>
            </p:nvPicPr>
            <p:blipFill>
              <a:blip r:embed="rId52"/>
            </p:blipFill>
            <p:spPr>
              <a:xfrm>
                <a:off x="5772150" y="5671820"/>
                <a:ext cx="1166495" cy="56705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9" name="墨迹 28"/>
              <p14:cNvContentPartPr/>
              <p14:nvPr/>
            </p14:nvContentPartPr>
            <p14:xfrm>
              <a:off x="5448300" y="5614670"/>
              <a:ext cx="90170" cy="538480"/>
            </p14:xfrm>
          </p:contentPart>
        </mc:Choice>
        <mc:Fallback xmlns="">
          <p:pic>
            <p:nvPicPr>
              <p:cNvPr id="29" name="墨迹 28"/>
            </p:nvPicPr>
            <p:blipFill>
              <a:blip r:embed="rId54"/>
            </p:blipFill>
            <p:spPr>
              <a:xfrm>
                <a:off x="5448300" y="5614670"/>
                <a:ext cx="90170" cy="53848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0" name="墨迹 29"/>
              <p14:cNvContentPartPr/>
              <p14:nvPr/>
            </p14:nvContentPartPr>
            <p14:xfrm>
              <a:off x="5719445" y="5595620"/>
              <a:ext cx="57150" cy="504825"/>
            </p14:xfrm>
          </p:contentPart>
        </mc:Choice>
        <mc:Fallback xmlns="">
          <p:pic>
            <p:nvPicPr>
              <p:cNvPr id="30" name="墨迹 29"/>
            </p:nvPicPr>
            <p:blipFill>
              <a:blip r:embed="rId56"/>
            </p:blipFill>
            <p:spPr>
              <a:xfrm>
                <a:off x="5719445" y="5595620"/>
                <a:ext cx="57150" cy="504825"/>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1" name="墨迹 30"/>
              <p14:cNvContentPartPr/>
              <p14:nvPr/>
            </p14:nvContentPartPr>
            <p14:xfrm>
              <a:off x="7067550" y="5619750"/>
              <a:ext cx="123825" cy="523875"/>
            </p14:xfrm>
          </p:contentPart>
        </mc:Choice>
        <mc:Fallback xmlns="">
          <p:pic>
            <p:nvPicPr>
              <p:cNvPr id="31" name="墨迹 30"/>
            </p:nvPicPr>
            <p:blipFill>
              <a:blip r:embed="rId58"/>
            </p:blipFill>
            <p:spPr>
              <a:xfrm>
                <a:off x="7067550" y="5619750"/>
                <a:ext cx="123825" cy="52387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2" name="墨迹 31"/>
              <p14:cNvContentPartPr/>
              <p14:nvPr/>
            </p14:nvContentPartPr>
            <p14:xfrm>
              <a:off x="7310120" y="5667375"/>
              <a:ext cx="76200" cy="566420"/>
            </p14:xfrm>
          </p:contentPart>
        </mc:Choice>
        <mc:Fallback xmlns="">
          <p:pic>
            <p:nvPicPr>
              <p:cNvPr id="32" name="墨迹 31"/>
            </p:nvPicPr>
            <p:blipFill>
              <a:blip r:embed="rId60"/>
            </p:blipFill>
            <p:spPr>
              <a:xfrm>
                <a:off x="7310120" y="5667375"/>
                <a:ext cx="76200" cy="56642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3" name="墨迹 32"/>
              <p14:cNvContentPartPr/>
              <p14:nvPr/>
            </p14:nvContentPartPr>
            <p14:xfrm>
              <a:off x="7610475" y="5791200"/>
              <a:ext cx="299720" cy="180975"/>
            </p14:xfrm>
          </p:contentPart>
        </mc:Choice>
        <mc:Fallback xmlns="">
          <p:pic>
            <p:nvPicPr>
              <p:cNvPr id="33" name="墨迹 32"/>
            </p:nvPicPr>
            <p:blipFill>
              <a:blip r:embed="rId62"/>
            </p:blipFill>
            <p:spPr>
              <a:xfrm>
                <a:off x="7610475" y="5791200"/>
                <a:ext cx="299720" cy="18097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4" name="墨迹 33"/>
              <p14:cNvContentPartPr/>
              <p14:nvPr/>
            </p14:nvContentPartPr>
            <p14:xfrm>
              <a:off x="7653020" y="6081395"/>
              <a:ext cx="414655" cy="76200"/>
            </p14:xfrm>
          </p:contentPart>
        </mc:Choice>
        <mc:Fallback xmlns="">
          <p:pic>
            <p:nvPicPr>
              <p:cNvPr id="34" name="墨迹 33"/>
            </p:nvPicPr>
            <p:blipFill>
              <a:blip r:embed="rId64"/>
            </p:blipFill>
            <p:spPr>
              <a:xfrm>
                <a:off x="7653020" y="6081395"/>
                <a:ext cx="414655" cy="7620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5" name="墨迹 34"/>
              <p14:cNvContentPartPr/>
              <p14:nvPr/>
            </p14:nvContentPartPr>
            <p14:xfrm>
              <a:off x="8181975" y="5681345"/>
              <a:ext cx="9525" cy="586105"/>
            </p14:xfrm>
          </p:contentPart>
        </mc:Choice>
        <mc:Fallback xmlns="">
          <p:pic>
            <p:nvPicPr>
              <p:cNvPr id="35" name="墨迹 34"/>
            </p:nvPicPr>
            <p:blipFill>
              <a:blip r:embed="rId66"/>
            </p:blipFill>
            <p:spPr>
              <a:xfrm>
                <a:off x="8181975" y="5681345"/>
                <a:ext cx="9525" cy="58610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6" name="墨迹 35"/>
              <p14:cNvContentPartPr/>
              <p14:nvPr/>
            </p14:nvContentPartPr>
            <p14:xfrm>
              <a:off x="7696200" y="5667375"/>
              <a:ext cx="161925" cy="95250"/>
            </p14:xfrm>
          </p:contentPart>
        </mc:Choice>
        <mc:Fallback xmlns="">
          <p:pic>
            <p:nvPicPr>
              <p:cNvPr id="36" name="墨迹 35"/>
            </p:nvPicPr>
            <p:blipFill>
              <a:blip r:embed="rId68"/>
            </p:blipFill>
            <p:spPr>
              <a:xfrm>
                <a:off x="7696200" y="5667375"/>
                <a:ext cx="161925" cy="9525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7" name="墨迹 36"/>
              <p14:cNvContentPartPr/>
              <p14:nvPr/>
            </p14:nvContentPartPr>
            <p14:xfrm>
              <a:off x="7991475" y="5557520"/>
              <a:ext cx="575945" cy="809625"/>
            </p14:xfrm>
          </p:contentPart>
        </mc:Choice>
        <mc:Fallback xmlns="">
          <p:pic>
            <p:nvPicPr>
              <p:cNvPr id="37" name="墨迹 36"/>
            </p:nvPicPr>
            <p:blipFill>
              <a:blip r:embed="rId70"/>
            </p:blipFill>
            <p:spPr>
              <a:xfrm>
                <a:off x="7991475" y="5557520"/>
                <a:ext cx="575945" cy="809625"/>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8" name="墨迹 37"/>
              <p14:cNvContentPartPr/>
              <p14:nvPr/>
            </p14:nvContentPartPr>
            <p14:xfrm>
              <a:off x="5362575" y="6319520"/>
              <a:ext cx="2833370" cy="81280"/>
            </p14:xfrm>
          </p:contentPart>
        </mc:Choice>
        <mc:Fallback xmlns="">
          <p:pic>
            <p:nvPicPr>
              <p:cNvPr id="38" name="墨迹 37"/>
            </p:nvPicPr>
            <p:blipFill>
              <a:blip r:embed="rId72"/>
            </p:blipFill>
            <p:spPr>
              <a:xfrm>
                <a:off x="5362575" y="6319520"/>
                <a:ext cx="2833370" cy="81280"/>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9" name="墨迹 38"/>
              <p14:cNvContentPartPr/>
              <p14:nvPr/>
            </p14:nvContentPartPr>
            <p14:xfrm>
              <a:off x="7995920" y="4210050"/>
              <a:ext cx="2157730" cy="66675"/>
            </p14:xfrm>
          </p:contentPart>
        </mc:Choice>
        <mc:Fallback xmlns="">
          <p:pic>
            <p:nvPicPr>
              <p:cNvPr id="39" name="墨迹 38"/>
            </p:nvPicPr>
            <p:blipFill>
              <a:blip r:embed="rId74"/>
            </p:blipFill>
            <p:spPr>
              <a:xfrm>
                <a:off x="7995920" y="4210050"/>
                <a:ext cx="2157730" cy="66675"/>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0" name="墨迹 39"/>
              <p14:cNvContentPartPr/>
              <p14:nvPr/>
            </p14:nvContentPartPr>
            <p14:xfrm>
              <a:off x="10515600" y="4700270"/>
              <a:ext cx="461645" cy="38100"/>
            </p14:xfrm>
          </p:contentPart>
        </mc:Choice>
        <mc:Fallback xmlns="">
          <p:pic>
            <p:nvPicPr>
              <p:cNvPr id="40" name="墨迹 39"/>
            </p:nvPicPr>
            <p:blipFill>
              <a:blip r:embed="rId76"/>
            </p:blipFill>
            <p:spPr>
              <a:xfrm>
                <a:off x="10515600" y="4700270"/>
                <a:ext cx="461645" cy="3810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1" name="墨迹 40"/>
              <p14:cNvContentPartPr/>
              <p14:nvPr/>
            </p14:nvContentPartPr>
            <p14:xfrm>
              <a:off x="10500995" y="4772025"/>
              <a:ext cx="452755" cy="594995"/>
            </p14:xfrm>
          </p:contentPart>
        </mc:Choice>
        <mc:Fallback xmlns="">
          <p:pic>
            <p:nvPicPr>
              <p:cNvPr id="41" name="墨迹 40"/>
            </p:nvPicPr>
            <p:blipFill>
              <a:blip r:embed="rId78"/>
            </p:blipFill>
            <p:spPr>
              <a:xfrm>
                <a:off x="10500995" y="4772025"/>
                <a:ext cx="452755" cy="594995"/>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2" name="墨迹 41"/>
              <p14:cNvContentPartPr/>
              <p14:nvPr/>
            </p14:nvContentPartPr>
            <p14:xfrm>
              <a:off x="10715625" y="5033645"/>
              <a:ext cx="404495" cy="5080"/>
            </p14:xfrm>
          </p:contentPart>
        </mc:Choice>
        <mc:Fallback xmlns="">
          <p:pic>
            <p:nvPicPr>
              <p:cNvPr id="42" name="墨迹 41"/>
            </p:nvPicPr>
            <p:blipFill>
              <a:blip r:embed="rId80"/>
            </p:blipFill>
            <p:spPr>
              <a:xfrm>
                <a:off x="10715625" y="5033645"/>
                <a:ext cx="404495" cy="508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3" name="墨迹 42"/>
              <p14:cNvContentPartPr/>
              <p14:nvPr/>
            </p14:nvContentPartPr>
            <p14:xfrm>
              <a:off x="11377295" y="4800600"/>
              <a:ext cx="309880" cy="428625"/>
            </p14:xfrm>
          </p:contentPart>
        </mc:Choice>
        <mc:Fallback xmlns="">
          <p:pic>
            <p:nvPicPr>
              <p:cNvPr id="43" name="墨迹 42"/>
            </p:nvPicPr>
            <p:blipFill>
              <a:blip r:embed="rId82"/>
            </p:blipFill>
            <p:spPr>
              <a:xfrm>
                <a:off x="11377295" y="4800600"/>
                <a:ext cx="309880" cy="428625"/>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4" name="墨迹 43"/>
              <p14:cNvContentPartPr/>
              <p14:nvPr/>
            </p14:nvContentPartPr>
            <p14:xfrm>
              <a:off x="11396345" y="4600575"/>
              <a:ext cx="57150" cy="542925"/>
            </p14:xfrm>
          </p:contentPart>
        </mc:Choice>
        <mc:Fallback xmlns="">
          <p:pic>
            <p:nvPicPr>
              <p:cNvPr id="44" name="墨迹 43"/>
            </p:nvPicPr>
            <p:blipFill>
              <a:blip r:embed="rId84"/>
            </p:blipFill>
            <p:spPr>
              <a:xfrm>
                <a:off x="11396345" y="4600575"/>
                <a:ext cx="57150" cy="542925"/>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5" name="墨迹 44"/>
              <p14:cNvContentPartPr/>
              <p14:nvPr/>
            </p14:nvContentPartPr>
            <p14:xfrm>
              <a:off x="11858625" y="4714875"/>
              <a:ext cx="76200" cy="628650"/>
            </p14:xfrm>
          </p:contentPart>
        </mc:Choice>
        <mc:Fallback xmlns="">
          <p:pic>
            <p:nvPicPr>
              <p:cNvPr id="45" name="墨迹 44"/>
            </p:nvPicPr>
            <p:blipFill>
              <a:blip r:embed="rId86"/>
            </p:blipFill>
            <p:spPr>
              <a:xfrm>
                <a:off x="11858625" y="4714875"/>
                <a:ext cx="76200" cy="628650"/>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6" name="墨迹 45"/>
              <p14:cNvContentPartPr/>
              <p14:nvPr/>
            </p14:nvContentPartPr>
            <p14:xfrm>
              <a:off x="11291570" y="4724400"/>
              <a:ext cx="19050" cy="542925"/>
            </p14:xfrm>
          </p:contentPart>
        </mc:Choice>
        <mc:Fallback xmlns="">
          <p:pic>
            <p:nvPicPr>
              <p:cNvPr id="46" name="墨迹 45"/>
            </p:nvPicPr>
            <p:blipFill>
              <a:blip r:embed="rId88"/>
            </p:blipFill>
            <p:spPr>
              <a:xfrm>
                <a:off x="11291570" y="4724400"/>
                <a:ext cx="19050" cy="542925"/>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7" name="墨迹 46"/>
              <p14:cNvContentPartPr/>
              <p14:nvPr/>
            </p14:nvContentPartPr>
            <p14:xfrm>
              <a:off x="11334750" y="5686425"/>
              <a:ext cx="285750" cy="19050"/>
            </p14:xfrm>
          </p:contentPart>
        </mc:Choice>
        <mc:Fallback xmlns="">
          <p:pic>
            <p:nvPicPr>
              <p:cNvPr id="47" name="墨迹 46"/>
            </p:nvPicPr>
            <p:blipFill>
              <a:blip r:embed="rId90"/>
            </p:blipFill>
            <p:spPr>
              <a:xfrm>
                <a:off x="11334750" y="5686425"/>
                <a:ext cx="285750" cy="19050"/>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8" name="墨迹 47"/>
              <p14:cNvContentPartPr/>
              <p14:nvPr/>
            </p14:nvContentPartPr>
            <p14:xfrm>
              <a:off x="11691620" y="5547995"/>
              <a:ext cx="71755" cy="438150"/>
            </p14:xfrm>
          </p:contentPart>
        </mc:Choice>
        <mc:Fallback xmlns="">
          <p:pic>
            <p:nvPicPr>
              <p:cNvPr id="48" name="墨迹 47"/>
            </p:nvPicPr>
            <p:blipFill>
              <a:blip r:embed="rId92"/>
            </p:blipFill>
            <p:spPr>
              <a:xfrm>
                <a:off x="11691620" y="5547995"/>
                <a:ext cx="71755" cy="438150"/>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9" name="墨迹 48"/>
              <p14:cNvContentPartPr/>
              <p14:nvPr/>
            </p14:nvContentPartPr>
            <p14:xfrm>
              <a:off x="5438775" y="6176645"/>
              <a:ext cx="3095625" cy="371475"/>
            </p14:xfrm>
          </p:contentPart>
        </mc:Choice>
        <mc:Fallback xmlns="">
          <p:pic>
            <p:nvPicPr>
              <p:cNvPr id="49" name="墨迹 48"/>
            </p:nvPicPr>
            <p:blipFill>
              <a:blip r:embed="rId94"/>
            </p:blipFill>
            <p:spPr>
              <a:xfrm>
                <a:off x="5438775" y="6176645"/>
                <a:ext cx="3095625" cy="371475"/>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50" name="墨迹 49"/>
              <p14:cNvContentPartPr/>
              <p14:nvPr/>
            </p14:nvContentPartPr>
            <p14:xfrm>
              <a:off x="1490345" y="4324350"/>
              <a:ext cx="900430" cy="76200"/>
            </p14:xfrm>
          </p:contentPart>
        </mc:Choice>
        <mc:Fallback xmlns="">
          <p:pic>
            <p:nvPicPr>
              <p:cNvPr id="50" name="墨迹 49"/>
            </p:nvPicPr>
            <p:blipFill>
              <a:blip r:embed="rId96"/>
            </p:blipFill>
            <p:spPr>
              <a:xfrm>
                <a:off x="1490345" y="4324350"/>
                <a:ext cx="900430" cy="76200"/>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1" name="墨迹 50"/>
              <p14:cNvContentPartPr/>
              <p14:nvPr/>
            </p14:nvContentPartPr>
            <p14:xfrm>
              <a:off x="7991475" y="4004945"/>
              <a:ext cx="1476375" cy="328930"/>
            </p14:xfrm>
          </p:contentPart>
        </mc:Choice>
        <mc:Fallback xmlns="">
          <p:pic>
            <p:nvPicPr>
              <p:cNvPr id="51" name="墨迹 50"/>
            </p:nvPicPr>
            <p:blipFill>
              <a:blip r:embed="rId98"/>
            </p:blipFill>
            <p:spPr>
              <a:xfrm>
                <a:off x="7991475" y="4004945"/>
                <a:ext cx="1476375" cy="328930"/>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2" name="墨迹 51"/>
              <p14:cNvContentPartPr/>
              <p14:nvPr/>
            </p14:nvContentPartPr>
            <p14:xfrm>
              <a:off x="1490345" y="3552825"/>
              <a:ext cx="1524000" cy="447675"/>
            </p14:xfrm>
          </p:contentPart>
        </mc:Choice>
        <mc:Fallback xmlns="">
          <p:pic>
            <p:nvPicPr>
              <p:cNvPr id="52" name="墨迹 51"/>
            </p:nvPicPr>
            <p:blipFill>
              <a:blip r:embed="rId100"/>
            </p:blipFill>
            <p:spPr>
              <a:xfrm>
                <a:off x="1490345" y="3552825"/>
                <a:ext cx="1524000" cy="447675"/>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3" name="墨迹 52"/>
              <p14:cNvContentPartPr/>
              <p14:nvPr/>
            </p14:nvContentPartPr>
            <p14:xfrm>
              <a:off x="11482070" y="5290820"/>
              <a:ext cx="333375" cy="133350"/>
            </p14:xfrm>
          </p:contentPart>
        </mc:Choice>
        <mc:Fallback xmlns="">
          <p:pic>
            <p:nvPicPr>
              <p:cNvPr id="53" name="墨迹 52"/>
            </p:nvPicPr>
            <p:blipFill>
              <a:blip r:embed="rId102"/>
            </p:blipFill>
            <p:spPr>
              <a:xfrm>
                <a:off x="11482070" y="5290820"/>
                <a:ext cx="333375" cy="133350"/>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4" name="墨迹 53"/>
              <p14:cNvContentPartPr/>
              <p14:nvPr/>
            </p14:nvContentPartPr>
            <p14:xfrm>
              <a:off x="1343025" y="4953000"/>
              <a:ext cx="23495" cy="861695"/>
            </p14:xfrm>
          </p:contentPart>
        </mc:Choice>
        <mc:Fallback xmlns="">
          <p:pic>
            <p:nvPicPr>
              <p:cNvPr id="54" name="墨迹 53"/>
            </p:nvPicPr>
            <p:blipFill>
              <a:blip r:embed="rId104"/>
            </p:blipFill>
            <p:spPr>
              <a:xfrm>
                <a:off x="1343025" y="4953000"/>
                <a:ext cx="23495" cy="861695"/>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55" name="墨迹 54"/>
              <p14:cNvContentPartPr/>
              <p14:nvPr/>
            </p14:nvContentPartPr>
            <p14:xfrm>
              <a:off x="1442720" y="3962400"/>
              <a:ext cx="1076325" cy="9525"/>
            </p14:xfrm>
          </p:contentPart>
        </mc:Choice>
        <mc:Fallback xmlns="">
          <p:pic>
            <p:nvPicPr>
              <p:cNvPr id="55" name="墨迹 54"/>
            </p:nvPicPr>
            <p:blipFill>
              <a:blip r:embed="rId106"/>
            </p:blipFill>
            <p:spPr>
              <a:xfrm>
                <a:off x="1442720" y="3962400"/>
                <a:ext cx="1076325" cy="9525"/>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56" name="墨迹 55"/>
              <p14:cNvContentPartPr/>
              <p14:nvPr/>
            </p14:nvContentPartPr>
            <p14:xfrm>
              <a:off x="1409700" y="4852670"/>
              <a:ext cx="1600200" cy="895350"/>
            </p14:xfrm>
          </p:contentPart>
        </mc:Choice>
        <mc:Fallback xmlns="">
          <p:pic>
            <p:nvPicPr>
              <p:cNvPr id="56" name="墨迹 55"/>
            </p:nvPicPr>
            <p:blipFill>
              <a:blip r:embed="rId108"/>
            </p:blipFill>
            <p:spPr>
              <a:xfrm>
                <a:off x="1409700" y="4852670"/>
                <a:ext cx="1600200" cy="895350"/>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57" name="墨迹 56"/>
              <p14:cNvContentPartPr/>
              <p14:nvPr/>
            </p14:nvContentPartPr>
            <p14:xfrm>
              <a:off x="3571875" y="3400425"/>
              <a:ext cx="2162175" cy="647700"/>
            </p14:xfrm>
          </p:contentPart>
        </mc:Choice>
        <mc:Fallback xmlns="">
          <p:pic>
            <p:nvPicPr>
              <p:cNvPr id="57" name="墨迹 56"/>
            </p:nvPicPr>
            <p:blipFill>
              <a:blip r:embed="rId110"/>
            </p:blipFill>
            <p:spPr>
              <a:xfrm>
                <a:off x="3571875" y="3400425"/>
                <a:ext cx="2162175" cy="647700"/>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58" name="墨迹 57"/>
              <p14:cNvContentPartPr/>
              <p14:nvPr/>
            </p14:nvContentPartPr>
            <p14:xfrm>
              <a:off x="3157220" y="4433570"/>
              <a:ext cx="2476500" cy="81280"/>
            </p14:xfrm>
          </p:contentPart>
        </mc:Choice>
        <mc:Fallback xmlns="">
          <p:pic>
            <p:nvPicPr>
              <p:cNvPr id="58" name="墨迹 57"/>
            </p:nvPicPr>
            <p:blipFill>
              <a:blip r:embed="rId112"/>
            </p:blipFill>
            <p:spPr>
              <a:xfrm>
                <a:off x="3157220" y="4433570"/>
                <a:ext cx="2476500" cy="81280"/>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59" name="墨迹 58"/>
              <p14:cNvContentPartPr/>
              <p14:nvPr/>
            </p14:nvContentPartPr>
            <p14:xfrm>
              <a:off x="1619250" y="3152775"/>
              <a:ext cx="1476375" cy="38100"/>
            </p14:xfrm>
          </p:contentPart>
        </mc:Choice>
        <mc:Fallback xmlns="">
          <p:pic>
            <p:nvPicPr>
              <p:cNvPr id="59" name="墨迹 58"/>
            </p:nvPicPr>
            <p:blipFill>
              <a:blip r:embed="rId114"/>
            </p:blipFill>
            <p:spPr>
              <a:xfrm>
                <a:off x="1619250" y="3152775"/>
                <a:ext cx="1476375" cy="38100"/>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60" name="墨迹 59"/>
              <p14:cNvContentPartPr/>
              <p14:nvPr/>
            </p14:nvContentPartPr>
            <p14:xfrm>
              <a:off x="7691120" y="2333625"/>
              <a:ext cx="147955" cy="642620"/>
            </p14:xfrm>
          </p:contentPart>
        </mc:Choice>
        <mc:Fallback xmlns="">
          <p:pic>
            <p:nvPicPr>
              <p:cNvPr id="60" name="墨迹 59"/>
            </p:nvPicPr>
            <p:blipFill>
              <a:blip r:embed="rId116"/>
            </p:blipFill>
            <p:spPr>
              <a:xfrm>
                <a:off x="7691120" y="2333625"/>
                <a:ext cx="147955" cy="642620"/>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61" name="墨迹 60"/>
              <p14:cNvContentPartPr/>
              <p14:nvPr/>
            </p14:nvContentPartPr>
            <p14:xfrm>
              <a:off x="7477125" y="2638425"/>
              <a:ext cx="309245" cy="80645"/>
            </p14:xfrm>
          </p:contentPart>
        </mc:Choice>
        <mc:Fallback xmlns="">
          <p:pic>
            <p:nvPicPr>
              <p:cNvPr id="61" name="墨迹 60"/>
            </p:nvPicPr>
            <p:blipFill>
              <a:blip r:embed="rId118"/>
            </p:blipFill>
            <p:spPr>
              <a:xfrm>
                <a:off x="7477125" y="2638425"/>
                <a:ext cx="309245" cy="80645"/>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62" name="墨迹 61"/>
              <p14:cNvContentPartPr/>
              <p14:nvPr/>
            </p14:nvContentPartPr>
            <p14:xfrm>
              <a:off x="8005445" y="2476500"/>
              <a:ext cx="109855" cy="271145"/>
            </p14:xfrm>
          </p:contentPart>
        </mc:Choice>
        <mc:Fallback xmlns="">
          <p:pic>
            <p:nvPicPr>
              <p:cNvPr id="62" name="墨迹 61"/>
            </p:nvPicPr>
            <p:blipFill>
              <a:blip r:embed="rId120"/>
            </p:blipFill>
            <p:spPr>
              <a:xfrm>
                <a:off x="8005445" y="2476500"/>
                <a:ext cx="109855" cy="271145"/>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63" name="墨迹 62"/>
              <p14:cNvContentPartPr/>
              <p14:nvPr/>
            </p14:nvContentPartPr>
            <p14:xfrm>
              <a:off x="8562975" y="2381250"/>
              <a:ext cx="175895" cy="366395"/>
            </p14:xfrm>
          </p:contentPart>
        </mc:Choice>
        <mc:Fallback xmlns="">
          <p:pic>
            <p:nvPicPr>
              <p:cNvPr id="63" name="墨迹 62"/>
            </p:nvPicPr>
            <p:blipFill>
              <a:blip r:embed="rId122"/>
            </p:blipFill>
            <p:spPr>
              <a:xfrm>
                <a:off x="8562975" y="2381250"/>
                <a:ext cx="175895" cy="366395"/>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64" name="墨迹 63"/>
              <p14:cNvContentPartPr/>
              <p14:nvPr/>
            </p14:nvContentPartPr>
            <p14:xfrm>
              <a:off x="8167370" y="2447925"/>
              <a:ext cx="266700" cy="242570"/>
            </p14:xfrm>
          </p:contentPart>
        </mc:Choice>
        <mc:Fallback xmlns="">
          <p:pic>
            <p:nvPicPr>
              <p:cNvPr id="64" name="墨迹 63"/>
            </p:nvPicPr>
            <p:blipFill>
              <a:blip r:embed="rId124"/>
            </p:blipFill>
            <p:spPr>
              <a:xfrm>
                <a:off x="8167370" y="2447925"/>
                <a:ext cx="266700" cy="242570"/>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65" name="墨迹 64"/>
              <p14:cNvContentPartPr/>
              <p14:nvPr/>
            </p14:nvContentPartPr>
            <p14:xfrm>
              <a:off x="8201025" y="2452370"/>
              <a:ext cx="175895" cy="300355"/>
            </p14:xfrm>
          </p:contentPart>
        </mc:Choice>
        <mc:Fallback xmlns="">
          <p:pic>
            <p:nvPicPr>
              <p:cNvPr id="65" name="墨迹 64"/>
            </p:nvPicPr>
            <p:blipFill>
              <a:blip r:embed="rId126"/>
            </p:blipFill>
            <p:spPr>
              <a:xfrm>
                <a:off x="8201025" y="2452370"/>
                <a:ext cx="175895" cy="300355"/>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66" name="墨迹 65"/>
              <p14:cNvContentPartPr/>
              <p14:nvPr/>
            </p14:nvContentPartPr>
            <p14:xfrm>
              <a:off x="7391400" y="2952750"/>
              <a:ext cx="1809750" cy="66675"/>
            </p14:xfrm>
          </p:contentPart>
        </mc:Choice>
        <mc:Fallback xmlns="">
          <p:pic>
            <p:nvPicPr>
              <p:cNvPr id="66" name="墨迹 65"/>
            </p:nvPicPr>
            <p:blipFill>
              <a:blip r:embed="rId128"/>
            </p:blipFill>
            <p:spPr>
              <a:xfrm>
                <a:off x="7391400" y="2952750"/>
                <a:ext cx="1809750" cy="66675"/>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67" name="墨迹 66"/>
              <p14:cNvContentPartPr/>
              <p14:nvPr/>
            </p14:nvContentPartPr>
            <p14:xfrm>
              <a:off x="7633970" y="2299970"/>
              <a:ext cx="43180" cy="533400"/>
            </p14:xfrm>
          </p:contentPart>
        </mc:Choice>
        <mc:Fallback xmlns="">
          <p:pic>
            <p:nvPicPr>
              <p:cNvPr id="67" name="墨迹 66"/>
            </p:nvPicPr>
            <p:blipFill>
              <a:blip r:embed="rId130"/>
            </p:blipFill>
            <p:spPr>
              <a:xfrm>
                <a:off x="7633970" y="2299970"/>
                <a:ext cx="43180" cy="533400"/>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68" name="墨迹 67"/>
              <p14:cNvContentPartPr/>
              <p14:nvPr/>
            </p14:nvContentPartPr>
            <p14:xfrm>
              <a:off x="7643495" y="2286000"/>
              <a:ext cx="238125" cy="514350"/>
            </p14:xfrm>
          </p:contentPart>
        </mc:Choice>
        <mc:Fallback xmlns="">
          <p:pic>
            <p:nvPicPr>
              <p:cNvPr id="68" name="墨迹 67"/>
            </p:nvPicPr>
            <p:blipFill>
              <a:blip r:embed="rId132"/>
            </p:blipFill>
            <p:spPr>
              <a:xfrm>
                <a:off x="7643495" y="2286000"/>
                <a:ext cx="238125" cy="514350"/>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69" name="墨迹 68"/>
              <p14:cNvContentPartPr/>
              <p14:nvPr/>
            </p14:nvContentPartPr>
            <p14:xfrm>
              <a:off x="7467600" y="2914650"/>
              <a:ext cx="1366520" cy="76200"/>
            </p14:xfrm>
          </p:contentPart>
        </mc:Choice>
        <mc:Fallback xmlns="">
          <p:pic>
            <p:nvPicPr>
              <p:cNvPr id="69" name="墨迹 68"/>
            </p:nvPicPr>
            <p:blipFill>
              <a:blip r:embed="rId134"/>
            </p:blipFill>
            <p:spPr>
              <a:xfrm>
                <a:off x="7467600" y="2914650"/>
                <a:ext cx="1366520" cy="76200"/>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70" name="墨迹 69"/>
              <p14:cNvContentPartPr/>
              <p14:nvPr/>
            </p14:nvContentPartPr>
            <p14:xfrm>
              <a:off x="8915400" y="2095500"/>
              <a:ext cx="71120" cy="795020"/>
            </p14:xfrm>
          </p:contentPart>
        </mc:Choice>
        <mc:Fallback xmlns="">
          <p:pic>
            <p:nvPicPr>
              <p:cNvPr id="70" name="墨迹 69"/>
            </p:nvPicPr>
            <p:blipFill>
              <a:blip r:embed="rId136"/>
            </p:blipFill>
            <p:spPr>
              <a:xfrm>
                <a:off x="8915400" y="2095500"/>
                <a:ext cx="71120" cy="795020"/>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71" name="墨迹 70"/>
              <p14:cNvContentPartPr/>
              <p14:nvPr/>
            </p14:nvContentPartPr>
            <p14:xfrm>
              <a:off x="8862695" y="2057400"/>
              <a:ext cx="271780" cy="299720"/>
            </p14:xfrm>
          </p:contentPart>
        </mc:Choice>
        <mc:Fallback xmlns="">
          <p:pic>
            <p:nvPicPr>
              <p:cNvPr id="71" name="墨迹 70"/>
            </p:nvPicPr>
            <p:blipFill>
              <a:blip r:embed="rId138"/>
            </p:blipFill>
            <p:spPr>
              <a:xfrm>
                <a:off x="8862695" y="2057400"/>
                <a:ext cx="271780" cy="299720"/>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72" name="墨迹 71"/>
              <p14:cNvContentPartPr/>
              <p14:nvPr/>
            </p14:nvContentPartPr>
            <p14:xfrm>
              <a:off x="7315200" y="2138045"/>
              <a:ext cx="1743075" cy="952500"/>
            </p14:xfrm>
          </p:contentPart>
        </mc:Choice>
        <mc:Fallback xmlns="">
          <p:pic>
            <p:nvPicPr>
              <p:cNvPr id="72" name="墨迹 71"/>
            </p:nvPicPr>
            <p:blipFill>
              <a:blip r:embed="rId140"/>
            </p:blipFill>
            <p:spPr>
              <a:xfrm>
                <a:off x="7315200" y="2138045"/>
                <a:ext cx="1743075" cy="95250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73" name="墨迹 72"/>
              <p14:cNvContentPartPr/>
              <p14:nvPr/>
            </p14:nvContentPartPr>
            <p14:xfrm>
              <a:off x="8296275" y="2819400"/>
              <a:ext cx="28575" cy="480695"/>
            </p14:xfrm>
          </p:contentPart>
        </mc:Choice>
        <mc:Fallback xmlns="">
          <p:pic>
            <p:nvPicPr>
              <p:cNvPr id="73" name="墨迹 72"/>
            </p:nvPicPr>
            <p:blipFill>
              <a:blip r:embed="rId142"/>
            </p:blipFill>
            <p:spPr>
              <a:xfrm>
                <a:off x="8296275" y="2819400"/>
                <a:ext cx="28575" cy="480695"/>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74" name="墨迹 73"/>
              <p14:cNvContentPartPr/>
              <p14:nvPr/>
            </p14:nvContentPartPr>
            <p14:xfrm>
              <a:off x="8129270" y="2890520"/>
              <a:ext cx="123825" cy="228600"/>
            </p14:xfrm>
          </p:contentPart>
        </mc:Choice>
        <mc:Fallback xmlns="">
          <p:pic>
            <p:nvPicPr>
              <p:cNvPr id="74" name="墨迹 73"/>
            </p:nvPicPr>
            <p:blipFill>
              <a:blip r:embed="rId144"/>
            </p:blipFill>
            <p:spPr>
              <a:xfrm>
                <a:off x="8129270" y="2890520"/>
                <a:ext cx="123825" cy="228600"/>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75" name="墨迹 74"/>
              <p14:cNvContentPartPr/>
              <p14:nvPr/>
            </p14:nvContentPartPr>
            <p14:xfrm>
              <a:off x="8315325" y="2823845"/>
              <a:ext cx="223520" cy="224155"/>
            </p14:xfrm>
          </p:contentPart>
        </mc:Choice>
        <mc:Fallback xmlns="">
          <p:pic>
            <p:nvPicPr>
              <p:cNvPr id="75" name="墨迹 74"/>
            </p:nvPicPr>
            <p:blipFill>
              <a:blip r:embed="rId146"/>
            </p:blipFill>
            <p:spPr>
              <a:xfrm>
                <a:off x="8315325" y="2823845"/>
                <a:ext cx="223520" cy="224155"/>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76" name="墨迹 75"/>
              <p14:cNvContentPartPr/>
              <p14:nvPr/>
            </p14:nvContentPartPr>
            <p14:xfrm>
              <a:off x="1476375" y="3200400"/>
              <a:ext cx="1619250" cy="128270"/>
            </p14:xfrm>
          </p:contentPart>
        </mc:Choice>
        <mc:Fallback xmlns="">
          <p:pic>
            <p:nvPicPr>
              <p:cNvPr id="76" name="墨迹 75"/>
            </p:nvPicPr>
            <p:blipFill>
              <a:blip r:embed="rId148"/>
            </p:blipFill>
            <p:spPr>
              <a:xfrm>
                <a:off x="1476375" y="3200400"/>
                <a:ext cx="1619250" cy="128270"/>
              </a:xfrm>
              <a:prstGeom prst="rect"/>
            </p:spPr>
          </p:pic>
        </mc:Fallback>
      </mc:AlternateContent>
    </p:spTree>
    <p:custDataLst>
      <p:tags r:id="rId149"/>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标题 11"/>
          <p:cNvSpPr>
            <a:spLocks noGrp="1"/>
          </p:cNvSpPr>
          <p:nvPr>
            <p:ph type="title"/>
            <p:custDataLst>
              <p:tags r:id="rId1"/>
            </p:custDataLst>
          </p:nvPr>
        </p:nvSpPr>
        <p:spPr/>
        <p:txBody>
          <a:bodyPr/>
          <a:p>
            <a:r>
              <a:rPr lang="zh-CN" altLang="en-US"/>
              <a:t>提出的方法</a:t>
            </a:r>
            <a:endParaRPr lang="zh-CN" altLang="en-US"/>
          </a:p>
        </p:txBody>
      </p:sp>
      <mc:AlternateContent xmlns:mc="http://schemas.openxmlformats.org/markup-compatibility/2006">
        <mc:Choice xmlns:a14="http://schemas.microsoft.com/office/drawing/2010/main" Requires="a14">
          <p:sp>
            <p:nvSpPr>
              <p:cNvPr id="4" name="内容占位符 3"/>
              <p:cNvSpPr>
                <a:spLocks noGrp="1"/>
              </p:cNvSpPr>
              <p:nvPr>
                <p:ph sz="half" idx="1"/>
                <p:custDataLst>
                  <p:tags r:id="rId2"/>
                </p:custDataLst>
              </p:nvPr>
            </p:nvSpPr>
            <p:spPr/>
            <p:txBody>
              <a:bodyPr/>
              <a:p>
                <a:r>
                  <a:rPr lang="en-US" altLang="zh-CN"/>
                  <a:t>LGANs</a:t>
                </a:r>
                <a:endParaRPr lang="en-US" altLang="zh-CN"/>
              </a:p>
              <a:p>
                <a:endParaRPr lang="en-US" altLang="zh-CN"/>
              </a:p>
              <a:p>
                <a:endParaRPr lang="en-US" altLang="zh-CN"/>
              </a:p>
              <a:p>
                <a:endParaRPr lang="en-US" altLang="zh-CN"/>
              </a:p>
              <a:p>
                <a:r>
                  <a:rPr lang="zh-CN" altLang="en-US"/>
                  <a:t>其中，</a:t>
                </a:r>
                <a14:m>
                  <m:oMath xmlns:m="http://schemas.openxmlformats.org/officeDocument/2006/math">
                    <m:r>
                      <m:rPr>
                        <m:sty m:val="p"/>
                      </m:rPr>
                      <a:rPr lang="en-US" altLang="zh-CN">
                        <a:latin typeface="Cambria Math" panose="02040503050406030204" charset="0"/>
                        <a:cs typeface="Cambria Math" panose="02040503050406030204" charset="0"/>
                      </a:rPr>
                      <m:t>k</m:t>
                    </m:r>
                    <m:r>
                      <a:rPr lang="en-US" altLang="zh-CN">
                        <a:latin typeface="Cambria Math" panose="02040503050406030204" charset="0"/>
                        <a:ea typeface="MS Mincho" charset="0"/>
                        <a:cs typeface="Cambria Math" panose="02040503050406030204" charset="0"/>
                      </a:rPr>
                      <m:t>(</m:t>
                    </m:r>
                    <m:r>
                      <m:rPr>
                        <m:sty m:val="p"/>
                      </m:rPr>
                      <a:rPr lang="en-US" altLang="zh-CN">
                        <a:latin typeface="Cambria Math" panose="02040503050406030204" charset="0"/>
                        <a:cs typeface="Cambria Math" panose="02040503050406030204" charset="0"/>
                      </a:rPr>
                      <m:t>f</m:t>
                    </m:r>
                    <m:r>
                      <a:rPr lang="en-US" altLang="zh-CN">
                        <a:latin typeface="Cambria Math" panose="02040503050406030204" charset="0"/>
                        <a:ea typeface="MS Mincho" charset="0"/>
                        <a:cs typeface="Cambria Math" panose="02040503050406030204" charset="0"/>
                      </a:rPr>
                      <m:t>)</m:t>
                    </m:r>
                  </m:oMath>
                </a14:m>
                <a:r>
                  <a:rPr lang="zh-CN" altLang="en-US"/>
                  <a:t>为</a:t>
                </a:r>
                <a:r>
                  <a:rPr lang="en-US" altLang="zh-CN"/>
                  <a:t>Lipschitz </a:t>
                </a:r>
                <a:r>
                  <a:rPr lang="zh-CN" altLang="en-US"/>
                  <a:t>常数</a:t>
                </a:r>
                <a:endParaRPr lang="zh-CN" altLang="en-US"/>
              </a:p>
              <a:p>
                <a:endParaRPr lang="en-US" altLang="zh-CN"/>
              </a:p>
              <a:p>
                <a:endParaRPr lang="zh-CN" altLang="en-US"/>
              </a:p>
              <a:p>
                <a:r>
                  <a:rPr lang="zh-CN" altLang="en-US"/>
                  <a:t>要求：</a:t>
                </a:r>
                <a:endParaRPr lang="en-US" altLang="zh-CN"/>
              </a:p>
              <a:p>
                <a:pPr lvl="0"/>
                <a:endParaRPr lang="en-US" altLang="zh-CN"/>
              </a:p>
            </p:txBody>
          </p:sp>
        </mc:Choice>
        <mc:Fallback>
          <p:sp>
            <p:nvSpPr>
              <p:cNvPr id="4" name="内容占位符 3"/>
              <p:cNvSpPr>
                <a:spLocks noRot="1" noChangeAspect="1" noMove="1" noResize="1" noEditPoints="1" noAdjustHandles="1" noChangeArrowheads="1" noChangeShapeType="1" noTextEdit="1"/>
              </p:cNvSpPr>
              <p:nvPr>
                <p:ph sz="half" idx="1"/>
                <p:custDataLst>
                  <p:tags r:id="rId3"/>
                </p:custDataLst>
              </p:nvPr>
            </p:nvSpPr>
            <p:spPr>
              <a:blipFill rotWithShape="1">
                <a:blip r:embed="rId4"/>
                <a:stretch>
                  <a:fillRect l="-1" t="-1" r="7" b="12"/>
                </a:stretch>
              </a:blipFill>
            </p:spPr>
            <p:txBody>
              <a:bodyPr/>
              <a:lstStyle/>
              <a:p>
                <a:r>
                  <a:rPr lang="zh-CN" altLang="en-US">
                    <a:noFill/>
                  </a:rPr>
                  <a:t> </a:t>
                </a:r>
              </a:p>
            </p:txBody>
          </p:sp>
        </mc:Fallback>
      </mc:AlternateContent>
      <p:sp>
        <p:nvSpPr>
          <p:cNvPr id="13" name="内容占位符 12"/>
          <p:cNvSpPr>
            <a:spLocks noGrp="1"/>
          </p:cNvSpPr>
          <p:nvPr>
            <p:ph sz="half" idx="2"/>
            <p:custDataLst>
              <p:tags r:id="rId5"/>
            </p:custDataLst>
          </p:nvPr>
        </p:nvSpPr>
        <p:spPr/>
        <p:txBody>
          <a:bodyPr/>
          <a:p>
            <a:r>
              <a:rPr lang="en-US" altLang="zh-CN"/>
              <a:t>GP</a:t>
            </a:r>
            <a:endParaRPr lang="en-US" altLang="zh-CN"/>
          </a:p>
          <a:p>
            <a:pPr lvl="2"/>
            <a:endParaRPr lang="en-US" altLang="zh-CN"/>
          </a:p>
          <a:p>
            <a:pPr lvl="1"/>
            <a:endParaRPr lang="en-US" altLang="zh-CN"/>
          </a:p>
          <a:p>
            <a:endParaRPr lang="en-US" altLang="zh-CN"/>
          </a:p>
          <a:p>
            <a:r>
              <a:rPr lang="en-US" altLang="zh-CN"/>
              <a:t>MaxGP</a:t>
            </a:r>
            <a:endParaRPr lang="en-US" altLang="zh-CN"/>
          </a:p>
          <a:p>
            <a:pPr lvl="1"/>
            <a:endParaRPr lang="en-US" altLang="zh-CN"/>
          </a:p>
          <a:p>
            <a:endParaRPr lang="en-US" altLang="zh-CN"/>
          </a:p>
        </p:txBody>
      </p:sp>
      <p:pic>
        <p:nvPicPr>
          <p:cNvPr id="6" name="图片 5"/>
          <p:cNvPicPr>
            <a:picLocks noChangeAspect="1"/>
          </p:cNvPicPr>
          <p:nvPr/>
        </p:nvPicPr>
        <p:blipFill>
          <a:blip r:embed="rId6"/>
          <a:stretch>
            <a:fillRect/>
          </a:stretch>
        </p:blipFill>
        <p:spPr>
          <a:xfrm>
            <a:off x="6678930" y="2148205"/>
            <a:ext cx="3162300" cy="533400"/>
          </a:xfrm>
          <a:prstGeom prst="rect">
            <a:avLst/>
          </a:prstGeom>
        </p:spPr>
      </p:pic>
      <p:pic>
        <p:nvPicPr>
          <p:cNvPr id="7" name="图片 6"/>
          <p:cNvPicPr>
            <a:picLocks noChangeAspect="1"/>
          </p:cNvPicPr>
          <p:nvPr/>
        </p:nvPicPr>
        <p:blipFill>
          <a:blip r:embed="rId7"/>
          <a:stretch>
            <a:fillRect/>
          </a:stretch>
        </p:blipFill>
        <p:spPr>
          <a:xfrm>
            <a:off x="6960870" y="4083685"/>
            <a:ext cx="2247900" cy="495300"/>
          </a:xfrm>
          <a:prstGeom prst="rect">
            <a:avLst/>
          </a:prstGeom>
        </p:spPr>
      </p:pic>
      <p:pic>
        <p:nvPicPr>
          <p:cNvPr id="8" name="图片 7"/>
          <p:cNvPicPr>
            <a:picLocks noChangeAspect="1"/>
          </p:cNvPicPr>
          <p:nvPr/>
        </p:nvPicPr>
        <p:blipFill>
          <a:blip r:embed="rId8"/>
          <a:stretch>
            <a:fillRect/>
          </a:stretch>
        </p:blipFill>
        <p:spPr>
          <a:xfrm>
            <a:off x="994410" y="2068195"/>
            <a:ext cx="4791075" cy="921385"/>
          </a:xfrm>
          <a:prstGeom prst="rect">
            <a:avLst/>
          </a:prstGeom>
        </p:spPr>
      </p:pic>
      <p:pic>
        <p:nvPicPr>
          <p:cNvPr id="9" name="图片 8"/>
          <p:cNvPicPr>
            <a:picLocks noChangeAspect="1"/>
          </p:cNvPicPr>
          <p:nvPr/>
        </p:nvPicPr>
        <p:blipFill>
          <a:blip r:embed="rId9"/>
          <a:stretch>
            <a:fillRect/>
          </a:stretch>
        </p:blipFill>
        <p:spPr>
          <a:xfrm>
            <a:off x="1191895" y="4007485"/>
            <a:ext cx="2512060" cy="663575"/>
          </a:xfrm>
          <a:prstGeom prst="rect">
            <a:avLst/>
          </a:prstGeom>
        </p:spPr>
      </p:pic>
      <p:pic>
        <p:nvPicPr>
          <p:cNvPr id="14" name="图片 13"/>
          <p:cNvPicPr>
            <a:picLocks noChangeAspect="1"/>
          </p:cNvPicPr>
          <p:nvPr/>
        </p:nvPicPr>
        <p:blipFill>
          <a:blip r:embed="rId10"/>
          <a:stretch>
            <a:fillRect/>
          </a:stretch>
        </p:blipFill>
        <p:spPr>
          <a:xfrm>
            <a:off x="1139190" y="5355590"/>
            <a:ext cx="3278505" cy="1016000"/>
          </a:xfrm>
          <a:prstGeom prst="rect">
            <a:avLst/>
          </a:prstGeom>
        </p:spPr>
      </p:pic>
      <mc:AlternateContent xmlns:mc="http://schemas.openxmlformats.org/markup-compatibility/2006" xmlns:p14="http://schemas.microsoft.com/office/powerpoint/2010/main">
        <mc:Choice Requires="p14">
          <p:contentPart r:id="rId11" p14:bwMode="auto">
            <p14:nvContentPartPr>
              <p14:cNvPr id="15" name="墨迹 14"/>
              <p14:cNvContentPartPr/>
              <p14:nvPr/>
            </p14:nvContentPartPr>
            <p14:xfrm>
              <a:off x="4886325" y="1857375"/>
              <a:ext cx="819150" cy="590550"/>
            </p14:xfrm>
          </p:contentPart>
        </mc:Choice>
        <mc:Fallback xmlns="">
          <p:pic>
            <p:nvPicPr>
              <p:cNvPr id="15" name="墨迹 14"/>
            </p:nvPicPr>
            <p:blipFill>
              <a:blip r:embed="rId12"/>
            </p:blipFill>
            <p:spPr>
              <a:xfrm>
                <a:off x="4886325" y="1857375"/>
                <a:ext cx="819150" cy="5905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6" name="墨迹 15"/>
              <p14:cNvContentPartPr/>
              <p14:nvPr/>
            </p14:nvContentPartPr>
            <p14:xfrm>
              <a:off x="2414270" y="3467100"/>
              <a:ext cx="1424305" cy="404495"/>
            </p14:xfrm>
          </p:contentPart>
        </mc:Choice>
        <mc:Fallback xmlns="">
          <p:pic>
            <p:nvPicPr>
              <p:cNvPr id="16" name="墨迹 15"/>
            </p:nvPicPr>
            <p:blipFill>
              <a:blip r:embed="rId14"/>
            </p:blipFill>
            <p:spPr>
              <a:xfrm>
                <a:off x="2414270" y="3467100"/>
                <a:ext cx="1424305" cy="40449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7" name="墨迹 16"/>
              <p14:cNvContentPartPr/>
              <p14:nvPr/>
            </p14:nvContentPartPr>
            <p14:xfrm>
              <a:off x="2195195" y="2390775"/>
              <a:ext cx="2653030" cy="152400"/>
            </p14:xfrm>
          </p:contentPart>
        </mc:Choice>
        <mc:Fallback xmlns="">
          <p:pic>
            <p:nvPicPr>
              <p:cNvPr id="17" name="墨迹 16"/>
            </p:nvPicPr>
            <p:blipFill>
              <a:blip r:embed="rId16"/>
            </p:blipFill>
            <p:spPr>
              <a:xfrm>
                <a:off x="2195195" y="2390775"/>
                <a:ext cx="2653030" cy="1524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8" name="墨迹 17"/>
              <p14:cNvContentPartPr/>
              <p14:nvPr/>
            </p14:nvContentPartPr>
            <p14:xfrm>
              <a:off x="962025" y="5124450"/>
              <a:ext cx="3238500" cy="1485900"/>
            </p14:xfrm>
          </p:contentPart>
        </mc:Choice>
        <mc:Fallback xmlns="">
          <p:pic>
            <p:nvPicPr>
              <p:cNvPr id="18" name="墨迹 17"/>
            </p:nvPicPr>
            <p:blipFill>
              <a:blip r:embed="rId18"/>
            </p:blipFill>
            <p:spPr>
              <a:xfrm>
                <a:off x="962025" y="5124450"/>
                <a:ext cx="3238500" cy="14859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9" name="墨迹 18"/>
              <p14:cNvContentPartPr/>
              <p14:nvPr/>
            </p14:nvContentPartPr>
            <p14:xfrm>
              <a:off x="2442845" y="1804670"/>
              <a:ext cx="24130" cy="347980"/>
            </p14:xfrm>
          </p:contentPart>
        </mc:Choice>
        <mc:Fallback xmlns="">
          <p:pic>
            <p:nvPicPr>
              <p:cNvPr id="19" name="墨迹 18"/>
            </p:nvPicPr>
            <p:blipFill>
              <a:blip r:embed="rId20"/>
            </p:blipFill>
            <p:spPr>
              <a:xfrm>
                <a:off x="2442845" y="1804670"/>
                <a:ext cx="24130" cy="34798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20" name="墨迹 19"/>
              <p14:cNvContentPartPr/>
              <p14:nvPr/>
            </p14:nvContentPartPr>
            <p14:xfrm>
              <a:off x="3890645" y="1771650"/>
              <a:ext cx="52705" cy="381000"/>
            </p14:xfrm>
          </p:contentPart>
        </mc:Choice>
        <mc:Fallback xmlns="">
          <p:pic>
            <p:nvPicPr>
              <p:cNvPr id="20" name="墨迹 19"/>
            </p:nvPicPr>
            <p:blipFill>
              <a:blip r:embed="rId22"/>
            </p:blipFill>
            <p:spPr>
              <a:xfrm>
                <a:off x="3890645" y="1771650"/>
                <a:ext cx="52705" cy="3810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1" name="墨迹 20"/>
              <p14:cNvContentPartPr/>
              <p14:nvPr/>
            </p14:nvContentPartPr>
            <p14:xfrm>
              <a:off x="2128520" y="1885950"/>
              <a:ext cx="938530" cy="609600"/>
            </p14:xfrm>
          </p:contentPart>
        </mc:Choice>
        <mc:Fallback xmlns="">
          <p:pic>
            <p:nvPicPr>
              <p:cNvPr id="21" name="墨迹 20"/>
            </p:nvPicPr>
            <p:blipFill>
              <a:blip r:embed="rId24"/>
            </p:blipFill>
            <p:spPr>
              <a:xfrm>
                <a:off x="2128520" y="1885950"/>
                <a:ext cx="938530" cy="6096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2" name="墨迹 21"/>
              <p14:cNvContentPartPr/>
              <p14:nvPr/>
            </p14:nvContentPartPr>
            <p14:xfrm>
              <a:off x="3590925" y="2047875"/>
              <a:ext cx="966470" cy="504825"/>
            </p14:xfrm>
          </p:contentPart>
        </mc:Choice>
        <mc:Fallback xmlns="">
          <p:pic>
            <p:nvPicPr>
              <p:cNvPr id="22" name="墨迹 21"/>
            </p:nvPicPr>
            <p:blipFill>
              <a:blip r:embed="rId26"/>
            </p:blipFill>
            <p:spPr>
              <a:xfrm>
                <a:off x="3590925" y="2047875"/>
                <a:ext cx="966470" cy="50482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3" name="墨迹 22"/>
              <p14:cNvContentPartPr/>
              <p14:nvPr/>
            </p14:nvContentPartPr>
            <p14:xfrm>
              <a:off x="1385570" y="5786120"/>
              <a:ext cx="2486025" cy="114300"/>
            </p14:xfrm>
          </p:contentPart>
        </mc:Choice>
        <mc:Fallback xmlns="">
          <p:pic>
            <p:nvPicPr>
              <p:cNvPr id="23" name="墨迹 22"/>
            </p:nvPicPr>
            <p:blipFill>
              <a:blip r:embed="rId28"/>
            </p:blipFill>
            <p:spPr>
              <a:xfrm>
                <a:off x="1385570" y="5786120"/>
                <a:ext cx="2486025" cy="1143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4" name="墨迹 23"/>
              <p14:cNvContentPartPr/>
              <p14:nvPr/>
            </p14:nvContentPartPr>
            <p14:xfrm>
              <a:off x="1576070" y="6096000"/>
              <a:ext cx="2305050" cy="209550"/>
            </p14:xfrm>
          </p:contentPart>
        </mc:Choice>
        <mc:Fallback xmlns="">
          <p:pic>
            <p:nvPicPr>
              <p:cNvPr id="24" name="墨迹 23"/>
            </p:nvPicPr>
            <p:blipFill>
              <a:blip r:embed="rId30"/>
            </p:blipFill>
            <p:spPr>
              <a:xfrm>
                <a:off x="1576070" y="6096000"/>
                <a:ext cx="2305050" cy="2095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5" name="墨迹 24"/>
              <p14:cNvContentPartPr/>
              <p14:nvPr/>
            </p14:nvContentPartPr>
            <p14:xfrm>
              <a:off x="1162050" y="5172075"/>
              <a:ext cx="3219450" cy="1228725"/>
            </p14:xfrm>
          </p:contentPart>
        </mc:Choice>
        <mc:Fallback xmlns="">
          <p:pic>
            <p:nvPicPr>
              <p:cNvPr id="25" name="墨迹 24"/>
            </p:nvPicPr>
            <p:blipFill>
              <a:blip r:embed="rId32"/>
            </p:blipFill>
            <p:spPr>
              <a:xfrm>
                <a:off x="1162050" y="5172075"/>
                <a:ext cx="3219450" cy="122872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6" name="墨迹 25"/>
              <p14:cNvContentPartPr/>
              <p14:nvPr/>
            </p14:nvContentPartPr>
            <p14:xfrm>
              <a:off x="4814570" y="1776095"/>
              <a:ext cx="1085850" cy="800100"/>
            </p14:xfrm>
          </p:contentPart>
        </mc:Choice>
        <mc:Fallback xmlns="">
          <p:pic>
            <p:nvPicPr>
              <p:cNvPr id="26" name="墨迹 25"/>
            </p:nvPicPr>
            <p:blipFill>
              <a:blip r:embed="rId34"/>
            </p:blipFill>
            <p:spPr>
              <a:xfrm>
                <a:off x="4814570" y="1776095"/>
                <a:ext cx="1085850" cy="80010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7" name="墨迹 26"/>
              <p14:cNvContentPartPr/>
              <p14:nvPr/>
            </p14:nvContentPartPr>
            <p14:xfrm>
              <a:off x="7400925" y="2743200"/>
              <a:ext cx="2676525" cy="47625"/>
            </p14:xfrm>
          </p:contentPart>
        </mc:Choice>
        <mc:Fallback xmlns="">
          <p:pic>
            <p:nvPicPr>
              <p:cNvPr id="27" name="墨迹 26"/>
            </p:nvPicPr>
            <p:blipFill>
              <a:blip r:embed="rId36"/>
            </p:blipFill>
            <p:spPr>
              <a:xfrm>
                <a:off x="7400925" y="2743200"/>
                <a:ext cx="2676525" cy="4762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8" name="墨迹 27"/>
              <p14:cNvContentPartPr/>
              <p14:nvPr/>
            </p14:nvContentPartPr>
            <p14:xfrm>
              <a:off x="6991350" y="4791075"/>
              <a:ext cx="2242820" cy="33020"/>
            </p14:xfrm>
          </p:contentPart>
        </mc:Choice>
        <mc:Fallback xmlns="">
          <p:pic>
            <p:nvPicPr>
              <p:cNvPr id="28" name="墨迹 27"/>
            </p:nvPicPr>
            <p:blipFill>
              <a:blip r:embed="rId38"/>
            </p:blipFill>
            <p:spPr>
              <a:xfrm>
                <a:off x="6991350" y="4791075"/>
                <a:ext cx="2242820" cy="3302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9" name="墨迹 28"/>
              <p14:cNvContentPartPr/>
              <p14:nvPr/>
            </p14:nvContentPartPr>
            <p14:xfrm>
              <a:off x="7919720" y="4429125"/>
              <a:ext cx="1095375" cy="166370"/>
            </p14:xfrm>
          </p:contentPart>
        </mc:Choice>
        <mc:Fallback xmlns="">
          <p:pic>
            <p:nvPicPr>
              <p:cNvPr id="29" name="墨迹 28"/>
            </p:nvPicPr>
            <p:blipFill>
              <a:blip r:embed="rId40"/>
            </p:blipFill>
            <p:spPr>
              <a:xfrm>
                <a:off x="7919720" y="4429125"/>
                <a:ext cx="1095375" cy="16637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30" name="墨迹 29"/>
              <p14:cNvContentPartPr/>
              <p14:nvPr/>
            </p14:nvContentPartPr>
            <p14:xfrm>
              <a:off x="8310245" y="2509520"/>
              <a:ext cx="605155" cy="180975"/>
            </p14:xfrm>
          </p:contentPart>
        </mc:Choice>
        <mc:Fallback xmlns="">
          <p:pic>
            <p:nvPicPr>
              <p:cNvPr id="30" name="墨迹 29"/>
            </p:nvPicPr>
            <p:blipFill>
              <a:blip r:embed="rId42"/>
            </p:blipFill>
            <p:spPr>
              <a:xfrm>
                <a:off x="8310245" y="2509520"/>
                <a:ext cx="605155" cy="18097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31" name="墨迹 30"/>
              <p14:cNvContentPartPr/>
              <p14:nvPr/>
            </p14:nvContentPartPr>
            <p14:xfrm>
              <a:off x="8448675" y="2557145"/>
              <a:ext cx="804545" cy="47625"/>
            </p14:xfrm>
          </p:contentPart>
        </mc:Choice>
        <mc:Fallback xmlns="">
          <p:pic>
            <p:nvPicPr>
              <p:cNvPr id="31" name="墨迹 30"/>
            </p:nvPicPr>
            <p:blipFill>
              <a:blip r:embed="rId44"/>
            </p:blipFill>
            <p:spPr>
              <a:xfrm>
                <a:off x="8448675" y="2557145"/>
                <a:ext cx="804545" cy="47625"/>
              </a:xfrm>
              <a:prstGeom prst="rect"/>
            </p:spPr>
          </p:pic>
        </mc:Fallback>
      </mc:AlternateContent>
    </p:spTree>
    <p:custDataLst>
      <p:tags r:id="rId4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实验</a:t>
            </a:r>
            <a:r>
              <a:rPr lang="zh-CN" altLang="en-US"/>
              <a:t>结果</a:t>
            </a:r>
            <a:endParaRPr lang="zh-CN" altLang="en-US"/>
          </a:p>
        </p:txBody>
      </p:sp>
      <p:pic>
        <p:nvPicPr>
          <p:cNvPr id="5" name="内容占位符 4"/>
          <p:cNvPicPr>
            <a:picLocks noChangeAspect="1"/>
          </p:cNvPicPr>
          <p:nvPr>
            <p:ph sz="half" idx="1"/>
            <p:custDataLst>
              <p:tags r:id="rId2"/>
            </p:custDataLst>
          </p:nvPr>
        </p:nvPicPr>
        <p:blipFill>
          <a:blip r:embed="rId3"/>
          <a:stretch>
            <a:fillRect/>
          </a:stretch>
        </p:blipFill>
        <p:spPr>
          <a:xfrm>
            <a:off x="608330" y="2424430"/>
            <a:ext cx="6401435" cy="2813050"/>
          </a:xfrm>
          <a:prstGeom prst="rect">
            <a:avLst/>
          </a:prstGeom>
        </p:spPr>
      </p:pic>
      <p:pic>
        <p:nvPicPr>
          <p:cNvPr id="7" name="内容占位符 6"/>
          <p:cNvPicPr>
            <a:picLocks noChangeAspect="1"/>
          </p:cNvPicPr>
          <p:nvPr>
            <p:ph sz="half" idx="2"/>
            <p:custDataLst>
              <p:tags r:id="rId4"/>
            </p:custDataLst>
          </p:nvPr>
        </p:nvPicPr>
        <p:blipFill>
          <a:blip r:embed="rId5"/>
          <a:stretch>
            <a:fillRect/>
          </a:stretch>
        </p:blipFill>
        <p:spPr>
          <a:xfrm>
            <a:off x="7554595" y="2385060"/>
            <a:ext cx="3688080" cy="2979420"/>
          </a:xfrm>
          <a:prstGeom prst="rect">
            <a:avLst/>
          </a:prstGeom>
        </p:spPr>
      </p:pic>
      <p:sp>
        <p:nvSpPr>
          <p:cNvPr id="6" name="文本框 5"/>
          <p:cNvSpPr txBox="1"/>
          <p:nvPr/>
        </p:nvSpPr>
        <p:spPr>
          <a:xfrm>
            <a:off x="2846070" y="1951355"/>
            <a:ext cx="2152650" cy="368300"/>
          </a:xfrm>
          <a:prstGeom prst="rect">
            <a:avLst/>
          </a:prstGeom>
          <a:noFill/>
        </p:spPr>
        <p:txBody>
          <a:bodyPr wrap="square" rtlCol="0">
            <a:spAutoFit/>
          </a:bodyPr>
          <a:p>
            <a:pPr algn="ctr"/>
            <a:r>
              <a:rPr lang="zh-CN" altLang="en-US">
                <a:solidFill>
                  <a:srgbClr val="00B050"/>
                </a:solidFill>
              </a:rPr>
              <a:t>训练更稳定</a:t>
            </a:r>
            <a:endParaRPr lang="zh-CN" altLang="en-US">
              <a:solidFill>
                <a:srgbClr val="00B050"/>
              </a:solidFill>
            </a:endParaRPr>
          </a:p>
        </p:txBody>
      </p:sp>
      <p:sp>
        <p:nvSpPr>
          <p:cNvPr id="8" name="文本框 7"/>
          <p:cNvSpPr txBox="1"/>
          <p:nvPr/>
        </p:nvSpPr>
        <p:spPr>
          <a:xfrm>
            <a:off x="8462010" y="1858010"/>
            <a:ext cx="2179320" cy="368300"/>
          </a:xfrm>
          <a:prstGeom prst="rect">
            <a:avLst/>
          </a:prstGeom>
          <a:noFill/>
        </p:spPr>
        <p:txBody>
          <a:bodyPr wrap="square" rtlCol="0">
            <a:spAutoFit/>
          </a:bodyPr>
          <a:p>
            <a:pPr algn="ctr"/>
            <a:r>
              <a:rPr lang="zh-CN" altLang="en-US">
                <a:solidFill>
                  <a:srgbClr val="00B050"/>
                </a:solidFill>
              </a:rPr>
              <a:t>生成质量更高</a:t>
            </a:r>
            <a:endParaRPr lang="zh-CN" altLang="en-US">
              <a:solidFill>
                <a:srgbClr val="00B050"/>
              </a:solidFill>
            </a:endParaRPr>
          </a:p>
        </p:txBody>
      </p:sp>
      <mc:AlternateContent xmlns:mc="http://schemas.openxmlformats.org/markup-compatibility/2006" xmlns:p14="http://schemas.microsoft.com/office/powerpoint/2010/main">
        <mc:Choice Requires="p14">
          <p:contentPart r:id="rId6" p14:bwMode="auto">
            <p14:nvContentPartPr>
              <p14:cNvPr id="10" name="墨迹 9"/>
              <p14:cNvContentPartPr/>
              <p14:nvPr/>
            </p14:nvContentPartPr>
            <p14:xfrm>
              <a:off x="3095625" y="1614170"/>
              <a:ext cx="1718945" cy="857250"/>
            </p14:xfrm>
          </p:contentPart>
        </mc:Choice>
        <mc:Fallback xmlns="">
          <p:pic>
            <p:nvPicPr>
              <p:cNvPr id="10" name="墨迹 9"/>
            </p:nvPicPr>
            <p:blipFill>
              <a:blip r:embed="rId7"/>
            </p:blipFill>
            <p:spPr>
              <a:xfrm>
                <a:off x="3095625" y="1614170"/>
                <a:ext cx="1718945" cy="8572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1" name="墨迹 10"/>
              <p14:cNvContentPartPr/>
              <p14:nvPr/>
            </p14:nvContentPartPr>
            <p14:xfrm>
              <a:off x="2271395" y="3395345"/>
              <a:ext cx="2114550" cy="352425"/>
            </p14:xfrm>
          </p:contentPart>
        </mc:Choice>
        <mc:Fallback xmlns="">
          <p:pic>
            <p:nvPicPr>
              <p:cNvPr id="11" name="墨迹 10"/>
            </p:nvPicPr>
            <p:blipFill>
              <a:blip r:embed="rId9"/>
            </p:blipFill>
            <p:spPr>
              <a:xfrm>
                <a:off x="2271395" y="3395345"/>
                <a:ext cx="2114550" cy="3524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2" name="墨迹 11"/>
              <p14:cNvContentPartPr/>
              <p14:nvPr/>
            </p14:nvContentPartPr>
            <p14:xfrm>
              <a:off x="4067175" y="3319145"/>
              <a:ext cx="252095" cy="323850"/>
            </p14:xfrm>
          </p:contentPart>
        </mc:Choice>
        <mc:Fallback xmlns="">
          <p:pic>
            <p:nvPicPr>
              <p:cNvPr id="12" name="墨迹 11"/>
            </p:nvPicPr>
            <p:blipFill>
              <a:blip r:embed="rId11"/>
            </p:blipFill>
            <p:spPr>
              <a:xfrm>
                <a:off x="4067175" y="3319145"/>
                <a:ext cx="252095" cy="3238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3" name="墨迹 12"/>
              <p14:cNvContentPartPr/>
              <p14:nvPr/>
            </p14:nvContentPartPr>
            <p14:xfrm>
              <a:off x="10548620" y="4095750"/>
              <a:ext cx="323850" cy="295275"/>
            </p14:xfrm>
          </p:contentPart>
        </mc:Choice>
        <mc:Fallback xmlns="">
          <p:pic>
            <p:nvPicPr>
              <p:cNvPr id="13" name="墨迹 12"/>
            </p:nvPicPr>
            <p:blipFill>
              <a:blip r:embed="rId13"/>
            </p:blipFill>
            <p:spPr>
              <a:xfrm>
                <a:off x="10548620" y="4095750"/>
                <a:ext cx="323850" cy="29527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4" name="墨迹 13"/>
              <p14:cNvContentPartPr/>
              <p14:nvPr/>
            </p14:nvContentPartPr>
            <p14:xfrm>
              <a:off x="10363200" y="2781300"/>
              <a:ext cx="471170" cy="85725"/>
            </p14:xfrm>
          </p:contentPart>
        </mc:Choice>
        <mc:Fallback xmlns="">
          <p:pic>
            <p:nvPicPr>
              <p:cNvPr id="14" name="墨迹 13"/>
            </p:nvPicPr>
            <p:blipFill>
              <a:blip r:embed="rId15"/>
            </p:blipFill>
            <p:spPr>
              <a:xfrm>
                <a:off x="10363200" y="2781300"/>
                <a:ext cx="471170" cy="8572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5" name="墨迹 14"/>
              <p14:cNvContentPartPr/>
              <p14:nvPr/>
            </p14:nvContentPartPr>
            <p14:xfrm>
              <a:off x="10239375" y="4338320"/>
              <a:ext cx="280670" cy="14605"/>
            </p14:xfrm>
          </p:contentPart>
        </mc:Choice>
        <mc:Fallback xmlns="">
          <p:pic>
            <p:nvPicPr>
              <p:cNvPr id="15" name="墨迹 14"/>
            </p:nvPicPr>
            <p:blipFill>
              <a:blip r:embed="rId17"/>
            </p:blipFill>
            <p:spPr>
              <a:xfrm>
                <a:off x="10239375" y="4338320"/>
                <a:ext cx="280670" cy="1460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6" name="墨迹 15"/>
              <p14:cNvContentPartPr/>
              <p14:nvPr/>
            </p14:nvContentPartPr>
            <p14:xfrm>
              <a:off x="10315575" y="4429125"/>
              <a:ext cx="304800" cy="233045"/>
            </p14:xfrm>
          </p:contentPart>
        </mc:Choice>
        <mc:Fallback xmlns="">
          <p:pic>
            <p:nvPicPr>
              <p:cNvPr id="16" name="墨迹 15"/>
            </p:nvPicPr>
            <p:blipFill>
              <a:blip r:embed="rId19"/>
            </p:blipFill>
            <p:spPr>
              <a:xfrm>
                <a:off x="10315575" y="4429125"/>
                <a:ext cx="304800" cy="23304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7" name="墨迹 16"/>
              <p14:cNvContentPartPr/>
              <p14:nvPr/>
            </p14:nvContentPartPr>
            <p14:xfrm>
              <a:off x="10805795" y="4328795"/>
              <a:ext cx="314325" cy="62230"/>
            </p14:xfrm>
          </p:contentPart>
        </mc:Choice>
        <mc:Fallback xmlns="">
          <p:pic>
            <p:nvPicPr>
              <p:cNvPr id="17" name="墨迹 16"/>
            </p:nvPicPr>
            <p:blipFill>
              <a:blip r:embed="rId21"/>
            </p:blipFill>
            <p:spPr>
              <a:xfrm>
                <a:off x="10805795" y="4328795"/>
                <a:ext cx="314325" cy="6223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8" name="墨迹 17"/>
              <p14:cNvContentPartPr/>
              <p14:nvPr/>
            </p14:nvContentPartPr>
            <p14:xfrm>
              <a:off x="8467725" y="1628775"/>
              <a:ext cx="2233295" cy="861695"/>
            </p14:xfrm>
          </p:contentPart>
        </mc:Choice>
        <mc:Fallback xmlns="">
          <p:pic>
            <p:nvPicPr>
              <p:cNvPr id="18" name="墨迹 17"/>
            </p:nvPicPr>
            <p:blipFill>
              <a:blip r:embed="rId23"/>
            </p:blipFill>
            <p:spPr>
              <a:xfrm>
                <a:off x="8467725" y="1628775"/>
                <a:ext cx="2233295" cy="861695"/>
              </a:xfrm>
              <a:prstGeom prst="rect"/>
            </p:spPr>
          </p:pic>
        </mc:Fallback>
      </mc:AlternateContent>
    </p:spTree>
    <p:custDataLst>
      <p:tags r:id="rId2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custDataLst>
              <p:tags r:id="rId1"/>
            </p:custDataLst>
          </p:nvPr>
        </p:nvSpPr>
        <p:spPr>
          <a:xfrm>
            <a:off x="1990800" y="1964355"/>
            <a:ext cx="7768800" cy="766800"/>
          </a:xfrm>
        </p:spPr>
        <p:txBody>
          <a:bodyPr>
            <a:normAutofit fontScale="90000"/>
          </a:bodyPr>
          <a:p>
            <a:r>
              <a:rPr lang="en-US" altLang="zh-CN">
                <a:sym typeface="+mn-ea"/>
              </a:rPr>
              <a:t>GANs</a:t>
            </a:r>
            <a:r>
              <a:rPr lang="zh-CN" altLang="en-US">
                <a:sym typeface="+mn-ea"/>
              </a:rPr>
              <a:t>真的不稳定吗？</a:t>
            </a:r>
            <a:endParaRPr lang="zh-CN" altLang="en-US"/>
          </a:p>
        </p:txBody>
      </p:sp>
      <mc:AlternateContent xmlns:mc="http://schemas.openxmlformats.org/markup-compatibility/2006">
        <mc:Choice xmlns:a14="http://schemas.microsoft.com/office/drawing/2010/main" Requires="a14">
          <p:sp>
            <p:nvSpPr>
              <p:cNvPr id="6" name="文本占位符 5"/>
              <p:cNvSpPr>
                <a:spLocks noGrp="1"/>
              </p:cNvSpPr>
              <p:nvPr>
                <p:ph type="body" idx="1"/>
                <p:custDataLst>
                  <p:tags r:id="rId2"/>
                </p:custDataLst>
              </p:nvPr>
            </p:nvSpPr>
            <p:spPr>
              <a:xfrm>
                <a:off x="2004060" y="3429000"/>
                <a:ext cx="7882255" cy="867410"/>
              </a:xfrm>
            </p:spPr>
            <p:txBody>
              <a:bodyPr>
                <a:normAutofit/>
              </a:bodyPr>
              <a:p>
                <a:r>
                  <a:rPr lang="en-US" altLang="zh-CN">
                    <a:highlight>
                      <a:srgbClr val="FFFF00"/>
                    </a:highlight>
                    <a:sym typeface="+mn-ea"/>
                  </a:rPr>
                  <a:t>LGANs + MaxGP </a:t>
                </a:r>
                <a:r>
                  <a:rPr lang="zh-CN" altLang="en-US">
                    <a:highlight>
                      <a:srgbClr val="FFFF00"/>
                    </a:highlight>
                    <a:sym typeface="+mn-ea"/>
                  </a:rPr>
                  <a:t>能在真实图片</a:t>
                </a:r>
                <a:r>
                  <a:rPr lang="zh-CN" altLang="en-US">
                    <a:highlight>
                      <a:srgbClr val="FFFF00"/>
                    </a:highlight>
                    <a:sym typeface="+mn-ea"/>
                  </a:rPr>
                  <a:t>数据集上，稳定学到最优解</a:t>
                </a:r>
                <a:r>
                  <a:rPr lang="en-US" altLang="zh-CN">
                    <a:highlight>
                      <a:srgbClr val="FFFF00"/>
                    </a:highlight>
                    <a:sym typeface="+mn-ea"/>
                  </a:rPr>
                  <a:t>: </a:t>
                </a:r>
                <a14:m>
                  <m:oMath xmlns:m="http://schemas.openxmlformats.org/officeDocument/2006/math">
                    <m:sSub>
                      <m:sSubPr>
                        <m:ctrlPr>
                          <a:rPr lang="en-US" altLang="zh-CN">
                            <a:highlight>
                              <a:srgbClr val="FFFF00"/>
                            </a:highlight>
                            <a:latin typeface="Cambria Math" panose="02040503050406030204" charset="0"/>
                            <a:cs typeface="Cambria Math" panose="02040503050406030204" charset="0"/>
                          </a:rPr>
                        </m:ctrlPr>
                      </m:sSubPr>
                      <m:e>
                        <m:r>
                          <a:rPr lang="en-US" altLang="zh-CN">
                            <a:highlight>
                              <a:srgbClr val="FFFF00"/>
                            </a:highlight>
                            <a:latin typeface="Cambria Math" panose="02040503050406030204" charset="0"/>
                            <a:cs typeface="Cambria Math" panose="02040503050406030204" charset="0"/>
                          </a:rPr>
                          <m:t>𝑝</m:t>
                        </m:r>
                      </m:e>
                      <m:sub>
                        <m:r>
                          <a:rPr lang="en-US" altLang="zh-CN">
                            <a:highlight>
                              <a:srgbClr val="FFFF00"/>
                            </a:highlight>
                            <a:latin typeface="Cambria Math" panose="02040503050406030204" charset="0"/>
                            <a:cs typeface="Cambria Math" panose="02040503050406030204" charset="0"/>
                          </a:rPr>
                          <m:t>𝑔</m:t>
                        </m:r>
                      </m:sub>
                    </m:sSub>
                    <m:r>
                      <a:rPr lang="en-US" altLang="zh-CN">
                        <a:highlight>
                          <a:srgbClr val="FFFF00"/>
                        </a:highlight>
                        <a:latin typeface="Cambria Math" panose="02040503050406030204" charset="0"/>
                        <a:ea typeface="MS Mincho" charset="0"/>
                        <a:cs typeface="Cambria Math" panose="02040503050406030204" charset="0"/>
                      </a:rPr>
                      <m:t>=</m:t>
                    </m:r>
                    <m:sSub>
                      <m:sSubPr>
                        <m:ctrlPr>
                          <a:rPr lang="en-US" altLang="zh-CN">
                            <a:highlight>
                              <a:srgbClr val="FFFF00"/>
                            </a:highlight>
                            <a:latin typeface="Cambria Math" panose="02040503050406030204" charset="0"/>
                            <a:cs typeface="Cambria Math" panose="02040503050406030204" charset="0"/>
                          </a:rPr>
                        </m:ctrlPr>
                      </m:sSubPr>
                      <m:e>
                        <m:r>
                          <a:rPr lang="en-US" altLang="zh-CN">
                            <a:highlight>
                              <a:srgbClr val="FFFF00"/>
                            </a:highlight>
                            <a:latin typeface="Cambria Math" panose="02040503050406030204" charset="0"/>
                            <a:cs typeface="Cambria Math" panose="02040503050406030204" charset="0"/>
                          </a:rPr>
                          <m:t>𝑝</m:t>
                        </m:r>
                      </m:e>
                      <m:sub>
                        <m:r>
                          <a:rPr lang="en-US" altLang="zh-CN">
                            <a:highlight>
                              <a:srgbClr val="FFFF00"/>
                            </a:highlight>
                            <a:latin typeface="Cambria Math" panose="02040503050406030204" charset="0"/>
                            <a:cs typeface="Cambria Math" panose="02040503050406030204" charset="0"/>
                          </a:rPr>
                          <m:t>𝑑</m:t>
                        </m:r>
                      </m:sub>
                    </m:sSub>
                  </m:oMath>
                </a14:m>
                <a:endParaRPr lang="en-US" altLang="zh-CN">
                  <a:highlight>
                    <a:srgbClr val="FFFF00"/>
                  </a:highlight>
                  <a:latin typeface="Cambria Math" panose="02040503050406030204" charset="0"/>
                  <a:cs typeface="Cambria Math" panose="02040503050406030204" charset="0"/>
                  <a:sym typeface="+mn-ea"/>
                </a:endParaRPr>
              </a:p>
            </p:txBody>
          </p:sp>
        </mc:Choice>
        <mc:Fallback>
          <p:sp>
            <p:nvSpPr>
              <p:cNvPr id="6" name="文本占位符 5"/>
              <p:cNvSpPr>
                <a:spLocks noRot="1" noChangeAspect="1" noMove="1" noResize="1" noEditPoints="1" noAdjustHandles="1" noChangeArrowheads="1" noChangeShapeType="1" noTextEdit="1"/>
              </p:cNvSpPr>
              <p:nvPr>
                <p:ph type="body" idx="1"/>
                <p:custDataLst>
                  <p:tags r:id="rId3"/>
                </p:custDataLst>
              </p:nvPr>
            </p:nvSpPr>
            <p:spPr>
              <a:xfrm>
                <a:off x="2004060" y="3429000"/>
                <a:ext cx="7882255" cy="867410"/>
              </a:xfrm>
              <a:blipFill rotWithShape="1">
                <a:blip r:embed="rId4"/>
                <a:stretch>
                  <a:fillRect/>
                </a:stretch>
              </a:blipFill>
            </p:spPr>
            <p:txBody>
              <a:bodyPr/>
              <a:lstStyle/>
              <a:p>
                <a:r>
                  <a:rPr lang="zh-CN" altLang="en-US">
                    <a:noFill/>
                  </a:rPr>
                  <a:t> </a:t>
                </a:r>
              </a:p>
            </p:txBody>
          </p:sp>
        </mc:Fallback>
      </mc:AlternateContent>
      <p:sp>
        <p:nvSpPr>
          <p:cNvPr id="7" name="文本框 6"/>
          <p:cNvSpPr txBox="1"/>
          <p:nvPr/>
        </p:nvSpPr>
        <p:spPr>
          <a:xfrm>
            <a:off x="6645275" y="4296410"/>
            <a:ext cx="4616450" cy="368300"/>
          </a:xfrm>
          <a:prstGeom prst="rect">
            <a:avLst/>
          </a:prstGeom>
          <a:noFill/>
        </p:spPr>
        <p:txBody>
          <a:bodyPr wrap="square" rtlCol="0">
            <a:spAutoFit/>
          </a:bodyPr>
          <a:p>
            <a:r>
              <a:rPr lang="zh-CN" altLang="en-US">
                <a:solidFill>
                  <a:schemeClr val="bg1">
                    <a:lumMod val="65000"/>
                  </a:schemeClr>
                </a:solidFill>
              </a:rPr>
              <a:t>前提：</a:t>
            </a:r>
            <a:r>
              <a:rPr lang="zh-CN" altLang="en-US">
                <a:solidFill>
                  <a:schemeClr val="bg1">
                    <a:lumMod val="65000"/>
                  </a:schemeClr>
                </a:solidFill>
                <a:sym typeface="+mn-ea"/>
              </a:rPr>
              <a:t>网络结构合理且</a:t>
            </a:r>
            <a:r>
              <a:rPr lang="zh-CN" altLang="en-US">
                <a:solidFill>
                  <a:schemeClr val="bg1">
                    <a:lumMod val="65000"/>
                  </a:schemeClr>
                </a:solidFill>
              </a:rPr>
              <a:t>足够大、训练足够久</a:t>
            </a:r>
            <a:endParaRPr lang="zh-CN" altLang="en-US">
              <a:solidFill>
                <a:schemeClr val="bg1">
                  <a:lumMod val="65000"/>
                </a:schemeClr>
              </a:solidFill>
            </a:endParaRPr>
          </a:p>
        </p:txBody>
      </p:sp>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1938020" y="2585720"/>
              <a:ext cx="5081905" cy="333375"/>
            </p14:xfrm>
          </p:contentPart>
        </mc:Choice>
        <mc:Fallback xmlns="">
          <p:pic>
            <p:nvPicPr>
              <p:cNvPr id="8" name="墨迹 7"/>
            </p:nvPicPr>
            <p:blipFill>
              <a:blip r:embed="rId6"/>
            </p:blipFill>
            <p:spPr>
              <a:xfrm>
                <a:off x="1938020" y="2585720"/>
                <a:ext cx="5081905" cy="33337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9" name="墨迹 8"/>
              <p14:cNvContentPartPr/>
              <p14:nvPr/>
            </p14:nvContentPartPr>
            <p14:xfrm>
              <a:off x="1537970" y="3242945"/>
              <a:ext cx="2795905" cy="1100455"/>
            </p14:xfrm>
          </p:contentPart>
        </mc:Choice>
        <mc:Fallback xmlns="">
          <p:pic>
            <p:nvPicPr>
              <p:cNvPr id="9" name="墨迹 8"/>
            </p:nvPicPr>
            <p:blipFill>
              <a:blip r:embed="rId8"/>
            </p:blipFill>
            <p:spPr>
              <a:xfrm>
                <a:off x="1537970" y="3242945"/>
                <a:ext cx="2795905" cy="110045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3143250" y="3886200"/>
              <a:ext cx="1028700" cy="114300"/>
            </p14:xfrm>
          </p:contentPart>
        </mc:Choice>
        <mc:Fallback xmlns="">
          <p:pic>
            <p:nvPicPr>
              <p:cNvPr id="10" name="墨迹 9"/>
            </p:nvPicPr>
            <p:blipFill>
              <a:blip r:embed="rId10"/>
            </p:blipFill>
            <p:spPr>
              <a:xfrm>
                <a:off x="3143250" y="3886200"/>
                <a:ext cx="1028700" cy="1143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墨迹 10"/>
              <p14:cNvContentPartPr/>
              <p14:nvPr/>
            </p14:nvContentPartPr>
            <p14:xfrm>
              <a:off x="4438650" y="3867150"/>
              <a:ext cx="1857375" cy="190500"/>
            </p14:xfrm>
          </p:contentPart>
        </mc:Choice>
        <mc:Fallback xmlns="">
          <p:pic>
            <p:nvPicPr>
              <p:cNvPr id="11" name="墨迹 10"/>
            </p:nvPicPr>
            <p:blipFill>
              <a:blip r:embed="rId12"/>
            </p:blipFill>
            <p:spPr>
              <a:xfrm>
                <a:off x="4438650" y="3867150"/>
                <a:ext cx="1857375" cy="1905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2" name="墨迹 11"/>
              <p14:cNvContentPartPr/>
              <p14:nvPr/>
            </p14:nvContentPartPr>
            <p14:xfrm>
              <a:off x="6719570" y="3019425"/>
              <a:ext cx="3171825" cy="1047750"/>
            </p14:xfrm>
          </p:contentPart>
        </mc:Choice>
        <mc:Fallback xmlns="">
          <p:pic>
            <p:nvPicPr>
              <p:cNvPr id="12" name="墨迹 11"/>
            </p:nvPicPr>
            <p:blipFill>
              <a:blip r:embed="rId14"/>
            </p:blipFill>
            <p:spPr>
              <a:xfrm>
                <a:off x="6719570" y="3019425"/>
                <a:ext cx="3171825" cy="10477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3" name="墨迹 12"/>
              <p14:cNvContentPartPr/>
              <p14:nvPr/>
            </p14:nvContentPartPr>
            <p14:xfrm>
              <a:off x="7376795" y="4643120"/>
              <a:ext cx="2310130" cy="152400"/>
            </p14:xfrm>
          </p:contentPart>
        </mc:Choice>
        <mc:Fallback xmlns="">
          <p:pic>
            <p:nvPicPr>
              <p:cNvPr id="13" name="墨迹 12"/>
            </p:nvPicPr>
            <p:blipFill>
              <a:blip r:embed="rId16"/>
            </p:blipFill>
            <p:spPr>
              <a:xfrm>
                <a:off x="7376795" y="4643120"/>
                <a:ext cx="2310130" cy="1524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4" name="墨迹 13"/>
              <p14:cNvContentPartPr/>
              <p14:nvPr/>
            </p14:nvContentPartPr>
            <p14:xfrm>
              <a:off x="9934575" y="4728845"/>
              <a:ext cx="1343025" cy="47625"/>
            </p14:xfrm>
          </p:contentPart>
        </mc:Choice>
        <mc:Fallback xmlns="">
          <p:pic>
            <p:nvPicPr>
              <p:cNvPr id="14" name="墨迹 13"/>
            </p:nvPicPr>
            <p:blipFill>
              <a:blip r:embed="rId18"/>
            </p:blipFill>
            <p:spPr>
              <a:xfrm>
                <a:off x="9934575" y="4728845"/>
                <a:ext cx="1343025" cy="4762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5" name="墨迹 14"/>
              <p14:cNvContentPartPr/>
              <p14:nvPr/>
            </p14:nvContentPartPr>
            <p14:xfrm>
              <a:off x="7091045" y="3928745"/>
              <a:ext cx="714375" cy="81280"/>
            </p14:xfrm>
          </p:contentPart>
        </mc:Choice>
        <mc:Fallback xmlns="">
          <p:pic>
            <p:nvPicPr>
              <p:cNvPr id="15" name="墨迹 14"/>
            </p:nvPicPr>
            <p:blipFill>
              <a:blip r:embed="rId20"/>
            </p:blipFill>
            <p:spPr>
              <a:xfrm>
                <a:off x="7091045" y="3928745"/>
                <a:ext cx="714375" cy="8128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6" name="墨迹 15"/>
              <p14:cNvContentPartPr/>
              <p14:nvPr/>
            </p14:nvContentPartPr>
            <p14:xfrm>
              <a:off x="8677275" y="3314700"/>
              <a:ext cx="1238250" cy="814070"/>
            </p14:xfrm>
          </p:contentPart>
        </mc:Choice>
        <mc:Fallback xmlns="">
          <p:pic>
            <p:nvPicPr>
              <p:cNvPr id="16" name="墨迹 15"/>
            </p:nvPicPr>
            <p:blipFill>
              <a:blip r:embed="rId22"/>
            </p:blipFill>
            <p:spPr>
              <a:xfrm>
                <a:off x="8677275" y="3314700"/>
                <a:ext cx="1238250" cy="81407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7" name="墨迹 16"/>
              <p14:cNvContentPartPr/>
              <p14:nvPr/>
            </p14:nvContentPartPr>
            <p14:xfrm>
              <a:off x="1581150" y="1547495"/>
              <a:ext cx="5695950" cy="1171575"/>
            </p14:xfrm>
          </p:contentPart>
        </mc:Choice>
        <mc:Fallback xmlns="">
          <p:pic>
            <p:nvPicPr>
              <p:cNvPr id="17" name="墨迹 16"/>
            </p:nvPicPr>
            <p:blipFill>
              <a:blip r:embed="rId24"/>
            </p:blipFill>
            <p:spPr>
              <a:xfrm>
                <a:off x="1581150" y="1547495"/>
                <a:ext cx="5695950" cy="117157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8" name="墨迹 17"/>
              <p14:cNvContentPartPr/>
              <p14:nvPr/>
            </p14:nvContentPartPr>
            <p14:xfrm>
              <a:off x="7334250" y="4166870"/>
              <a:ext cx="66675" cy="581025"/>
            </p14:xfrm>
          </p:contentPart>
        </mc:Choice>
        <mc:Fallback xmlns="">
          <p:pic>
            <p:nvPicPr>
              <p:cNvPr id="18" name="墨迹 17"/>
            </p:nvPicPr>
            <p:blipFill>
              <a:blip r:embed="rId26"/>
            </p:blipFill>
            <p:spPr>
              <a:xfrm>
                <a:off x="7334250" y="4166870"/>
                <a:ext cx="66675" cy="58102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9" name="墨迹 18"/>
              <p14:cNvContentPartPr/>
              <p14:nvPr/>
            </p14:nvContentPartPr>
            <p14:xfrm>
              <a:off x="7515225" y="4076700"/>
              <a:ext cx="4191000" cy="680720"/>
            </p14:xfrm>
          </p:contentPart>
        </mc:Choice>
        <mc:Fallback xmlns="">
          <p:pic>
            <p:nvPicPr>
              <p:cNvPr id="19" name="墨迹 18"/>
            </p:nvPicPr>
            <p:blipFill>
              <a:blip r:embed="rId28"/>
            </p:blipFill>
            <p:spPr>
              <a:xfrm>
                <a:off x="7515225" y="4076700"/>
                <a:ext cx="4191000" cy="680720"/>
              </a:xfrm>
              <a:prstGeom prst="rect"/>
            </p:spPr>
          </p:pic>
        </mc:Fallback>
      </mc:AlternateContent>
    </p:spTree>
    <p:custDataLst>
      <p:tags r:id="rId29"/>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fontScale="90000"/>
          </a:bodyPr>
          <a:p>
            <a:r>
              <a:rPr lang="zh-CN" altLang="en-US"/>
              <a:t>优化算法：</a:t>
            </a:r>
            <a:r>
              <a:rPr lang="en-US" altLang="zh-CN"/>
              <a:t>AdaShift</a:t>
            </a:r>
            <a:endParaRPr lang="en-US" altLang="zh-CN"/>
          </a:p>
        </p:txBody>
      </p:sp>
      <p:sp>
        <p:nvSpPr>
          <p:cNvPr id="6" name="文本占位符 5"/>
          <p:cNvSpPr>
            <a:spLocks noGrp="1"/>
          </p:cNvSpPr>
          <p:nvPr>
            <p:ph type="body" sz="quarter" idx="13"/>
            <p:custDataLst>
              <p:tags r:id="rId2"/>
            </p:custDataLst>
          </p:nvPr>
        </p:nvSpPr>
        <p:spPr/>
        <p:txBody>
          <a:bodyPr>
            <a:normAutofit fontScale="90000"/>
          </a:bodyPr>
          <a:p>
            <a:r>
              <a:rPr lang="en-US" altLang="zh-CN">
                <a:sym typeface="+mn-ea"/>
              </a:rPr>
              <a:t>ICLR 2019</a:t>
            </a:r>
            <a:r>
              <a:rPr lang="zh-CN" altLang="en-US">
                <a:sym typeface="+mn-ea"/>
              </a:rPr>
              <a:t>，共同一作</a:t>
            </a:r>
            <a:endParaRPr lang="zh-CN" altLang="en-US">
              <a:sym typeface="+mn-ea"/>
            </a:endParaRPr>
          </a:p>
        </p:txBody>
      </p:sp>
      <p:sp>
        <p:nvSpPr>
          <p:cNvPr id="2" name="文本框 1"/>
          <p:cNvSpPr txBox="1"/>
          <p:nvPr/>
        </p:nvSpPr>
        <p:spPr>
          <a:xfrm>
            <a:off x="9208770" y="2096770"/>
            <a:ext cx="2152650" cy="368300"/>
          </a:xfrm>
          <a:prstGeom prst="rect">
            <a:avLst/>
          </a:prstGeom>
          <a:noFill/>
        </p:spPr>
        <p:txBody>
          <a:bodyPr wrap="square" rtlCol="0">
            <a:spAutoFit/>
          </a:bodyPr>
          <a:p>
            <a:pPr algn="ctr"/>
            <a:r>
              <a:rPr lang="zh-CN" altLang="en-US">
                <a:highlight>
                  <a:srgbClr val="00FFFF"/>
                </a:highlight>
              </a:rPr>
              <a:t>另一个同期工作</a:t>
            </a:r>
            <a:endParaRPr lang="zh-CN" altLang="en-US">
              <a:highlight>
                <a:srgbClr val="00FFFF"/>
              </a:highlight>
            </a:endParaRPr>
          </a:p>
        </p:txBody>
      </p:sp>
      <p:sp>
        <p:nvSpPr>
          <p:cNvPr id="3" name="文本框 2"/>
          <p:cNvSpPr txBox="1"/>
          <p:nvPr/>
        </p:nvSpPr>
        <p:spPr>
          <a:xfrm>
            <a:off x="565785" y="685165"/>
            <a:ext cx="4064000" cy="645160"/>
          </a:xfrm>
          <a:prstGeom prst="rect">
            <a:avLst/>
          </a:prstGeom>
          <a:noFill/>
        </p:spPr>
        <p:txBody>
          <a:bodyPr wrap="square" rtlCol="0">
            <a:spAutoFit/>
          </a:bodyPr>
          <a:p>
            <a:r>
              <a:rPr lang="zh-CN" altLang="en-US" sz="3600">
                <a:solidFill>
                  <a:schemeClr val="bg1">
                    <a:lumMod val="75000"/>
                  </a:schemeClr>
                </a:solidFill>
              </a:rPr>
              <a:t>第二</a:t>
            </a:r>
            <a:r>
              <a:rPr lang="zh-CN" altLang="en-US" sz="3600">
                <a:solidFill>
                  <a:schemeClr val="bg1">
                    <a:lumMod val="75000"/>
                  </a:schemeClr>
                </a:solidFill>
                <a:sym typeface="+mn-ea"/>
              </a:rPr>
              <a:t>项</a:t>
            </a:r>
            <a:r>
              <a:rPr lang="zh-CN" altLang="en-US" sz="3600">
                <a:solidFill>
                  <a:schemeClr val="bg1">
                    <a:lumMod val="75000"/>
                  </a:schemeClr>
                </a:solidFill>
              </a:rPr>
              <a:t>工作</a:t>
            </a:r>
            <a:endParaRPr lang="zh-CN" altLang="en-US" sz="3600">
              <a:solidFill>
                <a:schemeClr val="bg1">
                  <a:lumMod val="75000"/>
                </a:schemeClr>
              </a:solidFill>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419350" y="2266950"/>
              <a:ext cx="3048000" cy="1276350"/>
            </p14:xfrm>
          </p:contentPart>
        </mc:Choice>
        <mc:Fallback xmlns="">
          <p:pic>
            <p:nvPicPr>
              <p:cNvPr id="5" name="墨迹 4"/>
            </p:nvPicPr>
            <p:blipFill>
              <a:blip r:embed="rId4"/>
            </p:blipFill>
            <p:spPr>
              <a:xfrm>
                <a:off x="2419350" y="2266950"/>
                <a:ext cx="3048000" cy="12763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6286500" y="3248025"/>
              <a:ext cx="3181350" cy="242570"/>
            </p14:xfrm>
          </p:contentPart>
        </mc:Choice>
        <mc:Fallback xmlns="">
          <p:pic>
            <p:nvPicPr>
              <p:cNvPr id="7" name="墨迹 6"/>
            </p:nvPicPr>
            <p:blipFill>
              <a:blip r:embed="rId6"/>
            </p:blipFill>
            <p:spPr>
              <a:xfrm>
                <a:off x="6286500" y="3248025"/>
                <a:ext cx="3181350" cy="24257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4395470" y="4176395"/>
              <a:ext cx="2114550" cy="33655"/>
            </p14:xfrm>
          </p:contentPart>
        </mc:Choice>
        <mc:Fallback xmlns="">
          <p:pic>
            <p:nvPicPr>
              <p:cNvPr id="8" name="墨迹 7"/>
            </p:nvPicPr>
            <p:blipFill>
              <a:blip r:embed="rId8"/>
            </p:blipFill>
            <p:spPr>
              <a:xfrm>
                <a:off x="4395470" y="4176395"/>
                <a:ext cx="2114550" cy="3365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9" name="墨迹 8"/>
              <p14:cNvContentPartPr/>
              <p14:nvPr/>
            </p14:nvContentPartPr>
            <p14:xfrm>
              <a:off x="8919845" y="1762125"/>
              <a:ext cx="2510155" cy="885825"/>
            </p14:xfrm>
          </p:contentPart>
        </mc:Choice>
        <mc:Fallback xmlns="">
          <p:pic>
            <p:nvPicPr>
              <p:cNvPr id="9" name="墨迹 8"/>
            </p:nvPicPr>
            <p:blipFill>
              <a:blip r:embed="rId10"/>
            </p:blipFill>
            <p:spPr>
              <a:xfrm>
                <a:off x="8919845" y="1762125"/>
                <a:ext cx="2510155" cy="88582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墨迹 9"/>
              <p14:cNvContentPartPr/>
              <p14:nvPr/>
            </p14:nvContentPartPr>
            <p14:xfrm>
              <a:off x="6319520" y="3442970"/>
              <a:ext cx="1719580" cy="733425"/>
            </p14:xfrm>
          </p:contentPart>
        </mc:Choice>
        <mc:Fallback xmlns="">
          <p:pic>
            <p:nvPicPr>
              <p:cNvPr id="10" name="墨迹 9"/>
            </p:nvPicPr>
            <p:blipFill>
              <a:blip r:embed="rId12"/>
            </p:blipFill>
            <p:spPr>
              <a:xfrm>
                <a:off x="6319520" y="3442970"/>
                <a:ext cx="1719580" cy="733425"/>
              </a:xfrm>
              <a:prstGeom prst="rect"/>
            </p:spPr>
          </p:pic>
        </mc:Fallback>
      </mc:AlternateContent>
    </p:spTree>
    <p:custDataLst>
      <p:tags r:id="rId1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fontScale="90000"/>
          </a:bodyPr>
          <a:p>
            <a:r>
              <a:rPr lang="en-US" altLang="zh-CN"/>
              <a:t>Adam (</a:t>
            </a:r>
            <a:r>
              <a:rPr lang="zh-CN" altLang="en-US" sz="3200">
                <a:highlight>
                  <a:srgbClr val="FFFF00"/>
                </a:highlight>
              </a:rPr>
              <a:t>目前依旧还是主流优化器之一，另一个是</a:t>
            </a:r>
            <a:r>
              <a:rPr lang="en-US" altLang="zh-CN" sz="3200">
                <a:highlight>
                  <a:srgbClr val="FFFF00"/>
                </a:highlight>
              </a:rPr>
              <a:t>Muon</a:t>
            </a:r>
            <a:r>
              <a:rPr lang="en-US" altLang="zh-CN"/>
              <a:t>)</a:t>
            </a:r>
            <a:endParaRPr lang="en-US" altLang="zh-CN"/>
          </a:p>
        </p:txBody>
      </p:sp>
      <p:pic>
        <p:nvPicPr>
          <p:cNvPr id="6" name="内容占位符 5"/>
          <p:cNvPicPr>
            <a:picLocks noChangeAspect="1"/>
          </p:cNvPicPr>
          <p:nvPr>
            <p:ph sz="half" idx="1"/>
            <p:custDataLst>
              <p:tags r:id="rId2"/>
            </p:custDataLst>
          </p:nvPr>
        </p:nvPicPr>
        <p:blipFill>
          <a:blip r:embed="rId3"/>
          <a:srcRect t="2305" b="2305"/>
          <a:stretch>
            <a:fillRect/>
          </a:stretch>
        </p:blipFill>
        <p:spPr>
          <a:xfrm>
            <a:off x="608330" y="1621155"/>
            <a:ext cx="5177155" cy="4748530"/>
          </a:xfrm>
        </p:spPr>
      </p:pic>
      <p:pic>
        <p:nvPicPr>
          <p:cNvPr id="8" name="图片 7"/>
          <p:cNvPicPr>
            <a:picLocks noChangeAspect="1"/>
          </p:cNvPicPr>
          <p:nvPr/>
        </p:nvPicPr>
        <p:blipFill>
          <a:blip r:embed="rId4"/>
          <a:stretch>
            <a:fillRect/>
          </a:stretch>
        </p:blipFill>
        <p:spPr>
          <a:xfrm>
            <a:off x="7798435" y="2704465"/>
            <a:ext cx="2209800" cy="2407920"/>
          </a:xfrm>
          <a:prstGeom prst="rect">
            <a:avLst/>
          </a:prstGeom>
        </p:spPr>
      </p:pic>
      <p:sp>
        <p:nvSpPr>
          <p:cNvPr id="9" name="文本框 8"/>
          <p:cNvSpPr txBox="1"/>
          <p:nvPr/>
        </p:nvSpPr>
        <p:spPr>
          <a:xfrm>
            <a:off x="6338570" y="5339715"/>
            <a:ext cx="5422265" cy="1198880"/>
          </a:xfrm>
          <a:prstGeom prst="rect">
            <a:avLst/>
          </a:prstGeom>
          <a:noFill/>
        </p:spPr>
        <p:txBody>
          <a:bodyPr wrap="square" rtlCol="0">
            <a:spAutoFit/>
          </a:bodyPr>
          <a:p>
            <a:r>
              <a:rPr lang="zh-CN" altLang="en-US">
                <a:solidFill>
                  <a:srgbClr val="00B050"/>
                </a:solidFill>
              </a:rPr>
              <a:t>核心是：通过二阶矩估计</a:t>
            </a:r>
            <a:r>
              <a:rPr lang="en-US" altLang="zh-CN">
                <a:solidFill>
                  <a:srgbClr val="00B050"/>
                </a:solidFill>
              </a:rPr>
              <a:t> v </a:t>
            </a:r>
            <a:r>
              <a:rPr lang="zh-CN" altLang="en-US">
                <a:solidFill>
                  <a:srgbClr val="00B050"/>
                </a:solidFill>
              </a:rPr>
              <a:t>来做</a:t>
            </a:r>
            <a:r>
              <a:rPr lang="zh-CN" altLang="en-US">
                <a:solidFill>
                  <a:srgbClr val="00B050"/>
                </a:solidFill>
              </a:rPr>
              <a:t>梯度归一化</a:t>
            </a:r>
            <a:endParaRPr lang="zh-CN" altLang="en-US">
              <a:solidFill>
                <a:srgbClr val="00B050"/>
              </a:solidFill>
            </a:endParaRPr>
          </a:p>
          <a:p>
            <a:r>
              <a:rPr lang="en-US" altLang="zh-CN">
                <a:solidFill>
                  <a:srgbClr val="00B050"/>
                </a:solidFill>
              </a:rPr>
              <a:t>              </a:t>
            </a:r>
            <a:endParaRPr lang="en-US" altLang="zh-CN">
              <a:solidFill>
                <a:srgbClr val="00B050"/>
              </a:solidFill>
            </a:endParaRPr>
          </a:p>
          <a:p>
            <a:r>
              <a:rPr lang="en-US" altLang="zh-CN">
                <a:solidFill>
                  <a:srgbClr val="00B050"/>
                </a:solidFill>
              </a:rPr>
              <a:t>               </a:t>
            </a:r>
            <a:r>
              <a:rPr lang="zh-CN" altLang="en-US">
                <a:solidFill>
                  <a:schemeClr val="tx1"/>
                </a:solidFill>
                <a:sym typeface="+mn-ea"/>
              </a:rPr>
              <a:t>使优化器对梯度的实际</a:t>
            </a:r>
            <a:r>
              <a:rPr lang="en-US" altLang="zh-CN">
                <a:solidFill>
                  <a:schemeClr val="tx1"/>
                </a:solidFill>
                <a:sym typeface="+mn-ea"/>
              </a:rPr>
              <a:t>scale</a:t>
            </a:r>
            <a:r>
              <a:rPr lang="zh-CN" altLang="en-US">
                <a:solidFill>
                  <a:schemeClr val="tx1"/>
                </a:solidFill>
                <a:sym typeface="+mn-ea"/>
              </a:rPr>
              <a:t>不敏感</a:t>
            </a:r>
            <a:endParaRPr lang="zh-CN" altLang="en-US">
              <a:solidFill>
                <a:schemeClr val="tx1"/>
              </a:solidFill>
            </a:endParaRPr>
          </a:p>
          <a:p>
            <a:r>
              <a:rPr lang="en-US" altLang="zh-CN">
                <a:solidFill>
                  <a:srgbClr val="00B050"/>
                </a:solidFill>
              </a:rPr>
              <a:t> </a:t>
            </a:r>
            <a:endParaRPr lang="en-US" altLang="zh-CN">
              <a:solidFill>
                <a:srgbClr val="00B050"/>
              </a:solidFill>
            </a:endParaRPr>
          </a:p>
        </p:txBody>
      </p:sp>
      <mc:AlternateContent xmlns:mc="http://schemas.openxmlformats.org/markup-compatibility/2006" xmlns:p14="http://schemas.microsoft.com/office/powerpoint/2010/main">
        <mc:Choice Requires="p14">
          <p:contentPart r:id="rId5" p14:bwMode="auto">
            <p14:nvContentPartPr>
              <p14:cNvPr id="11" name="墨迹 10"/>
              <p14:cNvContentPartPr/>
              <p14:nvPr/>
            </p14:nvContentPartPr>
            <p14:xfrm>
              <a:off x="175895" y="428625"/>
              <a:ext cx="1866900" cy="1014095"/>
            </p14:xfrm>
          </p:contentPart>
        </mc:Choice>
        <mc:Fallback xmlns="">
          <p:pic>
            <p:nvPicPr>
              <p:cNvPr id="11" name="墨迹 10"/>
            </p:nvPicPr>
            <p:blipFill>
              <a:blip r:embed="rId6"/>
            </p:blipFill>
            <p:spPr>
              <a:xfrm>
                <a:off x="175895" y="428625"/>
                <a:ext cx="1866900" cy="101409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2" name="墨迹 11"/>
              <p14:cNvContentPartPr/>
              <p14:nvPr/>
            </p14:nvContentPartPr>
            <p14:xfrm>
              <a:off x="3924300" y="1242695"/>
              <a:ext cx="3257550" cy="195580"/>
            </p14:xfrm>
          </p:contentPart>
        </mc:Choice>
        <mc:Fallback xmlns="">
          <p:pic>
            <p:nvPicPr>
              <p:cNvPr id="12" name="墨迹 11"/>
            </p:nvPicPr>
            <p:blipFill>
              <a:blip r:embed="rId8"/>
            </p:blipFill>
            <p:spPr>
              <a:xfrm>
                <a:off x="3924300" y="1242695"/>
                <a:ext cx="3257550" cy="1955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3" name="墨迹 12"/>
              <p14:cNvContentPartPr/>
              <p14:nvPr/>
            </p14:nvContentPartPr>
            <p14:xfrm>
              <a:off x="8796020" y="1299845"/>
              <a:ext cx="1905000" cy="224155"/>
            </p14:xfrm>
          </p:contentPart>
        </mc:Choice>
        <mc:Fallback xmlns="">
          <p:pic>
            <p:nvPicPr>
              <p:cNvPr id="13" name="墨迹 12"/>
            </p:nvPicPr>
            <p:blipFill>
              <a:blip r:embed="rId10"/>
            </p:blipFill>
            <p:spPr>
              <a:xfrm>
                <a:off x="8796020" y="1299845"/>
                <a:ext cx="1905000" cy="22415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4" name="墨迹 13"/>
              <p14:cNvContentPartPr/>
              <p14:nvPr/>
            </p14:nvContentPartPr>
            <p14:xfrm>
              <a:off x="8510270" y="1428750"/>
              <a:ext cx="2262505" cy="13970"/>
            </p14:xfrm>
          </p:contentPart>
        </mc:Choice>
        <mc:Fallback xmlns="">
          <p:pic>
            <p:nvPicPr>
              <p:cNvPr id="14" name="墨迹 13"/>
            </p:nvPicPr>
            <p:blipFill>
              <a:blip r:embed="rId12"/>
            </p:blipFill>
            <p:spPr>
              <a:xfrm>
                <a:off x="8510270" y="1428750"/>
                <a:ext cx="2262505" cy="1397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5" name="墨迹 14"/>
              <p14:cNvContentPartPr/>
              <p14:nvPr/>
            </p14:nvContentPartPr>
            <p14:xfrm>
              <a:off x="3576320" y="1362075"/>
              <a:ext cx="6967855" cy="47625"/>
            </p14:xfrm>
          </p:contentPart>
        </mc:Choice>
        <mc:Fallback xmlns="">
          <p:pic>
            <p:nvPicPr>
              <p:cNvPr id="15" name="墨迹 14"/>
            </p:nvPicPr>
            <p:blipFill>
              <a:blip r:embed="rId14"/>
            </p:blipFill>
            <p:spPr>
              <a:xfrm>
                <a:off x="3576320" y="1362075"/>
                <a:ext cx="6967855" cy="4762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6" name="墨迹 15"/>
              <p14:cNvContentPartPr/>
              <p14:nvPr/>
            </p14:nvContentPartPr>
            <p14:xfrm>
              <a:off x="2847975" y="2238375"/>
              <a:ext cx="2733675" cy="723900"/>
            </p14:xfrm>
          </p:contentPart>
        </mc:Choice>
        <mc:Fallback xmlns="">
          <p:pic>
            <p:nvPicPr>
              <p:cNvPr id="16" name="墨迹 15"/>
            </p:nvPicPr>
            <p:blipFill>
              <a:blip r:embed="rId16"/>
            </p:blipFill>
            <p:spPr>
              <a:xfrm>
                <a:off x="2847975" y="2238375"/>
                <a:ext cx="2733675" cy="7239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7" name="墨迹 16"/>
              <p14:cNvContentPartPr/>
              <p14:nvPr/>
            </p14:nvContentPartPr>
            <p14:xfrm>
              <a:off x="2757170" y="2861945"/>
              <a:ext cx="3343275" cy="100330"/>
            </p14:xfrm>
          </p:contentPart>
        </mc:Choice>
        <mc:Fallback xmlns="">
          <p:pic>
            <p:nvPicPr>
              <p:cNvPr id="17" name="墨迹 16"/>
            </p:nvPicPr>
            <p:blipFill>
              <a:blip r:embed="rId18"/>
            </p:blipFill>
            <p:spPr>
              <a:xfrm>
                <a:off x="2757170" y="2861945"/>
                <a:ext cx="3343275" cy="10033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8" name="墨迹 17"/>
              <p14:cNvContentPartPr/>
              <p14:nvPr/>
            </p14:nvContentPartPr>
            <p14:xfrm>
              <a:off x="2809875" y="3314700"/>
              <a:ext cx="2938145" cy="590550"/>
            </p14:xfrm>
          </p:contentPart>
        </mc:Choice>
        <mc:Fallback xmlns="">
          <p:pic>
            <p:nvPicPr>
              <p:cNvPr id="18" name="墨迹 17"/>
            </p:nvPicPr>
            <p:blipFill>
              <a:blip r:embed="rId20"/>
            </p:blipFill>
            <p:spPr>
              <a:xfrm>
                <a:off x="2809875" y="3314700"/>
                <a:ext cx="2938145" cy="5905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9" name="墨迹 18"/>
              <p14:cNvContentPartPr/>
              <p14:nvPr/>
            </p14:nvContentPartPr>
            <p14:xfrm>
              <a:off x="3324225" y="3890645"/>
              <a:ext cx="2038350" cy="133350"/>
            </p14:xfrm>
          </p:contentPart>
        </mc:Choice>
        <mc:Fallback xmlns="">
          <p:pic>
            <p:nvPicPr>
              <p:cNvPr id="19" name="墨迹 18"/>
            </p:nvPicPr>
            <p:blipFill>
              <a:blip r:embed="rId22"/>
            </p:blipFill>
            <p:spPr>
              <a:xfrm>
                <a:off x="3324225" y="3890645"/>
                <a:ext cx="2038350" cy="1333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0" name="墨迹 19"/>
              <p14:cNvContentPartPr/>
              <p14:nvPr/>
            </p14:nvContentPartPr>
            <p14:xfrm>
              <a:off x="3261995" y="3362325"/>
              <a:ext cx="2352675" cy="647700"/>
            </p14:xfrm>
          </p:contentPart>
        </mc:Choice>
        <mc:Fallback xmlns="">
          <p:pic>
            <p:nvPicPr>
              <p:cNvPr id="20" name="墨迹 19"/>
            </p:nvPicPr>
            <p:blipFill>
              <a:blip r:embed="rId24"/>
            </p:blipFill>
            <p:spPr>
              <a:xfrm>
                <a:off x="3261995" y="3362325"/>
                <a:ext cx="2352675" cy="6477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1" name="墨迹 20"/>
              <p14:cNvContentPartPr/>
              <p14:nvPr/>
            </p14:nvContentPartPr>
            <p14:xfrm>
              <a:off x="4662170" y="5715000"/>
              <a:ext cx="666750" cy="328295"/>
            </p14:xfrm>
          </p:contentPart>
        </mc:Choice>
        <mc:Fallback xmlns="">
          <p:pic>
            <p:nvPicPr>
              <p:cNvPr id="21" name="墨迹 20"/>
            </p:nvPicPr>
            <p:blipFill>
              <a:blip r:embed="rId26"/>
            </p:blipFill>
            <p:spPr>
              <a:xfrm>
                <a:off x="4662170" y="5715000"/>
                <a:ext cx="666750" cy="32829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2" name="墨迹 21"/>
              <p14:cNvContentPartPr/>
              <p14:nvPr/>
            </p14:nvContentPartPr>
            <p14:xfrm>
              <a:off x="4528820" y="5943600"/>
              <a:ext cx="671830" cy="528320"/>
            </p14:xfrm>
          </p:contentPart>
        </mc:Choice>
        <mc:Fallback xmlns="">
          <p:pic>
            <p:nvPicPr>
              <p:cNvPr id="22" name="墨迹 21"/>
            </p:nvPicPr>
            <p:blipFill>
              <a:blip r:embed="rId28"/>
            </p:blipFill>
            <p:spPr>
              <a:xfrm>
                <a:off x="4528820" y="5943600"/>
                <a:ext cx="671830" cy="52832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3" name="墨迹 22"/>
              <p14:cNvContentPartPr/>
              <p14:nvPr/>
            </p14:nvContentPartPr>
            <p14:xfrm>
              <a:off x="7324725" y="5128895"/>
              <a:ext cx="3747770" cy="643255"/>
            </p14:xfrm>
          </p:contentPart>
        </mc:Choice>
        <mc:Fallback xmlns="">
          <p:pic>
            <p:nvPicPr>
              <p:cNvPr id="23" name="墨迹 22"/>
            </p:nvPicPr>
            <p:blipFill>
              <a:blip r:embed="rId30"/>
            </p:blipFill>
            <p:spPr>
              <a:xfrm>
                <a:off x="7324725" y="5128895"/>
                <a:ext cx="3747770" cy="64325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4" name="墨迹 23"/>
              <p14:cNvContentPartPr/>
              <p14:nvPr/>
            </p14:nvContentPartPr>
            <p14:xfrm>
              <a:off x="3429000" y="2785745"/>
              <a:ext cx="2381250" cy="28575"/>
            </p14:xfrm>
          </p:contentPart>
        </mc:Choice>
        <mc:Fallback xmlns="">
          <p:pic>
            <p:nvPicPr>
              <p:cNvPr id="24" name="墨迹 23"/>
            </p:nvPicPr>
            <p:blipFill>
              <a:blip r:embed="rId32"/>
            </p:blipFill>
            <p:spPr>
              <a:xfrm>
                <a:off x="3429000" y="2785745"/>
                <a:ext cx="2381250" cy="2857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5" name="墨迹 24"/>
              <p14:cNvContentPartPr/>
              <p14:nvPr/>
            </p14:nvContentPartPr>
            <p14:xfrm>
              <a:off x="3690620" y="3905250"/>
              <a:ext cx="1628775" cy="57150"/>
            </p14:xfrm>
          </p:contentPart>
        </mc:Choice>
        <mc:Fallback xmlns="">
          <p:pic>
            <p:nvPicPr>
              <p:cNvPr id="25" name="墨迹 24"/>
            </p:nvPicPr>
            <p:blipFill>
              <a:blip r:embed="rId34"/>
            </p:blipFill>
            <p:spPr>
              <a:xfrm>
                <a:off x="3690620" y="3905250"/>
                <a:ext cx="1628775" cy="5715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6" name="墨迹 25"/>
              <p14:cNvContentPartPr/>
              <p14:nvPr/>
            </p14:nvContentPartPr>
            <p14:xfrm>
              <a:off x="4562475" y="5709920"/>
              <a:ext cx="99695" cy="652780"/>
            </p14:xfrm>
          </p:contentPart>
        </mc:Choice>
        <mc:Fallback xmlns="">
          <p:pic>
            <p:nvPicPr>
              <p:cNvPr id="26" name="墨迹 25"/>
            </p:nvPicPr>
            <p:blipFill>
              <a:blip r:embed="rId36"/>
            </p:blipFill>
            <p:spPr>
              <a:xfrm>
                <a:off x="4562475" y="5709920"/>
                <a:ext cx="99695" cy="65278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7" name="墨迹 26"/>
              <p14:cNvContentPartPr/>
              <p14:nvPr/>
            </p14:nvContentPartPr>
            <p14:xfrm>
              <a:off x="4547870" y="5638800"/>
              <a:ext cx="847725" cy="804545"/>
            </p14:xfrm>
          </p:contentPart>
        </mc:Choice>
        <mc:Fallback xmlns="">
          <p:pic>
            <p:nvPicPr>
              <p:cNvPr id="27" name="墨迹 26"/>
            </p:nvPicPr>
            <p:blipFill>
              <a:blip r:embed="rId38"/>
            </p:blipFill>
            <p:spPr>
              <a:xfrm>
                <a:off x="4547870" y="5638800"/>
                <a:ext cx="847725" cy="80454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8" name="墨迹 27"/>
              <p14:cNvContentPartPr/>
              <p14:nvPr/>
            </p14:nvContentPartPr>
            <p14:xfrm>
              <a:off x="8286750" y="2014220"/>
              <a:ext cx="128270" cy="167005"/>
            </p14:xfrm>
          </p:contentPart>
        </mc:Choice>
        <mc:Fallback xmlns="">
          <p:pic>
            <p:nvPicPr>
              <p:cNvPr id="28" name="墨迹 27"/>
            </p:nvPicPr>
            <p:blipFill>
              <a:blip r:embed="rId40"/>
            </p:blipFill>
            <p:spPr>
              <a:xfrm>
                <a:off x="8286750" y="2014220"/>
                <a:ext cx="128270" cy="16700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9" name="墨迹 28"/>
              <p14:cNvContentPartPr/>
              <p14:nvPr/>
            </p14:nvContentPartPr>
            <p14:xfrm>
              <a:off x="8486775" y="2105025"/>
              <a:ext cx="90170" cy="118745"/>
            </p14:xfrm>
          </p:contentPart>
        </mc:Choice>
        <mc:Fallback xmlns="">
          <p:pic>
            <p:nvPicPr>
              <p:cNvPr id="29" name="墨迹 28"/>
            </p:nvPicPr>
            <p:blipFill>
              <a:blip r:embed="rId42"/>
            </p:blipFill>
            <p:spPr>
              <a:xfrm>
                <a:off x="8486775" y="2105025"/>
                <a:ext cx="90170" cy="11874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30" name="墨迹 29"/>
              <p14:cNvContentPartPr/>
              <p14:nvPr/>
            </p14:nvContentPartPr>
            <p14:xfrm>
              <a:off x="8658225" y="1876425"/>
              <a:ext cx="128270" cy="414020"/>
            </p14:xfrm>
          </p:contentPart>
        </mc:Choice>
        <mc:Fallback xmlns="">
          <p:pic>
            <p:nvPicPr>
              <p:cNvPr id="30" name="墨迹 29"/>
            </p:nvPicPr>
            <p:blipFill>
              <a:blip r:embed="rId44"/>
            </p:blipFill>
            <p:spPr>
              <a:xfrm>
                <a:off x="8658225" y="1876425"/>
                <a:ext cx="128270" cy="41402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31" name="墨迹 30"/>
              <p14:cNvContentPartPr/>
              <p14:nvPr/>
            </p14:nvContentPartPr>
            <p14:xfrm>
              <a:off x="8834120" y="2047875"/>
              <a:ext cx="586105" cy="85725"/>
            </p14:xfrm>
          </p:contentPart>
        </mc:Choice>
        <mc:Fallback xmlns="">
          <p:pic>
            <p:nvPicPr>
              <p:cNvPr id="31" name="墨迹 30"/>
            </p:nvPicPr>
            <p:blipFill>
              <a:blip r:embed="rId46"/>
            </p:blipFill>
            <p:spPr>
              <a:xfrm>
                <a:off x="8834120" y="2047875"/>
                <a:ext cx="586105" cy="8572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32" name="墨迹 31"/>
              <p14:cNvContentPartPr/>
              <p14:nvPr/>
            </p14:nvContentPartPr>
            <p14:xfrm>
              <a:off x="9548495" y="1880870"/>
              <a:ext cx="9525" cy="414655"/>
            </p14:xfrm>
          </p:contentPart>
        </mc:Choice>
        <mc:Fallback xmlns="">
          <p:pic>
            <p:nvPicPr>
              <p:cNvPr id="32" name="墨迹 31"/>
            </p:nvPicPr>
            <p:blipFill>
              <a:blip r:embed="rId48"/>
            </p:blipFill>
            <p:spPr>
              <a:xfrm>
                <a:off x="9548495" y="1880870"/>
                <a:ext cx="9525" cy="41465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3" name="墨迹 32"/>
              <p14:cNvContentPartPr/>
              <p14:nvPr/>
            </p14:nvContentPartPr>
            <p14:xfrm>
              <a:off x="8214995" y="2385695"/>
              <a:ext cx="1771650" cy="66675"/>
            </p14:xfrm>
          </p:contentPart>
        </mc:Choice>
        <mc:Fallback xmlns="">
          <p:pic>
            <p:nvPicPr>
              <p:cNvPr id="33" name="墨迹 32"/>
            </p:nvPicPr>
            <p:blipFill>
              <a:blip r:embed="rId50"/>
            </p:blipFill>
            <p:spPr>
              <a:xfrm>
                <a:off x="8214995" y="2385695"/>
                <a:ext cx="1771650" cy="6667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34" name="墨迹 33"/>
              <p14:cNvContentPartPr/>
              <p14:nvPr/>
            </p14:nvContentPartPr>
            <p14:xfrm>
              <a:off x="8210550" y="1714500"/>
              <a:ext cx="71120" cy="533400"/>
            </p14:xfrm>
          </p:contentPart>
        </mc:Choice>
        <mc:Fallback xmlns="">
          <p:pic>
            <p:nvPicPr>
              <p:cNvPr id="34" name="墨迹 33"/>
            </p:nvPicPr>
            <p:blipFill>
              <a:blip r:embed="rId52"/>
            </p:blipFill>
            <p:spPr>
              <a:xfrm>
                <a:off x="8210550" y="1714500"/>
                <a:ext cx="71120" cy="53340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5" name="墨迹 34"/>
              <p14:cNvContentPartPr/>
              <p14:nvPr/>
            </p14:nvContentPartPr>
            <p14:xfrm>
              <a:off x="8305800" y="1690370"/>
              <a:ext cx="1528445" cy="781050"/>
            </p14:xfrm>
          </p:contentPart>
        </mc:Choice>
        <mc:Fallback xmlns="">
          <p:pic>
            <p:nvPicPr>
              <p:cNvPr id="35" name="墨迹 34"/>
            </p:nvPicPr>
            <p:blipFill>
              <a:blip r:embed="rId54"/>
            </p:blipFill>
            <p:spPr>
              <a:xfrm>
                <a:off x="8305800" y="1690370"/>
                <a:ext cx="1528445" cy="78105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6" name="墨迹 35"/>
              <p14:cNvContentPartPr/>
              <p14:nvPr/>
            </p14:nvContentPartPr>
            <p14:xfrm>
              <a:off x="9410700" y="1699895"/>
              <a:ext cx="352425" cy="728980"/>
            </p14:xfrm>
          </p:contentPart>
        </mc:Choice>
        <mc:Fallback xmlns="">
          <p:pic>
            <p:nvPicPr>
              <p:cNvPr id="36" name="墨迹 35"/>
            </p:nvPicPr>
            <p:blipFill>
              <a:blip r:embed="rId56"/>
            </p:blipFill>
            <p:spPr>
              <a:xfrm>
                <a:off x="9410700" y="1699895"/>
                <a:ext cx="352425" cy="72898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7" name="墨迹 36"/>
              <p14:cNvContentPartPr/>
              <p14:nvPr/>
            </p14:nvContentPartPr>
            <p14:xfrm>
              <a:off x="8105775" y="2347595"/>
              <a:ext cx="661670" cy="167005"/>
            </p14:xfrm>
          </p:contentPart>
        </mc:Choice>
        <mc:Fallback xmlns="">
          <p:pic>
            <p:nvPicPr>
              <p:cNvPr id="37" name="墨迹 36"/>
            </p:nvPicPr>
            <p:blipFill>
              <a:blip r:embed="rId58"/>
            </p:blipFill>
            <p:spPr>
              <a:xfrm>
                <a:off x="8105775" y="2347595"/>
                <a:ext cx="661670" cy="16700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8" name="墨迹 37"/>
              <p14:cNvContentPartPr/>
              <p14:nvPr/>
            </p14:nvContentPartPr>
            <p14:xfrm>
              <a:off x="4433570" y="5814695"/>
              <a:ext cx="214630" cy="495300"/>
            </p14:xfrm>
          </p:contentPart>
        </mc:Choice>
        <mc:Fallback xmlns="">
          <p:pic>
            <p:nvPicPr>
              <p:cNvPr id="38" name="墨迹 37"/>
            </p:nvPicPr>
            <p:blipFill>
              <a:blip r:embed="rId60"/>
            </p:blipFill>
            <p:spPr>
              <a:xfrm>
                <a:off x="4433570" y="5814695"/>
                <a:ext cx="214630" cy="49530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9" name="墨迹 38"/>
              <p14:cNvContentPartPr/>
              <p14:nvPr/>
            </p14:nvContentPartPr>
            <p14:xfrm>
              <a:off x="8210550" y="2190750"/>
              <a:ext cx="109220" cy="371475"/>
            </p14:xfrm>
          </p:contentPart>
        </mc:Choice>
        <mc:Fallback xmlns="">
          <p:pic>
            <p:nvPicPr>
              <p:cNvPr id="39" name="墨迹 38"/>
            </p:nvPicPr>
            <p:blipFill>
              <a:blip r:embed="rId62"/>
            </p:blipFill>
            <p:spPr>
              <a:xfrm>
                <a:off x="8210550" y="2190750"/>
                <a:ext cx="109220" cy="37147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40" name="墨迹 39"/>
              <p14:cNvContentPartPr/>
              <p14:nvPr/>
            </p14:nvContentPartPr>
            <p14:xfrm>
              <a:off x="8067675" y="1766570"/>
              <a:ext cx="1695450" cy="752475"/>
            </p14:xfrm>
          </p:contentPart>
        </mc:Choice>
        <mc:Fallback xmlns="">
          <p:pic>
            <p:nvPicPr>
              <p:cNvPr id="40" name="墨迹 39"/>
            </p:nvPicPr>
            <p:blipFill>
              <a:blip r:embed="rId64"/>
            </p:blipFill>
            <p:spPr>
              <a:xfrm>
                <a:off x="8067675" y="1766570"/>
                <a:ext cx="1695450" cy="75247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41" name="墨迹 40"/>
              <p14:cNvContentPartPr/>
              <p14:nvPr/>
            </p14:nvContentPartPr>
            <p14:xfrm>
              <a:off x="6905625" y="5734050"/>
              <a:ext cx="4543425" cy="690245"/>
            </p14:xfrm>
          </p:contentPart>
        </mc:Choice>
        <mc:Fallback xmlns="">
          <p:pic>
            <p:nvPicPr>
              <p:cNvPr id="41" name="墨迹 40"/>
            </p:nvPicPr>
            <p:blipFill>
              <a:blip r:embed="rId66"/>
            </p:blipFill>
            <p:spPr>
              <a:xfrm>
                <a:off x="6905625" y="5734050"/>
                <a:ext cx="4543425" cy="69024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42" name="墨迹 41"/>
              <p14:cNvContentPartPr/>
              <p14:nvPr/>
            </p14:nvContentPartPr>
            <p14:xfrm>
              <a:off x="8639175" y="6195695"/>
              <a:ext cx="2261870" cy="138430"/>
            </p14:xfrm>
          </p:contentPart>
        </mc:Choice>
        <mc:Fallback xmlns="">
          <p:pic>
            <p:nvPicPr>
              <p:cNvPr id="42" name="墨迹 41"/>
            </p:nvPicPr>
            <p:blipFill>
              <a:blip r:embed="rId68"/>
            </p:blipFill>
            <p:spPr>
              <a:xfrm>
                <a:off x="8639175" y="6195695"/>
                <a:ext cx="2261870" cy="13843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43" name="墨迹 42"/>
              <p14:cNvContentPartPr/>
              <p14:nvPr/>
            </p14:nvContentPartPr>
            <p14:xfrm>
              <a:off x="7886700" y="1671320"/>
              <a:ext cx="1019175" cy="852805"/>
            </p14:xfrm>
          </p:contentPart>
        </mc:Choice>
        <mc:Fallback xmlns="">
          <p:pic>
            <p:nvPicPr>
              <p:cNvPr id="43" name="墨迹 42"/>
            </p:nvPicPr>
            <p:blipFill>
              <a:blip r:embed="rId70"/>
            </p:blipFill>
            <p:spPr>
              <a:xfrm>
                <a:off x="7886700" y="1671320"/>
                <a:ext cx="1019175" cy="852805"/>
              </a:xfrm>
              <a:prstGeom prst="rect"/>
            </p:spPr>
          </p:pic>
        </mc:Fallback>
      </mc:AlternateContent>
    </p:spTree>
    <p:custDataLst>
      <p:tags r:id="rId7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Adam</a:t>
            </a:r>
            <a:r>
              <a:rPr lang="zh-CN" altLang="en-US"/>
              <a:t>的</a:t>
            </a:r>
            <a:r>
              <a:rPr lang="zh-CN" altLang="en-US"/>
              <a:t>不收敛问题</a:t>
            </a:r>
            <a:endParaRPr lang="zh-CN" altLang="en-US"/>
          </a:p>
        </p:txBody>
      </p:sp>
      <p:sp>
        <p:nvSpPr>
          <p:cNvPr id="5" name="内容占位符 4"/>
          <p:cNvSpPr>
            <a:spLocks noGrp="1"/>
          </p:cNvSpPr>
          <p:nvPr>
            <p:ph idx="1"/>
            <p:custDataLst>
              <p:tags r:id="rId2"/>
            </p:custDataLst>
          </p:nvPr>
        </p:nvSpPr>
        <p:spPr/>
        <p:txBody>
          <a:bodyPr/>
          <a:p>
            <a:r>
              <a:rPr lang="en-US" altLang="zh-CN"/>
              <a:t>AMSGrad  (ICLR 2018, </a:t>
            </a:r>
            <a:r>
              <a:rPr lang="en-US" altLang="zh-CN">
                <a:highlight>
                  <a:srgbClr val="FFFF00"/>
                </a:highlight>
              </a:rPr>
              <a:t>best paper</a:t>
            </a:r>
            <a:r>
              <a:rPr lang="en-US" altLang="zh-CN"/>
              <a:t>)</a:t>
            </a:r>
            <a:endParaRPr lang="en-US" altLang="zh-CN"/>
          </a:p>
          <a:p>
            <a:pPr lvl="1"/>
            <a:endParaRPr lang="en-US" altLang="zh-CN"/>
          </a:p>
          <a:p>
            <a:pPr lvl="1"/>
            <a:r>
              <a:rPr lang="en-US" altLang="zh-CN"/>
              <a:t>Adam</a:t>
            </a:r>
            <a:r>
              <a:rPr lang="zh-CN" altLang="en-US">
                <a:sym typeface="+mn-ea"/>
              </a:rPr>
              <a:t>可能导致训练不收敛</a:t>
            </a:r>
            <a:endParaRPr lang="zh-CN" altLang="en-US"/>
          </a:p>
          <a:p>
            <a:pPr lvl="1"/>
            <a:endParaRPr lang="zh-CN" altLang="en-US"/>
          </a:p>
          <a:p>
            <a:pPr lvl="1"/>
            <a:r>
              <a:rPr lang="zh-CN" altLang="en-US">
                <a:highlight>
                  <a:srgbClr val="FFFF00"/>
                </a:highlight>
              </a:rPr>
              <a:t>从数学证明角度</a:t>
            </a:r>
            <a:r>
              <a:rPr lang="zh-CN" altLang="en-US"/>
              <a:t>，收敛性证明</a:t>
            </a:r>
            <a:r>
              <a:rPr lang="zh-CN" altLang="en-US">
                <a:solidFill>
                  <a:srgbClr val="C00000"/>
                </a:solidFill>
              </a:rPr>
              <a:t>假设了有效学习率单调变化</a:t>
            </a:r>
            <a:r>
              <a:rPr lang="zh-CN" altLang="en-US"/>
              <a:t>，</a:t>
            </a:r>
            <a:r>
              <a:rPr lang="zh-CN" altLang="en-US">
                <a:solidFill>
                  <a:srgbClr val="C00000"/>
                </a:solidFill>
              </a:rPr>
              <a:t>而实际上</a:t>
            </a:r>
            <a:r>
              <a:rPr lang="zh-CN" altLang="en-US">
                <a:solidFill>
                  <a:srgbClr val="C00000"/>
                </a:solidFill>
                <a:sym typeface="+mn-ea"/>
              </a:rPr>
              <a:t>有效学习率</a:t>
            </a:r>
            <a:r>
              <a:rPr lang="zh-CN" altLang="en-US">
                <a:solidFill>
                  <a:srgbClr val="C00000"/>
                </a:solidFill>
              </a:rPr>
              <a:t>可能出现非单调变化</a:t>
            </a:r>
            <a:endParaRPr lang="zh-CN" altLang="en-US">
              <a:solidFill>
                <a:srgbClr val="C00000"/>
              </a:solidFill>
            </a:endParaRPr>
          </a:p>
          <a:p>
            <a:pPr lvl="1"/>
            <a:endParaRPr lang="zh-CN" altLang="en-US">
              <a:solidFill>
                <a:srgbClr val="C00000"/>
              </a:solidFill>
            </a:endParaRPr>
          </a:p>
          <a:p>
            <a:pPr lvl="0"/>
            <a:r>
              <a:rPr lang="zh-CN" altLang="en-US"/>
              <a:t>提出的解决方案：</a:t>
            </a:r>
            <a:endParaRPr lang="zh-CN" altLang="en-US"/>
          </a:p>
          <a:p>
            <a:pPr lvl="1"/>
            <a:endParaRPr lang="zh-CN" altLang="en-US"/>
          </a:p>
          <a:p>
            <a:pPr lvl="1"/>
            <a:endParaRPr lang="zh-CN" altLang="en-US"/>
          </a:p>
        </p:txBody>
      </p:sp>
      <p:pic>
        <p:nvPicPr>
          <p:cNvPr id="7" name="图片 6"/>
          <p:cNvPicPr>
            <a:picLocks noChangeAspect="1"/>
          </p:cNvPicPr>
          <p:nvPr/>
        </p:nvPicPr>
        <p:blipFill>
          <a:blip r:embed="rId3"/>
          <a:stretch>
            <a:fillRect/>
          </a:stretch>
        </p:blipFill>
        <p:spPr>
          <a:xfrm>
            <a:off x="1584960" y="4375150"/>
            <a:ext cx="2324100" cy="1874520"/>
          </a:xfrm>
          <a:prstGeom prst="rect">
            <a:avLst/>
          </a:prstGeom>
        </p:spPr>
      </p:pic>
      <p:pic>
        <p:nvPicPr>
          <p:cNvPr id="8" name="图片 7"/>
          <p:cNvPicPr>
            <a:picLocks noChangeAspect="1"/>
          </p:cNvPicPr>
          <p:nvPr/>
        </p:nvPicPr>
        <p:blipFill>
          <a:blip r:embed="rId4"/>
          <a:stretch>
            <a:fillRect/>
          </a:stretch>
        </p:blipFill>
        <p:spPr>
          <a:xfrm>
            <a:off x="6649720" y="4442460"/>
            <a:ext cx="2674620" cy="1714500"/>
          </a:xfrm>
          <a:prstGeom prst="rect">
            <a:avLst/>
          </a:prstGeom>
        </p:spPr>
      </p:pic>
      <p:sp>
        <p:nvSpPr>
          <p:cNvPr id="9" name="文本框 8"/>
          <p:cNvSpPr txBox="1"/>
          <p:nvPr/>
        </p:nvSpPr>
        <p:spPr>
          <a:xfrm>
            <a:off x="715010" y="6249670"/>
            <a:ext cx="10922000" cy="368300"/>
          </a:xfrm>
          <a:prstGeom prst="rect">
            <a:avLst/>
          </a:prstGeom>
          <a:noFill/>
        </p:spPr>
        <p:txBody>
          <a:bodyPr wrap="square" rtlCol="0">
            <a:spAutoFit/>
          </a:bodyPr>
          <a:p>
            <a:pPr algn="l"/>
            <a:r>
              <a:rPr lang="en-US" altLang="zh-CN"/>
              <a:t>            </a:t>
            </a:r>
            <a:r>
              <a:rPr lang="zh-CN" altLang="en-US"/>
              <a:t>对</a:t>
            </a:r>
            <a:r>
              <a:rPr lang="en-US" altLang="zh-CN"/>
              <a:t>v</a:t>
            </a:r>
            <a:r>
              <a:rPr lang="zh-CN" altLang="en-US"/>
              <a:t>取最大值，强制单调</a:t>
            </a:r>
            <a:r>
              <a:rPr lang="en-US" altLang="zh-CN"/>
              <a:t>                         </a:t>
            </a:r>
            <a:r>
              <a:rPr lang="zh-CN" altLang="en-US"/>
              <a:t>要求</a:t>
            </a:r>
            <a:r>
              <a:rPr lang="en-US" altLang="zh-CN"/>
              <a:t>beta2</a:t>
            </a:r>
            <a:r>
              <a:rPr lang="zh-CN" altLang="en-US"/>
              <a:t>后期趋于</a:t>
            </a:r>
            <a:r>
              <a:rPr lang="en-US" altLang="zh-CN"/>
              <a:t>1</a:t>
            </a:r>
            <a:r>
              <a:rPr lang="zh-CN" altLang="en-US"/>
              <a:t>，是</a:t>
            </a:r>
            <a:r>
              <a:rPr lang="en-US" altLang="zh-CN"/>
              <a:t>v</a:t>
            </a:r>
            <a:r>
              <a:rPr lang="zh-CN" altLang="en-US"/>
              <a:t>在</a:t>
            </a:r>
            <a:r>
              <a:rPr lang="zh-CN" altLang="en-US"/>
              <a:t>训练后期趋于一个</a:t>
            </a:r>
            <a:r>
              <a:rPr lang="zh-CN" altLang="en-US"/>
              <a:t>常数</a:t>
            </a:r>
            <a:endParaRPr lang="zh-CN" altLang="en-US"/>
          </a:p>
        </p:txBody>
      </p:sp>
      <p:sp>
        <p:nvSpPr>
          <p:cNvPr id="10" name="文本框 9"/>
          <p:cNvSpPr txBox="1"/>
          <p:nvPr/>
        </p:nvSpPr>
        <p:spPr>
          <a:xfrm>
            <a:off x="4296410" y="4074160"/>
            <a:ext cx="2187575" cy="368300"/>
          </a:xfrm>
          <a:prstGeom prst="rect">
            <a:avLst/>
          </a:prstGeom>
          <a:noFill/>
        </p:spPr>
        <p:txBody>
          <a:bodyPr wrap="square" rtlCol="0">
            <a:spAutoFit/>
          </a:bodyPr>
          <a:p>
            <a:pPr algn="ctr"/>
            <a:r>
              <a:rPr lang="zh-CN" altLang="en-US">
                <a:solidFill>
                  <a:schemeClr val="tx1"/>
                </a:solidFill>
                <a:highlight>
                  <a:srgbClr val="FF0000"/>
                </a:highlight>
              </a:rPr>
              <a:t>治标不治本</a:t>
            </a:r>
            <a:endParaRPr lang="zh-CN" altLang="en-US">
              <a:solidFill>
                <a:schemeClr val="tx1"/>
              </a:solidFill>
              <a:highlight>
                <a:srgbClr val="FF0000"/>
              </a:highlight>
            </a:endParaRPr>
          </a:p>
        </p:txBody>
      </p:sp>
      <mc:AlternateContent xmlns:mc="http://schemas.openxmlformats.org/markup-compatibility/2006" xmlns:p14="http://schemas.microsoft.com/office/powerpoint/2010/main">
        <mc:Choice Requires="p14">
          <p:contentPart r:id="rId5" p14:bwMode="auto">
            <p14:nvContentPartPr>
              <p14:cNvPr id="11" name="墨迹 10"/>
              <p14:cNvContentPartPr/>
              <p14:nvPr/>
            </p14:nvContentPartPr>
            <p14:xfrm>
              <a:off x="490220" y="1385570"/>
              <a:ext cx="1714500" cy="666750"/>
            </p14:xfrm>
          </p:contentPart>
        </mc:Choice>
        <mc:Fallback xmlns="">
          <p:pic>
            <p:nvPicPr>
              <p:cNvPr id="11" name="墨迹 10"/>
            </p:nvPicPr>
            <p:blipFill>
              <a:blip r:embed="rId6"/>
            </p:blipFill>
            <p:spPr>
              <a:xfrm>
                <a:off x="490220" y="1385570"/>
                <a:ext cx="1714500" cy="6667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2" name="墨迹 11"/>
              <p14:cNvContentPartPr/>
              <p14:nvPr/>
            </p14:nvContentPartPr>
            <p14:xfrm>
              <a:off x="2276475" y="1947545"/>
              <a:ext cx="1452245" cy="43180"/>
            </p14:xfrm>
          </p:contentPart>
        </mc:Choice>
        <mc:Fallback xmlns="">
          <p:pic>
            <p:nvPicPr>
              <p:cNvPr id="12" name="墨迹 11"/>
            </p:nvPicPr>
            <p:blipFill>
              <a:blip r:embed="rId8"/>
            </p:blipFill>
            <p:spPr>
              <a:xfrm>
                <a:off x="2276475" y="1947545"/>
                <a:ext cx="1452245" cy="431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3" name="墨迹 12"/>
              <p14:cNvContentPartPr/>
              <p14:nvPr/>
            </p14:nvContentPartPr>
            <p14:xfrm>
              <a:off x="1304925" y="2309495"/>
              <a:ext cx="2985770" cy="605155"/>
            </p14:xfrm>
          </p:contentPart>
        </mc:Choice>
        <mc:Fallback xmlns="">
          <p:pic>
            <p:nvPicPr>
              <p:cNvPr id="13" name="墨迹 12"/>
            </p:nvPicPr>
            <p:blipFill>
              <a:blip r:embed="rId10"/>
            </p:blipFill>
            <p:spPr>
              <a:xfrm>
                <a:off x="1304925" y="2309495"/>
                <a:ext cx="2985770" cy="60515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4" name="墨迹 13"/>
              <p14:cNvContentPartPr/>
              <p14:nvPr/>
            </p14:nvContentPartPr>
            <p14:xfrm>
              <a:off x="3795395" y="1890395"/>
              <a:ext cx="1314450" cy="142875"/>
            </p14:xfrm>
          </p:contentPart>
        </mc:Choice>
        <mc:Fallback xmlns="">
          <p:pic>
            <p:nvPicPr>
              <p:cNvPr id="14" name="墨迹 13"/>
            </p:nvPicPr>
            <p:blipFill>
              <a:blip r:embed="rId12"/>
            </p:blipFill>
            <p:spPr>
              <a:xfrm>
                <a:off x="3795395" y="1890395"/>
                <a:ext cx="1314450" cy="14287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5" name="墨迹 14"/>
              <p14:cNvContentPartPr/>
              <p14:nvPr/>
            </p14:nvContentPartPr>
            <p14:xfrm>
              <a:off x="1195070" y="3433445"/>
              <a:ext cx="1700530" cy="338455"/>
            </p14:xfrm>
          </p:contentPart>
        </mc:Choice>
        <mc:Fallback xmlns="">
          <p:pic>
            <p:nvPicPr>
              <p:cNvPr id="15" name="墨迹 14"/>
            </p:nvPicPr>
            <p:blipFill>
              <a:blip r:embed="rId14"/>
            </p:blipFill>
            <p:spPr>
              <a:xfrm>
                <a:off x="1195070" y="3433445"/>
                <a:ext cx="1700530" cy="33845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6" name="墨迹 15"/>
              <p14:cNvContentPartPr/>
              <p14:nvPr/>
            </p14:nvContentPartPr>
            <p14:xfrm>
              <a:off x="3924300" y="3505200"/>
              <a:ext cx="3200400" cy="47625"/>
            </p14:xfrm>
          </p:contentPart>
        </mc:Choice>
        <mc:Fallback xmlns="">
          <p:pic>
            <p:nvPicPr>
              <p:cNvPr id="16" name="墨迹 15"/>
            </p:nvPicPr>
            <p:blipFill>
              <a:blip r:embed="rId16"/>
            </p:blipFill>
            <p:spPr>
              <a:xfrm>
                <a:off x="3924300" y="3505200"/>
                <a:ext cx="3200400" cy="4762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7" name="墨迹 16"/>
              <p14:cNvContentPartPr/>
              <p14:nvPr/>
            </p14:nvContentPartPr>
            <p14:xfrm>
              <a:off x="4862195" y="3014345"/>
              <a:ext cx="1114425" cy="590550"/>
            </p14:xfrm>
          </p:contentPart>
        </mc:Choice>
        <mc:Fallback xmlns="">
          <p:pic>
            <p:nvPicPr>
              <p:cNvPr id="17" name="墨迹 16"/>
            </p:nvPicPr>
            <p:blipFill>
              <a:blip r:embed="rId18"/>
            </p:blipFill>
            <p:spPr>
              <a:xfrm>
                <a:off x="4862195" y="3014345"/>
                <a:ext cx="1114425" cy="5905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8" name="墨迹 17"/>
              <p14:cNvContentPartPr/>
              <p14:nvPr/>
            </p14:nvContentPartPr>
            <p14:xfrm>
              <a:off x="2480945" y="5748020"/>
              <a:ext cx="776605" cy="457200"/>
            </p14:xfrm>
          </p:contentPart>
        </mc:Choice>
        <mc:Fallback xmlns="">
          <p:pic>
            <p:nvPicPr>
              <p:cNvPr id="18" name="墨迹 17"/>
            </p:nvPicPr>
            <p:blipFill>
              <a:blip r:embed="rId20"/>
            </p:blipFill>
            <p:spPr>
              <a:xfrm>
                <a:off x="2480945" y="5748020"/>
                <a:ext cx="776605" cy="4572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9" name="墨迹 18"/>
              <p14:cNvContentPartPr/>
              <p14:nvPr/>
            </p14:nvContentPartPr>
            <p14:xfrm>
              <a:off x="6105525" y="3452495"/>
              <a:ext cx="885825" cy="161925"/>
            </p14:xfrm>
          </p:contentPart>
        </mc:Choice>
        <mc:Fallback xmlns="">
          <p:pic>
            <p:nvPicPr>
              <p:cNvPr id="19" name="墨迹 18"/>
            </p:nvPicPr>
            <p:blipFill>
              <a:blip r:embed="rId22"/>
            </p:blipFill>
            <p:spPr>
              <a:xfrm>
                <a:off x="6105525" y="3452495"/>
                <a:ext cx="885825" cy="16192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0" name="墨迹 19"/>
              <p14:cNvContentPartPr/>
              <p14:nvPr/>
            </p14:nvContentPartPr>
            <p14:xfrm>
              <a:off x="7029450" y="2966720"/>
              <a:ext cx="4385945" cy="676275"/>
            </p14:xfrm>
          </p:contentPart>
        </mc:Choice>
        <mc:Fallback xmlns="">
          <p:pic>
            <p:nvPicPr>
              <p:cNvPr id="20" name="墨迹 19"/>
            </p:nvPicPr>
            <p:blipFill>
              <a:blip r:embed="rId24"/>
            </p:blipFill>
            <p:spPr>
              <a:xfrm>
                <a:off x="7029450" y="2966720"/>
                <a:ext cx="4385945" cy="67627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1" name="墨迹 20"/>
              <p14:cNvContentPartPr/>
              <p14:nvPr/>
            </p14:nvContentPartPr>
            <p14:xfrm>
              <a:off x="537845" y="3752850"/>
              <a:ext cx="2510155" cy="666750"/>
            </p14:xfrm>
          </p:contentPart>
        </mc:Choice>
        <mc:Fallback xmlns="">
          <p:pic>
            <p:nvPicPr>
              <p:cNvPr id="21" name="墨迹 20"/>
            </p:nvPicPr>
            <p:blipFill>
              <a:blip r:embed="rId26"/>
            </p:blipFill>
            <p:spPr>
              <a:xfrm>
                <a:off x="537845" y="3752850"/>
                <a:ext cx="2510155" cy="6667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2" name="墨迹 21"/>
              <p14:cNvContentPartPr/>
              <p14:nvPr/>
            </p14:nvContentPartPr>
            <p14:xfrm>
              <a:off x="1414145" y="6233795"/>
              <a:ext cx="1462405" cy="390525"/>
            </p14:xfrm>
          </p:contentPart>
        </mc:Choice>
        <mc:Fallback xmlns="">
          <p:pic>
            <p:nvPicPr>
              <p:cNvPr id="22" name="墨迹 21"/>
            </p:nvPicPr>
            <p:blipFill>
              <a:blip r:embed="rId28"/>
            </p:blipFill>
            <p:spPr>
              <a:xfrm>
                <a:off x="1414145" y="6233795"/>
                <a:ext cx="1462405" cy="39052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3" name="墨迹 22"/>
              <p14:cNvContentPartPr/>
              <p14:nvPr/>
            </p14:nvContentPartPr>
            <p14:xfrm>
              <a:off x="2976245" y="6305550"/>
              <a:ext cx="1152525" cy="276225"/>
            </p14:xfrm>
          </p:contentPart>
        </mc:Choice>
        <mc:Fallback xmlns="">
          <p:pic>
            <p:nvPicPr>
              <p:cNvPr id="23" name="墨迹 22"/>
            </p:nvPicPr>
            <p:blipFill>
              <a:blip r:embed="rId30"/>
            </p:blipFill>
            <p:spPr>
              <a:xfrm>
                <a:off x="2976245" y="6305550"/>
                <a:ext cx="1152525" cy="27622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4" name="墨迹 23"/>
              <p14:cNvContentPartPr/>
              <p14:nvPr/>
            </p14:nvContentPartPr>
            <p14:xfrm>
              <a:off x="5381625" y="6119495"/>
              <a:ext cx="2319020" cy="533400"/>
            </p14:xfrm>
          </p:contentPart>
        </mc:Choice>
        <mc:Fallback xmlns="">
          <p:pic>
            <p:nvPicPr>
              <p:cNvPr id="24" name="墨迹 23"/>
            </p:nvPicPr>
            <p:blipFill>
              <a:blip r:embed="rId32"/>
            </p:blipFill>
            <p:spPr>
              <a:xfrm>
                <a:off x="5381625" y="6119495"/>
                <a:ext cx="2319020" cy="53340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5" name="墨迹 24"/>
              <p14:cNvContentPartPr/>
              <p14:nvPr/>
            </p14:nvContentPartPr>
            <p14:xfrm>
              <a:off x="6614795" y="5195570"/>
              <a:ext cx="2619375" cy="361950"/>
            </p14:xfrm>
          </p:contentPart>
        </mc:Choice>
        <mc:Fallback xmlns="">
          <p:pic>
            <p:nvPicPr>
              <p:cNvPr id="25" name="墨迹 24"/>
            </p:nvPicPr>
            <p:blipFill>
              <a:blip r:embed="rId34"/>
            </p:blipFill>
            <p:spPr>
              <a:xfrm>
                <a:off x="6614795" y="5195570"/>
                <a:ext cx="2619375" cy="36195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6" name="墨迹 25"/>
              <p14:cNvContentPartPr/>
              <p14:nvPr/>
            </p14:nvContentPartPr>
            <p14:xfrm>
              <a:off x="8034020" y="5257800"/>
              <a:ext cx="638175" cy="347345"/>
            </p14:xfrm>
          </p:contentPart>
        </mc:Choice>
        <mc:Fallback xmlns="">
          <p:pic>
            <p:nvPicPr>
              <p:cNvPr id="26" name="墨迹 25"/>
            </p:nvPicPr>
            <p:blipFill>
              <a:blip r:embed="rId36"/>
            </p:blipFill>
            <p:spPr>
              <a:xfrm>
                <a:off x="8034020" y="5257800"/>
                <a:ext cx="638175" cy="34734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7" name="墨迹 26"/>
              <p14:cNvContentPartPr/>
              <p14:nvPr/>
            </p14:nvContentPartPr>
            <p14:xfrm>
              <a:off x="8205470" y="5367020"/>
              <a:ext cx="819150" cy="33655"/>
            </p14:xfrm>
          </p:contentPart>
        </mc:Choice>
        <mc:Fallback xmlns="">
          <p:pic>
            <p:nvPicPr>
              <p:cNvPr id="27" name="墨迹 26"/>
            </p:nvPicPr>
            <p:blipFill>
              <a:blip r:embed="rId38"/>
            </p:blipFill>
            <p:spPr>
              <a:xfrm>
                <a:off x="8205470" y="5367020"/>
                <a:ext cx="819150" cy="3365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8" name="墨迹 27"/>
              <p14:cNvContentPartPr/>
              <p14:nvPr/>
            </p14:nvContentPartPr>
            <p14:xfrm>
              <a:off x="7686675" y="5519420"/>
              <a:ext cx="318770" cy="95250"/>
            </p14:xfrm>
          </p:contentPart>
        </mc:Choice>
        <mc:Fallback xmlns="">
          <p:pic>
            <p:nvPicPr>
              <p:cNvPr id="28" name="墨迹 27"/>
            </p:nvPicPr>
            <p:blipFill>
              <a:blip r:embed="rId40"/>
            </p:blipFill>
            <p:spPr>
              <a:xfrm>
                <a:off x="7686675" y="5519420"/>
                <a:ext cx="318770" cy="9525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9" name="墨迹 28"/>
              <p14:cNvContentPartPr/>
              <p14:nvPr/>
            </p14:nvContentPartPr>
            <p14:xfrm>
              <a:off x="7938770" y="6143625"/>
              <a:ext cx="2853055" cy="490220"/>
            </p14:xfrm>
          </p:contentPart>
        </mc:Choice>
        <mc:Fallback xmlns="">
          <p:pic>
            <p:nvPicPr>
              <p:cNvPr id="29" name="墨迹 28"/>
            </p:nvPicPr>
            <p:blipFill>
              <a:blip r:embed="rId42"/>
            </p:blipFill>
            <p:spPr>
              <a:xfrm>
                <a:off x="7938770" y="6143625"/>
                <a:ext cx="2853055" cy="49022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30" name="墨迹 29"/>
              <p14:cNvContentPartPr/>
              <p14:nvPr/>
            </p14:nvContentPartPr>
            <p14:xfrm>
              <a:off x="4343400" y="3886200"/>
              <a:ext cx="2261870" cy="914400"/>
            </p14:xfrm>
          </p:contentPart>
        </mc:Choice>
        <mc:Fallback xmlns="">
          <p:pic>
            <p:nvPicPr>
              <p:cNvPr id="30" name="墨迹 29"/>
            </p:nvPicPr>
            <p:blipFill>
              <a:blip r:embed="rId44"/>
            </p:blipFill>
            <p:spPr>
              <a:xfrm>
                <a:off x="4343400" y="3886200"/>
                <a:ext cx="2261870" cy="91440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31" name="墨迹 30"/>
              <p14:cNvContentPartPr/>
              <p14:nvPr/>
            </p14:nvContentPartPr>
            <p14:xfrm>
              <a:off x="4543425" y="4572000"/>
              <a:ext cx="1485900" cy="314325"/>
            </p14:xfrm>
          </p:contentPart>
        </mc:Choice>
        <mc:Fallback xmlns="">
          <p:pic>
            <p:nvPicPr>
              <p:cNvPr id="31" name="墨迹 30"/>
            </p:nvPicPr>
            <p:blipFill>
              <a:blip r:embed="rId46"/>
            </p:blipFill>
            <p:spPr>
              <a:xfrm>
                <a:off x="4543425" y="4572000"/>
                <a:ext cx="1485900" cy="314325"/>
              </a:xfrm>
              <a:prstGeom prst="rect"/>
            </p:spPr>
          </p:pic>
        </mc:Fallback>
      </mc:AlternateContent>
    </p:spTree>
    <p:custDataLst>
      <p:tags r:id="rId4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不收敛能否</a:t>
            </a:r>
            <a:r>
              <a:rPr lang="zh-CN" altLang="en-US"/>
              <a:t>简单归因于有效学习率可能出现非单调变化？</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custDataLst>
                  <p:tags r:id="rId2"/>
                </p:custDataLst>
              </p:nvPr>
            </p:nvSpPr>
            <p:spPr/>
            <p:txBody>
              <a:bodyPr>
                <a:normAutofit lnSpcReduction="10000"/>
              </a:bodyPr>
              <a:p>
                <a:r>
                  <a:rPr lang="zh-CN" altLang="en-US">
                    <a:solidFill>
                      <a:srgbClr val="C00000"/>
                    </a:solidFill>
                  </a:rPr>
                  <a:t>有更底层的原因：</a:t>
                </a:r>
                <a:endParaRPr lang="zh-CN" altLang="en-US"/>
              </a:p>
              <a:p>
                <a:pPr lvl="1"/>
                <a14:m>
                  <m:oMath xmlns:m="http://schemas.openxmlformats.org/officeDocument/2006/math">
                    <m:sSub>
                      <m:sSubPr>
                        <m:ctrlPr>
                          <a:rPr lang="en-US" altLang="zh-CN">
                            <a:solidFill>
                              <a:srgbClr val="0070C0"/>
                            </a:solidFill>
                            <a:latin typeface="Cambria Math" panose="02040503050406030204" charset="0"/>
                            <a:cs typeface="Cambria Math" panose="02040503050406030204" charset="0"/>
                          </a:rPr>
                        </m:ctrlPr>
                      </m:sSubPr>
                      <m:e>
                        <m:r>
                          <a:rPr lang="en-US" altLang="zh-CN">
                            <a:solidFill>
                              <a:srgbClr val="0070C0"/>
                            </a:solidFill>
                            <a:latin typeface="Cambria Math" panose="02040503050406030204" charset="0"/>
                            <a:cs typeface="Cambria Math" panose="02040503050406030204" charset="0"/>
                          </a:rPr>
                          <m:t>𝑣</m:t>
                        </m:r>
                      </m:e>
                      <m:sub>
                        <m:r>
                          <a:rPr lang="en-US" altLang="zh-CN">
                            <a:solidFill>
                              <a:srgbClr val="0070C0"/>
                            </a:solidFill>
                            <a:latin typeface="Cambria Math" panose="02040503050406030204" charset="0"/>
                            <a:cs typeface="Cambria Math" panose="02040503050406030204" charset="0"/>
                          </a:rPr>
                          <m:t>𝑡</m:t>
                        </m:r>
                      </m:sub>
                    </m:sSub>
                  </m:oMath>
                </a14:m>
                <a:r>
                  <a:rPr lang="en-US" altLang="zh-CN">
                    <a:solidFill>
                      <a:srgbClr val="0070C0"/>
                    </a:solidFill>
                  </a:rPr>
                  <a:t> </a:t>
                </a:r>
                <a:r>
                  <a:rPr lang="zh-CN" altLang="en-US">
                    <a:solidFill>
                      <a:srgbClr val="0070C0"/>
                    </a:solidFill>
                  </a:rPr>
                  <a:t>和</a:t>
                </a:r>
                <a:r>
                  <a:rPr lang="en-US" altLang="zh-CN">
                    <a:solidFill>
                      <a:srgbClr val="0070C0"/>
                    </a:solidFill>
                  </a:rPr>
                  <a:t> </a:t>
                </a:r>
                <a14:m>
                  <m:oMath xmlns:m="http://schemas.openxmlformats.org/officeDocument/2006/math">
                    <m:sSub>
                      <m:sSubPr>
                        <m:ctrlPr>
                          <a:rPr lang="en-US" altLang="zh-CN">
                            <a:solidFill>
                              <a:srgbClr val="0070C0"/>
                            </a:solidFill>
                            <a:latin typeface="Cambria Math" panose="02040503050406030204" charset="0"/>
                            <a:cs typeface="Cambria Math" panose="02040503050406030204" charset="0"/>
                          </a:rPr>
                        </m:ctrlPr>
                      </m:sSubPr>
                      <m:e>
                        <m:r>
                          <a:rPr lang="en-US" altLang="zh-CN">
                            <a:solidFill>
                              <a:srgbClr val="0070C0"/>
                            </a:solidFill>
                            <a:latin typeface="Cambria Math" panose="02040503050406030204" charset="0"/>
                            <a:cs typeface="Cambria Math" panose="02040503050406030204" charset="0"/>
                          </a:rPr>
                          <m:t>𝑔</m:t>
                        </m:r>
                      </m:e>
                      <m:sub>
                        <m:r>
                          <a:rPr lang="en-US" altLang="zh-CN">
                            <a:solidFill>
                              <a:srgbClr val="0070C0"/>
                            </a:solidFill>
                            <a:latin typeface="Cambria Math" panose="02040503050406030204" charset="0"/>
                            <a:cs typeface="Cambria Math" panose="02040503050406030204" charset="0"/>
                          </a:rPr>
                          <m:t>𝑡</m:t>
                        </m:r>
                      </m:sub>
                    </m:sSub>
                  </m:oMath>
                </a14:m>
                <a:r>
                  <a:rPr lang="en-US" altLang="zh-CN">
                    <a:solidFill>
                      <a:srgbClr val="0070C0"/>
                    </a:solidFill>
                  </a:rPr>
                  <a:t> </a:t>
                </a:r>
                <a:r>
                  <a:rPr lang="zh-CN" altLang="en-US">
                    <a:solidFill>
                      <a:srgbClr val="0070C0"/>
                    </a:solidFill>
                  </a:rPr>
                  <a:t>存在相关性</a:t>
                </a:r>
                <a:endParaRPr lang="zh-CN" altLang="en-US"/>
              </a:p>
              <a:p>
                <a:pPr lvl="2"/>
                <a:endParaRPr lang="zh-CN" altLang="en-US"/>
              </a:p>
              <a:p>
                <a:pPr lvl="1"/>
                <a:endParaRPr lang="zh-CN" altLang="en-US"/>
              </a:p>
              <a:p>
                <a:pPr marL="914400" lvl="2" indent="0">
                  <a:buNone/>
                </a:pPr>
                <a14:m>
                  <m:oMath xmlns:m="http://schemas.openxmlformats.org/officeDocument/2006/math">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𝑔</m:t>
                        </m:r>
                      </m:e>
                      <m:sub>
                        <m:r>
                          <m:rPr>
                            <m:sty m:val="p"/>
                          </m:rPr>
                          <a:rPr lang="en-US" altLang="zh-CN">
                            <a:latin typeface="Cambria Math" panose="02040503050406030204" charset="0"/>
                            <a:cs typeface="Cambria Math" panose="02040503050406030204" charset="0"/>
                          </a:rPr>
                          <m:t>𝑡</m:t>
                        </m:r>
                      </m:sub>
                    </m:sSub>
                  </m:oMath>
                </a14:m>
                <a:r>
                  <a:rPr lang="en-US" altLang="zh-CN"/>
                  <a:t> </a:t>
                </a:r>
                <a:r>
                  <a:rPr lang="zh-CN" altLang="en-US"/>
                  <a:t>越大，则</a:t>
                </a:r>
                <a:r>
                  <a:rPr lang="en-US" altLang="zh-CN"/>
                  <a:t> </a:t>
                </a:r>
                <a14:m>
                  <m:oMath xmlns:m="http://schemas.openxmlformats.org/officeDocument/2006/math">
                    <m:sSub>
                      <m:sSubPr>
                        <m:ctrlPr>
                          <a:rPr lang="en-US" altLang="zh-CN">
                            <a:latin typeface="Cambria Math" panose="02040503050406030204" charset="0"/>
                            <a:cs typeface="Cambria Math" panose="02040503050406030204" charset="0"/>
                          </a:rPr>
                        </m:ctrlPr>
                      </m:sSubPr>
                      <m:e>
                        <m:r>
                          <m:rPr>
                            <m:sty m:val="p"/>
                          </m:rPr>
                          <a:rPr lang="en-US" altLang="zh-CN">
                            <a:latin typeface="Cambria Math" panose="02040503050406030204" charset="0"/>
                            <a:cs typeface="Cambria Math" panose="02040503050406030204" charset="0"/>
                          </a:rPr>
                          <m:t>𝑣</m:t>
                        </m:r>
                      </m:e>
                      <m:sub>
                        <m:r>
                          <m:rPr>
                            <m:sty m:val="p"/>
                          </m:rPr>
                          <a:rPr lang="en-US" altLang="zh-CN">
                            <a:latin typeface="Cambria Math" panose="02040503050406030204" charset="0"/>
                            <a:cs typeface="Cambria Math" panose="02040503050406030204" charset="0"/>
                          </a:rPr>
                          <m:t>𝑡</m:t>
                        </m:r>
                      </m:sub>
                    </m:sSub>
                  </m:oMath>
                </a14:m>
                <a:r>
                  <a:rPr lang="en-US" altLang="zh-CN"/>
                  <a:t> </a:t>
                </a:r>
                <a:r>
                  <a:rPr lang="zh-CN" altLang="en-US"/>
                  <a:t>越大；</a:t>
                </a:r>
                <a14:m>
                  <m:oMath xmlns:m="http://schemas.openxmlformats.org/officeDocument/2006/math">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𝑔</m:t>
                        </m:r>
                      </m:e>
                      <m:sub>
                        <m:r>
                          <a:rPr lang="en-US" altLang="zh-CN">
                            <a:latin typeface="Cambria Math" panose="02040503050406030204" charset="0"/>
                            <a:cs typeface="Cambria Math" panose="02040503050406030204" charset="0"/>
                          </a:rPr>
                          <m:t>𝑡</m:t>
                        </m:r>
                      </m:sub>
                    </m:sSub>
                  </m:oMath>
                </a14:m>
                <a:r>
                  <a:rPr lang="en-US" altLang="zh-CN">
                    <a:sym typeface="+mn-ea"/>
                  </a:rPr>
                  <a:t> </a:t>
                </a:r>
                <a:r>
                  <a:rPr lang="zh-CN" altLang="en-US">
                    <a:sym typeface="+mn-ea"/>
                  </a:rPr>
                  <a:t>越小，则</a:t>
                </a:r>
                <a:r>
                  <a:rPr lang="en-US" altLang="zh-CN">
                    <a:sym typeface="+mn-ea"/>
                  </a:rPr>
                  <a:t> </a:t>
                </a:r>
                <a14:m>
                  <m:oMath xmlns:m="http://schemas.openxmlformats.org/officeDocument/2006/math">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𝑣</m:t>
                        </m:r>
                      </m:e>
                      <m:sub>
                        <m:r>
                          <a:rPr lang="en-US" altLang="zh-CN">
                            <a:latin typeface="Cambria Math" panose="02040503050406030204" charset="0"/>
                            <a:cs typeface="Cambria Math" panose="02040503050406030204" charset="0"/>
                          </a:rPr>
                          <m:t>𝑡</m:t>
                        </m:r>
                      </m:sub>
                    </m:sSub>
                  </m:oMath>
                </a14:m>
                <a:r>
                  <a:rPr lang="en-US" altLang="zh-CN">
                    <a:sym typeface="+mn-ea"/>
                  </a:rPr>
                  <a:t> </a:t>
                </a:r>
                <a:r>
                  <a:rPr lang="zh-CN" altLang="en-US">
                    <a:sym typeface="+mn-ea"/>
                  </a:rPr>
                  <a:t>越</a:t>
                </a:r>
                <a:r>
                  <a:rPr lang="zh-CN" altLang="en-US">
                    <a:sym typeface="+mn-ea"/>
                  </a:rPr>
                  <a:t>小</a:t>
                </a:r>
                <a:endParaRPr lang="zh-CN" altLang="en-US"/>
              </a:p>
              <a:p>
                <a:pPr lvl="1"/>
                <a:endParaRPr lang="zh-CN" altLang="en-US"/>
              </a:p>
              <a:p>
                <a:pPr lvl="1"/>
                <a:r>
                  <a:rPr lang="zh-CN" altLang="en-US"/>
                  <a:t>用</a:t>
                </a:r>
                <a:r>
                  <a:rPr lang="en-US" altLang="zh-CN"/>
                  <a:t> </a:t>
                </a:r>
                <a14:m>
                  <m:oMath xmlns:m="http://schemas.openxmlformats.org/officeDocument/2006/math">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𝑣</m:t>
                        </m:r>
                      </m:e>
                      <m:sub>
                        <m:r>
                          <a:rPr lang="en-US" altLang="zh-CN">
                            <a:latin typeface="Cambria Math" panose="02040503050406030204" charset="0"/>
                            <a:cs typeface="Cambria Math" panose="02040503050406030204" charset="0"/>
                          </a:rPr>
                          <m:t>𝑡</m:t>
                        </m:r>
                      </m:sub>
                    </m:sSub>
                  </m:oMath>
                </a14:m>
                <a:r>
                  <a:rPr lang="en-US" altLang="zh-CN">
                    <a:sym typeface="+mn-ea"/>
                  </a:rPr>
                  <a:t> </a:t>
                </a:r>
                <a:r>
                  <a:rPr lang="zh-CN" altLang="en-US">
                    <a:sym typeface="+mn-ea"/>
                  </a:rPr>
                  <a:t>归一化后</a:t>
                </a:r>
                <a:endParaRPr lang="zh-CN" altLang="en-US">
                  <a:sym typeface="+mn-ea"/>
                </a:endParaRPr>
              </a:p>
              <a:p>
                <a:pPr lvl="1"/>
                <a:endParaRPr lang="zh-CN" altLang="en-US">
                  <a:sym typeface="+mn-ea"/>
                </a:endParaRPr>
              </a:p>
              <a:p>
                <a:pPr marL="914400" lvl="2" indent="0">
                  <a:lnSpc>
                    <a:spcPct val="110000"/>
                  </a:lnSpc>
                  <a:spcAft>
                    <a:spcPts val="800"/>
                  </a:spcAft>
                  <a:buNone/>
                </a:pPr>
                <a:r>
                  <a:rPr lang="zh-CN" altLang="en-US">
                    <a:sym typeface="+mn-ea"/>
                  </a:rPr>
                  <a:t>大</a:t>
                </a:r>
                <a:r>
                  <a:rPr lang="en-US" altLang="zh-CN">
                    <a:sym typeface="+mn-ea"/>
                  </a:rPr>
                  <a:t> </a:t>
                </a:r>
                <a14:m>
                  <m:oMath xmlns:m="http://schemas.openxmlformats.org/officeDocument/2006/math">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𝑔</m:t>
                        </m:r>
                      </m:e>
                      <m:sub>
                        <m:r>
                          <a:rPr lang="en-US" altLang="zh-CN">
                            <a:latin typeface="Cambria Math" panose="02040503050406030204" charset="0"/>
                            <a:cs typeface="Cambria Math" panose="02040503050406030204" charset="0"/>
                          </a:rPr>
                          <m:t>𝑡</m:t>
                        </m:r>
                      </m:sub>
                    </m:sSub>
                  </m:oMath>
                </a14:m>
                <a:r>
                  <a:rPr lang="en-US" altLang="zh-CN">
                    <a:sym typeface="+mn-ea"/>
                  </a:rPr>
                  <a:t> </a:t>
                </a:r>
                <a:r>
                  <a:rPr lang="zh-CN" altLang="en-US">
                    <a:sym typeface="+mn-ea"/>
                  </a:rPr>
                  <a:t>的</a:t>
                </a:r>
                <a:r>
                  <a:rPr lang="zh-CN" altLang="en-US">
                    <a:sym typeface="+mn-ea"/>
                  </a:rPr>
                  <a:t>有效更新步长，会相对</a:t>
                </a:r>
                <a:r>
                  <a:rPr lang="zh-CN" altLang="en-US">
                    <a:sym typeface="+mn-ea"/>
                  </a:rPr>
                  <a:t>更小</a:t>
                </a:r>
                <a:endParaRPr lang="zh-CN" altLang="en-US">
                  <a:sym typeface="+mn-ea"/>
                </a:endParaRPr>
              </a:p>
              <a:p>
                <a:pPr marL="914400" lvl="2" indent="0">
                  <a:buNone/>
                </a:pPr>
                <a:r>
                  <a:rPr lang="zh-CN" altLang="en-US">
                    <a:sym typeface="+mn-ea"/>
                  </a:rPr>
                  <a:t>小</a:t>
                </a:r>
                <a:r>
                  <a:rPr lang="en-US" altLang="zh-CN">
                    <a:sym typeface="+mn-ea"/>
                  </a:rPr>
                  <a:t> </a:t>
                </a:r>
                <a14:m>
                  <m:oMath xmlns:m="http://schemas.openxmlformats.org/officeDocument/2006/math">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𝑔</m:t>
                        </m:r>
                      </m:e>
                      <m:sub>
                        <m:r>
                          <a:rPr lang="en-US" altLang="zh-CN">
                            <a:latin typeface="Cambria Math" panose="02040503050406030204" charset="0"/>
                            <a:cs typeface="Cambria Math" panose="02040503050406030204" charset="0"/>
                          </a:rPr>
                          <m:t>𝑡</m:t>
                        </m:r>
                      </m:sub>
                    </m:sSub>
                  </m:oMath>
                </a14:m>
                <a:r>
                  <a:rPr lang="en-US" altLang="zh-CN">
                    <a:sym typeface="+mn-ea"/>
                  </a:rPr>
                  <a:t> </a:t>
                </a:r>
                <a:r>
                  <a:rPr lang="zh-CN" altLang="en-US">
                    <a:sym typeface="+mn-ea"/>
                  </a:rPr>
                  <a:t>的</a:t>
                </a:r>
                <a:r>
                  <a:rPr lang="zh-CN" altLang="en-US">
                    <a:sym typeface="+mn-ea"/>
                  </a:rPr>
                  <a:t>有效更新步长，会相对</a:t>
                </a:r>
                <a:r>
                  <a:rPr lang="zh-CN" altLang="en-US">
                    <a:sym typeface="+mn-ea"/>
                  </a:rPr>
                  <a:t>更大</a:t>
                </a:r>
                <a:endParaRPr lang="zh-CN" altLang="en-US">
                  <a:sym typeface="+mn-ea"/>
                </a:endParaRPr>
              </a:p>
              <a:p>
                <a:pPr lvl="2"/>
                <a:endParaRPr lang="zh-CN" altLang="en-US">
                  <a:sym typeface="+mn-ea"/>
                </a:endParaRPr>
              </a:p>
              <a:p>
                <a:pPr lvl="1"/>
                <a:r>
                  <a:rPr lang="zh-CN" altLang="en-US">
                    <a:solidFill>
                      <a:srgbClr val="0070C0"/>
                    </a:solidFill>
                    <a:sym typeface="+mn-ea"/>
                  </a:rPr>
                  <a:t>从而可能存在反例</a:t>
                </a:r>
                <a:r>
                  <a:rPr lang="zh-CN" altLang="en-US">
                    <a:sym typeface="+mn-ea"/>
                  </a:rPr>
                  <a:t>：</a:t>
                </a:r>
                <a14:m>
                  <m:oMath xmlns:m="http://schemas.openxmlformats.org/officeDocument/2006/math">
                    <m:sSub>
                      <m:sSubPr>
                        <m:ctrlPr>
                          <a:rPr lang="en-US" altLang="zh-CN">
                            <a:latin typeface="Cambria Math" panose="02040503050406030204" charset="0"/>
                            <a:cs typeface="Cambria Math" panose="02040503050406030204" charset="0"/>
                          </a:rPr>
                        </m:ctrlPr>
                      </m:sSubPr>
                      <m:e>
                        <m:r>
                          <a:rPr lang="en-US" altLang="zh-CN">
                            <a:latin typeface="Cambria Math" panose="02040503050406030204" charset="0"/>
                            <a:cs typeface="Cambria Math" panose="02040503050406030204" charset="0"/>
                          </a:rPr>
                          <m:t>𝑔</m:t>
                        </m:r>
                      </m:e>
                      <m:sub>
                        <m:r>
                          <a:rPr lang="en-US" altLang="zh-CN">
                            <a:latin typeface="Cambria Math" panose="02040503050406030204" charset="0"/>
                            <a:cs typeface="Cambria Math" panose="02040503050406030204" charset="0"/>
                          </a:rPr>
                          <m:t>𝑡</m:t>
                        </m:r>
                      </m:sub>
                    </m:sSub>
                  </m:oMath>
                </a14:m>
                <a:r>
                  <a:rPr lang="en-US" altLang="zh-CN">
                    <a:sym typeface="+mn-ea"/>
                  </a:rPr>
                  <a:t> </a:t>
                </a:r>
                <a:r>
                  <a:rPr lang="zh-CN" altLang="en-US">
                    <a:sym typeface="+mn-ea"/>
                  </a:rPr>
                  <a:t>的累积更新反向发生偏移，甚至</a:t>
                </a:r>
                <a:r>
                  <a:rPr lang="zh-CN" altLang="en-US">
                    <a:sym typeface="+mn-ea"/>
                  </a:rPr>
                  <a:t>变得完全相反</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custDataLst>
                  <p:tags r:id="rId3"/>
                </p:custDataLst>
              </p:nvPr>
            </p:nvSpPr>
            <p:spPr>
              <a:blipFill rotWithShape="1">
                <a:blip r:embed="rId4"/>
                <a:stretch>
                  <a:fillRect l="-1" t="-1" r="3" b="12"/>
                </a:stretch>
              </a:blipFill>
            </p:spPr>
            <p:txBody>
              <a:bodyPr/>
              <a:lstStyle/>
              <a:p>
                <a:r>
                  <a:rPr lang="zh-CN" altLang="en-US">
                    <a:noFill/>
                  </a:rPr>
                  <a:t> </a:t>
                </a:r>
              </a:p>
            </p:txBody>
          </p:sp>
        </mc:Fallback>
      </mc:AlternateContent>
      <p:pic>
        <p:nvPicPr>
          <p:cNvPr id="5" name="图片 4"/>
          <p:cNvPicPr>
            <a:picLocks noChangeAspect="1"/>
          </p:cNvPicPr>
          <p:nvPr/>
        </p:nvPicPr>
        <p:blipFill>
          <a:blip r:embed="rId5"/>
          <a:stretch>
            <a:fillRect/>
          </a:stretch>
        </p:blipFill>
        <p:spPr>
          <a:xfrm>
            <a:off x="1330960" y="2400300"/>
            <a:ext cx="2767965" cy="634365"/>
          </a:xfrm>
          <a:prstGeom prst="rect">
            <a:avLst/>
          </a:prstGeom>
        </p:spPr>
      </p:pic>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633095" y="800100"/>
              <a:ext cx="11377930" cy="733425"/>
            </p14:xfrm>
          </p:contentPart>
        </mc:Choice>
        <mc:Fallback xmlns="">
          <p:pic>
            <p:nvPicPr>
              <p:cNvPr id="6" name="墨迹 5"/>
            </p:nvPicPr>
            <p:blipFill>
              <a:blip r:embed="rId7"/>
            </p:blipFill>
            <p:spPr>
              <a:xfrm>
                <a:off x="633095" y="800100"/>
                <a:ext cx="11377930" cy="73342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7" name="墨迹 6"/>
              <p14:cNvContentPartPr/>
              <p14:nvPr/>
            </p14:nvContentPartPr>
            <p14:xfrm>
              <a:off x="5062220" y="1190625"/>
              <a:ext cx="6438900" cy="371475"/>
            </p14:xfrm>
          </p:contentPart>
        </mc:Choice>
        <mc:Fallback xmlns="">
          <p:pic>
            <p:nvPicPr>
              <p:cNvPr id="7" name="墨迹 6"/>
            </p:nvPicPr>
            <p:blipFill>
              <a:blip r:embed="rId9"/>
            </p:blipFill>
            <p:spPr>
              <a:xfrm>
                <a:off x="5062220" y="1190625"/>
                <a:ext cx="6438900" cy="37147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5109845" y="571500"/>
              <a:ext cx="47625" cy="666750"/>
            </p14:xfrm>
          </p:contentPart>
        </mc:Choice>
        <mc:Fallback xmlns="">
          <p:pic>
            <p:nvPicPr>
              <p:cNvPr id="8" name="墨迹 7"/>
            </p:nvPicPr>
            <p:blipFill>
              <a:blip r:embed="rId11"/>
            </p:blipFill>
            <p:spPr>
              <a:xfrm>
                <a:off x="5109845" y="571500"/>
                <a:ext cx="47625" cy="6667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 name="墨迹 8"/>
              <p14:cNvContentPartPr/>
              <p14:nvPr/>
            </p14:nvContentPartPr>
            <p14:xfrm>
              <a:off x="5119370" y="471170"/>
              <a:ext cx="6529705" cy="1043305"/>
            </p14:xfrm>
          </p:contentPart>
        </mc:Choice>
        <mc:Fallback xmlns="">
          <p:pic>
            <p:nvPicPr>
              <p:cNvPr id="9" name="墨迹 8"/>
            </p:nvPicPr>
            <p:blipFill>
              <a:blip r:embed="rId13"/>
            </p:blipFill>
            <p:spPr>
              <a:xfrm>
                <a:off x="5119370" y="471170"/>
                <a:ext cx="6529705" cy="104330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 name="墨迹 9"/>
              <p14:cNvContentPartPr/>
              <p14:nvPr/>
            </p14:nvContentPartPr>
            <p14:xfrm>
              <a:off x="714375" y="1395095"/>
              <a:ext cx="2042795" cy="538480"/>
            </p14:xfrm>
          </p:contentPart>
        </mc:Choice>
        <mc:Fallback xmlns="">
          <p:pic>
            <p:nvPicPr>
              <p:cNvPr id="10" name="墨迹 9"/>
            </p:nvPicPr>
            <p:blipFill>
              <a:blip r:embed="rId15"/>
            </p:blipFill>
            <p:spPr>
              <a:xfrm>
                <a:off x="714375" y="1395095"/>
                <a:ext cx="2042795" cy="53848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1" name="墨迹 10"/>
              <p14:cNvContentPartPr/>
              <p14:nvPr/>
            </p14:nvContentPartPr>
            <p14:xfrm>
              <a:off x="1314450" y="2242820"/>
              <a:ext cx="2471420" cy="147955"/>
            </p14:xfrm>
          </p:contentPart>
        </mc:Choice>
        <mc:Fallback xmlns="">
          <p:pic>
            <p:nvPicPr>
              <p:cNvPr id="11" name="墨迹 10"/>
            </p:nvPicPr>
            <p:blipFill>
              <a:blip r:embed="rId17"/>
            </p:blipFill>
            <p:spPr>
              <a:xfrm>
                <a:off x="1314450" y="2242820"/>
                <a:ext cx="2471420" cy="14795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2" name="墨迹 11"/>
              <p14:cNvContentPartPr/>
              <p14:nvPr/>
            </p14:nvContentPartPr>
            <p14:xfrm>
              <a:off x="1509395" y="2876550"/>
              <a:ext cx="257175" cy="33020"/>
            </p14:xfrm>
          </p:contentPart>
        </mc:Choice>
        <mc:Fallback xmlns="">
          <p:pic>
            <p:nvPicPr>
              <p:cNvPr id="12" name="墨迹 11"/>
            </p:nvPicPr>
            <p:blipFill>
              <a:blip r:embed="rId19"/>
            </p:blipFill>
            <p:spPr>
              <a:xfrm>
                <a:off x="1509395" y="2876550"/>
                <a:ext cx="257175" cy="3302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3" name="墨迹 12"/>
              <p14:cNvContentPartPr/>
              <p14:nvPr/>
            </p14:nvContentPartPr>
            <p14:xfrm>
              <a:off x="2042795" y="2886075"/>
              <a:ext cx="662305" cy="19050"/>
            </p14:xfrm>
          </p:contentPart>
        </mc:Choice>
        <mc:Fallback xmlns="">
          <p:pic>
            <p:nvPicPr>
              <p:cNvPr id="13" name="墨迹 12"/>
            </p:nvPicPr>
            <p:blipFill>
              <a:blip r:embed="rId21"/>
            </p:blipFill>
            <p:spPr>
              <a:xfrm>
                <a:off x="2042795" y="2886075"/>
                <a:ext cx="662305" cy="190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4" name="墨迹 13"/>
              <p14:cNvContentPartPr/>
              <p14:nvPr/>
            </p14:nvContentPartPr>
            <p14:xfrm>
              <a:off x="3105150" y="2880995"/>
              <a:ext cx="852170" cy="14605"/>
            </p14:xfrm>
          </p:contentPart>
        </mc:Choice>
        <mc:Fallback xmlns="">
          <p:pic>
            <p:nvPicPr>
              <p:cNvPr id="14" name="墨迹 13"/>
            </p:nvPicPr>
            <p:blipFill>
              <a:blip r:embed="rId23"/>
            </p:blipFill>
            <p:spPr>
              <a:xfrm>
                <a:off x="3105150" y="2880995"/>
                <a:ext cx="852170" cy="14605"/>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5" name="墨迹 14"/>
              <p14:cNvContentPartPr/>
              <p14:nvPr/>
            </p14:nvContentPartPr>
            <p14:xfrm>
              <a:off x="3686175" y="2914650"/>
              <a:ext cx="9525" cy="280670"/>
            </p14:xfrm>
          </p:contentPart>
        </mc:Choice>
        <mc:Fallback xmlns="">
          <p:pic>
            <p:nvPicPr>
              <p:cNvPr id="15" name="墨迹 14"/>
            </p:nvPicPr>
            <p:blipFill>
              <a:blip r:embed="rId25"/>
            </p:blipFill>
            <p:spPr>
              <a:xfrm>
                <a:off x="3686175" y="2914650"/>
                <a:ext cx="9525" cy="28067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6" name="墨迹 15"/>
              <p14:cNvContentPartPr/>
              <p14:nvPr/>
            </p14:nvContentPartPr>
            <p14:xfrm>
              <a:off x="3571875" y="2933700"/>
              <a:ext cx="42545" cy="156845"/>
            </p14:xfrm>
          </p:contentPart>
        </mc:Choice>
        <mc:Fallback xmlns="">
          <p:pic>
            <p:nvPicPr>
              <p:cNvPr id="16" name="墨迹 15"/>
            </p:nvPicPr>
            <p:blipFill>
              <a:blip r:embed="rId27"/>
            </p:blipFill>
            <p:spPr>
              <a:xfrm>
                <a:off x="3571875" y="2933700"/>
                <a:ext cx="42545" cy="156845"/>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7" name="墨迹 16"/>
              <p14:cNvContentPartPr/>
              <p14:nvPr/>
            </p14:nvContentPartPr>
            <p14:xfrm>
              <a:off x="3681095" y="2962275"/>
              <a:ext cx="123825" cy="71120"/>
            </p14:xfrm>
          </p:contentPart>
        </mc:Choice>
        <mc:Fallback xmlns="">
          <p:pic>
            <p:nvPicPr>
              <p:cNvPr id="17" name="墨迹 16"/>
            </p:nvPicPr>
            <p:blipFill>
              <a:blip r:embed="rId29"/>
            </p:blipFill>
            <p:spPr>
              <a:xfrm>
                <a:off x="3681095" y="2962275"/>
                <a:ext cx="123825" cy="7112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8" name="墨迹 17"/>
              <p14:cNvContentPartPr/>
              <p14:nvPr/>
            </p14:nvContentPartPr>
            <p14:xfrm>
              <a:off x="2776220" y="2499995"/>
              <a:ext cx="843280" cy="419100"/>
            </p14:xfrm>
          </p:contentPart>
        </mc:Choice>
        <mc:Fallback xmlns="">
          <p:pic>
            <p:nvPicPr>
              <p:cNvPr id="18" name="墨迹 17"/>
            </p:nvPicPr>
            <p:blipFill>
              <a:blip r:embed="rId31"/>
            </p:blipFill>
            <p:spPr>
              <a:xfrm>
                <a:off x="2776220" y="2499995"/>
                <a:ext cx="843280" cy="41910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9" name="墨迹 18"/>
              <p14:cNvContentPartPr/>
              <p14:nvPr/>
            </p14:nvContentPartPr>
            <p14:xfrm>
              <a:off x="1566545" y="3271520"/>
              <a:ext cx="952500" cy="224155"/>
            </p14:xfrm>
          </p:contentPart>
        </mc:Choice>
        <mc:Fallback xmlns="">
          <p:pic>
            <p:nvPicPr>
              <p:cNvPr id="19" name="墨迹 18"/>
            </p:nvPicPr>
            <p:blipFill>
              <a:blip r:embed="rId33"/>
            </p:blipFill>
            <p:spPr>
              <a:xfrm>
                <a:off x="1566545" y="3271520"/>
                <a:ext cx="952500" cy="224155"/>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0" name="墨迹 19"/>
              <p14:cNvContentPartPr/>
              <p14:nvPr/>
            </p14:nvContentPartPr>
            <p14:xfrm>
              <a:off x="2890520" y="3343275"/>
              <a:ext cx="633730" cy="180975"/>
            </p14:xfrm>
          </p:contentPart>
        </mc:Choice>
        <mc:Fallback xmlns="">
          <p:pic>
            <p:nvPicPr>
              <p:cNvPr id="20" name="墨迹 19"/>
            </p:nvPicPr>
            <p:blipFill>
              <a:blip r:embed="rId35"/>
            </p:blipFill>
            <p:spPr>
              <a:xfrm>
                <a:off x="2890520" y="3343275"/>
                <a:ext cx="633730" cy="180975"/>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1" name="墨迹 20"/>
              <p14:cNvContentPartPr/>
              <p14:nvPr/>
            </p14:nvContentPartPr>
            <p14:xfrm>
              <a:off x="4033520" y="3362325"/>
              <a:ext cx="619125" cy="194945"/>
            </p14:xfrm>
          </p:contentPart>
        </mc:Choice>
        <mc:Fallback xmlns="">
          <p:pic>
            <p:nvPicPr>
              <p:cNvPr id="21" name="墨迹 20"/>
            </p:nvPicPr>
            <p:blipFill>
              <a:blip r:embed="rId37"/>
            </p:blipFill>
            <p:spPr>
              <a:xfrm>
                <a:off x="4033520" y="3362325"/>
                <a:ext cx="619125" cy="194945"/>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2" name="墨迹 21"/>
              <p14:cNvContentPartPr/>
              <p14:nvPr/>
            </p14:nvContentPartPr>
            <p14:xfrm>
              <a:off x="4924425" y="3381375"/>
              <a:ext cx="1290320" cy="128270"/>
            </p14:xfrm>
          </p:contentPart>
        </mc:Choice>
        <mc:Fallback xmlns="">
          <p:pic>
            <p:nvPicPr>
              <p:cNvPr id="22" name="墨迹 21"/>
            </p:nvPicPr>
            <p:blipFill>
              <a:blip r:embed="rId39"/>
            </p:blipFill>
            <p:spPr>
              <a:xfrm>
                <a:off x="4924425" y="3381375"/>
                <a:ext cx="1290320" cy="12827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3" name="墨迹 22"/>
              <p14:cNvContentPartPr/>
              <p14:nvPr/>
            </p14:nvContentPartPr>
            <p14:xfrm>
              <a:off x="1038225" y="3648075"/>
              <a:ext cx="2085975" cy="581025"/>
            </p14:xfrm>
          </p:contentPart>
        </mc:Choice>
        <mc:Fallback xmlns="">
          <p:pic>
            <p:nvPicPr>
              <p:cNvPr id="23" name="墨迹 22"/>
            </p:nvPicPr>
            <p:blipFill>
              <a:blip r:embed="rId41"/>
            </p:blipFill>
            <p:spPr>
              <a:xfrm>
                <a:off x="1038225" y="3648075"/>
                <a:ext cx="2085975" cy="581025"/>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4" name="墨迹 23"/>
              <p14:cNvContentPartPr/>
              <p14:nvPr/>
            </p14:nvContentPartPr>
            <p14:xfrm>
              <a:off x="1414145" y="4671695"/>
              <a:ext cx="3771900" cy="43180"/>
            </p14:xfrm>
          </p:contentPart>
        </mc:Choice>
        <mc:Fallback xmlns="">
          <p:pic>
            <p:nvPicPr>
              <p:cNvPr id="24" name="墨迹 23"/>
            </p:nvPicPr>
            <p:blipFill>
              <a:blip r:embed="rId43"/>
            </p:blipFill>
            <p:spPr>
              <a:xfrm>
                <a:off x="1414145" y="4671695"/>
                <a:ext cx="3771900" cy="4318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5" name="墨迹 24"/>
              <p14:cNvContentPartPr/>
              <p14:nvPr/>
            </p14:nvContentPartPr>
            <p14:xfrm>
              <a:off x="3709670" y="4772025"/>
              <a:ext cx="152400" cy="61595"/>
            </p14:xfrm>
          </p:contentPart>
        </mc:Choice>
        <mc:Fallback xmlns="">
          <p:pic>
            <p:nvPicPr>
              <p:cNvPr id="25" name="墨迹 24"/>
            </p:nvPicPr>
            <p:blipFill>
              <a:blip r:embed="rId45"/>
            </p:blipFill>
            <p:spPr>
              <a:xfrm>
                <a:off x="3709670" y="4772025"/>
                <a:ext cx="152400" cy="61595"/>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6" name="墨迹 25"/>
              <p14:cNvContentPartPr/>
              <p14:nvPr/>
            </p14:nvContentPartPr>
            <p14:xfrm>
              <a:off x="1490345" y="4338320"/>
              <a:ext cx="852805" cy="424180"/>
            </p14:xfrm>
          </p:contentPart>
        </mc:Choice>
        <mc:Fallback xmlns="">
          <p:pic>
            <p:nvPicPr>
              <p:cNvPr id="26" name="墨迹 25"/>
            </p:nvPicPr>
            <p:blipFill>
              <a:blip r:embed="rId47"/>
            </p:blipFill>
            <p:spPr>
              <a:xfrm>
                <a:off x="1490345" y="4338320"/>
                <a:ext cx="852805" cy="42418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7" name="墨迹 26"/>
              <p14:cNvContentPartPr/>
              <p14:nvPr/>
            </p14:nvContentPartPr>
            <p14:xfrm>
              <a:off x="4391025" y="4271645"/>
              <a:ext cx="585470" cy="386080"/>
            </p14:xfrm>
          </p:contentPart>
        </mc:Choice>
        <mc:Fallback xmlns="">
          <p:pic>
            <p:nvPicPr>
              <p:cNvPr id="27" name="墨迹 26"/>
            </p:nvPicPr>
            <p:blipFill>
              <a:blip r:embed="rId49"/>
            </p:blipFill>
            <p:spPr>
              <a:xfrm>
                <a:off x="4391025" y="4271645"/>
                <a:ext cx="585470" cy="386080"/>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8" name="墨迹 27"/>
              <p14:cNvContentPartPr/>
              <p14:nvPr/>
            </p14:nvContentPartPr>
            <p14:xfrm>
              <a:off x="1433195" y="4766945"/>
              <a:ext cx="776605" cy="367030"/>
            </p14:xfrm>
          </p:contentPart>
        </mc:Choice>
        <mc:Fallback xmlns="">
          <p:pic>
            <p:nvPicPr>
              <p:cNvPr id="28" name="墨迹 27"/>
            </p:nvPicPr>
            <p:blipFill>
              <a:blip r:embed="rId51"/>
            </p:blipFill>
            <p:spPr>
              <a:xfrm>
                <a:off x="1433195" y="4766945"/>
                <a:ext cx="776605" cy="367030"/>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29" name="墨迹 28"/>
              <p14:cNvContentPartPr/>
              <p14:nvPr/>
            </p14:nvContentPartPr>
            <p14:xfrm>
              <a:off x="4224020" y="4681220"/>
              <a:ext cx="1024255" cy="424180"/>
            </p14:xfrm>
          </p:contentPart>
        </mc:Choice>
        <mc:Fallback xmlns="">
          <p:pic>
            <p:nvPicPr>
              <p:cNvPr id="29" name="墨迹 28"/>
            </p:nvPicPr>
            <p:blipFill>
              <a:blip r:embed="rId53"/>
            </p:blipFill>
            <p:spPr>
              <a:xfrm>
                <a:off x="4224020" y="4681220"/>
                <a:ext cx="1024255" cy="424180"/>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30" name="墨迹 29"/>
              <p14:cNvContentPartPr/>
              <p14:nvPr/>
            </p14:nvContentPartPr>
            <p14:xfrm>
              <a:off x="7124700" y="3400425"/>
              <a:ext cx="61595" cy="756920"/>
            </p14:xfrm>
          </p:contentPart>
        </mc:Choice>
        <mc:Fallback xmlns="">
          <p:pic>
            <p:nvPicPr>
              <p:cNvPr id="30" name="墨迹 29"/>
            </p:nvPicPr>
            <p:blipFill>
              <a:blip r:embed="rId55"/>
            </p:blipFill>
            <p:spPr>
              <a:xfrm>
                <a:off x="7124700" y="3400425"/>
                <a:ext cx="61595" cy="756920"/>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31" name="墨迹 30"/>
              <p14:cNvContentPartPr/>
              <p14:nvPr/>
            </p14:nvContentPartPr>
            <p14:xfrm>
              <a:off x="7219950" y="3181350"/>
              <a:ext cx="4171950" cy="1038225"/>
            </p14:xfrm>
          </p:contentPart>
        </mc:Choice>
        <mc:Fallback xmlns="">
          <p:pic>
            <p:nvPicPr>
              <p:cNvPr id="31" name="墨迹 30"/>
            </p:nvPicPr>
            <p:blipFill>
              <a:blip r:embed="rId57"/>
            </p:blipFill>
            <p:spPr>
              <a:xfrm>
                <a:off x="7219950" y="3181350"/>
                <a:ext cx="4171950" cy="1038225"/>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2" name="墨迹 31"/>
              <p14:cNvContentPartPr/>
              <p14:nvPr/>
            </p14:nvContentPartPr>
            <p14:xfrm>
              <a:off x="8286750" y="2947670"/>
              <a:ext cx="514350" cy="409575"/>
            </p14:xfrm>
          </p:contentPart>
        </mc:Choice>
        <mc:Fallback xmlns="">
          <p:pic>
            <p:nvPicPr>
              <p:cNvPr id="32" name="墨迹 31"/>
            </p:nvPicPr>
            <p:blipFill>
              <a:blip r:embed="rId59"/>
            </p:blipFill>
            <p:spPr>
              <a:xfrm>
                <a:off x="8286750" y="2947670"/>
                <a:ext cx="514350" cy="409575"/>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3" name="墨迹 32"/>
              <p14:cNvContentPartPr/>
              <p14:nvPr/>
            </p14:nvContentPartPr>
            <p14:xfrm>
              <a:off x="9848850" y="2590800"/>
              <a:ext cx="352425" cy="394970"/>
            </p14:xfrm>
          </p:contentPart>
        </mc:Choice>
        <mc:Fallback xmlns="">
          <p:pic>
            <p:nvPicPr>
              <p:cNvPr id="33" name="墨迹 32"/>
            </p:nvPicPr>
            <p:blipFill>
              <a:blip r:embed="rId61"/>
            </p:blipFill>
            <p:spPr>
              <a:xfrm>
                <a:off x="9848850" y="2590800"/>
                <a:ext cx="352425" cy="394970"/>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4" name="墨迹 33"/>
              <p14:cNvContentPartPr/>
              <p14:nvPr/>
            </p14:nvContentPartPr>
            <p14:xfrm>
              <a:off x="3209925" y="5238750"/>
              <a:ext cx="1909445" cy="657225"/>
            </p14:xfrm>
          </p:contentPart>
        </mc:Choice>
        <mc:Fallback xmlns="">
          <p:pic>
            <p:nvPicPr>
              <p:cNvPr id="34" name="墨迹 33"/>
            </p:nvPicPr>
            <p:blipFill>
              <a:blip r:embed="rId63"/>
            </p:blipFill>
            <p:spPr>
              <a:xfrm>
                <a:off x="3209925" y="5238750"/>
                <a:ext cx="1909445" cy="657225"/>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35" name="墨迹 34"/>
              <p14:cNvContentPartPr/>
              <p14:nvPr/>
            </p14:nvContentPartPr>
            <p14:xfrm>
              <a:off x="4943475" y="5276850"/>
              <a:ext cx="1238250" cy="619125"/>
            </p14:xfrm>
          </p:contentPart>
        </mc:Choice>
        <mc:Fallback xmlns="">
          <p:pic>
            <p:nvPicPr>
              <p:cNvPr id="35" name="墨迹 34"/>
            </p:nvPicPr>
            <p:blipFill>
              <a:blip r:embed="rId65"/>
            </p:blipFill>
            <p:spPr>
              <a:xfrm>
                <a:off x="4943475" y="5276850"/>
                <a:ext cx="1238250" cy="619125"/>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36" name="墨迹 35"/>
              <p14:cNvContentPartPr/>
              <p14:nvPr/>
            </p14:nvContentPartPr>
            <p14:xfrm>
              <a:off x="6767195" y="5347970"/>
              <a:ext cx="1310005" cy="490855"/>
            </p14:xfrm>
          </p:contentPart>
        </mc:Choice>
        <mc:Fallback xmlns="">
          <p:pic>
            <p:nvPicPr>
              <p:cNvPr id="36" name="墨迹 35"/>
            </p:nvPicPr>
            <p:blipFill>
              <a:blip r:embed="rId67"/>
            </p:blipFill>
            <p:spPr>
              <a:xfrm>
                <a:off x="6767195" y="5347970"/>
                <a:ext cx="1310005" cy="490855"/>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37" name="墨迹 36"/>
              <p14:cNvContentPartPr/>
              <p14:nvPr/>
            </p14:nvContentPartPr>
            <p14:xfrm>
              <a:off x="438150" y="1590675"/>
              <a:ext cx="318770" cy="4467225"/>
            </p14:xfrm>
          </p:contentPart>
        </mc:Choice>
        <mc:Fallback xmlns="">
          <p:pic>
            <p:nvPicPr>
              <p:cNvPr id="37" name="墨迹 36"/>
            </p:nvPicPr>
            <p:blipFill>
              <a:blip r:embed="rId69"/>
            </p:blipFill>
            <p:spPr>
              <a:xfrm>
                <a:off x="438150" y="1590675"/>
                <a:ext cx="318770" cy="4467225"/>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38" name="墨迹 37"/>
              <p14:cNvContentPartPr/>
              <p14:nvPr/>
            </p14:nvContentPartPr>
            <p14:xfrm>
              <a:off x="1133475" y="6043295"/>
              <a:ext cx="7024370" cy="171450"/>
            </p14:xfrm>
          </p:contentPart>
        </mc:Choice>
        <mc:Fallback xmlns="">
          <p:pic>
            <p:nvPicPr>
              <p:cNvPr id="38" name="墨迹 37"/>
            </p:nvPicPr>
            <p:blipFill>
              <a:blip r:embed="rId71"/>
            </p:blipFill>
            <p:spPr>
              <a:xfrm>
                <a:off x="1133475" y="6043295"/>
                <a:ext cx="7024370" cy="171450"/>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39" name="墨迹 38"/>
              <p14:cNvContentPartPr/>
              <p14:nvPr/>
            </p14:nvContentPartPr>
            <p14:xfrm>
              <a:off x="1252220" y="1928495"/>
              <a:ext cx="2367280" cy="438150"/>
            </p14:xfrm>
          </p:contentPart>
        </mc:Choice>
        <mc:Fallback xmlns="">
          <p:pic>
            <p:nvPicPr>
              <p:cNvPr id="39" name="墨迹 38"/>
            </p:nvPicPr>
            <p:blipFill>
              <a:blip r:embed="rId73"/>
            </p:blipFill>
            <p:spPr>
              <a:xfrm>
                <a:off x="1252220" y="1928495"/>
                <a:ext cx="2367280" cy="438150"/>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40" name="墨迹 39"/>
              <p14:cNvContentPartPr/>
              <p14:nvPr/>
            </p14:nvContentPartPr>
            <p14:xfrm>
              <a:off x="971550" y="1928495"/>
              <a:ext cx="1571625" cy="485775"/>
            </p14:xfrm>
          </p:contentPart>
        </mc:Choice>
        <mc:Fallback xmlns="">
          <p:pic>
            <p:nvPicPr>
              <p:cNvPr id="40" name="墨迹 39"/>
            </p:nvPicPr>
            <p:blipFill>
              <a:blip r:embed="rId75"/>
            </p:blipFill>
            <p:spPr>
              <a:xfrm>
                <a:off x="971550" y="1928495"/>
                <a:ext cx="1571625" cy="485775"/>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41" name="墨迹 40"/>
              <p14:cNvContentPartPr/>
              <p14:nvPr/>
            </p14:nvContentPartPr>
            <p14:xfrm>
              <a:off x="2686050" y="2143125"/>
              <a:ext cx="1271270" cy="295275"/>
            </p14:xfrm>
          </p:contentPart>
        </mc:Choice>
        <mc:Fallback xmlns="">
          <p:pic>
            <p:nvPicPr>
              <p:cNvPr id="41" name="墨迹 40"/>
            </p:nvPicPr>
            <p:blipFill>
              <a:blip r:embed="rId77"/>
            </p:blipFill>
            <p:spPr>
              <a:xfrm>
                <a:off x="2686050" y="2143125"/>
                <a:ext cx="1271270" cy="295275"/>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42" name="墨迹 41"/>
              <p14:cNvContentPartPr/>
              <p14:nvPr/>
            </p14:nvContentPartPr>
            <p14:xfrm>
              <a:off x="1590675" y="4667250"/>
              <a:ext cx="756920" cy="38100"/>
            </p14:xfrm>
          </p:contentPart>
        </mc:Choice>
        <mc:Fallback xmlns="">
          <p:pic>
            <p:nvPicPr>
              <p:cNvPr id="42" name="墨迹 41"/>
            </p:nvPicPr>
            <p:blipFill>
              <a:blip r:embed="rId79"/>
            </p:blipFill>
            <p:spPr>
              <a:xfrm>
                <a:off x="1590675" y="4667250"/>
                <a:ext cx="756920" cy="38100"/>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43" name="墨迹 42"/>
              <p14:cNvContentPartPr/>
              <p14:nvPr/>
            </p14:nvContentPartPr>
            <p14:xfrm>
              <a:off x="1504950" y="5029200"/>
              <a:ext cx="3271520" cy="66675"/>
            </p14:xfrm>
          </p:contentPart>
        </mc:Choice>
        <mc:Fallback xmlns="">
          <p:pic>
            <p:nvPicPr>
              <p:cNvPr id="43" name="墨迹 42"/>
            </p:nvPicPr>
            <p:blipFill>
              <a:blip r:embed="rId81"/>
            </p:blipFill>
            <p:spPr>
              <a:xfrm>
                <a:off x="1504950" y="5029200"/>
                <a:ext cx="3271520" cy="66675"/>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44" name="墨迹 43"/>
              <p14:cNvContentPartPr/>
              <p14:nvPr/>
            </p14:nvContentPartPr>
            <p14:xfrm>
              <a:off x="4038600" y="4262120"/>
              <a:ext cx="1252220" cy="414655"/>
            </p14:xfrm>
          </p:contentPart>
        </mc:Choice>
        <mc:Fallback xmlns="">
          <p:pic>
            <p:nvPicPr>
              <p:cNvPr id="44" name="墨迹 43"/>
            </p:nvPicPr>
            <p:blipFill>
              <a:blip r:embed="rId83"/>
            </p:blipFill>
            <p:spPr>
              <a:xfrm>
                <a:off x="4038600" y="4262120"/>
                <a:ext cx="1252220" cy="414655"/>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45" name="墨迹 44"/>
              <p14:cNvContentPartPr/>
              <p14:nvPr/>
            </p14:nvContentPartPr>
            <p14:xfrm>
              <a:off x="5762625" y="5605145"/>
              <a:ext cx="2890520" cy="561975"/>
            </p14:xfrm>
          </p:contentPart>
        </mc:Choice>
        <mc:Fallback xmlns="">
          <p:pic>
            <p:nvPicPr>
              <p:cNvPr id="45" name="墨迹 44"/>
            </p:nvPicPr>
            <p:blipFill>
              <a:blip r:embed="rId85"/>
            </p:blipFill>
            <p:spPr>
              <a:xfrm>
                <a:off x="5762625" y="5605145"/>
                <a:ext cx="2890520" cy="561975"/>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46" name="墨迹 45"/>
              <p14:cNvContentPartPr/>
              <p14:nvPr/>
            </p14:nvContentPartPr>
            <p14:xfrm>
              <a:off x="6343650" y="5238750"/>
              <a:ext cx="2052320" cy="804545"/>
            </p14:xfrm>
          </p:contentPart>
        </mc:Choice>
        <mc:Fallback xmlns="">
          <p:pic>
            <p:nvPicPr>
              <p:cNvPr id="46" name="墨迹 45"/>
            </p:nvPicPr>
            <p:blipFill>
              <a:blip r:embed="rId87"/>
            </p:blipFill>
            <p:spPr>
              <a:xfrm>
                <a:off x="6343650" y="5238750"/>
                <a:ext cx="2052320" cy="804545"/>
              </a:xfrm>
              <a:prstGeom prst="rect"/>
            </p:spPr>
          </p:pic>
        </mc:Fallback>
      </mc:AlternateContent>
    </p:spTree>
    <p:custDataLst>
      <p:tags r:id="rId88"/>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提出的</a:t>
            </a:r>
            <a:r>
              <a:rPr lang="zh-CN" altLang="en-US"/>
              <a:t>方法</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custDataLst>
                  <p:tags r:id="rId2"/>
                </p:custDataLst>
              </p:nvPr>
            </p:nvSpPr>
            <p:spPr/>
            <p:txBody>
              <a:bodyPr/>
              <a:p>
                <a:r>
                  <a:rPr lang="zh-CN" altLang="en-US" sz="1800">
                    <a:solidFill>
                      <a:srgbClr val="C00000"/>
                    </a:solidFill>
                    <a:sym typeface="+mn-ea"/>
                  </a:rPr>
                  <a:t>底层原因</a:t>
                </a:r>
                <a:r>
                  <a:rPr lang="zh-CN" altLang="en-US" sz="1800">
                    <a:sym typeface="+mn-ea"/>
                  </a:rPr>
                  <a:t>：</a:t>
                </a:r>
                <a14:m>
                  <m:oMath xmlns:m="http://schemas.openxmlformats.org/officeDocument/2006/math">
                    <m:sSub>
                      <m:sSubPr>
                        <m:ctrlPr>
                          <a:rPr lang="en-US" altLang="zh-CN" sz="1800">
                            <a:solidFill>
                              <a:srgbClr val="0070C0"/>
                            </a:solidFill>
                            <a:latin typeface="Cambria Math" panose="02040503050406030204" charset="0"/>
                            <a:cs typeface="Cambria Math" panose="02040503050406030204" charset="0"/>
                          </a:rPr>
                        </m:ctrlPr>
                      </m:sSubPr>
                      <m:e>
                        <m:r>
                          <a:rPr lang="en-US" altLang="zh-CN" sz="1800">
                            <a:solidFill>
                              <a:srgbClr val="0070C0"/>
                            </a:solidFill>
                            <a:latin typeface="Cambria Math" panose="02040503050406030204" charset="0"/>
                            <a:cs typeface="Cambria Math" panose="02040503050406030204" charset="0"/>
                          </a:rPr>
                          <m:t>𝑣</m:t>
                        </m:r>
                      </m:e>
                      <m:sub>
                        <m:r>
                          <a:rPr lang="en-US" altLang="zh-CN" sz="1800">
                            <a:solidFill>
                              <a:srgbClr val="0070C0"/>
                            </a:solidFill>
                            <a:latin typeface="Cambria Math" panose="02040503050406030204" charset="0"/>
                            <a:cs typeface="Cambria Math" panose="02040503050406030204" charset="0"/>
                          </a:rPr>
                          <m:t>𝑡</m:t>
                        </m:r>
                      </m:sub>
                    </m:sSub>
                  </m:oMath>
                </a14:m>
                <a:r>
                  <a:rPr lang="en-US" altLang="zh-CN" sz="1800">
                    <a:solidFill>
                      <a:srgbClr val="0070C0"/>
                    </a:solidFill>
                    <a:sym typeface="+mn-ea"/>
                  </a:rPr>
                  <a:t> </a:t>
                </a:r>
                <a:r>
                  <a:rPr lang="zh-CN" altLang="en-US" sz="1800">
                    <a:solidFill>
                      <a:srgbClr val="0070C0"/>
                    </a:solidFill>
                    <a:sym typeface="+mn-ea"/>
                  </a:rPr>
                  <a:t>和</a:t>
                </a:r>
                <a:r>
                  <a:rPr lang="en-US" altLang="zh-CN" sz="1800">
                    <a:solidFill>
                      <a:srgbClr val="0070C0"/>
                    </a:solidFill>
                    <a:sym typeface="+mn-ea"/>
                  </a:rPr>
                  <a:t> </a:t>
                </a:r>
                <a14:m>
                  <m:oMath xmlns:m="http://schemas.openxmlformats.org/officeDocument/2006/math">
                    <m:sSub>
                      <m:sSubPr>
                        <m:ctrlPr>
                          <a:rPr lang="en-US" altLang="zh-CN" sz="1800">
                            <a:solidFill>
                              <a:srgbClr val="0070C0"/>
                            </a:solidFill>
                            <a:latin typeface="Cambria Math" panose="02040503050406030204" charset="0"/>
                            <a:cs typeface="Cambria Math" panose="02040503050406030204" charset="0"/>
                          </a:rPr>
                        </m:ctrlPr>
                      </m:sSubPr>
                      <m:e>
                        <m:r>
                          <a:rPr lang="en-US" altLang="zh-CN" sz="1800">
                            <a:solidFill>
                              <a:srgbClr val="0070C0"/>
                            </a:solidFill>
                            <a:latin typeface="Cambria Math" panose="02040503050406030204" charset="0"/>
                            <a:cs typeface="Cambria Math" panose="02040503050406030204" charset="0"/>
                          </a:rPr>
                          <m:t>𝑔</m:t>
                        </m:r>
                      </m:e>
                      <m:sub>
                        <m:r>
                          <a:rPr lang="en-US" altLang="zh-CN" sz="1800">
                            <a:solidFill>
                              <a:srgbClr val="0070C0"/>
                            </a:solidFill>
                            <a:latin typeface="Cambria Math" panose="02040503050406030204" charset="0"/>
                            <a:cs typeface="Cambria Math" panose="02040503050406030204" charset="0"/>
                          </a:rPr>
                          <m:t>𝑡</m:t>
                        </m:r>
                      </m:sub>
                    </m:sSub>
                  </m:oMath>
                </a14:m>
                <a:r>
                  <a:rPr lang="en-US" altLang="zh-CN" sz="1800">
                    <a:solidFill>
                      <a:srgbClr val="0070C0"/>
                    </a:solidFill>
                    <a:sym typeface="+mn-ea"/>
                  </a:rPr>
                  <a:t> </a:t>
                </a:r>
                <a:r>
                  <a:rPr lang="zh-CN" altLang="en-US" sz="1800">
                    <a:solidFill>
                      <a:srgbClr val="0070C0"/>
                    </a:solidFill>
                    <a:sym typeface="+mn-ea"/>
                  </a:rPr>
                  <a:t>存在相关性</a:t>
                </a:r>
                <a:endParaRPr lang="zh-CN" altLang="en-US" sz="1800">
                  <a:solidFill>
                    <a:srgbClr val="0070C0"/>
                  </a:solidFill>
                  <a:sym typeface="+mn-ea"/>
                </a:endParaRPr>
              </a:p>
              <a:p>
                <a:endParaRPr lang="zh-CN" altLang="en-US" sz="1800">
                  <a:solidFill>
                    <a:srgbClr val="0070C0"/>
                  </a:solidFill>
                  <a:sym typeface="+mn-ea"/>
                </a:endParaRPr>
              </a:p>
              <a:p>
                <a:r>
                  <a:rPr lang="zh-CN" altLang="en-US" sz="1800"/>
                  <a:t>解决方案：通过时序偏移，去除相关</a:t>
                </a:r>
                <a:r>
                  <a:rPr lang="zh-CN" altLang="en-US" sz="1800"/>
                  <a:t>性</a:t>
                </a:r>
                <a:endParaRPr lang="zh-CN" altLang="en-US" sz="1800"/>
              </a:p>
              <a:p>
                <a:pPr lvl="1"/>
                <a:endParaRPr lang="zh-CN" altLang="en-US" sz="1600"/>
              </a:p>
              <a:p>
                <a:pPr lvl="1"/>
                <a:r>
                  <a:rPr lang="zh-CN" altLang="en-US" sz="1600"/>
                  <a:t>核心机制：</a:t>
                </a:r>
                <a:endParaRPr lang="zh-CN" altLang="en-US" sz="1600"/>
              </a:p>
              <a:p>
                <a:endParaRPr lang="zh-CN" altLang="en-US" sz="1800"/>
              </a:p>
              <a:p>
                <a:endParaRPr lang="zh-CN" altLang="en-US" sz="1800"/>
              </a:p>
              <a:p>
                <a:pPr lvl="1"/>
                <a:r>
                  <a:rPr lang="zh-CN" altLang="en-US"/>
                  <a:t>使</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m:rPr>
                            <m:sty m:val="p"/>
                          </m:rPr>
                          <a:rPr lang="en-US" altLang="zh-CN" i="1">
                            <a:latin typeface="Cambria Math" panose="02040503050406030204" charset="0"/>
                            <a:cs typeface="Cambria Math" panose="02040503050406030204" charset="0"/>
                          </a:rPr>
                          <m:t>𝑣</m:t>
                        </m:r>
                      </m:e>
                      <m:sub>
                        <m:r>
                          <m:rPr>
                            <m:sty m:val="p"/>
                          </m:rPr>
                          <a:rPr lang="en-US" altLang="zh-CN" i="1">
                            <a:latin typeface="Cambria Math" panose="02040503050406030204" charset="0"/>
                            <a:cs typeface="Cambria Math" panose="02040503050406030204" charset="0"/>
                          </a:rPr>
                          <m:t>𝑡</m:t>
                        </m:r>
                      </m:sub>
                    </m:sSub>
                  </m:oMath>
                </a14:m>
                <a:r>
                  <a:rPr lang="en-US" altLang="zh-CN"/>
                  <a:t> </a:t>
                </a:r>
                <a:r>
                  <a:rPr lang="zh-CN" altLang="en-US"/>
                  <a:t>不用到</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𝑔</m:t>
                        </m:r>
                      </m:e>
                      <m:sub>
                        <m:r>
                          <a:rPr lang="en-US" altLang="zh-CN" i="1">
                            <a:latin typeface="Cambria Math" panose="02040503050406030204" charset="0"/>
                            <a:cs typeface="Cambria Math" panose="02040503050406030204" charset="0"/>
                          </a:rPr>
                          <m:t>𝑡</m:t>
                        </m:r>
                      </m:sub>
                    </m:sSub>
                  </m:oMath>
                </a14:m>
                <a:r>
                  <a:rPr lang="zh-CN" altLang="en-US"/>
                  <a:t>，只用前面的梯度来估计</a:t>
                </a:r>
                <a:r>
                  <a:rPr lang="zh-CN" altLang="en-US"/>
                  <a:t>二阶矩</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custDataLst>
                  <p:tags r:id="rId3"/>
                </p:custDataLst>
              </p:nvPr>
            </p:nvSpPr>
            <p:spPr>
              <a:blipFill rotWithShape="1">
                <a:blip r:embed="rId4"/>
                <a:stretch>
                  <a:fillRect l="-1" t="-1" r="3" b="12"/>
                </a:stretch>
              </a:blipFill>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8335010" y="3994785"/>
            <a:ext cx="2552700" cy="1828800"/>
          </a:xfrm>
          <a:prstGeom prst="rect">
            <a:avLst/>
          </a:prstGeom>
        </p:spPr>
      </p:pic>
      <p:pic>
        <p:nvPicPr>
          <p:cNvPr id="5" name="图片 4"/>
          <p:cNvPicPr>
            <a:picLocks noChangeAspect="1"/>
          </p:cNvPicPr>
          <p:nvPr/>
        </p:nvPicPr>
        <p:blipFill>
          <a:blip r:embed="rId6"/>
          <a:stretch>
            <a:fillRect/>
          </a:stretch>
        </p:blipFill>
        <p:spPr>
          <a:xfrm>
            <a:off x="1845310" y="3860165"/>
            <a:ext cx="2255520" cy="533400"/>
          </a:xfrm>
          <a:prstGeom prst="rect">
            <a:avLst/>
          </a:prstGeom>
        </p:spPr>
      </p:pic>
      <p:sp>
        <p:nvSpPr>
          <p:cNvPr id="6" name="文本框 5"/>
          <p:cNvSpPr txBox="1"/>
          <p:nvPr/>
        </p:nvSpPr>
        <p:spPr>
          <a:xfrm>
            <a:off x="9011285" y="3555365"/>
            <a:ext cx="1199515" cy="368300"/>
          </a:xfrm>
          <a:prstGeom prst="rect">
            <a:avLst/>
          </a:prstGeom>
          <a:noFill/>
        </p:spPr>
        <p:txBody>
          <a:bodyPr wrap="square" rtlCol="0">
            <a:spAutoFit/>
          </a:bodyPr>
          <a:p>
            <a:r>
              <a:rPr lang="zh-CN" altLang="en-US"/>
              <a:t>完整</a:t>
            </a:r>
            <a:r>
              <a:rPr lang="zh-CN" altLang="en-US"/>
              <a:t>算法</a:t>
            </a:r>
            <a:endParaRPr lang="zh-CN" altLang="en-US"/>
          </a:p>
        </p:txBody>
      </p:sp>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404495" y="1404620"/>
              <a:ext cx="4267200" cy="914400"/>
            </p14:xfrm>
          </p:contentPart>
        </mc:Choice>
        <mc:Fallback xmlns="">
          <p:pic>
            <p:nvPicPr>
              <p:cNvPr id="7" name="墨迹 6"/>
            </p:nvPicPr>
            <p:blipFill>
              <a:blip r:embed="rId8"/>
            </p:blipFill>
            <p:spPr>
              <a:xfrm>
                <a:off x="404495" y="1404620"/>
                <a:ext cx="4267200" cy="914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3419475" y="1333500"/>
              <a:ext cx="1223645" cy="699770"/>
            </p14:xfrm>
          </p:contentPart>
        </mc:Choice>
        <mc:Fallback xmlns="">
          <p:pic>
            <p:nvPicPr>
              <p:cNvPr id="8" name="墨迹 7"/>
            </p:nvPicPr>
            <p:blipFill>
              <a:blip r:embed="rId10"/>
            </p:blipFill>
            <p:spPr>
              <a:xfrm>
                <a:off x="3419475" y="1333500"/>
                <a:ext cx="1223645" cy="69977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3648075" y="2371725"/>
              <a:ext cx="1766570" cy="737870"/>
            </p14:xfrm>
          </p:contentPart>
        </mc:Choice>
        <mc:Fallback xmlns="">
          <p:pic>
            <p:nvPicPr>
              <p:cNvPr id="9" name="墨迹 8"/>
            </p:nvPicPr>
            <p:blipFill>
              <a:blip r:embed="rId12"/>
            </p:blipFill>
            <p:spPr>
              <a:xfrm>
                <a:off x="3648075" y="2371725"/>
                <a:ext cx="1766570" cy="73787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1809750" y="4229100"/>
              <a:ext cx="318770" cy="109220"/>
            </p14:xfrm>
          </p:contentPart>
        </mc:Choice>
        <mc:Fallback xmlns="">
          <p:pic>
            <p:nvPicPr>
              <p:cNvPr id="10" name="墨迹 9"/>
            </p:nvPicPr>
            <p:blipFill>
              <a:blip r:embed="rId14"/>
            </p:blipFill>
            <p:spPr>
              <a:xfrm>
                <a:off x="1809750" y="4229100"/>
                <a:ext cx="318770" cy="10922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3619500" y="4267200"/>
              <a:ext cx="290195" cy="66675"/>
            </p14:xfrm>
          </p:contentPart>
        </mc:Choice>
        <mc:Fallback xmlns="">
          <p:pic>
            <p:nvPicPr>
              <p:cNvPr id="11" name="墨迹 10"/>
            </p:nvPicPr>
            <p:blipFill>
              <a:blip r:embed="rId16"/>
            </p:blipFill>
            <p:spPr>
              <a:xfrm>
                <a:off x="3619500" y="4267200"/>
                <a:ext cx="290195" cy="6667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1966595" y="2347595"/>
              <a:ext cx="1743075" cy="738505"/>
            </p14:xfrm>
          </p:contentPart>
        </mc:Choice>
        <mc:Fallback xmlns="">
          <p:pic>
            <p:nvPicPr>
              <p:cNvPr id="12" name="墨迹 11"/>
            </p:nvPicPr>
            <p:blipFill>
              <a:blip r:embed="rId18"/>
            </p:blipFill>
            <p:spPr>
              <a:xfrm>
                <a:off x="1966595" y="2347595"/>
                <a:ext cx="1743075" cy="73850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1938020" y="4995545"/>
              <a:ext cx="1252855" cy="205105"/>
            </p14:xfrm>
          </p:contentPart>
        </mc:Choice>
        <mc:Fallback xmlns="">
          <p:pic>
            <p:nvPicPr>
              <p:cNvPr id="13" name="墨迹 12"/>
            </p:nvPicPr>
            <p:blipFill>
              <a:blip r:embed="rId20"/>
            </p:blipFill>
            <p:spPr>
              <a:xfrm>
                <a:off x="1938020" y="4995545"/>
                <a:ext cx="1252855" cy="20510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3595370" y="4500245"/>
              <a:ext cx="2733675" cy="685800"/>
            </p14:xfrm>
          </p:contentPart>
        </mc:Choice>
        <mc:Fallback xmlns="">
          <p:pic>
            <p:nvPicPr>
              <p:cNvPr id="14" name="墨迹 13"/>
            </p:nvPicPr>
            <p:blipFill>
              <a:blip r:embed="rId22"/>
            </p:blipFill>
            <p:spPr>
              <a:xfrm>
                <a:off x="3595370" y="4500245"/>
                <a:ext cx="2733675" cy="6858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2133600" y="1990725"/>
              <a:ext cx="2590800" cy="194945"/>
            </p14:xfrm>
          </p:contentPart>
        </mc:Choice>
        <mc:Fallback xmlns="">
          <p:pic>
            <p:nvPicPr>
              <p:cNvPr id="15" name="墨迹 14"/>
            </p:nvPicPr>
            <p:blipFill>
              <a:blip r:embed="rId24"/>
            </p:blipFill>
            <p:spPr>
              <a:xfrm>
                <a:off x="2133600" y="1990725"/>
                <a:ext cx="2590800" cy="19494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8376920" y="3476625"/>
              <a:ext cx="2548255" cy="2814320"/>
            </p14:xfrm>
          </p:contentPart>
        </mc:Choice>
        <mc:Fallback xmlns="">
          <p:pic>
            <p:nvPicPr>
              <p:cNvPr id="16" name="墨迹 15"/>
            </p:nvPicPr>
            <p:blipFill>
              <a:blip r:embed="rId26"/>
            </p:blipFill>
            <p:spPr>
              <a:xfrm>
                <a:off x="8376920" y="3476625"/>
                <a:ext cx="2548255" cy="281432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8415020" y="4338320"/>
              <a:ext cx="1514475" cy="567055"/>
            </p14:xfrm>
          </p:contentPart>
        </mc:Choice>
        <mc:Fallback xmlns="">
          <p:pic>
            <p:nvPicPr>
              <p:cNvPr id="17" name="墨迹 16"/>
            </p:nvPicPr>
            <p:blipFill>
              <a:blip r:embed="rId28"/>
            </p:blipFill>
            <p:spPr>
              <a:xfrm>
                <a:off x="8415020" y="4338320"/>
                <a:ext cx="1514475" cy="567055"/>
              </a:xfrm>
              <a:prstGeom prst="rect"/>
            </p:spPr>
          </p:pic>
        </mc:Fallback>
      </mc:AlternateContent>
    </p:spTree>
    <p:custDataLst>
      <p:tags r:id="rId2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实验结果</a:t>
            </a:r>
            <a:endParaRPr lang="zh-CN" altLang="en-US"/>
          </a:p>
        </p:txBody>
      </p:sp>
      <p:pic>
        <p:nvPicPr>
          <p:cNvPr id="13" name="内容占位符 12"/>
          <p:cNvPicPr>
            <a:picLocks noChangeAspect="1"/>
          </p:cNvPicPr>
          <p:nvPr>
            <p:ph sz="half" idx="2"/>
            <p:custDataLst>
              <p:tags r:id="rId2"/>
            </p:custDataLst>
          </p:nvPr>
        </p:nvPicPr>
        <p:blipFill>
          <a:blip r:embed="rId3"/>
          <a:stretch>
            <a:fillRect/>
          </a:stretch>
        </p:blipFill>
        <p:spPr>
          <a:xfrm>
            <a:off x="6515100" y="2230120"/>
            <a:ext cx="4995545" cy="3819525"/>
          </a:xfrm>
          <a:prstGeom prst="rect">
            <a:avLst/>
          </a:prstGeom>
        </p:spPr>
      </p:pic>
      <p:sp>
        <p:nvSpPr>
          <p:cNvPr id="10" name="文本框 9"/>
          <p:cNvSpPr txBox="1"/>
          <p:nvPr/>
        </p:nvSpPr>
        <p:spPr>
          <a:xfrm>
            <a:off x="1470660" y="1631950"/>
            <a:ext cx="4064000" cy="368300"/>
          </a:xfrm>
          <a:prstGeom prst="rect">
            <a:avLst/>
          </a:prstGeom>
          <a:noFill/>
        </p:spPr>
        <p:txBody>
          <a:bodyPr wrap="square" rtlCol="0">
            <a:spAutoFit/>
          </a:bodyPr>
          <a:p>
            <a:pPr algn="ctr"/>
            <a:r>
              <a:rPr lang="en-US" altLang="zh-CN"/>
              <a:t>AdaShift </a:t>
            </a:r>
            <a:r>
              <a:rPr lang="zh-CN" altLang="en-US"/>
              <a:t>比</a:t>
            </a:r>
            <a:r>
              <a:rPr lang="en-US" altLang="zh-CN"/>
              <a:t> AMSGrad </a:t>
            </a:r>
            <a:r>
              <a:rPr lang="zh-CN" altLang="en-US">
                <a:solidFill>
                  <a:srgbClr val="00B050"/>
                </a:solidFill>
              </a:rPr>
              <a:t>收敛更快</a:t>
            </a:r>
            <a:endParaRPr lang="zh-CN" altLang="en-US">
              <a:solidFill>
                <a:srgbClr val="00B050"/>
              </a:solidFill>
            </a:endParaRPr>
          </a:p>
        </p:txBody>
      </p:sp>
      <p:pic>
        <p:nvPicPr>
          <p:cNvPr id="12" name="内容占位符 11"/>
          <p:cNvPicPr>
            <a:picLocks noChangeAspect="1"/>
          </p:cNvPicPr>
          <p:nvPr>
            <p:ph sz="half" idx="1"/>
            <p:custDataLst>
              <p:tags r:id="rId4"/>
            </p:custDataLst>
          </p:nvPr>
        </p:nvPicPr>
        <p:blipFill>
          <a:blip r:embed="rId5"/>
          <a:stretch>
            <a:fillRect/>
          </a:stretch>
        </p:blipFill>
        <p:spPr>
          <a:xfrm>
            <a:off x="1074420" y="2551430"/>
            <a:ext cx="4775835" cy="3177540"/>
          </a:xfrm>
          <a:prstGeom prst="rect">
            <a:avLst/>
          </a:prstGeom>
        </p:spPr>
      </p:pic>
      <p:sp>
        <p:nvSpPr>
          <p:cNvPr id="14" name="文本框 13"/>
          <p:cNvSpPr txBox="1"/>
          <p:nvPr/>
        </p:nvSpPr>
        <p:spPr>
          <a:xfrm>
            <a:off x="7030720" y="1631950"/>
            <a:ext cx="4064000" cy="368300"/>
          </a:xfrm>
          <a:prstGeom prst="rect">
            <a:avLst/>
          </a:prstGeom>
          <a:noFill/>
        </p:spPr>
        <p:txBody>
          <a:bodyPr wrap="square" rtlCol="0">
            <a:spAutoFit/>
          </a:bodyPr>
          <a:p>
            <a:pPr algn="ctr"/>
            <a:r>
              <a:rPr lang="en-US" altLang="zh-CN"/>
              <a:t>AdaShift </a:t>
            </a:r>
            <a:r>
              <a:rPr lang="zh-CN" altLang="en-US"/>
              <a:t>比</a:t>
            </a:r>
            <a:r>
              <a:rPr lang="en-US" altLang="zh-CN"/>
              <a:t> AMSGrad </a:t>
            </a:r>
            <a:r>
              <a:rPr lang="zh-CN" altLang="en-US">
                <a:solidFill>
                  <a:srgbClr val="00B050"/>
                </a:solidFill>
              </a:rPr>
              <a:t>收敛更好</a:t>
            </a:r>
            <a:endParaRPr lang="zh-CN" altLang="en-US">
              <a:solidFill>
                <a:srgbClr val="00B050"/>
              </a:solidFill>
            </a:endParaRPr>
          </a:p>
        </p:txBody>
      </p:sp>
      <mc:AlternateContent xmlns:mc="http://schemas.openxmlformats.org/markup-compatibility/2006" xmlns:p14="http://schemas.microsoft.com/office/powerpoint/2010/main">
        <mc:Choice Requires="p14">
          <p:contentPart r:id="rId6" p14:bwMode="auto">
            <p14:nvContentPartPr>
              <p14:cNvPr id="15" name="墨迹 14"/>
              <p14:cNvContentPartPr/>
              <p14:nvPr/>
            </p14:nvContentPartPr>
            <p14:xfrm>
              <a:off x="4029075" y="1590675"/>
              <a:ext cx="1271270" cy="566420"/>
            </p14:xfrm>
          </p:contentPart>
        </mc:Choice>
        <mc:Fallback xmlns="">
          <p:pic>
            <p:nvPicPr>
              <p:cNvPr id="15" name="墨迹 14"/>
            </p:nvPicPr>
            <p:blipFill>
              <a:blip r:embed="rId7"/>
            </p:blipFill>
            <p:spPr>
              <a:xfrm>
                <a:off x="4029075" y="1590675"/>
                <a:ext cx="1271270" cy="56642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6" name="墨迹 15"/>
              <p14:cNvContentPartPr/>
              <p14:nvPr/>
            </p14:nvContentPartPr>
            <p14:xfrm>
              <a:off x="2847975" y="5881370"/>
              <a:ext cx="1909445" cy="433705"/>
            </p14:xfrm>
          </p:contentPart>
        </mc:Choice>
        <mc:Fallback xmlns="">
          <p:pic>
            <p:nvPicPr>
              <p:cNvPr id="16" name="墨迹 15"/>
            </p:nvPicPr>
            <p:blipFill>
              <a:blip r:embed="rId9"/>
            </p:blipFill>
            <p:spPr>
              <a:xfrm>
                <a:off x="2847975" y="5881370"/>
                <a:ext cx="1909445" cy="43370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7" name="墨迹 16"/>
              <p14:cNvContentPartPr/>
              <p14:nvPr/>
            </p14:nvContentPartPr>
            <p14:xfrm>
              <a:off x="3823970" y="3119120"/>
              <a:ext cx="828675" cy="567055"/>
            </p14:xfrm>
          </p:contentPart>
        </mc:Choice>
        <mc:Fallback xmlns="">
          <p:pic>
            <p:nvPicPr>
              <p:cNvPr id="17" name="墨迹 16"/>
            </p:nvPicPr>
            <p:blipFill>
              <a:blip r:embed="rId11"/>
            </p:blipFill>
            <p:spPr>
              <a:xfrm>
                <a:off x="3823970" y="3119120"/>
                <a:ext cx="828675" cy="567055"/>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8" name="墨迹 17"/>
              <p14:cNvContentPartPr/>
              <p14:nvPr/>
            </p14:nvContentPartPr>
            <p14:xfrm>
              <a:off x="4728845" y="4309745"/>
              <a:ext cx="386080" cy="262255"/>
            </p14:xfrm>
          </p:contentPart>
        </mc:Choice>
        <mc:Fallback xmlns="">
          <p:pic>
            <p:nvPicPr>
              <p:cNvPr id="18" name="墨迹 17"/>
            </p:nvPicPr>
            <p:blipFill>
              <a:blip r:embed="rId13"/>
            </p:blipFill>
            <p:spPr>
              <a:xfrm>
                <a:off x="4728845" y="4309745"/>
                <a:ext cx="386080" cy="26225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9" name="墨迹 18"/>
              <p14:cNvContentPartPr/>
              <p14:nvPr/>
            </p14:nvContentPartPr>
            <p14:xfrm>
              <a:off x="4686300" y="4772025"/>
              <a:ext cx="447675" cy="266700"/>
            </p14:xfrm>
          </p:contentPart>
        </mc:Choice>
        <mc:Fallback xmlns="">
          <p:pic>
            <p:nvPicPr>
              <p:cNvPr id="19" name="墨迹 18"/>
            </p:nvPicPr>
            <p:blipFill>
              <a:blip r:embed="rId15"/>
            </p:blipFill>
            <p:spPr>
              <a:xfrm>
                <a:off x="4686300" y="4772025"/>
                <a:ext cx="447675" cy="2667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20" name="墨迹 19"/>
              <p14:cNvContentPartPr/>
              <p14:nvPr/>
            </p14:nvContentPartPr>
            <p14:xfrm>
              <a:off x="4500245" y="4429125"/>
              <a:ext cx="662305" cy="38100"/>
            </p14:xfrm>
          </p:contentPart>
        </mc:Choice>
        <mc:Fallback xmlns="">
          <p:pic>
            <p:nvPicPr>
              <p:cNvPr id="20" name="墨迹 19"/>
            </p:nvPicPr>
            <p:blipFill>
              <a:blip r:embed="rId17"/>
            </p:blipFill>
            <p:spPr>
              <a:xfrm>
                <a:off x="4500245" y="4429125"/>
                <a:ext cx="662305" cy="381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21" name="墨迹 20"/>
              <p14:cNvContentPartPr/>
              <p14:nvPr/>
            </p14:nvContentPartPr>
            <p14:xfrm>
              <a:off x="2305050" y="2985770"/>
              <a:ext cx="518795" cy="14605"/>
            </p14:xfrm>
          </p:contentPart>
        </mc:Choice>
        <mc:Fallback xmlns="">
          <p:pic>
            <p:nvPicPr>
              <p:cNvPr id="21" name="墨迹 20"/>
            </p:nvPicPr>
            <p:blipFill>
              <a:blip r:embed="rId19"/>
            </p:blipFill>
            <p:spPr>
              <a:xfrm>
                <a:off x="2305050" y="2985770"/>
                <a:ext cx="518795" cy="1460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22" name="墨迹 21"/>
              <p14:cNvContentPartPr/>
              <p14:nvPr/>
            </p14:nvContentPartPr>
            <p14:xfrm>
              <a:off x="4686300" y="4448175"/>
              <a:ext cx="423545" cy="13970"/>
            </p14:xfrm>
          </p:contentPart>
        </mc:Choice>
        <mc:Fallback xmlns="">
          <p:pic>
            <p:nvPicPr>
              <p:cNvPr id="22" name="墨迹 21"/>
            </p:nvPicPr>
            <p:blipFill>
              <a:blip r:embed="rId21"/>
            </p:blipFill>
            <p:spPr>
              <a:xfrm>
                <a:off x="4686300" y="4448175"/>
                <a:ext cx="423545" cy="1397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23" name="墨迹 22"/>
              <p14:cNvContentPartPr/>
              <p14:nvPr/>
            </p14:nvContentPartPr>
            <p14:xfrm>
              <a:off x="4200525" y="2033270"/>
              <a:ext cx="981075" cy="43180"/>
            </p14:xfrm>
          </p:contentPart>
        </mc:Choice>
        <mc:Fallback xmlns="">
          <p:pic>
            <p:nvPicPr>
              <p:cNvPr id="23" name="墨迹 22"/>
            </p:nvPicPr>
            <p:blipFill>
              <a:blip r:embed="rId23"/>
            </p:blipFill>
            <p:spPr>
              <a:xfrm>
                <a:off x="4200525" y="2033270"/>
                <a:ext cx="981075" cy="4318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4" name="墨迹 23"/>
              <p14:cNvContentPartPr/>
              <p14:nvPr/>
            </p14:nvContentPartPr>
            <p14:xfrm>
              <a:off x="4381500" y="2019300"/>
              <a:ext cx="781050" cy="13970"/>
            </p14:xfrm>
          </p:contentPart>
        </mc:Choice>
        <mc:Fallback xmlns="">
          <p:pic>
            <p:nvPicPr>
              <p:cNvPr id="24" name="墨迹 23"/>
            </p:nvPicPr>
            <p:blipFill>
              <a:blip r:embed="rId25"/>
            </p:blipFill>
            <p:spPr>
              <a:xfrm>
                <a:off x="4381500" y="2019300"/>
                <a:ext cx="781050" cy="1397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5" name="墨迹 24"/>
              <p14:cNvContentPartPr/>
              <p14:nvPr/>
            </p14:nvContentPartPr>
            <p14:xfrm>
              <a:off x="4119245" y="2042795"/>
              <a:ext cx="1214755" cy="24130"/>
            </p14:xfrm>
          </p:contentPart>
        </mc:Choice>
        <mc:Fallback xmlns="">
          <p:pic>
            <p:nvPicPr>
              <p:cNvPr id="25" name="墨迹 24"/>
            </p:nvPicPr>
            <p:blipFill>
              <a:blip r:embed="rId27"/>
            </p:blipFill>
            <p:spPr>
              <a:xfrm>
                <a:off x="4119245" y="2042795"/>
                <a:ext cx="1214755" cy="2413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6" name="墨迹 25"/>
              <p14:cNvContentPartPr/>
              <p14:nvPr/>
            </p14:nvContentPartPr>
            <p14:xfrm>
              <a:off x="7620000" y="2147570"/>
              <a:ext cx="4147820" cy="3538855"/>
            </p14:xfrm>
          </p:contentPart>
        </mc:Choice>
        <mc:Fallback xmlns="">
          <p:pic>
            <p:nvPicPr>
              <p:cNvPr id="26" name="墨迹 25"/>
            </p:nvPicPr>
            <p:blipFill>
              <a:blip r:embed="rId29"/>
            </p:blipFill>
            <p:spPr>
              <a:xfrm>
                <a:off x="7620000" y="2147570"/>
                <a:ext cx="4147820" cy="3538855"/>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7" name="墨迹 26"/>
              <p14:cNvContentPartPr/>
              <p14:nvPr/>
            </p14:nvContentPartPr>
            <p14:xfrm>
              <a:off x="9601200" y="1385570"/>
              <a:ext cx="1238250" cy="657225"/>
            </p14:xfrm>
          </p:contentPart>
        </mc:Choice>
        <mc:Fallback xmlns="">
          <p:pic>
            <p:nvPicPr>
              <p:cNvPr id="27" name="墨迹 26"/>
            </p:nvPicPr>
            <p:blipFill>
              <a:blip r:embed="rId31"/>
            </p:blipFill>
            <p:spPr>
              <a:xfrm>
                <a:off x="9601200" y="1385570"/>
                <a:ext cx="1238250" cy="657225"/>
              </a:xfrm>
              <a:prstGeom prst="rect"/>
            </p:spPr>
          </p:pic>
        </mc:Fallback>
      </mc:AlternateContent>
    </p:spTree>
    <p:custDataLst>
      <p:tags r:id="rId3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custDataLst>
              <p:tags r:id="rId1"/>
            </p:custDataLst>
          </p:nvPr>
        </p:nvSpPr>
        <p:spPr>
          <a:xfrm>
            <a:off x="1990800" y="1964355"/>
            <a:ext cx="7768800" cy="766800"/>
          </a:xfrm>
        </p:spPr>
        <p:txBody>
          <a:bodyPr>
            <a:normAutofit fontScale="90000"/>
          </a:bodyPr>
          <a:p>
            <a:r>
              <a:rPr lang="en-US" altLang="zh-CN">
                <a:sym typeface="+mn-ea"/>
              </a:rPr>
              <a:t>Adam</a:t>
            </a:r>
            <a:r>
              <a:rPr lang="zh-CN" altLang="en-US">
                <a:sym typeface="+mn-ea"/>
              </a:rPr>
              <a:t>不收敛真的是个问题</a:t>
            </a:r>
            <a:r>
              <a:rPr lang="zh-CN" altLang="en-US">
                <a:sym typeface="+mn-ea"/>
              </a:rPr>
              <a:t>吗？</a:t>
            </a:r>
            <a:endParaRPr lang="zh-CN" altLang="en-US"/>
          </a:p>
        </p:txBody>
      </p:sp>
      <p:sp>
        <p:nvSpPr>
          <p:cNvPr id="6" name="文本占位符 5"/>
          <p:cNvSpPr>
            <a:spLocks noGrp="1"/>
          </p:cNvSpPr>
          <p:nvPr>
            <p:ph type="body" idx="1"/>
            <p:custDataLst>
              <p:tags r:id="rId2"/>
            </p:custDataLst>
          </p:nvPr>
        </p:nvSpPr>
        <p:spPr>
          <a:xfrm>
            <a:off x="2004060" y="3228975"/>
            <a:ext cx="8227695" cy="867410"/>
          </a:xfrm>
        </p:spPr>
        <p:txBody>
          <a:bodyPr>
            <a:normAutofit fontScale="90000"/>
          </a:bodyPr>
          <a:p>
            <a:r>
              <a:rPr lang="zh-CN" altLang="en-US">
                <a:highlight>
                  <a:srgbClr val="FFFF00"/>
                </a:highlight>
                <a:sym typeface="+mn-ea"/>
              </a:rPr>
              <a:t>是也不是。对绝大多数真实场景训练几乎没有影响。</a:t>
            </a:r>
            <a:endParaRPr lang="zh-CN" altLang="en-US">
              <a:highlight>
                <a:srgbClr val="FFFF00"/>
              </a:highlight>
              <a:sym typeface="+mn-ea"/>
            </a:endParaRPr>
          </a:p>
          <a:p>
            <a:r>
              <a:rPr lang="zh-CN" altLang="en-US">
                <a:solidFill>
                  <a:srgbClr val="00B050"/>
                </a:solidFill>
                <a:sym typeface="+mn-ea"/>
              </a:rPr>
              <a:t>但其步长稳定性和归一化的优点是一直存在的（</a:t>
            </a:r>
            <a:r>
              <a:rPr lang="en-US" altLang="zh-CN">
                <a:solidFill>
                  <a:srgbClr val="00B050"/>
                </a:solidFill>
                <a:sym typeface="+mn-ea"/>
              </a:rPr>
              <a:t>Muon</a:t>
            </a:r>
            <a:r>
              <a:rPr lang="zh-CN" altLang="en-US">
                <a:solidFill>
                  <a:srgbClr val="00B050"/>
                </a:solidFill>
                <a:sym typeface="+mn-ea"/>
              </a:rPr>
              <a:t>的核心优点也是类似的）</a:t>
            </a:r>
            <a:endParaRPr lang="zh-CN" altLang="en-US">
              <a:solidFill>
                <a:srgbClr val="00B050"/>
              </a:solidFill>
              <a:sym typeface="+mn-ea"/>
            </a:endParaRPr>
          </a:p>
        </p:txBody>
      </p:sp>
      <p:sp>
        <p:nvSpPr>
          <p:cNvPr id="3" name="文本框 2"/>
          <p:cNvSpPr txBox="1"/>
          <p:nvPr/>
        </p:nvSpPr>
        <p:spPr>
          <a:xfrm>
            <a:off x="2004060" y="5232400"/>
            <a:ext cx="9163685" cy="337185"/>
          </a:xfrm>
          <a:prstGeom prst="rect">
            <a:avLst/>
          </a:prstGeom>
          <a:noFill/>
        </p:spPr>
        <p:txBody>
          <a:bodyPr wrap="square" rtlCol="0">
            <a:spAutoFit/>
          </a:bodyPr>
          <a:p>
            <a:pPr algn="r"/>
            <a:r>
              <a:rPr lang="en-US" altLang="zh-CN" sz="1600">
                <a:solidFill>
                  <a:schemeClr val="bg1">
                    <a:lumMod val="75000"/>
                  </a:schemeClr>
                </a:solidFill>
              </a:rPr>
              <a:t>Muon</a:t>
            </a:r>
            <a:r>
              <a:rPr lang="zh-CN" altLang="en-US" sz="1600">
                <a:solidFill>
                  <a:schemeClr val="bg1">
                    <a:lumMod val="75000"/>
                  </a:schemeClr>
                </a:solidFill>
              </a:rPr>
              <a:t>也有类似问题（每个梯度的累积更新步长不一致），但也许也不重要</a:t>
            </a:r>
            <a:endParaRPr lang="zh-CN" altLang="en-US" sz="1600">
              <a:solidFill>
                <a:schemeClr val="bg1">
                  <a:lumMod val="75000"/>
                </a:schemeClr>
              </a:solidFill>
            </a:endParaRPr>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362075" y="1747520"/>
              <a:ext cx="8348345" cy="862330"/>
            </p14:xfrm>
          </p:contentPart>
        </mc:Choice>
        <mc:Fallback xmlns="">
          <p:pic>
            <p:nvPicPr>
              <p:cNvPr id="4" name="墨迹 3"/>
            </p:nvPicPr>
            <p:blipFill>
              <a:blip r:embed="rId4"/>
            </p:blipFill>
            <p:spPr>
              <a:xfrm>
                <a:off x="1362075" y="1747520"/>
                <a:ext cx="8348345" cy="86233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5524500" y="1047750"/>
              <a:ext cx="19050" cy="690245"/>
            </p14:xfrm>
          </p:contentPart>
        </mc:Choice>
        <mc:Fallback xmlns="">
          <p:pic>
            <p:nvPicPr>
              <p:cNvPr id="8" name="墨迹 7"/>
            </p:nvPicPr>
            <p:blipFill>
              <a:blip r:embed="rId6"/>
            </p:blipFill>
            <p:spPr>
              <a:xfrm>
                <a:off x="5524500" y="1047750"/>
                <a:ext cx="19050" cy="69024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9" name="墨迹 8"/>
              <p14:cNvContentPartPr/>
              <p14:nvPr/>
            </p14:nvContentPartPr>
            <p14:xfrm>
              <a:off x="5395595" y="1562100"/>
              <a:ext cx="443230" cy="209550"/>
            </p14:xfrm>
          </p:contentPart>
        </mc:Choice>
        <mc:Fallback xmlns="">
          <p:pic>
            <p:nvPicPr>
              <p:cNvPr id="9" name="墨迹 8"/>
            </p:nvPicPr>
            <p:blipFill>
              <a:blip r:embed="rId8"/>
            </p:blipFill>
            <p:spPr>
              <a:xfrm>
                <a:off x="5395595" y="1562100"/>
                <a:ext cx="443230" cy="2095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5138420" y="1457325"/>
              <a:ext cx="762000" cy="280670"/>
            </p14:xfrm>
          </p:contentPart>
        </mc:Choice>
        <mc:Fallback xmlns="">
          <p:pic>
            <p:nvPicPr>
              <p:cNvPr id="10" name="墨迹 9"/>
            </p:nvPicPr>
            <p:blipFill>
              <a:blip r:embed="rId10"/>
            </p:blipFill>
            <p:spPr>
              <a:xfrm>
                <a:off x="5138420" y="1457325"/>
                <a:ext cx="762000" cy="28067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墨迹 10"/>
              <p14:cNvContentPartPr/>
              <p14:nvPr/>
            </p14:nvContentPartPr>
            <p14:xfrm>
              <a:off x="5562600" y="804545"/>
              <a:ext cx="47625" cy="929005"/>
            </p14:xfrm>
          </p:contentPart>
        </mc:Choice>
        <mc:Fallback xmlns="">
          <p:pic>
            <p:nvPicPr>
              <p:cNvPr id="11" name="墨迹 10"/>
            </p:nvPicPr>
            <p:blipFill>
              <a:blip r:embed="rId12"/>
            </p:blipFill>
            <p:spPr>
              <a:xfrm>
                <a:off x="5562600" y="804545"/>
                <a:ext cx="47625" cy="92900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2" name="墨迹 11"/>
              <p14:cNvContentPartPr/>
              <p14:nvPr/>
            </p14:nvContentPartPr>
            <p14:xfrm>
              <a:off x="2000250" y="1947545"/>
              <a:ext cx="1619250" cy="881380"/>
            </p14:xfrm>
          </p:contentPart>
        </mc:Choice>
        <mc:Fallback xmlns="">
          <p:pic>
            <p:nvPicPr>
              <p:cNvPr id="12" name="墨迹 11"/>
            </p:nvPicPr>
            <p:blipFill>
              <a:blip r:embed="rId14"/>
            </p:blipFill>
            <p:spPr>
              <a:xfrm>
                <a:off x="2000250" y="1947545"/>
                <a:ext cx="1619250" cy="8813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3" name="墨迹 12"/>
              <p14:cNvContentPartPr/>
              <p14:nvPr/>
            </p14:nvContentPartPr>
            <p14:xfrm>
              <a:off x="1809750" y="3076575"/>
              <a:ext cx="1495425" cy="619125"/>
            </p14:xfrm>
          </p:contentPart>
        </mc:Choice>
        <mc:Fallback xmlns="">
          <p:pic>
            <p:nvPicPr>
              <p:cNvPr id="13" name="墨迹 12"/>
            </p:nvPicPr>
            <p:blipFill>
              <a:blip r:embed="rId16"/>
            </p:blipFill>
            <p:spPr>
              <a:xfrm>
                <a:off x="1809750" y="3076575"/>
                <a:ext cx="1495425" cy="61912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4" name="墨迹 13"/>
              <p14:cNvContentPartPr/>
              <p14:nvPr/>
            </p14:nvContentPartPr>
            <p14:xfrm>
              <a:off x="3347720" y="3528695"/>
              <a:ext cx="1871980" cy="171450"/>
            </p14:xfrm>
          </p:contentPart>
        </mc:Choice>
        <mc:Fallback xmlns="">
          <p:pic>
            <p:nvPicPr>
              <p:cNvPr id="14" name="墨迹 13"/>
            </p:nvPicPr>
            <p:blipFill>
              <a:blip r:embed="rId18"/>
            </p:blipFill>
            <p:spPr>
              <a:xfrm>
                <a:off x="3347720" y="3528695"/>
                <a:ext cx="1871980" cy="1714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5" name="墨迹 14"/>
              <p14:cNvContentPartPr/>
              <p14:nvPr/>
            </p14:nvContentPartPr>
            <p14:xfrm>
              <a:off x="1381125" y="3585845"/>
              <a:ext cx="104775" cy="1971675"/>
            </p14:xfrm>
          </p:contentPart>
        </mc:Choice>
        <mc:Fallback xmlns="">
          <p:pic>
            <p:nvPicPr>
              <p:cNvPr id="15" name="墨迹 14"/>
            </p:nvPicPr>
            <p:blipFill>
              <a:blip r:embed="rId20"/>
            </p:blipFill>
            <p:spPr>
              <a:xfrm>
                <a:off x="1381125" y="3585845"/>
                <a:ext cx="104775" cy="197167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6" name="墨迹 15"/>
              <p14:cNvContentPartPr/>
              <p14:nvPr/>
            </p14:nvContentPartPr>
            <p14:xfrm>
              <a:off x="2095500" y="4928870"/>
              <a:ext cx="480695" cy="28575"/>
            </p14:xfrm>
          </p:contentPart>
        </mc:Choice>
        <mc:Fallback xmlns="">
          <p:pic>
            <p:nvPicPr>
              <p:cNvPr id="16" name="墨迹 15"/>
            </p:nvPicPr>
            <p:blipFill>
              <a:blip r:embed="rId22"/>
            </p:blipFill>
            <p:spPr>
              <a:xfrm>
                <a:off x="2095500" y="4928870"/>
                <a:ext cx="480695" cy="2857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7" name="墨迹 16"/>
              <p14:cNvContentPartPr/>
              <p14:nvPr/>
            </p14:nvContentPartPr>
            <p14:xfrm>
              <a:off x="3695700" y="4981575"/>
              <a:ext cx="709295" cy="19050"/>
            </p14:xfrm>
          </p:contentPart>
        </mc:Choice>
        <mc:Fallback xmlns="">
          <p:pic>
            <p:nvPicPr>
              <p:cNvPr id="17" name="墨迹 16"/>
            </p:nvPicPr>
            <p:blipFill>
              <a:blip r:embed="rId24"/>
            </p:blipFill>
            <p:spPr>
              <a:xfrm>
                <a:off x="3695700" y="4981575"/>
                <a:ext cx="709295" cy="190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8" name="墨迹 17"/>
              <p14:cNvContentPartPr/>
              <p14:nvPr/>
            </p14:nvContentPartPr>
            <p14:xfrm>
              <a:off x="2428875" y="4457700"/>
              <a:ext cx="1714500" cy="518795"/>
            </p14:xfrm>
          </p:contentPart>
        </mc:Choice>
        <mc:Fallback xmlns="">
          <p:pic>
            <p:nvPicPr>
              <p:cNvPr id="18" name="墨迹 17"/>
            </p:nvPicPr>
            <p:blipFill>
              <a:blip r:embed="rId26"/>
            </p:blipFill>
            <p:spPr>
              <a:xfrm>
                <a:off x="2428875" y="4457700"/>
                <a:ext cx="1714500" cy="51879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9" name="墨迹 18"/>
              <p14:cNvContentPartPr/>
              <p14:nvPr/>
            </p14:nvContentPartPr>
            <p14:xfrm>
              <a:off x="1947545" y="4947920"/>
              <a:ext cx="1095375" cy="9525"/>
            </p14:xfrm>
          </p:contentPart>
        </mc:Choice>
        <mc:Fallback xmlns="">
          <p:pic>
            <p:nvPicPr>
              <p:cNvPr id="19" name="墨迹 18"/>
            </p:nvPicPr>
            <p:blipFill>
              <a:blip r:embed="rId28"/>
            </p:blipFill>
            <p:spPr>
              <a:xfrm>
                <a:off x="1947545" y="4947920"/>
                <a:ext cx="1095375" cy="952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0" name="墨迹 19"/>
              <p14:cNvContentPartPr/>
              <p14:nvPr/>
            </p14:nvContentPartPr>
            <p14:xfrm>
              <a:off x="3590925" y="4962525"/>
              <a:ext cx="1076325" cy="28575"/>
            </p14:xfrm>
          </p:contentPart>
        </mc:Choice>
        <mc:Fallback xmlns="">
          <p:pic>
            <p:nvPicPr>
              <p:cNvPr id="20" name="墨迹 19"/>
            </p:nvPicPr>
            <p:blipFill>
              <a:blip r:embed="rId30"/>
            </p:blipFill>
            <p:spPr>
              <a:xfrm>
                <a:off x="3590925" y="4962525"/>
                <a:ext cx="1076325" cy="2857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1" name="墨迹 20"/>
              <p14:cNvContentPartPr/>
              <p14:nvPr/>
            </p14:nvContentPartPr>
            <p14:xfrm>
              <a:off x="2595245" y="4933950"/>
              <a:ext cx="447675" cy="318770"/>
            </p14:xfrm>
          </p:contentPart>
        </mc:Choice>
        <mc:Fallback xmlns="">
          <p:pic>
            <p:nvPicPr>
              <p:cNvPr id="21" name="墨迹 20"/>
            </p:nvPicPr>
            <p:blipFill>
              <a:blip r:embed="rId32"/>
            </p:blipFill>
            <p:spPr>
              <a:xfrm>
                <a:off x="2595245" y="4933950"/>
                <a:ext cx="447675" cy="31877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2" name="墨迹 21"/>
              <p14:cNvContentPartPr/>
              <p14:nvPr/>
            </p14:nvContentPartPr>
            <p14:xfrm>
              <a:off x="2919095" y="5024120"/>
              <a:ext cx="186055" cy="180975"/>
            </p14:xfrm>
          </p:contentPart>
        </mc:Choice>
        <mc:Fallback xmlns="">
          <p:pic>
            <p:nvPicPr>
              <p:cNvPr id="22" name="墨迹 21"/>
            </p:nvPicPr>
            <p:blipFill>
              <a:blip r:embed="rId34"/>
            </p:blipFill>
            <p:spPr>
              <a:xfrm>
                <a:off x="2919095" y="5024120"/>
                <a:ext cx="186055" cy="18097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3" name="墨迹 22"/>
              <p14:cNvContentPartPr/>
              <p14:nvPr/>
            </p14:nvContentPartPr>
            <p14:xfrm>
              <a:off x="3909695" y="5105400"/>
              <a:ext cx="24130" cy="295275"/>
            </p14:xfrm>
          </p:contentPart>
        </mc:Choice>
        <mc:Fallback xmlns="">
          <p:pic>
            <p:nvPicPr>
              <p:cNvPr id="23" name="墨迹 22"/>
            </p:nvPicPr>
            <p:blipFill>
              <a:blip r:embed="rId36"/>
            </p:blipFill>
            <p:spPr>
              <a:xfrm>
                <a:off x="3909695" y="5105400"/>
                <a:ext cx="24130" cy="29527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4" name="墨迹 23"/>
              <p14:cNvContentPartPr/>
              <p14:nvPr/>
            </p14:nvContentPartPr>
            <p14:xfrm>
              <a:off x="3852545" y="5191125"/>
              <a:ext cx="224155" cy="209550"/>
            </p14:xfrm>
          </p:contentPart>
        </mc:Choice>
        <mc:Fallback xmlns="">
          <p:pic>
            <p:nvPicPr>
              <p:cNvPr id="24" name="墨迹 23"/>
            </p:nvPicPr>
            <p:blipFill>
              <a:blip r:embed="rId38"/>
            </p:blipFill>
            <p:spPr>
              <a:xfrm>
                <a:off x="3852545" y="5191125"/>
                <a:ext cx="224155" cy="20955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5" name="墨迹 24"/>
              <p14:cNvContentPartPr/>
              <p14:nvPr/>
            </p14:nvContentPartPr>
            <p14:xfrm>
              <a:off x="3433445" y="4119245"/>
              <a:ext cx="71755" cy="1257300"/>
            </p14:xfrm>
          </p:contentPart>
        </mc:Choice>
        <mc:Fallback xmlns="">
          <p:pic>
            <p:nvPicPr>
              <p:cNvPr id="25" name="墨迹 24"/>
            </p:nvPicPr>
            <p:blipFill>
              <a:blip r:embed="rId40"/>
            </p:blipFill>
            <p:spPr>
              <a:xfrm>
                <a:off x="3433445" y="4119245"/>
                <a:ext cx="71755" cy="125730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6" name="墨迹 25"/>
              <p14:cNvContentPartPr/>
              <p14:nvPr/>
            </p14:nvContentPartPr>
            <p14:xfrm>
              <a:off x="1871345" y="4648200"/>
              <a:ext cx="1285875" cy="575945"/>
            </p14:xfrm>
          </p:contentPart>
        </mc:Choice>
        <mc:Fallback xmlns="">
          <p:pic>
            <p:nvPicPr>
              <p:cNvPr id="26" name="墨迹 25"/>
            </p:nvPicPr>
            <p:blipFill>
              <a:blip r:embed="rId42"/>
            </p:blipFill>
            <p:spPr>
              <a:xfrm>
                <a:off x="1871345" y="4648200"/>
                <a:ext cx="1285875" cy="57594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7" name="墨迹 26"/>
              <p14:cNvContentPartPr/>
              <p14:nvPr/>
            </p14:nvContentPartPr>
            <p14:xfrm>
              <a:off x="1847850" y="5238750"/>
              <a:ext cx="1166495" cy="147320"/>
            </p14:xfrm>
          </p:contentPart>
        </mc:Choice>
        <mc:Fallback xmlns="">
          <p:pic>
            <p:nvPicPr>
              <p:cNvPr id="27" name="墨迹 26"/>
            </p:nvPicPr>
            <p:blipFill>
              <a:blip r:embed="rId44"/>
            </p:blipFill>
            <p:spPr>
              <a:xfrm>
                <a:off x="1847850" y="5238750"/>
                <a:ext cx="1166495" cy="14732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8" name="墨迹 27"/>
              <p14:cNvContentPartPr/>
              <p14:nvPr/>
            </p14:nvContentPartPr>
            <p14:xfrm>
              <a:off x="1895475" y="5448300"/>
              <a:ext cx="2319020" cy="28575"/>
            </p14:xfrm>
          </p:contentPart>
        </mc:Choice>
        <mc:Fallback xmlns="">
          <p:pic>
            <p:nvPicPr>
              <p:cNvPr id="28" name="墨迹 27"/>
            </p:nvPicPr>
            <p:blipFill>
              <a:blip r:embed="rId46"/>
            </p:blipFill>
            <p:spPr>
              <a:xfrm>
                <a:off x="1895475" y="5448300"/>
                <a:ext cx="2319020" cy="2857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9" name="墨迹 28"/>
              <p14:cNvContentPartPr/>
              <p14:nvPr/>
            </p14:nvContentPartPr>
            <p14:xfrm>
              <a:off x="2466975" y="5429250"/>
              <a:ext cx="42545" cy="652145"/>
            </p14:xfrm>
          </p:contentPart>
        </mc:Choice>
        <mc:Fallback xmlns="">
          <p:pic>
            <p:nvPicPr>
              <p:cNvPr id="29" name="墨迹 28"/>
            </p:nvPicPr>
            <p:blipFill>
              <a:blip r:embed="rId48"/>
            </p:blipFill>
            <p:spPr>
              <a:xfrm>
                <a:off x="2466975" y="5429250"/>
                <a:ext cx="42545" cy="65214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0" name="墨迹 29"/>
              <p14:cNvContentPartPr/>
              <p14:nvPr/>
            </p14:nvContentPartPr>
            <p14:xfrm>
              <a:off x="2209800" y="5467350"/>
              <a:ext cx="266700" cy="547370"/>
            </p14:xfrm>
          </p:contentPart>
        </mc:Choice>
        <mc:Fallback xmlns="">
          <p:pic>
            <p:nvPicPr>
              <p:cNvPr id="30" name="墨迹 29"/>
            </p:nvPicPr>
            <p:blipFill>
              <a:blip r:embed="rId50"/>
            </p:blipFill>
            <p:spPr>
              <a:xfrm>
                <a:off x="2209800" y="5467350"/>
                <a:ext cx="266700" cy="54737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31" name="墨迹 30"/>
              <p14:cNvContentPartPr/>
              <p14:nvPr/>
            </p14:nvContentPartPr>
            <p14:xfrm>
              <a:off x="2528570" y="5410200"/>
              <a:ext cx="276225" cy="375920"/>
            </p14:xfrm>
          </p:contentPart>
        </mc:Choice>
        <mc:Fallback xmlns="">
          <p:pic>
            <p:nvPicPr>
              <p:cNvPr id="31" name="墨迹 30"/>
            </p:nvPicPr>
            <p:blipFill>
              <a:blip r:embed="rId52"/>
            </p:blipFill>
            <p:spPr>
              <a:xfrm>
                <a:off x="2528570" y="5410200"/>
                <a:ext cx="276225" cy="37592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2" name="墨迹 31"/>
              <p14:cNvContentPartPr/>
              <p14:nvPr/>
            </p14:nvContentPartPr>
            <p14:xfrm>
              <a:off x="1866900" y="4500245"/>
              <a:ext cx="1381125" cy="866775"/>
            </p14:xfrm>
          </p:contentPart>
        </mc:Choice>
        <mc:Fallback xmlns="">
          <p:pic>
            <p:nvPicPr>
              <p:cNvPr id="32" name="墨迹 31"/>
            </p:nvPicPr>
            <p:blipFill>
              <a:blip r:embed="rId54"/>
            </p:blipFill>
            <p:spPr>
              <a:xfrm>
                <a:off x="1866900" y="4500245"/>
                <a:ext cx="1381125" cy="86677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3" name="墨迹 32"/>
              <p14:cNvContentPartPr/>
              <p14:nvPr/>
            </p14:nvContentPartPr>
            <p14:xfrm>
              <a:off x="2328545" y="4610100"/>
              <a:ext cx="409575" cy="509270"/>
            </p14:xfrm>
          </p:contentPart>
        </mc:Choice>
        <mc:Fallback xmlns="">
          <p:pic>
            <p:nvPicPr>
              <p:cNvPr id="33" name="墨迹 32"/>
            </p:nvPicPr>
            <p:blipFill>
              <a:blip r:embed="rId56"/>
            </p:blipFill>
            <p:spPr>
              <a:xfrm>
                <a:off x="2328545" y="4610100"/>
                <a:ext cx="409575" cy="50927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4" name="墨迹 33"/>
              <p14:cNvContentPartPr/>
              <p14:nvPr/>
            </p14:nvContentPartPr>
            <p14:xfrm>
              <a:off x="2909570" y="1423670"/>
              <a:ext cx="847725" cy="790575"/>
            </p14:xfrm>
          </p:contentPart>
        </mc:Choice>
        <mc:Fallback xmlns="">
          <p:pic>
            <p:nvPicPr>
              <p:cNvPr id="34" name="墨迹 33"/>
            </p:nvPicPr>
            <p:blipFill>
              <a:blip r:embed="rId58"/>
            </p:blipFill>
            <p:spPr>
              <a:xfrm>
                <a:off x="2909570" y="1423670"/>
                <a:ext cx="847725" cy="79057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5" name="墨迹 34"/>
              <p14:cNvContentPartPr/>
              <p14:nvPr/>
            </p14:nvContentPartPr>
            <p14:xfrm>
              <a:off x="3652520" y="1352550"/>
              <a:ext cx="180975" cy="223520"/>
            </p14:xfrm>
          </p:contentPart>
        </mc:Choice>
        <mc:Fallback xmlns="">
          <p:pic>
            <p:nvPicPr>
              <p:cNvPr id="35" name="墨迹 34"/>
            </p:nvPicPr>
            <p:blipFill>
              <a:blip r:embed="rId60"/>
            </p:blipFill>
            <p:spPr>
              <a:xfrm>
                <a:off x="3652520" y="1352550"/>
                <a:ext cx="180975" cy="22352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6" name="墨迹 35"/>
              <p14:cNvContentPartPr/>
              <p14:nvPr/>
            </p14:nvContentPartPr>
            <p14:xfrm>
              <a:off x="9258300" y="428625"/>
              <a:ext cx="2124075" cy="857250"/>
            </p14:xfrm>
          </p:contentPart>
        </mc:Choice>
        <mc:Fallback xmlns="">
          <p:pic>
            <p:nvPicPr>
              <p:cNvPr id="36" name="墨迹 35"/>
            </p:nvPicPr>
            <p:blipFill>
              <a:blip r:embed="rId62"/>
            </p:blipFill>
            <p:spPr>
              <a:xfrm>
                <a:off x="9258300" y="428625"/>
                <a:ext cx="2124075" cy="85725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7" name="墨迹 36"/>
              <p14:cNvContentPartPr/>
              <p14:nvPr/>
            </p14:nvContentPartPr>
            <p14:xfrm>
              <a:off x="2009775" y="2771775"/>
              <a:ext cx="1485900" cy="28575"/>
            </p14:xfrm>
          </p:contentPart>
        </mc:Choice>
        <mc:Fallback xmlns="">
          <p:pic>
            <p:nvPicPr>
              <p:cNvPr id="37" name="墨迹 36"/>
            </p:nvPicPr>
            <p:blipFill>
              <a:blip r:embed="rId64"/>
            </p:blipFill>
            <p:spPr>
              <a:xfrm>
                <a:off x="2009775" y="2771775"/>
                <a:ext cx="1485900" cy="2857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8" name="墨迹 37"/>
              <p14:cNvContentPartPr/>
              <p14:nvPr/>
            </p14:nvContentPartPr>
            <p14:xfrm>
              <a:off x="9182100" y="2905125"/>
              <a:ext cx="2071370" cy="114300"/>
            </p14:xfrm>
          </p:contentPart>
        </mc:Choice>
        <mc:Fallback xmlns="">
          <p:pic>
            <p:nvPicPr>
              <p:cNvPr id="38" name="墨迹 37"/>
            </p:nvPicPr>
            <p:blipFill>
              <a:blip r:embed="rId66"/>
            </p:blipFill>
            <p:spPr>
              <a:xfrm>
                <a:off x="9182100" y="2905125"/>
                <a:ext cx="2071370" cy="114300"/>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9" name="墨迹 38"/>
              <p14:cNvContentPartPr/>
              <p14:nvPr/>
            </p14:nvContentPartPr>
            <p14:xfrm>
              <a:off x="10134600" y="2814320"/>
              <a:ext cx="819150" cy="395605"/>
            </p14:xfrm>
          </p:contentPart>
        </mc:Choice>
        <mc:Fallback xmlns="">
          <p:pic>
            <p:nvPicPr>
              <p:cNvPr id="39" name="墨迹 38"/>
            </p:nvPicPr>
            <p:blipFill>
              <a:blip r:embed="rId68"/>
            </p:blipFill>
            <p:spPr>
              <a:xfrm>
                <a:off x="10134600" y="2814320"/>
                <a:ext cx="819150" cy="39560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40" name="墨迹 39"/>
              <p14:cNvContentPartPr/>
              <p14:nvPr/>
            </p14:nvContentPartPr>
            <p14:xfrm>
              <a:off x="9401175" y="4057650"/>
              <a:ext cx="2118995" cy="90170"/>
            </p14:xfrm>
          </p:contentPart>
        </mc:Choice>
        <mc:Fallback xmlns="">
          <p:pic>
            <p:nvPicPr>
              <p:cNvPr id="40" name="墨迹 39"/>
            </p:nvPicPr>
            <p:blipFill>
              <a:blip r:embed="rId70"/>
            </p:blipFill>
            <p:spPr>
              <a:xfrm>
                <a:off x="9401175" y="4057650"/>
                <a:ext cx="2118995" cy="9017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41" name="墨迹 40"/>
              <p14:cNvContentPartPr/>
              <p14:nvPr/>
            </p14:nvContentPartPr>
            <p14:xfrm>
              <a:off x="10205720" y="2309495"/>
              <a:ext cx="180975" cy="2419350"/>
            </p14:xfrm>
          </p:contentPart>
        </mc:Choice>
        <mc:Fallback xmlns="">
          <p:pic>
            <p:nvPicPr>
              <p:cNvPr id="41" name="墨迹 40"/>
            </p:nvPicPr>
            <p:blipFill>
              <a:blip r:embed="rId72"/>
            </p:blipFill>
            <p:spPr>
              <a:xfrm>
                <a:off x="10205720" y="2309495"/>
                <a:ext cx="180975" cy="2419350"/>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42" name="墨迹 41"/>
              <p14:cNvContentPartPr/>
              <p14:nvPr/>
            </p14:nvContentPartPr>
            <p14:xfrm>
              <a:off x="10005695" y="2247900"/>
              <a:ext cx="104775" cy="561975"/>
            </p14:xfrm>
          </p:contentPart>
        </mc:Choice>
        <mc:Fallback xmlns="">
          <p:pic>
            <p:nvPicPr>
              <p:cNvPr id="42" name="墨迹 41"/>
            </p:nvPicPr>
            <p:blipFill>
              <a:blip r:embed="rId74"/>
            </p:blipFill>
            <p:spPr>
              <a:xfrm>
                <a:off x="10005695" y="2247900"/>
                <a:ext cx="104775" cy="561975"/>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3" name="墨迹 42"/>
              <p14:cNvContentPartPr/>
              <p14:nvPr/>
            </p14:nvContentPartPr>
            <p14:xfrm>
              <a:off x="10248900" y="2095500"/>
              <a:ext cx="375920" cy="571500"/>
            </p14:xfrm>
          </p:contentPart>
        </mc:Choice>
        <mc:Fallback xmlns="">
          <p:pic>
            <p:nvPicPr>
              <p:cNvPr id="43" name="墨迹 42"/>
            </p:nvPicPr>
            <p:blipFill>
              <a:blip r:embed="rId76"/>
            </p:blipFill>
            <p:spPr>
              <a:xfrm>
                <a:off x="10248900" y="2095500"/>
                <a:ext cx="375920" cy="57150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4" name="墨迹 43"/>
              <p14:cNvContentPartPr/>
              <p14:nvPr/>
            </p14:nvContentPartPr>
            <p14:xfrm>
              <a:off x="1671320" y="2752725"/>
              <a:ext cx="2190750" cy="28575"/>
            </p14:xfrm>
          </p:contentPart>
        </mc:Choice>
        <mc:Fallback xmlns="">
          <p:pic>
            <p:nvPicPr>
              <p:cNvPr id="44" name="墨迹 43"/>
            </p:nvPicPr>
            <p:blipFill>
              <a:blip r:embed="rId78"/>
            </p:blipFill>
            <p:spPr>
              <a:xfrm>
                <a:off x="1671320" y="2752725"/>
                <a:ext cx="2190750" cy="28575"/>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5" name="墨迹 44"/>
              <p14:cNvContentPartPr/>
              <p14:nvPr/>
            </p14:nvContentPartPr>
            <p14:xfrm>
              <a:off x="6572250" y="4395470"/>
              <a:ext cx="471170" cy="709930"/>
            </p14:xfrm>
          </p:contentPart>
        </mc:Choice>
        <mc:Fallback xmlns="">
          <p:pic>
            <p:nvPicPr>
              <p:cNvPr id="45" name="墨迹 44"/>
            </p:nvPicPr>
            <p:blipFill>
              <a:blip r:embed="rId80"/>
            </p:blipFill>
            <p:spPr>
              <a:xfrm>
                <a:off x="6572250" y="4395470"/>
                <a:ext cx="471170" cy="70993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6" name="墨迹 45"/>
              <p14:cNvContentPartPr/>
              <p14:nvPr/>
            </p14:nvContentPartPr>
            <p14:xfrm>
              <a:off x="7052945" y="4795520"/>
              <a:ext cx="495300" cy="19050"/>
            </p14:xfrm>
          </p:contentPart>
        </mc:Choice>
        <mc:Fallback xmlns="">
          <p:pic>
            <p:nvPicPr>
              <p:cNvPr id="46" name="墨迹 45"/>
            </p:nvPicPr>
            <p:blipFill>
              <a:blip r:embed="rId82"/>
            </p:blipFill>
            <p:spPr>
              <a:xfrm>
                <a:off x="7052945" y="4795520"/>
                <a:ext cx="495300" cy="19050"/>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7" name="墨迹 46"/>
              <p14:cNvContentPartPr/>
              <p14:nvPr/>
            </p14:nvContentPartPr>
            <p14:xfrm>
              <a:off x="7319645" y="4629150"/>
              <a:ext cx="314325" cy="381000"/>
            </p14:xfrm>
          </p:contentPart>
        </mc:Choice>
        <mc:Fallback xmlns="">
          <p:pic>
            <p:nvPicPr>
              <p:cNvPr id="47" name="墨迹 46"/>
            </p:nvPicPr>
            <p:blipFill>
              <a:blip r:embed="rId84"/>
            </p:blipFill>
            <p:spPr>
              <a:xfrm>
                <a:off x="7319645" y="4629150"/>
                <a:ext cx="314325" cy="381000"/>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8" name="墨迹 47"/>
              <p14:cNvContentPartPr/>
              <p14:nvPr/>
            </p14:nvContentPartPr>
            <p14:xfrm>
              <a:off x="7986395" y="4738370"/>
              <a:ext cx="233680" cy="9525"/>
            </p14:xfrm>
          </p:contentPart>
        </mc:Choice>
        <mc:Fallback xmlns="">
          <p:pic>
            <p:nvPicPr>
              <p:cNvPr id="48" name="墨迹 47"/>
            </p:nvPicPr>
            <p:blipFill>
              <a:blip r:embed="rId86"/>
            </p:blipFill>
            <p:spPr>
              <a:xfrm>
                <a:off x="7986395" y="4738370"/>
                <a:ext cx="233680" cy="9525"/>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9" name="墨迹 48"/>
              <p14:cNvContentPartPr/>
              <p14:nvPr/>
            </p14:nvContentPartPr>
            <p14:xfrm>
              <a:off x="7972425" y="4957445"/>
              <a:ext cx="575945" cy="24130"/>
            </p14:xfrm>
          </p:contentPart>
        </mc:Choice>
        <mc:Fallback xmlns="">
          <p:pic>
            <p:nvPicPr>
              <p:cNvPr id="49" name="墨迹 48"/>
            </p:nvPicPr>
            <p:blipFill>
              <a:blip r:embed="rId88"/>
            </p:blipFill>
            <p:spPr>
              <a:xfrm>
                <a:off x="7972425" y="4957445"/>
                <a:ext cx="575945" cy="24130"/>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50" name="墨迹 49"/>
              <p14:cNvContentPartPr/>
              <p14:nvPr/>
            </p14:nvContentPartPr>
            <p14:xfrm>
              <a:off x="9348470" y="4495800"/>
              <a:ext cx="352425" cy="1009650"/>
            </p14:xfrm>
          </p:contentPart>
        </mc:Choice>
        <mc:Fallback xmlns="">
          <p:pic>
            <p:nvPicPr>
              <p:cNvPr id="50" name="墨迹 49"/>
            </p:nvPicPr>
            <p:blipFill>
              <a:blip r:embed="rId90"/>
            </p:blipFill>
            <p:spPr>
              <a:xfrm>
                <a:off x="9348470" y="4495800"/>
                <a:ext cx="352425" cy="1009650"/>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51" name="墨迹 50"/>
              <p14:cNvContentPartPr/>
              <p14:nvPr/>
            </p14:nvContentPartPr>
            <p14:xfrm>
              <a:off x="9915525" y="5229225"/>
              <a:ext cx="342900" cy="42545"/>
            </p14:xfrm>
          </p:contentPart>
        </mc:Choice>
        <mc:Fallback xmlns="">
          <p:pic>
            <p:nvPicPr>
              <p:cNvPr id="51" name="墨迹 50"/>
            </p:nvPicPr>
            <p:blipFill>
              <a:blip r:embed="rId92"/>
            </p:blipFill>
            <p:spPr>
              <a:xfrm>
                <a:off x="9915525" y="5229225"/>
                <a:ext cx="342900" cy="42545"/>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52" name="墨迹 51"/>
              <p14:cNvContentPartPr/>
              <p14:nvPr/>
            </p14:nvContentPartPr>
            <p14:xfrm>
              <a:off x="10062845" y="5038725"/>
              <a:ext cx="304800" cy="409575"/>
            </p14:xfrm>
          </p:contentPart>
        </mc:Choice>
        <mc:Fallback xmlns="">
          <p:pic>
            <p:nvPicPr>
              <p:cNvPr id="52" name="墨迹 51"/>
            </p:nvPicPr>
            <p:blipFill>
              <a:blip r:embed="rId94"/>
            </p:blipFill>
            <p:spPr>
              <a:xfrm>
                <a:off x="10062845" y="5038725"/>
                <a:ext cx="304800" cy="409575"/>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53" name="墨迹 52"/>
              <p14:cNvContentPartPr/>
              <p14:nvPr/>
            </p14:nvContentPartPr>
            <p14:xfrm>
              <a:off x="10405745" y="4781550"/>
              <a:ext cx="428625" cy="537845"/>
            </p14:xfrm>
          </p:contentPart>
        </mc:Choice>
        <mc:Fallback xmlns="">
          <p:pic>
            <p:nvPicPr>
              <p:cNvPr id="53" name="墨迹 52"/>
            </p:nvPicPr>
            <p:blipFill>
              <a:blip r:embed="rId96"/>
            </p:blipFill>
            <p:spPr>
              <a:xfrm>
                <a:off x="10405745" y="4781550"/>
                <a:ext cx="428625" cy="53784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4" name="墨迹 53"/>
              <p14:cNvContentPartPr/>
              <p14:nvPr/>
            </p14:nvContentPartPr>
            <p14:xfrm>
              <a:off x="11082020" y="5181600"/>
              <a:ext cx="19050" cy="9525"/>
            </p14:xfrm>
          </p:contentPart>
        </mc:Choice>
        <mc:Fallback xmlns="">
          <p:pic>
            <p:nvPicPr>
              <p:cNvPr id="54" name="墨迹 53"/>
            </p:nvPicPr>
            <p:blipFill>
              <a:blip r:embed="rId98"/>
            </p:blipFill>
            <p:spPr>
              <a:xfrm>
                <a:off x="11082020" y="5181600"/>
                <a:ext cx="19050" cy="9525"/>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5" name="墨迹 54"/>
              <p14:cNvContentPartPr/>
              <p14:nvPr/>
            </p14:nvContentPartPr>
            <p14:xfrm>
              <a:off x="11024870" y="4824095"/>
              <a:ext cx="142875" cy="485775"/>
            </p14:xfrm>
          </p:contentPart>
        </mc:Choice>
        <mc:Fallback xmlns="">
          <p:pic>
            <p:nvPicPr>
              <p:cNvPr id="55" name="墨迹 54"/>
            </p:nvPicPr>
            <p:blipFill>
              <a:blip r:embed="rId100"/>
            </p:blipFill>
            <p:spPr>
              <a:xfrm>
                <a:off x="11024870" y="4824095"/>
                <a:ext cx="142875" cy="485775"/>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6" name="墨迹 55"/>
              <p14:cNvContentPartPr/>
              <p14:nvPr/>
            </p14:nvContentPartPr>
            <p14:xfrm>
              <a:off x="11358245" y="5057775"/>
              <a:ext cx="233680" cy="47625"/>
            </p14:xfrm>
          </p:contentPart>
        </mc:Choice>
        <mc:Fallback xmlns="">
          <p:pic>
            <p:nvPicPr>
              <p:cNvPr id="56" name="墨迹 55"/>
            </p:nvPicPr>
            <p:blipFill>
              <a:blip r:embed="rId102"/>
            </p:blipFill>
            <p:spPr>
              <a:xfrm>
                <a:off x="11358245" y="5057775"/>
                <a:ext cx="233680" cy="47625"/>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7" name="墨迹 56"/>
              <p14:cNvContentPartPr/>
              <p14:nvPr/>
            </p14:nvContentPartPr>
            <p14:xfrm>
              <a:off x="11677650" y="4876800"/>
              <a:ext cx="99695" cy="337820"/>
            </p14:xfrm>
          </p:contentPart>
        </mc:Choice>
        <mc:Fallback xmlns="">
          <p:pic>
            <p:nvPicPr>
              <p:cNvPr id="57" name="墨迹 56"/>
            </p:nvPicPr>
            <p:blipFill>
              <a:blip r:embed="rId104"/>
            </p:blipFill>
            <p:spPr>
              <a:xfrm>
                <a:off x="11677650" y="4876800"/>
                <a:ext cx="99695" cy="337820"/>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58" name="墨迹 57"/>
              <p14:cNvContentPartPr/>
              <p14:nvPr/>
            </p14:nvContentPartPr>
            <p14:xfrm>
              <a:off x="10601325" y="4614545"/>
              <a:ext cx="1023620" cy="748030"/>
            </p14:xfrm>
          </p:contentPart>
        </mc:Choice>
        <mc:Fallback xmlns="">
          <p:pic>
            <p:nvPicPr>
              <p:cNvPr id="58" name="墨迹 57"/>
            </p:nvPicPr>
            <p:blipFill>
              <a:blip r:embed="rId106"/>
            </p:blipFill>
            <p:spPr>
              <a:xfrm>
                <a:off x="10601325" y="4614545"/>
                <a:ext cx="1023620" cy="748030"/>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59" name="墨迹 58"/>
              <p14:cNvContentPartPr/>
              <p14:nvPr/>
            </p14:nvContentPartPr>
            <p14:xfrm>
              <a:off x="9429750" y="5638800"/>
              <a:ext cx="1114425" cy="23495"/>
            </p14:xfrm>
          </p:contentPart>
        </mc:Choice>
        <mc:Fallback xmlns="">
          <p:pic>
            <p:nvPicPr>
              <p:cNvPr id="59" name="墨迹 58"/>
            </p:nvPicPr>
            <p:blipFill>
              <a:blip r:embed="rId108"/>
            </p:blipFill>
            <p:spPr>
              <a:xfrm>
                <a:off x="9429750" y="5638800"/>
                <a:ext cx="1114425" cy="23495"/>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60" name="墨迹 59"/>
              <p14:cNvContentPartPr/>
              <p14:nvPr/>
            </p14:nvContentPartPr>
            <p14:xfrm>
              <a:off x="9234170" y="4552950"/>
              <a:ext cx="43180" cy="990600"/>
            </p14:xfrm>
          </p:contentPart>
        </mc:Choice>
        <mc:Fallback xmlns="">
          <p:pic>
            <p:nvPicPr>
              <p:cNvPr id="60" name="墨迹 59"/>
            </p:nvPicPr>
            <p:blipFill>
              <a:blip r:embed="rId110"/>
            </p:blipFill>
            <p:spPr>
              <a:xfrm>
                <a:off x="9234170" y="4552950"/>
                <a:ext cx="43180" cy="990600"/>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61" name="墨迹 60"/>
              <p14:cNvContentPartPr/>
              <p14:nvPr/>
            </p14:nvContentPartPr>
            <p14:xfrm>
              <a:off x="9357995" y="4381500"/>
              <a:ext cx="1038225" cy="1285875"/>
            </p14:xfrm>
          </p:contentPart>
        </mc:Choice>
        <mc:Fallback xmlns="">
          <p:pic>
            <p:nvPicPr>
              <p:cNvPr id="61" name="墨迹 60"/>
            </p:nvPicPr>
            <p:blipFill>
              <a:blip r:embed="rId112"/>
            </p:blipFill>
            <p:spPr>
              <a:xfrm>
                <a:off x="9357995" y="4381500"/>
                <a:ext cx="1038225" cy="1285875"/>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62" name="墨迹 61"/>
              <p14:cNvContentPartPr/>
              <p14:nvPr/>
            </p14:nvContentPartPr>
            <p14:xfrm>
              <a:off x="6233795" y="5257800"/>
              <a:ext cx="1095375" cy="118745"/>
            </p14:xfrm>
          </p:contentPart>
        </mc:Choice>
        <mc:Fallback xmlns="">
          <p:pic>
            <p:nvPicPr>
              <p:cNvPr id="62" name="墨迹 61"/>
            </p:nvPicPr>
            <p:blipFill>
              <a:blip r:embed="rId114"/>
            </p:blipFill>
            <p:spPr>
              <a:xfrm>
                <a:off x="6233795" y="5257800"/>
                <a:ext cx="1095375" cy="118745"/>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63" name="墨迹 62"/>
              <p14:cNvContentPartPr/>
              <p14:nvPr/>
            </p14:nvContentPartPr>
            <p14:xfrm>
              <a:off x="5405120" y="5715000"/>
              <a:ext cx="28575" cy="447675"/>
            </p14:xfrm>
          </p:contentPart>
        </mc:Choice>
        <mc:Fallback xmlns="">
          <p:pic>
            <p:nvPicPr>
              <p:cNvPr id="63" name="墨迹 62"/>
            </p:nvPicPr>
            <p:blipFill>
              <a:blip r:embed="rId116"/>
            </p:blipFill>
            <p:spPr>
              <a:xfrm>
                <a:off x="5405120" y="5715000"/>
                <a:ext cx="28575" cy="447675"/>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64" name="墨迹 63"/>
              <p14:cNvContentPartPr/>
              <p14:nvPr/>
            </p14:nvContentPartPr>
            <p14:xfrm>
              <a:off x="5257800" y="5629275"/>
              <a:ext cx="3042920" cy="514350"/>
            </p14:xfrm>
          </p:contentPart>
        </mc:Choice>
        <mc:Fallback xmlns="">
          <p:pic>
            <p:nvPicPr>
              <p:cNvPr id="64" name="墨迹 63"/>
            </p:nvPicPr>
            <p:blipFill>
              <a:blip r:embed="rId118"/>
            </p:blipFill>
            <p:spPr>
              <a:xfrm>
                <a:off x="5257800" y="5629275"/>
                <a:ext cx="3042920" cy="514350"/>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65" name="墨迹 64"/>
              <p14:cNvContentPartPr/>
              <p14:nvPr/>
            </p14:nvContentPartPr>
            <p14:xfrm>
              <a:off x="5500370" y="5786120"/>
              <a:ext cx="2510155" cy="462280"/>
            </p14:xfrm>
          </p:contentPart>
        </mc:Choice>
        <mc:Fallback xmlns="">
          <p:pic>
            <p:nvPicPr>
              <p:cNvPr id="65" name="墨迹 64"/>
            </p:nvPicPr>
            <p:blipFill>
              <a:blip r:embed="rId120"/>
            </p:blipFill>
            <p:spPr>
              <a:xfrm>
                <a:off x="5500370" y="5786120"/>
                <a:ext cx="2510155" cy="462280"/>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66" name="墨迹 65"/>
              <p14:cNvContentPartPr/>
              <p14:nvPr/>
            </p14:nvContentPartPr>
            <p14:xfrm>
              <a:off x="6343650" y="5676900"/>
              <a:ext cx="209550" cy="314325"/>
            </p14:xfrm>
          </p:contentPart>
        </mc:Choice>
        <mc:Fallback xmlns="">
          <p:pic>
            <p:nvPicPr>
              <p:cNvPr id="66" name="墨迹 65"/>
            </p:nvPicPr>
            <p:blipFill>
              <a:blip r:embed="rId122"/>
            </p:blipFill>
            <p:spPr>
              <a:xfrm>
                <a:off x="6343650" y="5676900"/>
                <a:ext cx="209550" cy="314325"/>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67" name="墨迹 66"/>
              <p14:cNvContentPartPr/>
              <p14:nvPr/>
            </p14:nvContentPartPr>
            <p14:xfrm>
              <a:off x="6772275" y="5909945"/>
              <a:ext cx="109220" cy="104775"/>
            </p14:xfrm>
          </p:contentPart>
        </mc:Choice>
        <mc:Fallback xmlns="">
          <p:pic>
            <p:nvPicPr>
              <p:cNvPr id="67" name="墨迹 66"/>
            </p:nvPicPr>
            <p:blipFill>
              <a:blip r:embed="rId124"/>
            </p:blipFill>
            <p:spPr>
              <a:xfrm>
                <a:off x="6772275" y="5909945"/>
                <a:ext cx="109220" cy="104775"/>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68" name="墨迹 67"/>
              <p14:cNvContentPartPr/>
              <p14:nvPr/>
            </p14:nvContentPartPr>
            <p14:xfrm>
              <a:off x="7110095" y="5657850"/>
              <a:ext cx="9525" cy="414020"/>
            </p14:xfrm>
          </p:contentPart>
        </mc:Choice>
        <mc:Fallback xmlns="">
          <p:pic>
            <p:nvPicPr>
              <p:cNvPr id="68" name="墨迹 67"/>
            </p:nvPicPr>
            <p:blipFill>
              <a:blip r:embed="rId126"/>
            </p:blipFill>
            <p:spPr>
              <a:xfrm>
                <a:off x="7110095" y="5657850"/>
                <a:ext cx="9525" cy="414020"/>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69" name="墨迹 68"/>
              <p14:cNvContentPartPr/>
              <p14:nvPr/>
            </p14:nvContentPartPr>
            <p14:xfrm>
              <a:off x="7486650" y="5919470"/>
              <a:ext cx="1504950" cy="47625"/>
            </p14:xfrm>
          </p:contentPart>
        </mc:Choice>
        <mc:Fallback xmlns="">
          <p:pic>
            <p:nvPicPr>
              <p:cNvPr id="69" name="墨迹 68"/>
            </p:nvPicPr>
            <p:blipFill>
              <a:blip r:embed="rId128"/>
            </p:blipFill>
            <p:spPr>
              <a:xfrm>
                <a:off x="7486650" y="5919470"/>
                <a:ext cx="1504950" cy="47625"/>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70" name="墨迹 69"/>
              <p14:cNvContentPartPr/>
              <p14:nvPr/>
            </p14:nvContentPartPr>
            <p14:xfrm>
              <a:off x="8900795" y="5810250"/>
              <a:ext cx="233680" cy="299720"/>
            </p14:xfrm>
          </p:contentPart>
        </mc:Choice>
        <mc:Fallback xmlns="">
          <p:pic>
            <p:nvPicPr>
              <p:cNvPr id="70" name="墨迹 69"/>
            </p:nvPicPr>
            <p:blipFill>
              <a:blip r:embed="rId130"/>
            </p:blipFill>
            <p:spPr>
              <a:xfrm>
                <a:off x="8900795" y="5810250"/>
                <a:ext cx="233680" cy="299720"/>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71" name="墨迹 70"/>
              <p14:cNvContentPartPr/>
              <p14:nvPr/>
            </p14:nvContentPartPr>
            <p14:xfrm>
              <a:off x="9462770" y="5805170"/>
              <a:ext cx="271780" cy="605155"/>
            </p14:xfrm>
          </p:contentPart>
        </mc:Choice>
        <mc:Fallback xmlns="">
          <p:pic>
            <p:nvPicPr>
              <p:cNvPr id="71" name="墨迹 70"/>
            </p:nvPicPr>
            <p:blipFill>
              <a:blip r:embed="rId132"/>
            </p:blipFill>
            <p:spPr>
              <a:xfrm>
                <a:off x="9462770" y="5805170"/>
                <a:ext cx="271780" cy="605155"/>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72" name="墨迹 71"/>
              <p14:cNvContentPartPr/>
              <p14:nvPr/>
            </p14:nvContentPartPr>
            <p14:xfrm>
              <a:off x="9967595" y="6276975"/>
              <a:ext cx="257175" cy="9525"/>
            </p14:xfrm>
          </p:contentPart>
        </mc:Choice>
        <mc:Fallback xmlns="">
          <p:pic>
            <p:nvPicPr>
              <p:cNvPr id="72" name="墨迹 71"/>
            </p:nvPicPr>
            <p:blipFill>
              <a:blip r:embed="rId134"/>
            </p:blipFill>
            <p:spPr>
              <a:xfrm>
                <a:off x="9967595" y="6276975"/>
                <a:ext cx="257175" cy="9525"/>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73" name="墨迹 72"/>
              <p14:cNvContentPartPr/>
              <p14:nvPr/>
            </p14:nvContentPartPr>
            <p14:xfrm>
              <a:off x="10110470" y="6024245"/>
              <a:ext cx="243205" cy="485775"/>
            </p14:xfrm>
          </p:contentPart>
        </mc:Choice>
        <mc:Fallback xmlns="">
          <p:pic>
            <p:nvPicPr>
              <p:cNvPr id="73" name="墨迹 72"/>
            </p:nvPicPr>
            <p:blipFill>
              <a:blip r:embed="rId136"/>
            </p:blipFill>
            <p:spPr>
              <a:xfrm>
                <a:off x="10110470" y="6024245"/>
                <a:ext cx="243205" cy="485775"/>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74" name="墨迹 73"/>
              <p14:cNvContentPartPr/>
              <p14:nvPr/>
            </p14:nvContentPartPr>
            <p14:xfrm>
              <a:off x="6376670" y="6524625"/>
              <a:ext cx="161925" cy="166370"/>
            </p14:xfrm>
          </p:contentPart>
        </mc:Choice>
        <mc:Fallback xmlns="">
          <p:pic>
            <p:nvPicPr>
              <p:cNvPr id="74" name="墨迹 73"/>
            </p:nvPicPr>
            <p:blipFill>
              <a:blip r:embed="rId138"/>
            </p:blipFill>
            <p:spPr>
              <a:xfrm>
                <a:off x="6376670" y="6524625"/>
                <a:ext cx="161925" cy="166370"/>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75" name="墨迹 74"/>
              <p14:cNvContentPartPr/>
              <p14:nvPr/>
            </p14:nvContentPartPr>
            <p14:xfrm>
              <a:off x="6757670" y="6715125"/>
              <a:ext cx="62230" cy="52070"/>
            </p14:xfrm>
          </p:contentPart>
        </mc:Choice>
        <mc:Fallback xmlns="">
          <p:pic>
            <p:nvPicPr>
              <p:cNvPr id="75" name="墨迹 74"/>
            </p:nvPicPr>
            <p:blipFill>
              <a:blip r:embed="rId140"/>
            </p:blipFill>
            <p:spPr>
              <a:xfrm>
                <a:off x="6757670" y="6715125"/>
                <a:ext cx="62230" cy="5207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76" name="墨迹 75"/>
              <p14:cNvContentPartPr/>
              <p14:nvPr/>
            </p14:nvContentPartPr>
            <p14:xfrm>
              <a:off x="6948170" y="6500495"/>
              <a:ext cx="171450" cy="171450"/>
            </p14:xfrm>
          </p:contentPart>
        </mc:Choice>
        <mc:Fallback xmlns="">
          <p:pic>
            <p:nvPicPr>
              <p:cNvPr id="76" name="墨迹 75"/>
            </p:nvPicPr>
            <p:blipFill>
              <a:blip r:embed="rId142"/>
            </p:blipFill>
            <p:spPr>
              <a:xfrm>
                <a:off x="6948170" y="6500495"/>
                <a:ext cx="171450" cy="171450"/>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77" name="墨迹 76"/>
              <p14:cNvContentPartPr/>
              <p14:nvPr/>
            </p14:nvContentPartPr>
            <p14:xfrm>
              <a:off x="7296150" y="6372225"/>
              <a:ext cx="85725" cy="433070"/>
            </p14:xfrm>
          </p:contentPart>
        </mc:Choice>
        <mc:Fallback xmlns="">
          <p:pic>
            <p:nvPicPr>
              <p:cNvPr id="77" name="墨迹 76"/>
            </p:nvPicPr>
            <p:blipFill>
              <a:blip r:embed="rId144"/>
            </p:blipFill>
            <p:spPr>
              <a:xfrm>
                <a:off x="7296150" y="6372225"/>
                <a:ext cx="85725" cy="433070"/>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78" name="墨迹 77"/>
              <p14:cNvContentPartPr/>
              <p14:nvPr/>
            </p14:nvContentPartPr>
            <p14:xfrm>
              <a:off x="9177020" y="6486525"/>
              <a:ext cx="314325" cy="366395"/>
            </p14:xfrm>
          </p:contentPart>
        </mc:Choice>
        <mc:Fallback xmlns="">
          <p:pic>
            <p:nvPicPr>
              <p:cNvPr id="78" name="墨迹 77"/>
            </p:nvPicPr>
            <p:blipFill>
              <a:blip r:embed="rId146"/>
            </p:blipFill>
            <p:spPr>
              <a:xfrm>
                <a:off x="9177020" y="6486525"/>
                <a:ext cx="314325" cy="366395"/>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79" name="墨迹 78"/>
              <p14:cNvContentPartPr/>
              <p14:nvPr/>
            </p14:nvContentPartPr>
            <p14:xfrm>
              <a:off x="9677400" y="6643370"/>
              <a:ext cx="299720" cy="360"/>
            </p14:xfrm>
          </p:contentPart>
        </mc:Choice>
        <mc:Fallback xmlns="">
          <p:pic>
            <p:nvPicPr>
              <p:cNvPr id="79" name="墨迹 78"/>
            </p:nvPicPr>
            <p:blipFill>
              <a:blip r:embed="rId148"/>
            </p:blipFill>
            <p:spPr>
              <a:xfrm>
                <a:off x="9677400" y="6643370"/>
                <a:ext cx="299720" cy="360"/>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80" name="墨迹 79"/>
              <p14:cNvContentPartPr/>
              <p14:nvPr/>
            </p14:nvContentPartPr>
            <p14:xfrm>
              <a:off x="9801225" y="6543675"/>
              <a:ext cx="223520" cy="309245"/>
            </p14:xfrm>
          </p:contentPart>
        </mc:Choice>
        <mc:Fallback xmlns="">
          <p:pic>
            <p:nvPicPr>
              <p:cNvPr id="80" name="墨迹 79"/>
            </p:nvPicPr>
            <p:blipFill>
              <a:blip r:embed="rId150"/>
            </p:blipFill>
            <p:spPr>
              <a:xfrm>
                <a:off x="9801225" y="6543675"/>
                <a:ext cx="223520" cy="309245"/>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81" name="墨迹 80"/>
              <p14:cNvContentPartPr/>
              <p14:nvPr/>
            </p14:nvContentPartPr>
            <p14:xfrm>
              <a:off x="9262745" y="5743575"/>
              <a:ext cx="1376680" cy="762000"/>
            </p14:xfrm>
          </p:contentPart>
        </mc:Choice>
        <mc:Fallback xmlns="">
          <p:pic>
            <p:nvPicPr>
              <p:cNvPr id="81" name="墨迹 80"/>
            </p:nvPicPr>
            <p:blipFill>
              <a:blip r:embed="rId152"/>
            </p:blipFill>
            <p:spPr>
              <a:xfrm>
                <a:off x="9262745" y="5743575"/>
                <a:ext cx="1376680" cy="762000"/>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82" name="墨迹 81"/>
              <p14:cNvContentPartPr/>
              <p14:nvPr/>
            </p14:nvContentPartPr>
            <p14:xfrm>
              <a:off x="9015095" y="5124450"/>
              <a:ext cx="1729105" cy="594995"/>
            </p14:xfrm>
          </p:contentPart>
        </mc:Choice>
        <mc:Fallback xmlns="">
          <p:pic>
            <p:nvPicPr>
              <p:cNvPr id="82" name="墨迹 81"/>
            </p:nvPicPr>
            <p:blipFill>
              <a:blip r:embed="rId154"/>
            </p:blipFill>
            <p:spPr>
              <a:xfrm>
                <a:off x="9015095" y="5124450"/>
                <a:ext cx="1729105" cy="594995"/>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83" name="墨迹 82"/>
              <p14:cNvContentPartPr/>
              <p14:nvPr/>
            </p14:nvContentPartPr>
            <p14:xfrm>
              <a:off x="9344025" y="4357370"/>
              <a:ext cx="2328545" cy="1510030"/>
            </p14:xfrm>
          </p:contentPart>
        </mc:Choice>
        <mc:Fallback xmlns="">
          <p:pic>
            <p:nvPicPr>
              <p:cNvPr id="83" name="墨迹 82"/>
            </p:nvPicPr>
            <p:blipFill>
              <a:blip r:embed="rId156"/>
            </p:blipFill>
            <p:spPr>
              <a:xfrm>
                <a:off x="9344025" y="4357370"/>
                <a:ext cx="2328545" cy="1510030"/>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84" name="墨迹 83"/>
              <p14:cNvContentPartPr/>
              <p14:nvPr/>
            </p14:nvContentPartPr>
            <p14:xfrm>
              <a:off x="9186545" y="4381500"/>
              <a:ext cx="104775" cy="1181100"/>
            </p14:xfrm>
          </p:contentPart>
        </mc:Choice>
        <mc:Fallback xmlns="">
          <p:pic>
            <p:nvPicPr>
              <p:cNvPr id="84" name="墨迹 83"/>
            </p:nvPicPr>
            <p:blipFill>
              <a:blip r:embed="rId158"/>
            </p:blipFill>
            <p:spPr>
              <a:xfrm>
                <a:off x="9186545" y="4381500"/>
                <a:ext cx="104775" cy="1181100"/>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85" name="墨迹 84"/>
              <p14:cNvContentPartPr/>
              <p14:nvPr/>
            </p14:nvContentPartPr>
            <p14:xfrm>
              <a:off x="6096000" y="5547995"/>
              <a:ext cx="1390650" cy="633730"/>
            </p14:xfrm>
          </p:contentPart>
        </mc:Choice>
        <mc:Fallback xmlns="">
          <p:pic>
            <p:nvPicPr>
              <p:cNvPr id="85" name="墨迹 84"/>
            </p:nvPicPr>
            <p:blipFill>
              <a:blip r:embed="rId160"/>
            </p:blipFill>
            <p:spPr>
              <a:xfrm>
                <a:off x="6096000" y="5547995"/>
                <a:ext cx="1390650" cy="633730"/>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86" name="墨迹 85"/>
              <p14:cNvContentPartPr/>
              <p14:nvPr/>
            </p14:nvContentPartPr>
            <p14:xfrm>
              <a:off x="7653020" y="5786120"/>
              <a:ext cx="419100" cy="342900"/>
            </p14:xfrm>
          </p:contentPart>
        </mc:Choice>
        <mc:Fallback xmlns="">
          <p:pic>
            <p:nvPicPr>
              <p:cNvPr id="86" name="墨迹 85"/>
            </p:nvPicPr>
            <p:blipFill>
              <a:blip r:embed="rId162"/>
            </p:blipFill>
            <p:spPr>
              <a:xfrm>
                <a:off x="7653020" y="5786120"/>
                <a:ext cx="419100" cy="342900"/>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87" name="墨迹 86"/>
              <p14:cNvContentPartPr/>
              <p14:nvPr/>
            </p14:nvContentPartPr>
            <p14:xfrm>
              <a:off x="7900670" y="6438900"/>
              <a:ext cx="986155" cy="109220"/>
            </p14:xfrm>
          </p:contentPart>
        </mc:Choice>
        <mc:Fallback xmlns="">
          <p:pic>
            <p:nvPicPr>
              <p:cNvPr id="87" name="墨迹 86"/>
            </p:nvPicPr>
            <p:blipFill>
              <a:blip r:embed="rId164"/>
            </p:blipFill>
            <p:spPr>
              <a:xfrm>
                <a:off x="7900670" y="6438900"/>
                <a:ext cx="986155" cy="109220"/>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88" name="墨迹 87"/>
              <p14:cNvContentPartPr/>
              <p14:nvPr/>
            </p14:nvContentPartPr>
            <p14:xfrm>
              <a:off x="8791575" y="6433820"/>
              <a:ext cx="175895" cy="180975"/>
            </p14:xfrm>
          </p:contentPart>
        </mc:Choice>
        <mc:Fallback xmlns="">
          <p:pic>
            <p:nvPicPr>
              <p:cNvPr id="88" name="墨迹 87"/>
            </p:nvPicPr>
            <p:blipFill>
              <a:blip r:embed="rId166"/>
            </p:blipFill>
            <p:spPr>
              <a:xfrm>
                <a:off x="8791575" y="6433820"/>
                <a:ext cx="175895" cy="180975"/>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89" name="墨迹 88"/>
              <p14:cNvContentPartPr/>
              <p14:nvPr/>
            </p14:nvContentPartPr>
            <p14:xfrm>
              <a:off x="7814945" y="6267450"/>
              <a:ext cx="209550" cy="404495"/>
            </p14:xfrm>
          </p:contentPart>
        </mc:Choice>
        <mc:Fallback xmlns="">
          <p:pic>
            <p:nvPicPr>
              <p:cNvPr id="89" name="墨迹 88"/>
            </p:nvPicPr>
            <p:blipFill>
              <a:blip r:embed="rId168"/>
            </p:blipFill>
            <p:spPr>
              <a:xfrm>
                <a:off x="7814945" y="6267450"/>
                <a:ext cx="209550" cy="404495"/>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90" name="墨迹 89"/>
              <p14:cNvContentPartPr/>
              <p14:nvPr/>
            </p14:nvContentPartPr>
            <p14:xfrm>
              <a:off x="4519295" y="5805170"/>
              <a:ext cx="876300" cy="838200"/>
            </p14:xfrm>
          </p:contentPart>
        </mc:Choice>
        <mc:Fallback xmlns="">
          <p:pic>
            <p:nvPicPr>
              <p:cNvPr id="90" name="墨迹 89"/>
            </p:nvPicPr>
            <p:blipFill>
              <a:blip r:embed="rId170"/>
            </p:blipFill>
            <p:spPr>
              <a:xfrm>
                <a:off x="4519295" y="5805170"/>
                <a:ext cx="876300" cy="838200"/>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91" name="墨迹 90"/>
              <p14:cNvContentPartPr/>
              <p14:nvPr/>
            </p14:nvContentPartPr>
            <p14:xfrm>
              <a:off x="6257925" y="6067425"/>
              <a:ext cx="2185670" cy="66675"/>
            </p14:xfrm>
          </p:contentPart>
        </mc:Choice>
        <mc:Fallback xmlns="">
          <p:pic>
            <p:nvPicPr>
              <p:cNvPr id="91" name="墨迹 90"/>
            </p:nvPicPr>
            <p:blipFill>
              <a:blip r:embed="rId172"/>
            </p:blipFill>
            <p:spPr>
              <a:xfrm>
                <a:off x="6257925" y="6067425"/>
                <a:ext cx="2185670" cy="66675"/>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92" name="墨迹 91"/>
              <p14:cNvContentPartPr/>
              <p14:nvPr/>
            </p14:nvContentPartPr>
            <p14:xfrm>
              <a:off x="6124575" y="6586220"/>
              <a:ext cx="1671320" cy="266700"/>
            </p14:xfrm>
          </p:contentPart>
        </mc:Choice>
        <mc:Fallback xmlns="">
          <p:pic>
            <p:nvPicPr>
              <p:cNvPr id="92" name="墨迹 91"/>
            </p:nvPicPr>
            <p:blipFill>
              <a:blip r:embed="rId174"/>
            </p:blipFill>
            <p:spPr>
              <a:xfrm>
                <a:off x="6124575" y="6586220"/>
                <a:ext cx="1671320" cy="266700"/>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93" name="墨迹 92"/>
              <p14:cNvContentPartPr/>
              <p14:nvPr/>
            </p14:nvContentPartPr>
            <p14:xfrm>
              <a:off x="5076825" y="5781675"/>
              <a:ext cx="166370" cy="57150"/>
            </p14:xfrm>
          </p:contentPart>
        </mc:Choice>
        <mc:Fallback xmlns="">
          <p:pic>
            <p:nvPicPr>
              <p:cNvPr id="93" name="墨迹 92"/>
            </p:nvPicPr>
            <p:blipFill>
              <a:blip r:embed="rId176"/>
            </p:blipFill>
            <p:spPr>
              <a:xfrm>
                <a:off x="5076825" y="5781675"/>
                <a:ext cx="166370" cy="57150"/>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94" name="墨迹 93"/>
              <p14:cNvContentPartPr/>
              <p14:nvPr/>
            </p14:nvContentPartPr>
            <p14:xfrm>
              <a:off x="6538595" y="3719195"/>
              <a:ext cx="1005205" cy="452755"/>
            </p14:xfrm>
          </p:contentPart>
        </mc:Choice>
        <mc:Fallback xmlns="">
          <p:pic>
            <p:nvPicPr>
              <p:cNvPr id="94" name="墨迹 93"/>
            </p:nvPicPr>
            <p:blipFill>
              <a:blip r:embed="rId178"/>
            </p:blipFill>
            <p:spPr>
              <a:xfrm>
                <a:off x="6538595" y="3719195"/>
                <a:ext cx="1005205" cy="452755"/>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95" name="墨迹 94"/>
              <p14:cNvContentPartPr/>
              <p14:nvPr/>
            </p14:nvContentPartPr>
            <p14:xfrm>
              <a:off x="3747770" y="2486025"/>
              <a:ext cx="3228975" cy="1109345"/>
            </p14:xfrm>
          </p:contentPart>
        </mc:Choice>
        <mc:Fallback xmlns="">
          <p:pic>
            <p:nvPicPr>
              <p:cNvPr id="95" name="墨迹 94"/>
            </p:nvPicPr>
            <p:blipFill>
              <a:blip r:embed="rId180"/>
            </p:blipFill>
            <p:spPr>
              <a:xfrm>
                <a:off x="3747770" y="2486025"/>
                <a:ext cx="3228975" cy="1109345"/>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96" name="墨迹 95"/>
              <p14:cNvContentPartPr/>
              <p14:nvPr/>
            </p14:nvContentPartPr>
            <p14:xfrm>
              <a:off x="6681470" y="3300095"/>
              <a:ext cx="466725" cy="319405"/>
            </p14:xfrm>
          </p:contentPart>
        </mc:Choice>
        <mc:Fallback xmlns="">
          <p:pic>
            <p:nvPicPr>
              <p:cNvPr id="96" name="墨迹 95"/>
            </p:nvPicPr>
            <p:blipFill>
              <a:blip r:embed="rId182"/>
            </p:blipFill>
            <p:spPr>
              <a:xfrm>
                <a:off x="6681470" y="3300095"/>
                <a:ext cx="466725" cy="319405"/>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97" name="墨迹 96"/>
              <p14:cNvContentPartPr/>
              <p14:nvPr/>
            </p14:nvContentPartPr>
            <p14:xfrm>
              <a:off x="6662420" y="3947795"/>
              <a:ext cx="1133475" cy="309880"/>
            </p14:xfrm>
          </p:contentPart>
        </mc:Choice>
        <mc:Fallback xmlns="">
          <p:pic>
            <p:nvPicPr>
              <p:cNvPr id="97" name="墨迹 96"/>
            </p:nvPicPr>
            <p:blipFill>
              <a:blip r:embed="rId184"/>
            </p:blipFill>
            <p:spPr>
              <a:xfrm>
                <a:off x="6662420" y="3947795"/>
                <a:ext cx="1133475" cy="309880"/>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98" name="墨迹 97"/>
              <p14:cNvContentPartPr/>
              <p14:nvPr/>
            </p14:nvContentPartPr>
            <p14:xfrm>
              <a:off x="6553200" y="4114800"/>
              <a:ext cx="1328420" cy="66675"/>
            </p14:xfrm>
          </p:contentPart>
        </mc:Choice>
        <mc:Fallback xmlns="">
          <p:pic>
            <p:nvPicPr>
              <p:cNvPr id="98" name="墨迹 97"/>
            </p:nvPicPr>
            <p:blipFill>
              <a:blip r:embed="rId186"/>
            </p:blipFill>
            <p:spPr>
              <a:xfrm>
                <a:off x="6553200" y="4114800"/>
                <a:ext cx="1328420" cy="66675"/>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99" name="墨迹 98"/>
              <p14:cNvContentPartPr/>
              <p14:nvPr/>
            </p14:nvContentPartPr>
            <p14:xfrm>
              <a:off x="6162675" y="4200525"/>
              <a:ext cx="1842770" cy="28575"/>
            </p14:xfrm>
          </p:contentPart>
        </mc:Choice>
        <mc:Fallback xmlns="">
          <p:pic>
            <p:nvPicPr>
              <p:cNvPr id="99" name="墨迹 98"/>
            </p:nvPicPr>
            <p:blipFill>
              <a:blip r:embed="rId188"/>
            </p:blipFill>
            <p:spPr>
              <a:xfrm>
                <a:off x="6162675" y="4200525"/>
                <a:ext cx="1842770" cy="28575"/>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100" name="墨迹 99"/>
              <p14:cNvContentPartPr/>
              <p14:nvPr/>
            </p14:nvContentPartPr>
            <p14:xfrm>
              <a:off x="2695575" y="1000125"/>
              <a:ext cx="247650" cy="1219200"/>
            </p14:xfrm>
          </p:contentPart>
        </mc:Choice>
        <mc:Fallback xmlns="">
          <p:pic>
            <p:nvPicPr>
              <p:cNvPr id="100" name="墨迹 99"/>
            </p:nvPicPr>
            <p:blipFill>
              <a:blip r:embed="rId190"/>
            </p:blipFill>
            <p:spPr>
              <a:xfrm>
                <a:off x="2695575" y="1000125"/>
                <a:ext cx="247650" cy="1219200"/>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101" name="墨迹 100"/>
              <p14:cNvContentPartPr/>
              <p14:nvPr/>
            </p14:nvContentPartPr>
            <p14:xfrm>
              <a:off x="1771650" y="2033270"/>
              <a:ext cx="1957070" cy="781050"/>
            </p14:xfrm>
          </p:contentPart>
        </mc:Choice>
        <mc:Fallback xmlns="">
          <p:pic>
            <p:nvPicPr>
              <p:cNvPr id="101" name="墨迹 100"/>
            </p:nvPicPr>
            <p:blipFill>
              <a:blip r:embed="rId192"/>
            </p:blipFill>
            <p:spPr>
              <a:xfrm>
                <a:off x="1771650" y="2033270"/>
                <a:ext cx="1957070" cy="781050"/>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02" name="墨迹 101"/>
              <p14:cNvContentPartPr/>
              <p14:nvPr/>
            </p14:nvContentPartPr>
            <p14:xfrm>
              <a:off x="695325" y="1628775"/>
              <a:ext cx="299720" cy="3252470"/>
            </p14:xfrm>
          </p:contentPart>
        </mc:Choice>
        <mc:Fallback xmlns="">
          <p:pic>
            <p:nvPicPr>
              <p:cNvPr id="102" name="墨迹 101"/>
            </p:nvPicPr>
            <p:blipFill>
              <a:blip r:embed="rId194"/>
            </p:blipFill>
            <p:spPr>
              <a:xfrm>
                <a:off x="695325" y="1628775"/>
                <a:ext cx="299720" cy="3252470"/>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03" name="墨迹 102"/>
              <p14:cNvContentPartPr/>
              <p14:nvPr/>
            </p14:nvContentPartPr>
            <p14:xfrm>
              <a:off x="3324225" y="3642995"/>
              <a:ext cx="4010025" cy="90805"/>
            </p14:xfrm>
          </p:contentPart>
        </mc:Choice>
        <mc:Fallback xmlns="">
          <p:pic>
            <p:nvPicPr>
              <p:cNvPr id="103" name="墨迹 102"/>
            </p:nvPicPr>
            <p:blipFill>
              <a:blip r:embed="rId196"/>
            </p:blipFill>
            <p:spPr>
              <a:xfrm>
                <a:off x="3324225" y="3642995"/>
                <a:ext cx="4010025" cy="90805"/>
              </a:xfrm>
              <a:prstGeom prst="rect"/>
            </p:spPr>
          </p:pic>
        </mc:Fallback>
      </mc:AlternateContent>
    </p:spTree>
    <p:custDataLst>
      <p:tags r:id="rId19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fontScale="90000"/>
          </a:bodyPr>
          <a:p>
            <a:r>
              <a:rPr lang="zh-CN" altLang="en-US"/>
              <a:t>泛化：</a:t>
            </a:r>
            <a:r>
              <a:rPr lang="en-US" altLang="zh-CN"/>
              <a:t>XSAM</a:t>
            </a:r>
            <a:endParaRPr lang="en-US" altLang="zh-CN"/>
          </a:p>
        </p:txBody>
      </p:sp>
      <p:sp>
        <p:nvSpPr>
          <p:cNvPr id="6" name="文本占位符 5"/>
          <p:cNvSpPr>
            <a:spLocks noGrp="1"/>
          </p:cNvSpPr>
          <p:nvPr>
            <p:ph type="body" sz="quarter" idx="13"/>
            <p:custDataLst>
              <p:tags r:id="rId2"/>
            </p:custDataLst>
          </p:nvPr>
        </p:nvSpPr>
        <p:spPr/>
        <p:txBody>
          <a:bodyPr>
            <a:normAutofit fontScale="90000"/>
          </a:bodyPr>
          <a:p>
            <a:r>
              <a:rPr lang="en-US" altLang="zh-CN">
                <a:sym typeface="+mn-ea"/>
              </a:rPr>
              <a:t>ICLR 2026</a:t>
            </a:r>
            <a:r>
              <a:rPr lang="zh-CN" altLang="en-US">
                <a:sym typeface="+mn-ea"/>
              </a:rPr>
              <a:t>，通讯作者</a:t>
            </a:r>
            <a:r>
              <a:rPr lang="zh-CN" altLang="en-US" sz="1600">
                <a:sym typeface="+mn-ea"/>
              </a:rPr>
              <a:t>（指导学生完成）</a:t>
            </a:r>
            <a:endParaRPr lang="zh-CN" altLang="en-US" sz="1600">
              <a:sym typeface="+mn-ea"/>
            </a:endParaRPr>
          </a:p>
        </p:txBody>
      </p:sp>
      <p:sp>
        <p:nvSpPr>
          <p:cNvPr id="3" name="文本框 2"/>
          <p:cNvSpPr txBox="1"/>
          <p:nvPr/>
        </p:nvSpPr>
        <p:spPr>
          <a:xfrm>
            <a:off x="565785" y="685165"/>
            <a:ext cx="4064000" cy="645160"/>
          </a:xfrm>
          <a:prstGeom prst="rect">
            <a:avLst/>
          </a:prstGeom>
          <a:noFill/>
        </p:spPr>
        <p:txBody>
          <a:bodyPr wrap="square" rtlCol="0">
            <a:spAutoFit/>
          </a:bodyPr>
          <a:p>
            <a:r>
              <a:rPr lang="zh-CN" altLang="en-US" sz="3600">
                <a:solidFill>
                  <a:schemeClr val="bg1">
                    <a:lumMod val="75000"/>
                  </a:schemeClr>
                </a:solidFill>
              </a:rPr>
              <a:t>第三</a:t>
            </a:r>
            <a:r>
              <a:rPr lang="zh-CN" altLang="en-US" sz="3600">
                <a:solidFill>
                  <a:schemeClr val="bg1">
                    <a:lumMod val="75000"/>
                  </a:schemeClr>
                </a:solidFill>
                <a:sym typeface="+mn-ea"/>
              </a:rPr>
              <a:t>项</a:t>
            </a:r>
            <a:r>
              <a:rPr lang="zh-CN" altLang="en-US" sz="3600">
                <a:solidFill>
                  <a:schemeClr val="bg1">
                    <a:lumMod val="75000"/>
                  </a:schemeClr>
                </a:solidFill>
              </a:rPr>
              <a:t>工作</a:t>
            </a:r>
            <a:endParaRPr lang="zh-CN" altLang="en-US" sz="3600">
              <a:solidFill>
                <a:schemeClr val="bg1">
                  <a:lumMod val="75000"/>
                </a:schemeClr>
              </a:solidFill>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5957570" y="2343150"/>
              <a:ext cx="2562225" cy="1095375"/>
            </p14:xfrm>
          </p:contentPart>
        </mc:Choice>
        <mc:Fallback xmlns="">
          <p:pic>
            <p:nvPicPr>
              <p:cNvPr id="5" name="墨迹 4"/>
            </p:nvPicPr>
            <p:blipFill>
              <a:blip r:embed="rId4"/>
            </p:blipFill>
            <p:spPr>
              <a:xfrm>
                <a:off x="5957570" y="2343150"/>
                <a:ext cx="2562225" cy="109537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3214370" y="3481070"/>
              <a:ext cx="2247900" cy="781050"/>
            </p14:xfrm>
          </p:contentPart>
        </mc:Choice>
        <mc:Fallback xmlns="">
          <p:pic>
            <p:nvPicPr>
              <p:cNvPr id="7" name="墨迹 6"/>
            </p:nvPicPr>
            <p:blipFill>
              <a:blip r:embed="rId6"/>
            </p:blipFill>
            <p:spPr>
              <a:xfrm>
                <a:off x="3214370" y="3481070"/>
                <a:ext cx="2247900" cy="7810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6943725" y="4119245"/>
              <a:ext cx="1938020" cy="57150"/>
            </p14:xfrm>
          </p:contentPart>
        </mc:Choice>
        <mc:Fallback xmlns="">
          <p:pic>
            <p:nvPicPr>
              <p:cNvPr id="8" name="墨迹 7"/>
            </p:nvPicPr>
            <p:blipFill>
              <a:blip r:embed="rId8"/>
            </p:blipFill>
            <p:spPr>
              <a:xfrm>
                <a:off x="6943725" y="4119245"/>
                <a:ext cx="1938020" cy="57150"/>
              </a:xfrm>
              <a:prstGeom prst="rect"/>
            </p:spPr>
          </p:pic>
        </mc:Fallback>
      </mc:AlternateContent>
    </p:spTree>
    <p:custDataLst>
      <p:tags r:id="rId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en-US" altLang="zh-CN"/>
              <a:t>SAM (</a:t>
            </a:r>
            <a:r>
              <a:rPr lang="zh-CN" altLang="en-US" sz="3200">
                <a:highlight>
                  <a:srgbClr val="FFFF00"/>
                </a:highlight>
                <a:sym typeface="+mn-ea"/>
              </a:rPr>
              <a:t>经典的</a:t>
            </a:r>
            <a:r>
              <a:rPr lang="zh-CN" altLang="en-US" sz="3200">
                <a:highlight>
                  <a:srgbClr val="FFFF00"/>
                </a:highlight>
              </a:rPr>
              <a:t>基于优化的泛化增强方法</a:t>
            </a:r>
            <a:r>
              <a:rPr lang="en-US" altLang="zh-CN"/>
              <a:t>)</a:t>
            </a:r>
            <a:endParaRPr lang="zh-CN" altLang="en-US"/>
          </a:p>
        </p:txBody>
      </p:sp>
      <p:sp>
        <p:nvSpPr>
          <p:cNvPr id="5" name="内容占位符 4"/>
          <p:cNvSpPr>
            <a:spLocks noGrp="1"/>
          </p:cNvSpPr>
          <p:nvPr>
            <p:ph sz="half" idx="1"/>
            <p:custDataLst>
              <p:tags r:id="rId2"/>
            </p:custDataLst>
          </p:nvPr>
        </p:nvSpPr>
        <p:spPr/>
        <p:txBody>
          <a:bodyPr/>
          <a:p>
            <a:r>
              <a:rPr lang="zh-CN" altLang="en-US"/>
              <a:t>原始目标：</a:t>
            </a:r>
            <a:endParaRPr lang="en-US" altLang="zh-CN"/>
          </a:p>
          <a:p>
            <a:endParaRPr lang="en-US" altLang="zh-CN"/>
          </a:p>
          <a:p>
            <a:endParaRPr lang="en-US" altLang="zh-CN"/>
          </a:p>
          <a:p>
            <a:pPr marL="0" indent="0">
              <a:buNone/>
            </a:pPr>
            <a:endParaRPr lang="en-US" altLang="zh-CN"/>
          </a:p>
          <a:p>
            <a:pPr marL="0" indent="0">
              <a:buNone/>
            </a:pPr>
            <a:endParaRPr lang="en-US" altLang="zh-CN" sz="1000"/>
          </a:p>
          <a:p>
            <a:r>
              <a:rPr lang="zh-CN" altLang="en-US">
                <a:solidFill>
                  <a:srgbClr val="0070C0"/>
                </a:solidFill>
              </a:rPr>
              <a:t>通过最小化参数邻域内的最大损失</a:t>
            </a:r>
            <a:endParaRPr lang="zh-CN" altLang="en-US"/>
          </a:p>
          <a:p>
            <a:endParaRPr lang="zh-CN" altLang="en-US"/>
          </a:p>
          <a:p>
            <a:r>
              <a:rPr lang="zh-CN" altLang="en-US"/>
              <a:t>从而寻找具有更平坦损失景观</a:t>
            </a:r>
            <a:endParaRPr lang="zh-CN" altLang="en-US"/>
          </a:p>
        </p:txBody>
      </p:sp>
      <p:sp>
        <p:nvSpPr>
          <p:cNvPr id="9" name="内容占位符 8"/>
          <p:cNvSpPr>
            <a:spLocks noGrp="1"/>
          </p:cNvSpPr>
          <p:nvPr>
            <p:ph sz="half" idx="2"/>
            <p:custDataLst>
              <p:tags r:id="rId3"/>
            </p:custDataLst>
          </p:nvPr>
        </p:nvSpPr>
        <p:spPr/>
        <p:txBody>
          <a:bodyPr/>
          <a:p>
            <a:r>
              <a:rPr lang="zh-CN" altLang="en-US"/>
              <a:t>近似</a:t>
            </a:r>
            <a:r>
              <a:rPr lang="zh-CN" altLang="en-US"/>
              <a:t>实现：</a:t>
            </a:r>
            <a:endParaRPr lang="zh-CN" altLang="en-US"/>
          </a:p>
          <a:p>
            <a:endParaRPr lang="zh-CN" altLang="en-US"/>
          </a:p>
          <a:p>
            <a:endParaRPr lang="zh-CN" altLang="en-US"/>
          </a:p>
          <a:p>
            <a:endParaRPr lang="zh-CN" altLang="en-US"/>
          </a:p>
          <a:p>
            <a:endParaRPr lang="zh-CN" altLang="en-US"/>
          </a:p>
          <a:p>
            <a:pPr lvl="1"/>
            <a:r>
              <a:rPr lang="zh-CN" altLang="en-US"/>
              <a:t>沿梯度方向施加扰动，近似</a:t>
            </a:r>
            <a:r>
              <a:rPr lang="zh-CN" altLang="en-US"/>
              <a:t>最大值点</a:t>
            </a:r>
            <a:endParaRPr lang="zh-CN" altLang="en-US"/>
          </a:p>
          <a:p>
            <a:pPr lvl="1"/>
            <a:endParaRPr lang="zh-CN" altLang="en-US"/>
          </a:p>
          <a:p>
            <a:pPr lvl="1"/>
            <a:r>
              <a:rPr lang="zh-CN" altLang="en-US"/>
              <a:t>再用</a:t>
            </a:r>
            <a:r>
              <a:rPr lang="zh-CN" altLang="en-US"/>
              <a:t>扰动点的梯度更新参数</a:t>
            </a:r>
            <a:endParaRPr lang="zh-CN" altLang="en-US"/>
          </a:p>
        </p:txBody>
      </p:sp>
      <p:pic>
        <p:nvPicPr>
          <p:cNvPr id="7" name="图片 6"/>
          <p:cNvPicPr>
            <a:picLocks noChangeAspect="1"/>
          </p:cNvPicPr>
          <p:nvPr/>
        </p:nvPicPr>
        <p:blipFill>
          <a:blip r:embed="rId4"/>
          <a:stretch>
            <a:fillRect/>
          </a:stretch>
        </p:blipFill>
        <p:spPr>
          <a:xfrm>
            <a:off x="1353820" y="2021840"/>
            <a:ext cx="2613025" cy="864235"/>
          </a:xfrm>
          <a:prstGeom prst="rect">
            <a:avLst/>
          </a:prstGeom>
        </p:spPr>
      </p:pic>
      <p:pic>
        <p:nvPicPr>
          <p:cNvPr id="8" name="图片 7"/>
          <p:cNvPicPr>
            <a:picLocks noChangeAspect="1"/>
          </p:cNvPicPr>
          <p:nvPr/>
        </p:nvPicPr>
        <p:blipFill>
          <a:blip r:embed="rId5"/>
          <a:stretch>
            <a:fillRect/>
          </a:stretch>
        </p:blipFill>
        <p:spPr>
          <a:xfrm>
            <a:off x="1193800" y="2886075"/>
            <a:ext cx="3238500" cy="312420"/>
          </a:xfrm>
          <a:prstGeom prst="rect">
            <a:avLst/>
          </a:prstGeom>
        </p:spPr>
      </p:pic>
      <p:pic>
        <p:nvPicPr>
          <p:cNvPr id="10" name="图片 9"/>
          <p:cNvPicPr>
            <a:picLocks noChangeAspect="1"/>
          </p:cNvPicPr>
          <p:nvPr/>
        </p:nvPicPr>
        <p:blipFill>
          <a:blip r:embed="rId6"/>
          <a:stretch>
            <a:fillRect/>
          </a:stretch>
        </p:blipFill>
        <p:spPr>
          <a:xfrm>
            <a:off x="7769860" y="2021840"/>
            <a:ext cx="1912620" cy="762000"/>
          </a:xfrm>
          <a:prstGeom prst="rect">
            <a:avLst/>
          </a:prstGeom>
        </p:spPr>
      </p:pic>
      <p:pic>
        <p:nvPicPr>
          <p:cNvPr id="11" name="图片 10"/>
          <p:cNvPicPr>
            <a:picLocks noChangeAspect="1"/>
          </p:cNvPicPr>
          <p:nvPr/>
        </p:nvPicPr>
        <p:blipFill>
          <a:blip r:embed="rId7"/>
          <a:stretch>
            <a:fillRect/>
          </a:stretch>
        </p:blipFill>
        <p:spPr>
          <a:xfrm>
            <a:off x="7017385" y="2886075"/>
            <a:ext cx="3230880" cy="723900"/>
          </a:xfrm>
          <a:prstGeom prst="rect">
            <a:avLst/>
          </a:prstGeom>
        </p:spPr>
      </p:pic>
      <mc:AlternateContent xmlns:mc="http://schemas.openxmlformats.org/markup-compatibility/2006" xmlns:p14="http://schemas.microsoft.com/office/powerpoint/2010/main">
        <mc:Choice Requires="p14">
          <p:contentPart r:id="rId8" p14:bwMode="auto">
            <p14:nvContentPartPr>
              <p14:cNvPr id="12" name="墨迹 11"/>
              <p14:cNvContentPartPr/>
              <p14:nvPr/>
            </p14:nvContentPartPr>
            <p14:xfrm>
              <a:off x="271145" y="547370"/>
              <a:ext cx="1733550" cy="871855"/>
            </p14:xfrm>
          </p:contentPart>
        </mc:Choice>
        <mc:Fallback xmlns="">
          <p:pic>
            <p:nvPicPr>
              <p:cNvPr id="12" name="墨迹 11"/>
            </p:nvPicPr>
            <p:blipFill>
              <a:blip r:embed="rId9"/>
            </p:blipFill>
            <p:spPr>
              <a:xfrm>
                <a:off x="271145" y="547370"/>
                <a:ext cx="1733550" cy="87185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3" name="墨迹 12"/>
              <p14:cNvContentPartPr/>
              <p14:nvPr/>
            </p14:nvContentPartPr>
            <p14:xfrm>
              <a:off x="3452495" y="1219200"/>
              <a:ext cx="1743075" cy="352425"/>
            </p14:xfrm>
          </p:contentPart>
        </mc:Choice>
        <mc:Fallback xmlns="">
          <p:pic>
            <p:nvPicPr>
              <p:cNvPr id="13" name="墨迹 12"/>
            </p:nvPicPr>
            <p:blipFill>
              <a:blip r:embed="rId11"/>
            </p:blipFill>
            <p:spPr>
              <a:xfrm>
                <a:off x="3452495" y="1219200"/>
                <a:ext cx="1743075" cy="352425"/>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4" name="墨迹 13"/>
              <p14:cNvContentPartPr/>
              <p14:nvPr/>
            </p14:nvContentPartPr>
            <p14:xfrm>
              <a:off x="5786120" y="1214120"/>
              <a:ext cx="2529205" cy="214630"/>
            </p14:xfrm>
          </p:contentPart>
        </mc:Choice>
        <mc:Fallback xmlns="">
          <p:pic>
            <p:nvPicPr>
              <p:cNvPr id="14" name="墨迹 13"/>
            </p:nvPicPr>
            <p:blipFill>
              <a:blip r:embed="rId13"/>
            </p:blipFill>
            <p:spPr>
              <a:xfrm>
                <a:off x="5786120" y="1214120"/>
                <a:ext cx="2529205" cy="21463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5" name="墨迹 14"/>
              <p14:cNvContentPartPr/>
              <p14:nvPr/>
            </p14:nvContentPartPr>
            <p14:xfrm>
              <a:off x="5681345" y="428625"/>
              <a:ext cx="1052830" cy="956945"/>
            </p14:xfrm>
          </p:contentPart>
        </mc:Choice>
        <mc:Fallback xmlns="">
          <p:pic>
            <p:nvPicPr>
              <p:cNvPr id="15" name="墨迹 14"/>
            </p:nvPicPr>
            <p:blipFill>
              <a:blip r:embed="rId15"/>
            </p:blipFill>
            <p:spPr>
              <a:xfrm>
                <a:off x="5681345" y="428625"/>
                <a:ext cx="1052830" cy="95694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6" name="墨迹 15"/>
              <p14:cNvContentPartPr/>
              <p14:nvPr/>
            </p14:nvContentPartPr>
            <p14:xfrm>
              <a:off x="3423920" y="1614170"/>
              <a:ext cx="360" cy="360"/>
            </p14:xfrm>
          </p:contentPart>
        </mc:Choice>
        <mc:Fallback xmlns="">
          <p:pic>
            <p:nvPicPr>
              <p:cNvPr id="16" name="墨迹 15"/>
            </p:nvPicPr>
            <p:blipFill>
              <a:blip r:embed="rId17"/>
            </p:blipFill>
            <p:spPr>
              <a:xfrm>
                <a:off x="3423920" y="1614170"/>
                <a:ext cx="360" cy="36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7" name="墨迹 16"/>
              <p14:cNvContentPartPr/>
              <p14:nvPr/>
            </p14:nvContentPartPr>
            <p14:xfrm>
              <a:off x="3433445" y="1661795"/>
              <a:ext cx="1767205" cy="123825"/>
            </p14:xfrm>
          </p:contentPart>
        </mc:Choice>
        <mc:Fallback xmlns="">
          <p:pic>
            <p:nvPicPr>
              <p:cNvPr id="17" name="墨迹 16"/>
            </p:nvPicPr>
            <p:blipFill>
              <a:blip r:embed="rId19"/>
            </p:blipFill>
            <p:spPr>
              <a:xfrm>
                <a:off x="3433445" y="1661795"/>
                <a:ext cx="1767205" cy="12382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8" name="墨迹 17"/>
              <p14:cNvContentPartPr/>
              <p14:nvPr/>
            </p14:nvContentPartPr>
            <p14:xfrm>
              <a:off x="2147570" y="2080895"/>
              <a:ext cx="1757680" cy="714375"/>
            </p14:xfrm>
          </p:contentPart>
        </mc:Choice>
        <mc:Fallback xmlns="">
          <p:pic>
            <p:nvPicPr>
              <p:cNvPr id="18" name="墨迹 17"/>
            </p:nvPicPr>
            <p:blipFill>
              <a:blip r:embed="rId21"/>
            </p:blipFill>
            <p:spPr>
              <a:xfrm>
                <a:off x="2147570" y="2080895"/>
                <a:ext cx="1757680" cy="714375"/>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9" name="墨迹 18"/>
              <p14:cNvContentPartPr/>
              <p14:nvPr/>
            </p14:nvContentPartPr>
            <p14:xfrm>
              <a:off x="1452245" y="4191000"/>
              <a:ext cx="757555" cy="233045"/>
            </p14:xfrm>
          </p:contentPart>
        </mc:Choice>
        <mc:Fallback xmlns="">
          <p:pic>
            <p:nvPicPr>
              <p:cNvPr id="19" name="墨迹 18"/>
            </p:nvPicPr>
            <p:blipFill>
              <a:blip r:embed="rId23"/>
            </p:blipFill>
            <p:spPr>
              <a:xfrm>
                <a:off x="1452245" y="4191000"/>
                <a:ext cx="757555" cy="233045"/>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0" name="墨迹 19"/>
              <p14:cNvContentPartPr/>
              <p14:nvPr/>
            </p14:nvContentPartPr>
            <p14:xfrm>
              <a:off x="2114550" y="4233545"/>
              <a:ext cx="9525" cy="161925"/>
            </p14:xfrm>
          </p:contentPart>
        </mc:Choice>
        <mc:Fallback xmlns="">
          <p:pic>
            <p:nvPicPr>
              <p:cNvPr id="20" name="墨迹 19"/>
            </p:nvPicPr>
            <p:blipFill>
              <a:blip r:embed="rId25"/>
            </p:blipFill>
            <p:spPr>
              <a:xfrm>
                <a:off x="2114550" y="4233545"/>
                <a:ext cx="9525" cy="161925"/>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1" name="墨迹 20"/>
              <p14:cNvContentPartPr/>
              <p14:nvPr/>
            </p14:nvContentPartPr>
            <p14:xfrm>
              <a:off x="2195195" y="3762375"/>
              <a:ext cx="2447925" cy="604520"/>
            </p14:xfrm>
          </p:contentPart>
        </mc:Choice>
        <mc:Fallback xmlns="">
          <p:pic>
            <p:nvPicPr>
              <p:cNvPr id="21" name="墨迹 20"/>
            </p:nvPicPr>
            <p:blipFill>
              <a:blip r:embed="rId27"/>
            </p:blipFill>
            <p:spPr>
              <a:xfrm>
                <a:off x="2195195" y="3762375"/>
                <a:ext cx="2447925" cy="60452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2" name="墨迹 21"/>
              <p14:cNvContentPartPr/>
              <p14:nvPr/>
            </p14:nvContentPartPr>
            <p14:xfrm>
              <a:off x="5534025" y="3119120"/>
              <a:ext cx="485775" cy="666750"/>
            </p14:xfrm>
          </p:contentPart>
        </mc:Choice>
        <mc:Fallback xmlns="">
          <p:pic>
            <p:nvPicPr>
              <p:cNvPr id="22" name="墨迹 21"/>
            </p:nvPicPr>
            <p:blipFill>
              <a:blip r:embed="rId29"/>
            </p:blipFill>
            <p:spPr>
              <a:xfrm>
                <a:off x="5534025" y="3119120"/>
                <a:ext cx="485775" cy="66675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3" name="墨迹 22"/>
              <p14:cNvContentPartPr/>
              <p14:nvPr/>
            </p14:nvContentPartPr>
            <p14:xfrm>
              <a:off x="5676900" y="3385820"/>
              <a:ext cx="228600" cy="28575"/>
            </p14:xfrm>
          </p:contentPart>
        </mc:Choice>
        <mc:Fallback xmlns="">
          <p:pic>
            <p:nvPicPr>
              <p:cNvPr id="23" name="墨迹 22"/>
            </p:nvPicPr>
            <p:blipFill>
              <a:blip r:embed="rId31"/>
            </p:blipFill>
            <p:spPr>
              <a:xfrm>
                <a:off x="5676900" y="3385820"/>
                <a:ext cx="228600" cy="28575"/>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4" name="墨迹 23"/>
              <p14:cNvContentPartPr/>
              <p14:nvPr/>
            </p14:nvContentPartPr>
            <p14:xfrm>
              <a:off x="4785995" y="2785745"/>
              <a:ext cx="457200" cy="942975"/>
            </p14:xfrm>
          </p:contentPart>
        </mc:Choice>
        <mc:Fallback xmlns="">
          <p:pic>
            <p:nvPicPr>
              <p:cNvPr id="24" name="墨迹 23"/>
            </p:nvPicPr>
            <p:blipFill>
              <a:blip r:embed="rId33"/>
            </p:blipFill>
            <p:spPr>
              <a:xfrm>
                <a:off x="4785995" y="2785745"/>
                <a:ext cx="457200" cy="942975"/>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5" name="墨迹 24"/>
              <p14:cNvContentPartPr/>
              <p14:nvPr/>
            </p14:nvContentPartPr>
            <p14:xfrm>
              <a:off x="5276850" y="3152775"/>
              <a:ext cx="228600" cy="537845"/>
            </p14:xfrm>
          </p:contentPart>
        </mc:Choice>
        <mc:Fallback xmlns="">
          <p:pic>
            <p:nvPicPr>
              <p:cNvPr id="25" name="墨迹 24"/>
            </p:nvPicPr>
            <p:blipFill>
              <a:blip r:embed="rId35"/>
            </p:blipFill>
            <p:spPr>
              <a:xfrm>
                <a:off x="5276850" y="3152775"/>
                <a:ext cx="228600" cy="537845"/>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6" name="墨迹 25"/>
              <p14:cNvContentPartPr/>
              <p14:nvPr/>
            </p14:nvContentPartPr>
            <p14:xfrm>
              <a:off x="6143625" y="3000375"/>
              <a:ext cx="190500" cy="690245"/>
            </p14:xfrm>
          </p:contentPart>
        </mc:Choice>
        <mc:Fallback xmlns="">
          <p:pic>
            <p:nvPicPr>
              <p:cNvPr id="26" name="墨迹 25"/>
            </p:nvPicPr>
            <p:blipFill>
              <a:blip r:embed="rId37"/>
            </p:blipFill>
            <p:spPr>
              <a:xfrm>
                <a:off x="6143625" y="3000375"/>
                <a:ext cx="190500" cy="690245"/>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7" name="墨迹 26"/>
              <p14:cNvContentPartPr/>
              <p14:nvPr/>
            </p14:nvContentPartPr>
            <p14:xfrm>
              <a:off x="6762750" y="2809875"/>
              <a:ext cx="85725" cy="790575"/>
            </p14:xfrm>
          </p:contentPart>
        </mc:Choice>
        <mc:Fallback xmlns="">
          <p:pic>
            <p:nvPicPr>
              <p:cNvPr id="27" name="墨迹 26"/>
            </p:nvPicPr>
            <p:blipFill>
              <a:blip r:embed="rId39"/>
            </p:blipFill>
            <p:spPr>
              <a:xfrm>
                <a:off x="6762750" y="2809875"/>
                <a:ext cx="85725" cy="790575"/>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8" name="墨迹 27"/>
              <p14:cNvContentPartPr/>
              <p14:nvPr/>
            </p14:nvContentPartPr>
            <p14:xfrm>
              <a:off x="6543675" y="3252470"/>
              <a:ext cx="547370" cy="561975"/>
            </p14:xfrm>
          </p:contentPart>
        </mc:Choice>
        <mc:Fallback xmlns="">
          <p:pic>
            <p:nvPicPr>
              <p:cNvPr id="28" name="墨迹 27"/>
            </p:nvPicPr>
            <p:blipFill>
              <a:blip r:embed="rId41"/>
            </p:blipFill>
            <p:spPr>
              <a:xfrm>
                <a:off x="6543675" y="3252470"/>
                <a:ext cx="547370" cy="561975"/>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9" name="墨迹 28"/>
              <p14:cNvContentPartPr/>
              <p14:nvPr/>
            </p14:nvContentPartPr>
            <p14:xfrm>
              <a:off x="2261870" y="2719070"/>
              <a:ext cx="1043305" cy="142875"/>
            </p14:xfrm>
          </p:contentPart>
        </mc:Choice>
        <mc:Fallback xmlns="">
          <p:pic>
            <p:nvPicPr>
              <p:cNvPr id="29" name="墨迹 28"/>
            </p:nvPicPr>
            <p:blipFill>
              <a:blip r:embed="rId43"/>
            </p:blipFill>
            <p:spPr>
              <a:xfrm>
                <a:off x="2261870" y="2719070"/>
                <a:ext cx="1043305" cy="142875"/>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30" name="墨迹 29"/>
              <p14:cNvContentPartPr/>
              <p14:nvPr/>
            </p14:nvContentPartPr>
            <p14:xfrm>
              <a:off x="3061970" y="2433320"/>
              <a:ext cx="5080" cy="257175"/>
            </p14:xfrm>
          </p:contentPart>
        </mc:Choice>
        <mc:Fallback xmlns="">
          <p:pic>
            <p:nvPicPr>
              <p:cNvPr id="30" name="墨迹 29"/>
            </p:nvPicPr>
            <p:blipFill>
              <a:blip r:embed="rId45"/>
            </p:blipFill>
            <p:spPr>
              <a:xfrm>
                <a:off x="3061970" y="2433320"/>
                <a:ext cx="5080" cy="257175"/>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31" name="墨迹 30"/>
              <p14:cNvContentPartPr/>
              <p14:nvPr/>
            </p14:nvContentPartPr>
            <p14:xfrm>
              <a:off x="2976245" y="2495550"/>
              <a:ext cx="771525" cy="4445"/>
            </p14:xfrm>
          </p:contentPart>
        </mc:Choice>
        <mc:Fallback xmlns="">
          <p:pic>
            <p:nvPicPr>
              <p:cNvPr id="31" name="墨迹 30"/>
            </p:nvPicPr>
            <p:blipFill>
              <a:blip r:embed="rId47"/>
            </p:blipFill>
            <p:spPr>
              <a:xfrm>
                <a:off x="2976245" y="2495550"/>
                <a:ext cx="771525" cy="4445"/>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32" name="墨迹 31"/>
              <p14:cNvContentPartPr/>
              <p14:nvPr/>
            </p14:nvContentPartPr>
            <p14:xfrm>
              <a:off x="3947795" y="2080895"/>
              <a:ext cx="333375" cy="647700"/>
            </p14:xfrm>
          </p:contentPart>
        </mc:Choice>
        <mc:Fallback xmlns="">
          <p:pic>
            <p:nvPicPr>
              <p:cNvPr id="32" name="墨迹 31"/>
            </p:nvPicPr>
            <p:blipFill>
              <a:blip r:embed="rId49"/>
            </p:blipFill>
            <p:spPr>
              <a:xfrm>
                <a:off x="3947795" y="2080895"/>
                <a:ext cx="333375" cy="647700"/>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33" name="墨迹 32"/>
              <p14:cNvContentPartPr/>
              <p14:nvPr/>
            </p14:nvContentPartPr>
            <p14:xfrm>
              <a:off x="3952875" y="2357120"/>
              <a:ext cx="247650" cy="352425"/>
            </p14:xfrm>
          </p:contentPart>
        </mc:Choice>
        <mc:Fallback xmlns="">
          <p:pic>
            <p:nvPicPr>
              <p:cNvPr id="33" name="墨迹 32"/>
            </p:nvPicPr>
            <p:blipFill>
              <a:blip r:embed="rId51"/>
            </p:blipFill>
            <p:spPr>
              <a:xfrm>
                <a:off x="3952875" y="2357120"/>
                <a:ext cx="247650" cy="352425"/>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34" name="墨迹 33"/>
              <p14:cNvContentPartPr/>
              <p14:nvPr/>
            </p14:nvContentPartPr>
            <p14:xfrm>
              <a:off x="2195195" y="4181475"/>
              <a:ext cx="2557780" cy="137795"/>
            </p14:xfrm>
          </p:contentPart>
        </mc:Choice>
        <mc:Fallback xmlns="">
          <p:pic>
            <p:nvPicPr>
              <p:cNvPr id="34" name="墨迹 33"/>
            </p:nvPicPr>
            <p:blipFill>
              <a:blip r:embed="rId53"/>
            </p:blipFill>
            <p:spPr>
              <a:xfrm>
                <a:off x="2195195" y="4181475"/>
                <a:ext cx="2557780" cy="137795"/>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35" name="墨迹 34"/>
              <p14:cNvContentPartPr/>
              <p14:nvPr/>
            </p14:nvContentPartPr>
            <p14:xfrm>
              <a:off x="1314450" y="4257675"/>
              <a:ext cx="1104900" cy="9525"/>
            </p14:xfrm>
          </p:contentPart>
        </mc:Choice>
        <mc:Fallback xmlns="">
          <p:pic>
            <p:nvPicPr>
              <p:cNvPr id="35" name="墨迹 34"/>
            </p:nvPicPr>
            <p:blipFill>
              <a:blip r:embed="rId55"/>
            </p:blipFill>
            <p:spPr>
              <a:xfrm>
                <a:off x="1314450" y="4257675"/>
                <a:ext cx="1104900" cy="9525"/>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36" name="墨迹 35"/>
              <p14:cNvContentPartPr/>
              <p14:nvPr/>
            </p14:nvContentPartPr>
            <p14:xfrm>
              <a:off x="7957820" y="5638800"/>
              <a:ext cx="43180" cy="152400"/>
            </p14:xfrm>
          </p:contentPart>
        </mc:Choice>
        <mc:Fallback xmlns="">
          <p:pic>
            <p:nvPicPr>
              <p:cNvPr id="36" name="墨迹 35"/>
            </p:nvPicPr>
            <p:blipFill>
              <a:blip r:embed="rId57"/>
            </p:blipFill>
            <p:spPr>
              <a:xfrm>
                <a:off x="7957820" y="5638800"/>
                <a:ext cx="43180" cy="152400"/>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7" name="墨迹 36"/>
              <p14:cNvContentPartPr/>
              <p14:nvPr/>
            </p14:nvContentPartPr>
            <p14:xfrm>
              <a:off x="6138545" y="4862195"/>
              <a:ext cx="3200400" cy="885825"/>
            </p14:xfrm>
          </p:contentPart>
        </mc:Choice>
        <mc:Fallback xmlns="">
          <p:pic>
            <p:nvPicPr>
              <p:cNvPr id="37" name="墨迹 36"/>
            </p:nvPicPr>
            <p:blipFill>
              <a:blip r:embed="rId59"/>
            </p:blipFill>
            <p:spPr>
              <a:xfrm>
                <a:off x="6138545" y="4862195"/>
                <a:ext cx="3200400" cy="885825"/>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8" name="墨迹 37"/>
              <p14:cNvContentPartPr/>
              <p14:nvPr/>
            </p14:nvContentPartPr>
            <p14:xfrm>
              <a:off x="5967095" y="4633595"/>
              <a:ext cx="2567305" cy="1133475"/>
            </p14:xfrm>
          </p:contentPart>
        </mc:Choice>
        <mc:Fallback xmlns="">
          <p:pic>
            <p:nvPicPr>
              <p:cNvPr id="38" name="墨迹 37"/>
            </p:nvPicPr>
            <p:blipFill>
              <a:blip r:embed="rId61"/>
            </p:blipFill>
            <p:spPr>
              <a:xfrm>
                <a:off x="5967095" y="4633595"/>
                <a:ext cx="2567305" cy="1133475"/>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9" name="墨迹 38"/>
              <p14:cNvContentPartPr/>
              <p14:nvPr/>
            </p14:nvContentPartPr>
            <p14:xfrm>
              <a:off x="8667750" y="4781550"/>
              <a:ext cx="795020" cy="899795"/>
            </p14:xfrm>
          </p:contentPart>
        </mc:Choice>
        <mc:Fallback xmlns="">
          <p:pic>
            <p:nvPicPr>
              <p:cNvPr id="39" name="墨迹 38"/>
            </p:nvPicPr>
            <p:blipFill>
              <a:blip r:embed="rId63"/>
            </p:blipFill>
            <p:spPr>
              <a:xfrm>
                <a:off x="8667750" y="4781550"/>
                <a:ext cx="795020" cy="899795"/>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40" name="墨迹 39"/>
              <p14:cNvContentPartPr/>
              <p14:nvPr/>
            </p14:nvContentPartPr>
            <p14:xfrm>
              <a:off x="6938645" y="5109845"/>
              <a:ext cx="19050" cy="890905"/>
            </p14:xfrm>
          </p:contentPart>
        </mc:Choice>
        <mc:Fallback xmlns="">
          <p:pic>
            <p:nvPicPr>
              <p:cNvPr id="40" name="墨迹 39"/>
            </p:nvPicPr>
            <p:blipFill>
              <a:blip r:embed="rId65"/>
            </p:blipFill>
            <p:spPr>
              <a:xfrm>
                <a:off x="6938645" y="5109845"/>
                <a:ext cx="19050" cy="890905"/>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41" name="墨迹 40"/>
              <p14:cNvContentPartPr/>
              <p14:nvPr/>
            </p14:nvContentPartPr>
            <p14:xfrm>
              <a:off x="7024370" y="5057775"/>
              <a:ext cx="1976755" cy="1152525"/>
            </p14:xfrm>
          </p:contentPart>
        </mc:Choice>
        <mc:Fallback xmlns="">
          <p:pic>
            <p:nvPicPr>
              <p:cNvPr id="41" name="墨迹 40"/>
            </p:nvPicPr>
            <p:blipFill>
              <a:blip r:embed="rId67"/>
            </p:blipFill>
            <p:spPr>
              <a:xfrm>
                <a:off x="7024370" y="5057775"/>
                <a:ext cx="1976755" cy="1152525"/>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42" name="墨迹 41"/>
              <p14:cNvContentPartPr/>
              <p14:nvPr/>
            </p14:nvContentPartPr>
            <p14:xfrm>
              <a:off x="7086600" y="5709920"/>
              <a:ext cx="1800225" cy="438150"/>
            </p14:xfrm>
          </p:contentPart>
        </mc:Choice>
        <mc:Fallback xmlns="">
          <p:pic>
            <p:nvPicPr>
              <p:cNvPr id="42" name="墨迹 41"/>
            </p:nvPicPr>
            <p:blipFill>
              <a:blip r:embed="rId69"/>
            </p:blipFill>
            <p:spPr>
              <a:xfrm>
                <a:off x="7086600" y="5709920"/>
                <a:ext cx="1800225" cy="438150"/>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43" name="墨迹 42"/>
              <p14:cNvContentPartPr/>
              <p14:nvPr/>
            </p14:nvContentPartPr>
            <p14:xfrm>
              <a:off x="7214870" y="5186045"/>
              <a:ext cx="1562100" cy="900430"/>
            </p14:xfrm>
          </p:contentPart>
        </mc:Choice>
        <mc:Fallback xmlns="">
          <p:pic>
            <p:nvPicPr>
              <p:cNvPr id="43" name="墨迹 42"/>
            </p:nvPicPr>
            <p:blipFill>
              <a:blip r:embed="rId71"/>
            </p:blipFill>
            <p:spPr>
              <a:xfrm>
                <a:off x="7214870" y="5186045"/>
                <a:ext cx="1562100" cy="900430"/>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44" name="墨迹 43"/>
              <p14:cNvContentPartPr/>
              <p14:nvPr/>
            </p14:nvContentPartPr>
            <p14:xfrm>
              <a:off x="10334625" y="1905000"/>
              <a:ext cx="47625" cy="1909445"/>
            </p14:xfrm>
          </p:contentPart>
        </mc:Choice>
        <mc:Fallback xmlns="">
          <p:pic>
            <p:nvPicPr>
              <p:cNvPr id="44" name="墨迹 43"/>
            </p:nvPicPr>
            <p:blipFill>
              <a:blip r:embed="rId73"/>
            </p:blipFill>
            <p:spPr>
              <a:xfrm>
                <a:off x="10334625" y="1905000"/>
                <a:ext cx="47625" cy="1909445"/>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45" name="墨迹 44"/>
              <p14:cNvContentPartPr/>
              <p14:nvPr/>
            </p14:nvContentPartPr>
            <p14:xfrm>
              <a:off x="9958070" y="2000250"/>
              <a:ext cx="914400" cy="1804670"/>
            </p14:xfrm>
          </p:contentPart>
        </mc:Choice>
        <mc:Fallback xmlns="">
          <p:pic>
            <p:nvPicPr>
              <p:cNvPr id="45" name="墨迹 44"/>
            </p:nvPicPr>
            <p:blipFill>
              <a:blip r:embed="rId75"/>
            </p:blipFill>
            <p:spPr>
              <a:xfrm>
                <a:off x="9958070" y="2000250"/>
                <a:ext cx="914400" cy="1804670"/>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46" name="墨迹 45"/>
              <p14:cNvContentPartPr/>
              <p14:nvPr/>
            </p14:nvContentPartPr>
            <p14:xfrm>
              <a:off x="10424795" y="3595370"/>
              <a:ext cx="176530" cy="5080"/>
            </p14:xfrm>
          </p:contentPart>
        </mc:Choice>
        <mc:Fallback xmlns="">
          <p:pic>
            <p:nvPicPr>
              <p:cNvPr id="46" name="墨迹 45"/>
            </p:nvPicPr>
            <p:blipFill>
              <a:blip r:embed="rId77"/>
            </p:blipFill>
            <p:spPr>
              <a:xfrm>
                <a:off x="10424795" y="3595370"/>
                <a:ext cx="176530" cy="5080"/>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47" name="墨迹 46"/>
              <p14:cNvContentPartPr/>
              <p14:nvPr/>
            </p14:nvContentPartPr>
            <p14:xfrm>
              <a:off x="2357120" y="4728845"/>
              <a:ext cx="1209675" cy="638175"/>
            </p14:xfrm>
          </p:contentPart>
        </mc:Choice>
        <mc:Fallback xmlns="">
          <p:pic>
            <p:nvPicPr>
              <p:cNvPr id="47" name="墨迹 46"/>
            </p:nvPicPr>
            <p:blipFill>
              <a:blip r:embed="rId79"/>
            </p:blipFill>
            <p:spPr>
              <a:xfrm>
                <a:off x="2357120" y="4728845"/>
                <a:ext cx="1209675" cy="638175"/>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48" name="墨迹 47"/>
              <p14:cNvContentPartPr/>
              <p14:nvPr/>
            </p14:nvContentPartPr>
            <p14:xfrm>
              <a:off x="371475" y="1661795"/>
              <a:ext cx="299720" cy="3634105"/>
            </p14:xfrm>
          </p:contentPart>
        </mc:Choice>
        <mc:Fallback xmlns="">
          <p:pic>
            <p:nvPicPr>
              <p:cNvPr id="48" name="墨迹 47"/>
            </p:nvPicPr>
            <p:blipFill>
              <a:blip r:embed="rId81"/>
            </p:blipFill>
            <p:spPr>
              <a:xfrm>
                <a:off x="371475" y="1661795"/>
                <a:ext cx="299720" cy="3634105"/>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49" name="墨迹 48"/>
              <p14:cNvContentPartPr/>
              <p14:nvPr/>
            </p14:nvContentPartPr>
            <p14:xfrm>
              <a:off x="2242820" y="2604770"/>
              <a:ext cx="1262380" cy="276225"/>
            </p14:xfrm>
          </p:contentPart>
        </mc:Choice>
        <mc:Fallback xmlns="">
          <p:pic>
            <p:nvPicPr>
              <p:cNvPr id="49" name="墨迹 48"/>
            </p:nvPicPr>
            <p:blipFill>
              <a:blip r:embed="rId83"/>
            </p:blipFill>
            <p:spPr>
              <a:xfrm>
                <a:off x="2242820" y="2604770"/>
                <a:ext cx="1262380" cy="276225"/>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50" name="墨迹 49"/>
              <p14:cNvContentPartPr/>
              <p14:nvPr/>
            </p14:nvContentPartPr>
            <p14:xfrm>
              <a:off x="7643495" y="1981200"/>
              <a:ext cx="2014855" cy="857250"/>
            </p14:xfrm>
          </p:contentPart>
        </mc:Choice>
        <mc:Fallback xmlns="">
          <p:pic>
            <p:nvPicPr>
              <p:cNvPr id="50" name="墨迹 49"/>
            </p:nvPicPr>
            <p:blipFill>
              <a:blip r:embed="rId85"/>
            </p:blipFill>
            <p:spPr>
              <a:xfrm>
                <a:off x="7643495" y="1981200"/>
                <a:ext cx="2014855" cy="857250"/>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51" name="墨迹 50"/>
              <p14:cNvContentPartPr/>
              <p14:nvPr/>
            </p14:nvContentPartPr>
            <p14:xfrm>
              <a:off x="7496175" y="4243070"/>
              <a:ext cx="1514475" cy="119380"/>
            </p14:xfrm>
          </p:contentPart>
        </mc:Choice>
        <mc:Fallback xmlns="">
          <p:pic>
            <p:nvPicPr>
              <p:cNvPr id="51" name="墨迹 50"/>
            </p:nvPicPr>
            <p:blipFill>
              <a:blip r:embed="rId87"/>
            </p:blipFill>
            <p:spPr>
              <a:xfrm>
                <a:off x="7496175" y="4243070"/>
                <a:ext cx="1514475" cy="119380"/>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52" name="墨迹 51"/>
              <p14:cNvContentPartPr/>
              <p14:nvPr/>
            </p14:nvContentPartPr>
            <p14:xfrm>
              <a:off x="7986395" y="2247900"/>
              <a:ext cx="409575" cy="375920"/>
            </p14:xfrm>
          </p:contentPart>
        </mc:Choice>
        <mc:Fallback xmlns="">
          <p:pic>
            <p:nvPicPr>
              <p:cNvPr id="52" name="墨迹 51"/>
            </p:nvPicPr>
            <p:blipFill>
              <a:blip r:embed="rId89"/>
            </p:blipFill>
            <p:spPr>
              <a:xfrm>
                <a:off x="7986395" y="2247900"/>
                <a:ext cx="409575" cy="375920"/>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53" name="墨迹 52"/>
              <p14:cNvContentPartPr/>
              <p14:nvPr/>
            </p14:nvContentPartPr>
            <p14:xfrm>
              <a:off x="2595245" y="2466975"/>
              <a:ext cx="147955" cy="194945"/>
            </p14:xfrm>
          </p:contentPart>
        </mc:Choice>
        <mc:Fallback xmlns="">
          <p:pic>
            <p:nvPicPr>
              <p:cNvPr id="53" name="墨迹 52"/>
            </p:nvPicPr>
            <p:blipFill>
              <a:blip r:embed="rId91"/>
            </p:blipFill>
            <p:spPr>
              <a:xfrm>
                <a:off x="2595245" y="2466975"/>
                <a:ext cx="147955" cy="194945"/>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54" name="墨迹 53"/>
              <p14:cNvContentPartPr/>
              <p14:nvPr/>
            </p14:nvContentPartPr>
            <p14:xfrm>
              <a:off x="7795895" y="2680970"/>
              <a:ext cx="1771650" cy="85725"/>
            </p14:xfrm>
          </p:contentPart>
        </mc:Choice>
        <mc:Fallback xmlns="">
          <p:pic>
            <p:nvPicPr>
              <p:cNvPr id="54" name="墨迹 53"/>
            </p:nvPicPr>
            <p:blipFill>
              <a:blip r:embed="rId93"/>
            </p:blipFill>
            <p:spPr>
              <a:xfrm>
                <a:off x="7795895" y="2680970"/>
                <a:ext cx="1771650" cy="85725"/>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55" name="墨迹 54"/>
              <p14:cNvContentPartPr/>
              <p14:nvPr/>
            </p14:nvContentPartPr>
            <p14:xfrm>
              <a:off x="9191625" y="3914775"/>
              <a:ext cx="1871345" cy="476250"/>
            </p14:xfrm>
          </p:contentPart>
        </mc:Choice>
        <mc:Fallback xmlns="">
          <p:pic>
            <p:nvPicPr>
              <p:cNvPr id="55" name="墨迹 54"/>
            </p:nvPicPr>
            <p:blipFill>
              <a:blip r:embed="rId95"/>
            </p:blipFill>
            <p:spPr>
              <a:xfrm>
                <a:off x="9191625" y="3914775"/>
                <a:ext cx="1871345" cy="476250"/>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56" name="墨迹 55"/>
              <p14:cNvContentPartPr/>
              <p14:nvPr/>
            </p14:nvContentPartPr>
            <p14:xfrm>
              <a:off x="7300595" y="4514850"/>
              <a:ext cx="1952625" cy="633095"/>
            </p14:xfrm>
          </p:contentPart>
        </mc:Choice>
        <mc:Fallback xmlns="">
          <p:pic>
            <p:nvPicPr>
              <p:cNvPr id="56" name="墨迹 55"/>
            </p:nvPicPr>
            <p:blipFill>
              <a:blip r:embed="rId97"/>
            </p:blipFill>
            <p:spPr>
              <a:xfrm>
                <a:off x="7300595" y="4514850"/>
                <a:ext cx="1952625" cy="633095"/>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57" name="墨迹 56"/>
              <p14:cNvContentPartPr/>
              <p14:nvPr/>
            </p14:nvContentPartPr>
            <p14:xfrm>
              <a:off x="9010650" y="4619625"/>
              <a:ext cx="1061720" cy="433070"/>
            </p14:xfrm>
          </p:contentPart>
        </mc:Choice>
        <mc:Fallback xmlns="">
          <p:pic>
            <p:nvPicPr>
              <p:cNvPr id="57" name="墨迹 56"/>
            </p:nvPicPr>
            <p:blipFill>
              <a:blip r:embed="rId99"/>
            </p:blipFill>
            <p:spPr>
              <a:xfrm>
                <a:off x="9010650" y="4619625"/>
                <a:ext cx="1061720" cy="433070"/>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58" name="墨迹 57"/>
              <p14:cNvContentPartPr/>
              <p14:nvPr/>
            </p14:nvContentPartPr>
            <p14:xfrm>
              <a:off x="7058025" y="4585970"/>
              <a:ext cx="128270" cy="414655"/>
            </p14:xfrm>
          </p:contentPart>
        </mc:Choice>
        <mc:Fallback xmlns="">
          <p:pic>
            <p:nvPicPr>
              <p:cNvPr id="58" name="墨迹 57"/>
            </p:nvPicPr>
            <p:blipFill>
              <a:blip r:embed="rId101"/>
            </p:blipFill>
            <p:spPr>
              <a:xfrm>
                <a:off x="7058025" y="4585970"/>
                <a:ext cx="128270" cy="414655"/>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59" name="墨迹 58"/>
              <p14:cNvContentPartPr/>
              <p14:nvPr/>
            </p14:nvContentPartPr>
            <p14:xfrm>
              <a:off x="7024370" y="4533900"/>
              <a:ext cx="2962275" cy="533400"/>
            </p14:xfrm>
          </p:contentPart>
        </mc:Choice>
        <mc:Fallback xmlns="">
          <p:pic>
            <p:nvPicPr>
              <p:cNvPr id="59" name="墨迹 58"/>
            </p:nvPicPr>
            <p:blipFill>
              <a:blip r:embed="rId103"/>
            </p:blipFill>
            <p:spPr>
              <a:xfrm>
                <a:off x="7024370" y="4533900"/>
                <a:ext cx="2962275" cy="533400"/>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60" name="墨迹 59"/>
              <p14:cNvContentPartPr/>
              <p14:nvPr/>
            </p14:nvContentPartPr>
            <p14:xfrm>
              <a:off x="3038475" y="1924050"/>
              <a:ext cx="9525" cy="238125"/>
            </p14:xfrm>
          </p:contentPart>
        </mc:Choice>
        <mc:Fallback xmlns="">
          <p:pic>
            <p:nvPicPr>
              <p:cNvPr id="60" name="墨迹 59"/>
            </p:nvPicPr>
            <p:blipFill>
              <a:blip r:embed="rId105"/>
            </p:blipFill>
            <p:spPr>
              <a:xfrm>
                <a:off x="3038475" y="1924050"/>
                <a:ext cx="9525" cy="238125"/>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61" name="墨迹 60"/>
              <p14:cNvContentPartPr/>
              <p14:nvPr/>
            </p14:nvContentPartPr>
            <p14:xfrm>
              <a:off x="2971800" y="1981200"/>
              <a:ext cx="185420" cy="185420"/>
            </p14:xfrm>
          </p:contentPart>
        </mc:Choice>
        <mc:Fallback xmlns="">
          <p:pic>
            <p:nvPicPr>
              <p:cNvPr id="61" name="墨迹 60"/>
            </p:nvPicPr>
            <p:blipFill>
              <a:blip r:embed="rId107"/>
            </p:blipFill>
            <p:spPr>
              <a:xfrm>
                <a:off x="2971800" y="1981200"/>
                <a:ext cx="185420" cy="185420"/>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62" name="墨迹 61"/>
              <p14:cNvContentPartPr/>
              <p14:nvPr/>
            </p14:nvContentPartPr>
            <p14:xfrm>
              <a:off x="661670" y="1266825"/>
              <a:ext cx="1024255" cy="42545"/>
            </p14:xfrm>
          </p:contentPart>
        </mc:Choice>
        <mc:Fallback xmlns="">
          <p:pic>
            <p:nvPicPr>
              <p:cNvPr id="62" name="墨迹 61"/>
            </p:nvPicPr>
            <p:blipFill>
              <a:blip r:embed="rId109"/>
            </p:blipFill>
            <p:spPr>
              <a:xfrm>
                <a:off x="661670" y="1266825"/>
                <a:ext cx="1024255" cy="42545"/>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63" name="墨迹 62"/>
              <p14:cNvContentPartPr/>
              <p14:nvPr/>
            </p14:nvContentPartPr>
            <p14:xfrm>
              <a:off x="2176145" y="2609850"/>
              <a:ext cx="1228725" cy="185420"/>
            </p14:xfrm>
          </p:contentPart>
        </mc:Choice>
        <mc:Fallback xmlns="">
          <p:pic>
            <p:nvPicPr>
              <p:cNvPr id="63" name="墨迹 62"/>
            </p:nvPicPr>
            <p:blipFill>
              <a:blip r:embed="rId111"/>
            </p:blipFill>
            <p:spPr>
              <a:xfrm>
                <a:off x="2176145" y="2609850"/>
                <a:ext cx="1228725" cy="185420"/>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64" name="墨迹 63"/>
              <p14:cNvContentPartPr/>
              <p14:nvPr/>
            </p14:nvContentPartPr>
            <p14:xfrm>
              <a:off x="6614795" y="1466850"/>
              <a:ext cx="1224280" cy="537845"/>
            </p14:xfrm>
          </p:contentPart>
        </mc:Choice>
        <mc:Fallback xmlns="">
          <p:pic>
            <p:nvPicPr>
              <p:cNvPr id="64" name="墨迹 63"/>
            </p:nvPicPr>
            <p:blipFill>
              <a:blip r:embed="rId113"/>
            </p:blipFill>
            <p:spPr>
              <a:xfrm>
                <a:off x="6614795" y="1466850"/>
                <a:ext cx="1224280" cy="537845"/>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65" name="墨迹 64"/>
              <p14:cNvContentPartPr/>
              <p14:nvPr/>
            </p14:nvContentPartPr>
            <p14:xfrm>
              <a:off x="2233295" y="2705100"/>
              <a:ext cx="1238250" cy="209550"/>
            </p14:xfrm>
          </p:contentPart>
        </mc:Choice>
        <mc:Fallback xmlns="">
          <p:pic>
            <p:nvPicPr>
              <p:cNvPr id="65" name="墨迹 64"/>
            </p:nvPicPr>
            <p:blipFill>
              <a:blip r:embed="rId115"/>
            </p:blipFill>
            <p:spPr>
              <a:xfrm>
                <a:off x="2233295" y="2705100"/>
                <a:ext cx="1238250" cy="209550"/>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66" name="墨迹 65"/>
              <p14:cNvContentPartPr/>
              <p14:nvPr/>
            </p14:nvContentPartPr>
            <p14:xfrm>
              <a:off x="9967595" y="1261745"/>
              <a:ext cx="100330" cy="28575"/>
            </p14:xfrm>
          </p:contentPart>
        </mc:Choice>
        <mc:Fallback xmlns="">
          <p:pic>
            <p:nvPicPr>
              <p:cNvPr id="66" name="墨迹 65"/>
            </p:nvPicPr>
            <p:blipFill>
              <a:blip r:embed="rId117"/>
            </p:blipFill>
            <p:spPr>
              <a:xfrm>
                <a:off x="9967595" y="1261745"/>
                <a:ext cx="100330" cy="28575"/>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67" name="墨迹 66"/>
              <p14:cNvContentPartPr/>
              <p14:nvPr/>
            </p14:nvContentPartPr>
            <p14:xfrm>
              <a:off x="10020300" y="571500"/>
              <a:ext cx="271145" cy="709295"/>
            </p14:xfrm>
          </p:contentPart>
        </mc:Choice>
        <mc:Fallback xmlns="">
          <p:pic>
            <p:nvPicPr>
              <p:cNvPr id="67" name="墨迹 66"/>
            </p:nvPicPr>
            <p:blipFill>
              <a:blip r:embed="rId119"/>
            </p:blipFill>
            <p:spPr>
              <a:xfrm>
                <a:off x="10020300" y="571500"/>
                <a:ext cx="271145" cy="709295"/>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68" name="墨迹 67"/>
              <p14:cNvContentPartPr/>
              <p14:nvPr/>
            </p14:nvContentPartPr>
            <p14:xfrm>
              <a:off x="10106025" y="466725"/>
              <a:ext cx="252095" cy="247650"/>
            </p14:xfrm>
          </p:contentPart>
        </mc:Choice>
        <mc:Fallback xmlns="">
          <p:pic>
            <p:nvPicPr>
              <p:cNvPr id="68" name="墨迹 67"/>
            </p:nvPicPr>
            <p:blipFill>
              <a:blip r:embed="rId121"/>
            </p:blipFill>
            <p:spPr>
              <a:xfrm>
                <a:off x="10106025" y="466725"/>
                <a:ext cx="252095" cy="247650"/>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69" name="墨迹 68"/>
              <p14:cNvContentPartPr/>
              <p14:nvPr/>
            </p14:nvContentPartPr>
            <p14:xfrm>
              <a:off x="10043795" y="609600"/>
              <a:ext cx="142875" cy="623570"/>
            </p14:xfrm>
          </p:contentPart>
        </mc:Choice>
        <mc:Fallback xmlns="">
          <p:pic>
            <p:nvPicPr>
              <p:cNvPr id="69" name="墨迹 68"/>
            </p:nvPicPr>
            <p:blipFill>
              <a:blip r:embed="rId123"/>
            </p:blipFill>
            <p:spPr>
              <a:xfrm>
                <a:off x="10043795" y="609600"/>
                <a:ext cx="142875" cy="623570"/>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70" name="墨迹 69"/>
              <p14:cNvContentPartPr/>
              <p14:nvPr/>
            </p14:nvContentPartPr>
            <p14:xfrm>
              <a:off x="9172575" y="394970"/>
              <a:ext cx="1861820" cy="1571625"/>
            </p14:xfrm>
          </p:contentPart>
        </mc:Choice>
        <mc:Fallback xmlns="">
          <p:pic>
            <p:nvPicPr>
              <p:cNvPr id="70" name="墨迹 69"/>
            </p:nvPicPr>
            <p:blipFill>
              <a:blip r:embed="rId125"/>
            </p:blipFill>
            <p:spPr>
              <a:xfrm>
                <a:off x="9172575" y="394970"/>
                <a:ext cx="1861820" cy="1571625"/>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71" name="墨迹 70"/>
              <p14:cNvContentPartPr/>
              <p14:nvPr/>
            </p14:nvContentPartPr>
            <p14:xfrm>
              <a:off x="9886950" y="728345"/>
              <a:ext cx="114300" cy="400050"/>
            </p14:xfrm>
          </p:contentPart>
        </mc:Choice>
        <mc:Fallback xmlns="">
          <p:pic>
            <p:nvPicPr>
              <p:cNvPr id="71" name="墨迹 70"/>
            </p:nvPicPr>
            <p:blipFill>
              <a:blip r:embed="rId127"/>
            </p:blipFill>
            <p:spPr>
              <a:xfrm>
                <a:off x="9886950" y="728345"/>
                <a:ext cx="114300" cy="400050"/>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72" name="墨迹 71"/>
              <p14:cNvContentPartPr/>
              <p14:nvPr/>
            </p14:nvContentPartPr>
            <p14:xfrm>
              <a:off x="10287000" y="433070"/>
              <a:ext cx="42545" cy="104775"/>
            </p14:xfrm>
          </p:contentPart>
        </mc:Choice>
        <mc:Fallback xmlns="">
          <p:pic>
            <p:nvPicPr>
              <p:cNvPr id="72" name="墨迹 71"/>
            </p:nvPicPr>
            <p:blipFill>
              <a:blip r:embed="rId129"/>
            </p:blipFill>
            <p:spPr>
              <a:xfrm>
                <a:off x="10287000" y="433070"/>
                <a:ext cx="42545" cy="104775"/>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73" name="墨迹 72"/>
              <p14:cNvContentPartPr/>
              <p14:nvPr/>
            </p14:nvContentPartPr>
            <p14:xfrm>
              <a:off x="10043795" y="871220"/>
              <a:ext cx="200025" cy="376555"/>
            </p14:xfrm>
          </p:contentPart>
        </mc:Choice>
        <mc:Fallback xmlns="">
          <p:pic>
            <p:nvPicPr>
              <p:cNvPr id="73" name="墨迹 72"/>
            </p:nvPicPr>
            <p:blipFill>
              <a:blip r:embed="rId131"/>
            </p:blipFill>
            <p:spPr>
              <a:xfrm>
                <a:off x="10043795" y="871220"/>
                <a:ext cx="200025" cy="376555"/>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74" name="墨迹 73"/>
              <p14:cNvContentPartPr/>
              <p14:nvPr/>
            </p14:nvContentPartPr>
            <p14:xfrm>
              <a:off x="10148570" y="800100"/>
              <a:ext cx="633730" cy="133350"/>
            </p14:xfrm>
          </p:contentPart>
        </mc:Choice>
        <mc:Fallback xmlns="">
          <p:pic>
            <p:nvPicPr>
              <p:cNvPr id="74" name="墨迹 73"/>
            </p:nvPicPr>
            <p:blipFill>
              <a:blip r:embed="rId133"/>
            </p:blipFill>
            <p:spPr>
              <a:xfrm>
                <a:off x="10148570" y="800100"/>
                <a:ext cx="633730" cy="133350"/>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75" name="墨迹 74"/>
              <p14:cNvContentPartPr/>
              <p14:nvPr/>
            </p14:nvContentPartPr>
            <p14:xfrm>
              <a:off x="10772775" y="819150"/>
              <a:ext cx="13970" cy="61595"/>
            </p14:xfrm>
          </p:contentPart>
        </mc:Choice>
        <mc:Fallback xmlns="">
          <p:pic>
            <p:nvPicPr>
              <p:cNvPr id="75" name="墨迹 74"/>
            </p:nvPicPr>
            <p:blipFill>
              <a:blip r:embed="rId135"/>
            </p:blipFill>
            <p:spPr>
              <a:xfrm>
                <a:off x="10772775" y="819150"/>
                <a:ext cx="13970" cy="61595"/>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76" name="墨迹 75"/>
              <p14:cNvContentPartPr/>
              <p14:nvPr/>
            </p14:nvContentPartPr>
            <p14:xfrm>
              <a:off x="10001250" y="771525"/>
              <a:ext cx="737870" cy="485775"/>
            </p14:xfrm>
          </p:contentPart>
        </mc:Choice>
        <mc:Fallback xmlns="">
          <p:pic>
            <p:nvPicPr>
              <p:cNvPr id="76" name="墨迹 75"/>
            </p:nvPicPr>
            <p:blipFill>
              <a:blip r:embed="rId137"/>
            </p:blipFill>
            <p:spPr>
              <a:xfrm>
                <a:off x="10001250" y="771525"/>
                <a:ext cx="737870" cy="485775"/>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77" name="墨迹 76"/>
              <p14:cNvContentPartPr/>
              <p14:nvPr/>
            </p14:nvContentPartPr>
            <p14:xfrm>
              <a:off x="10672445" y="775970"/>
              <a:ext cx="180975" cy="180975"/>
            </p14:xfrm>
          </p:contentPart>
        </mc:Choice>
        <mc:Fallback xmlns="">
          <p:pic>
            <p:nvPicPr>
              <p:cNvPr id="77" name="墨迹 76"/>
            </p:nvPicPr>
            <p:blipFill>
              <a:blip r:embed="rId139"/>
            </p:blipFill>
            <p:spPr>
              <a:xfrm>
                <a:off x="10672445" y="775970"/>
                <a:ext cx="180975" cy="180975"/>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78" name="墨迹 77"/>
              <p14:cNvContentPartPr/>
              <p14:nvPr/>
            </p14:nvContentPartPr>
            <p14:xfrm>
              <a:off x="10281920" y="337820"/>
              <a:ext cx="62230" cy="171450"/>
            </p14:xfrm>
          </p:contentPart>
        </mc:Choice>
        <mc:Fallback xmlns="">
          <p:pic>
            <p:nvPicPr>
              <p:cNvPr id="78" name="墨迹 77"/>
            </p:nvPicPr>
            <p:blipFill>
              <a:blip r:embed="rId141"/>
            </p:blipFill>
            <p:spPr>
              <a:xfrm>
                <a:off x="10281920" y="337820"/>
                <a:ext cx="62230" cy="171450"/>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79" name="墨迹 78"/>
              <p14:cNvContentPartPr/>
              <p14:nvPr/>
            </p14:nvContentPartPr>
            <p14:xfrm>
              <a:off x="9991725" y="814070"/>
              <a:ext cx="800100" cy="424180"/>
            </p14:xfrm>
          </p:contentPart>
        </mc:Choice>
        <mc:Fallback xmlns="">
          <p:pic>
            <p:nvPicPr>
              <p:cNvPr id="79" name="墨迹 78"/>
            </p:nvPicPr>
            <p:blipFill>
              <a:blip r:embed="rId143"/>
            </p:blipFill>
            <p:spPr>
              <a:xfrm>
                <a:off x="9991725" y="814070"/>
                <a:ext cx="800100" cy="424180"/>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80" name="墨迹 79"/>
              <p14:cNvContentPartPr/>
              <p14:nvPr/>
            </p14:nvContentPartPr>
            <p14:xfrm>
              <a:off x="10791825" y="838200"/>
              <a:ext cx="47625" cy="66675"/>
            </p14:xfrm>
          </p:contentPart>
        </mc:Choice>
        <mc:Fallback xmlns="">
          <p:pic>
            <p:nvPicPr>
              <p:cNvPr id="80" name="墨迹 79"/>
            </p:nvPicPr>
            <p:blipFill>
              <a:blip r:embed="rId145"/>
            </p:blipFill>
            <p:spPr>
              <a:xfrm>
                <a:off x="10791825" y="838200"/>
                <a:ext cx="47625" cy="66675"/>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81" name="墨迹 80"/>
              <p14:cNvContentPartPr/>
              <p14:nvPr/>
            </p14:nvContentPartPr>
            <p14:xfrm>
              <a:off x="10043795" y="771525"/>
              <a:ext cx="685800" cy="495300"/>
            </p14:xfrm>
          </p:contentPart>
        </mc:Choice>
        <mc:Fallback xmlns="">
          <p:pic>
            <p:nvPicPr>
              <p:cNvPr id="81" name="墨迹 80"/>
            </p:nvPicPr>
            <p:blipFill>
              <a:blip r:embed="rId147"/>
            </p:blipFill>
            <p:spPr>
              <a:xfrm>
                <a:off x="10043795" y="771525"/>
                <a:ext cx="685800" cy="495300"/>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82" name="墨迹 81"/>
              <p14:cNvContentPartPr/>
              <p14:nvPr/>
            </p14:nvContentPartPr>
            <p14:xfrm>
              <a:off x="10782300" y="752475"/>
              <a:ext cx="99695" cy="118745"/>
            </p14:xfrm>
          </p:contentPart>
        </mc:Choice>
        <mc:Fallback xmlns="">
          <p:pic>
            <p:nvPicPr>
              <p:cNvPr id="82" name="墨迹 81"/>
            </p:nvPicPr>
            <p:blipFill>
              <a:blip r:embed="rId149"/>
            </p:blipFill>
            <p:spPr>
              <a:xfrm>
                <a:off x="10782300" y="752475"/>
                <a:ext cx="99695" cy="118745"/>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83" name="墨迹 82"/>
              <p14:cNvContentPartPr/>
              <p14:nvPr/>
            </p14:nvContentPartPr>
            <p14:xfrm>
              <a:off x="10715625" y="775970"/>
              <a:ext cx="137795" cy="138430"/>
            </p14:xfrm>
          </p:contentPart>
        </mc:Choice>
        <mc:Fallback xmlns="">
          <p:pic>
            <p:nvPicPr>
              <p:cNvPr id="83" name="墨迹 82"/>
            </p:nvPicPr>
            <p:blipFill>
              <a:blip r:embed="rId151"/>
            </p:blipFill>
            <p:spPr>
              <a:xfrm>
                <a:off x="10715625" y="775970"/>
                <a:ext cx="137795" cy="138430"/>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84" name="墨迹 83"/>
              <p14:cNvContentPartPr/>
              <p14:nvPr/>
            </p14:nvContentPartPr>
            <p14:xfrm>
              <a:off x="10672445" y="733425"/>
              <a:ext cx="200025" cy="190500"/>
            </p14:xfrm>
          </p:contentPart>
        </mc:Choice>
        <mc:Fallback xmlns="">
          <p:pic>
            <p:nvPicPr>
              <p:cNvPr id="84" name="墨迹 83"/>
            </p:nvPicPr>
            <p:blipFill>
              <a:blip r:embed="rId153"/>
            </p:blipFill>
            <p:spPr>
              <a:xfrm>
                <a:off x="10672445" y="733425"/>
                <a:ext cx="200025" cy="190500"/>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85" name="墨迹 84"/>
              <p14:cNvContentPartPr/>
              <p14:nvPr/>
            </p14:nvContentPartPr>
            <p14:xfrm>
              <a:off x="10715625" y="790575"/>
              <a:ext cx="123825" cy="99695"/>
            </p14:xfrm>
          </p:contentPart>
        </mc:Choice>
        <mc:Fallback xmlns="">
          <p:pic>
            <p:nvPicPr>
              <p:cNvPr id="85" name="墨迹 84"/>
            </p:nvPicPr>
            <p:blipFill>
              <a:blip r:embed="rId155"/>
            </p:blipFill>
            <p:spPr>
              <a:xfrm>
                <a:off x="10715625" y="790575"/>
                <a:ext cx="123825" cy="99695"/>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86" name="墨迹 85"/>
              <p14:cNvContentPartPr/>
              <p14:nvPr/>
            </p14:nvContentPartPr>
            <p14:xfrm>
              <a:off x="10100945" y="928370"/>
              <a:ext cx="628650" cy="300355"/>
            </p14:xfrm>
          </p:contentPart>
        </mc:Choice>
        <mc:Fallback xmlns="">
          <p:pic>
            <p:nvPicPr>
              <p:cNvPr id="86" name="墨迹 85"/>
            </p:nvPicPr>
            <p:blipFill>
              <a:blip r:embed="rId157"/>
            </p:blipFill>
            <p:spPr>
              <a:xfrm>
                <a:off x="10100945" y="928370"/>
                <a:ext cx="628650" cy="300355"/>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87" name="墨迹 86"/>
              <p14:cNvContentPartPr/>
              <p14:nvPr/>
            </p14:nvContentPartPr>
            <p14:xfrm>
              <a:off x="10829925" y="752475"/>
              <a:ext cx="13970" cy="52070"/>
            </p14:xfrm>
          </p:contentPart>
        </mc:Choice>
        <mc:Fallback xmlns="">
          <p:pic>
            <p:nvPicPr>
              <p:cNvPr id="87" name="墨迹 86"/>
            </p:nvPicPr>
            <p:blipFill>
              <a:blip r:embed="rId159"/>
            </p:blipFill>
            <p:spPr>
              <a:xfrm>
                <a:off x="10829925" y="752475"/>
                <a:ext cx="13970" cy="52070"/>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88" name="墨迹 87"/>
              <p14:cNvContentPartPr/>
              <p14:nvPr/>
            </p14:nvContentPartPr>
            <p14:xfrm>
              <a:off x="10829925" y="795020"/>
              <a:ext cx="704850" cy="43180"/>
            </p14:xfrm>
          </p:contentPart>
        </mc:Choice>
        <mc:Fallback xmlns="">
          <p:pic>
            <p:nvPicPr>
              <p:cNvPr id="88" name="墨迹 87"/>
            </p:nvPicPr>
            <p:blipFill>
              <a:blip r:embed="rId161"/>
            </p:blipFill>
            <p:spPr>
              <a:xfrm>
                <a:off x="10829925" y="795020"/>
                <a:ext cx="704850" cy="43180"/>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89" name="墨迹 88"/>
              <p14:cNvContentPartPr/>
              <p14:nvPr/>
            </p14:nvContentPartPr>
            <p14:xfrm>
              <a:off x="11420475" y="742950"/>
              <a:ext cx="133350" cy="147320"/>
            </p14:xfrm>
          </p:contentPart>
        </mc:Choice>
        <mc:Fallback xmlns="">
          <p:pic>
            <p:nvPicPr>
              <p:cNvPr id="89" name="墨迹 88"/>
            </p:nvPicPr>
            <p:blipFill>
              <a:blip r:embed="rId163"/>
            </p:blipFill>
            <p:spPr>
              <a:xfrm>
                <a:off x="11420475" y="742950"/>
                <a:ext cx="133350" cy="147320"/>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90" name="墨迹 89"/>
              <p14:cNvContentPartPr/>
              <p14:nvPr/>
            </p14:nvContentPartPr>
            <p14:xfrm>
              <a:off x="10043795" y="1233170"/>
              <a:ext cx="360" cy="360"/>
            </p14:xfrm>
          </p:contentPart>
        </mc:Choice>
        <mc:Fallback xmlns="">
          <p:pic>
            <p:nvPicPr>
              <p:cNvPr id="90" name="墨迹 89"/>
            </p:nvPicPr>
            <p:blipFill>
              <a:blip r:embed="rId17"/>
            </p:blipFill>
            <p:spPr>
              <a:xfrm>
                <a:off x="10043795" y="1233170"/>
                <a:ext cx="360" cy="360"/>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91" name="墨迹 90"/>
              <p14:cNvContentPartPr/>
              <p14:nvPr/>
            </p14:nvContentPartPr>
            <p14:xfrm>
              <a:off x="10796270" y="785495"/>
              <a:ext cx="805180" cy="28575"/>
            </p14:xfrm>
          </p:contentPart>
        </mc:Choice>
        <mc:Fallback xmlns="">
          <p:pic>
            <p:nvPicPr>
              <p:cNvPr id="91" name="墨迹 90"/>
            </p:nvPicPr>
            <p:blipFill>
              <a:blip r:embed="rId166"/>
            </p:blipFill>
            <p:spPr>
              <a:xfrm>
                <a:off x="10796270" y="785495"/>
                <a:ext cx="805180" cy="28575"/>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92" name="墨迹 91"/>
              <p14:cNvContentPartPr/>
              <p14:nvPr/>
            </p14:nvContentPartPr>
            <p14:xfrm>
              <a:off x="11482070" y="742950"/>
              <a:ext cx="81280" cy="66675"/>
            </p14:xfrm>
          </p:contentPart>
        </mc:Choice>
        <mc:Fallback xmlns="">
          <p:pic>
            <p:nvPicPr>
              <p:cNvPr id="92" name="墨迹 91"/>
            </p:nvPicPr>
            <p:blipFill>
              <a:blip r:embed="rId168"/>
            </p:blipFill>
            <p:spPr>
              <a:xfrm>
                <a:off x="11482070" y="742950"/>
                <a:ext cx="81280" cy="66675"/>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93" name="墨迹 92"/>
              <p14:cNvContentPartPr/>
              <p14:nvPr/>
            </p14:nvContentPartPr>
            <p14:xfrm>
              <a:off x="9401175" y="1219200"/>
              <a:ext cx="638175" cy="23495"/>
            </p14:xfrm>
          </p:contentPart>
        </mc:Choice>
        <mc:Fallback xmlns="">
          <p:pic>
            <p:nvPicPr>
              <p:cNvPr id="93" name="墨迹 92"/>
            </p:nvPicPr>
            <p:blipFill>
              <a:blip r:embed="rId170"/>
            </p:blipFill>
            <p:spPr>
              <a:xfrm>
                <a:off x="9401175" y="1219200"/>
                <a:ext cx="638175" cy="23495"/>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94" name="墨迹 93"/>
              <p14:cNvContentPartPr/>
              <p14:nvPr/>
            </p14:nvContentPartPr>
            <p14:xfrm>
              <a:off x="9396095" y="1137920"/>
              <a:ext cx="219075" cy="205105"/>
            </p14:xfrm>
          </p:contentPart>
        </mc:Choice>
        <mc:Fallback xmlns="">
          <p:pic>
            <p:nvPicPr>
              <p:cNvPr id="94" name="墨迹 93"/>
            </p:nvPicPr>
            <p:blipFill>
              <a:blip r:embed="rId172"/>
            </p:blipFill>
            <p:spPr>
              <a:xfrm>
                <a:off x="9396095" y="1137920"/>
                <a:ext cx="219075" cy="205105"/>
              </a:xfrm>
              <a:prstGeom prst="rect"/>
            </p:spPr>
          </p:pic>
        </mc:Fallback>
      </mc:AlternateContent>
    </p:spTree>
    <p:custDataLst>
      <p:tags r:id="rId17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为什么可以</a:t>
            </a:r>
            <a:r>
              <a:rPr lang="zh-CN" altLang="en-US">
                <a:sym typeface="+mn-ea"/>
              </a:rPr>
              <a:t>用扰动</a:t>
            </a:r>
            <a:r>
              <a:rPr lang="zh-CN" altLang="en-US"/>
              <a:t>点的梯度</a:t>
            </a:r>
            <a:r>
              <a:rPr lang="zh-CN" altLang="en-US"/>
              <a:t>更新当前</a:t>
            </a:r>
            <a:r>
              <a:rPr lang="zh-CN" altLang="en-US"/>
              <a:t>参数？</a:t>
            </a:r>
            <a:endParaRPr lang="zh-CN" altLang="en-US"/>
          </a:p>
        </p:txBody>
      </p:sp>
      <p:sp>
        <p:nvSpPr>
          <p:cNvPr id="5" name="内容占位符 4"/>
          <p:cNvSpPr>
            <a:spLocks noGrp="1"/>
          </p:cNvSpPr>
          <p:nvPr>
            <p:ph idx="1"/>
            <p:custDataLst>
              <p:tags r:id="rId2"/>
            </p:custDataLst>
          </p:nvPr>
        </p:nvSpPr>
        <p:spPr/>
        <p:txBody>
          <a:bodyPr/>
          <a:p>
            <a:r>
              <a:rPr lang="zh-CN" altLang="en-US">
                <a:solidFill>
                  <a:srgbClr val="C00000"/>
                </a:solidFill>
              </a:rPr>
              <a:t>核心问题：梯度的求解位置和作用位置，存在偏移</a:t>
            </a:r>
            <a:endParaRPr lang="zh-CN" altLang="en-US">
              <a:solidFill>
                <a:srgbClr val="C00000"/>
              </a:solidFill>
            </a:endParaRPr>
          </a:p>
          <a:p>
            <a:endParaRPr lang="zh-CN" altLang="en-US">
              <a:solidFill>
                <a:srgbClr val="C00000"/>
              </a:solidFill>
            </a:endParaRPr>
          </a:p>
          <a:p>
            <a:r>
              <a:rPr lang="zh-CN" altLang="en-US">
                <a:solidFill>
                  <a:schemeClr val="tx1"/>
                </a:solidFill>
              </a:rPr>
              <a:t>现有的工作机制解释：</a:t>
            </a:r>
            <a:endParaRPr lang="zh-CN" altLang="en-US">
              <a:solidFill>
                <a:schemeClr val="tx1"/>
              </a:solidFill>
            </a:endParaRPr>
          </a:p>
          <a:p>
            <a:pPr lvl="1"/>
            <a:endParaRPr lang="zh-CN" altLang="en-US">
              <a:solidFill>
                <a:schemeClr val="tx1"/>
              </a:solidFill>
            </a:endParaRPr>
          </a:p>
          <a:p>
            <a:pPr lvl="1"/>
            <a:r>
              <a:rPr lang="zh-CN" altLang="en-US">
                <a:solidFill>
                  <a:schemeClr val="tx1"/>
                </a:solidFill>
              </a:rPr>
              <a:t>近似丢</a:t>
            </a:r>
            <a:r>
              <a:rPr lang="zh-CN" altLang="en-US">
                <a:solidFill>
                  <a:schemeClr val="tx1"/>
                </a:solidFill>
              </a:rPr>
              <a:t>掉了最大值点关于当前参数的</a:t>
            </a:r>
            <a:r>
              <a:rPr lang="zh-CN" altLang="en-US">
                <a:solidFill>
                  <a:schemeClr val="tx1"/>
                </a:solidFill>
              </a:rPr>
              <a:t>梯度</a:t>
            </a:r>
            <a:endParaRPr lang="zh-CN" altLang="en-US">
              <a:solidFill>
                <a:schemeClr val="tx1"/>
              </a:solidFill>
            </a:endParaRPr>
          </a:p>
          <a:p>
            <a:pPr lvl="1"/>
            <a:endParaRPr lang="zh-CN" altLang="en-US">
              <a:solidFill>
                <a:schemeClr val="tx1"/>
              </a:solidFill>
            </a:endParaRPr>
          </a:p>
          <a:p>
            <a:pPr lvl="1"/>
            <a:r>
              <a:rPr lang="zh-CN" altLang="en-US">
                <a:solidFill>
                  <a:schemeClr val="tx1"/>
                </a:solidFill>
              </a:rPr>
              <a:t>近似等价于在原始损失上增加梯度范数惩罚</a:t>
            </a:r>
            <a:endParaRPr lang="zh-CN" altLang="en-US">
              <a:solidFill>
                <a:schemeClr val="tx1"/>
              </a:solidFill>
            </a:endParaRPr>
          </a:p>
          <a:p>
            <a:pPr lvl="1"/>
            <a:endParaRPr lang="zh-CN" altLang="en-US">
              <a:solidFill>
                <a:schemeClr val="tx1"/>
              </a:solidFill>
            </a:endParaRPr>
          </a:p>
          <a:p>
            <a:pPr lvl="1"/>
            <a:r>
              <a:rPr lang="zh-CN" altLang="en-US">
                <a:solidFill>
                  <a:schemeClr val="tx1"/>
                </a:solidFill>
              </a:rPr>
              <a:t>这么做能</a:t>
            </a:r>
            <a:r>
              <a:rPr lang="zh-CN" altLang="en-US">
                <a:solidFill>
                  <a:schemeClr val="tx1"/>
                </a:solidFill>
                <a:sym typeface="+mn-ea"/>
              </a:rPr>
              <a:t>抑制</a:t>
            </a:r>
            <a:r>
              <a:rPr lang="en-US" altLang="zh-CN">
                <a:solidFill>
                  <a:schemeClr val="tx1"/>
                </a:solidFill>
                <a:sym typeface="+mn-ea"/>
              </a:rPr>
              <a:t> </a:t>
            </a:r>
            <a:r>
              <a:rPr lang="en-US" altLang="zh-CN">
                <a:solidFill>
                  <a:schemeClr val="tx1"/>
                </a:solidFill>
              </a:rPr>
              <a:t>Hessian </a:t>
            </a:r>
            <a:r>
              <a:rPr lang="zh-CN" altLang="en-US">
                <a:solidFill>
                  <a:schemeClr val="tx1"/>
                </a:solidFill>
              </a:rPr>
              <a:t>最大特征值</a:t>
            </a:r>
            <a:endParaRPr lang="zh-CN" altLang="en-US">
              <a:solidFill>
                <a:schemeClr val="tx1"/>
              </a:solidFill>
            </a:endParaRPr>
          </a:p>
          <a:p>
            <a:pPr lvl="1"/>
            <a:endParaRPr lang="zh-CN" altLang="en-US">
              <a:solidFill>
                <a:schemeClr val="tx1"/>
              </a:solidFill>
            </a:endParaRPr>
          </a:p>
          <a:p>
            <a:pPr lvl="1"/>
            <a:r>
              <a:rPr lang="en-US" altLang="zh-CN">
                <a:solidFill>
                  <a:schemeClr val="tx1"/>
                </a:solidFill>
              </a:rPr>
              <a:t>....</a:t>
            </a:r>
            <a:endParaRPr lang="zh-CN" altLang="en-US">
              <a:solidFill>
                <a:schemeClr val="tx1"/>
              </a:solidFill>
            </a:endParaRPr>
          </a:p>
          <a:p>
            <a:pPr lvl="1"/>
            <a:endParaRPr lang="zh-CN" altLang="en-US">
              <a:solidFill>
                <a:schemeClr val="tx1"/>
              </a:solidFill>
            </a:endParaRPr>
          </a:p>
        </p:txBody>
      </p:sp>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1190625" y="3943350"/>
              <a:ext cx="1362075" cy="628650"/>
            </p14:xfrm>
          </p:contentPart>
        </mc:Choice>
        <mc:Fallback xmlns="">
          <p:pic>
            <p:nvPicPr>
              <p:cNvPr id="6" name="墨迹 5"/>
            </p:nvPicPr>
            <p:blipFill>
              <a:blip r:embed="rId4"/>
            </p:blipFill>
            <p:spPr>
              <a:xfrm>
                <a:off x="1190625" y="3943350"/>
                <a:ext cx="1362075" cy="6286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2547620" y="4004945"/>
              <a:ext cx="1405255" cy="548005"/>
            </p14:xfrm>
          </p:contentPart>
        </mc:Choice>
        <mc:Fallback xmlns="">
          <p:pic>
            <p:nvPicPr>
              <p:cNvPr id="7" name="墨迹 6"/>
            </p:nvPicPr>
            <p:blipFill>
              <a:blip r:embed="rId6"/>
            </p:blipFill>
            <p:spPr>
              <a:xfrm>
                <a:off x="2547620" y="4004945"/>
                <a:ext cx="1405255" cy="54800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4191000" y="4043045"/>
              <a:ext cx="1757045" cy="561975"/>
            </p14:xfrm>
          </p:contentPart>
        </mc:Choice>
        <mc:Fallback xmlns="">
          <p:pic>
            <p:nvPicPr>
              <p:cNvPr id="8" name="墨迹 7"/>
            </p:nvPicPr>
            <p:blipFill>
              <a:blip r:embed="rId8"/>
            </p:blipFill>
            <p:spPr>
              <a:xfrm>
                <a:off x="4191000" y="4043045"/>
                <a:ext cx="1757045" cy="5619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9" name="墨迹 8"/>
              <p14:cNvContentPartPr/>
              <p14:nvPr/>
            </p14:nvContentPartPr>
            <p14:xfrm>
              <a:off x="8329295" y="3233420"/>
              <a:ext cx="419100" cy="895350"/>
            </p14:xfrm>
          </p:contentPart>
        </mc:Choice>
        <mc:Fallback xmlns="">
          <p:pic>
            <p:nvPicPr>
              <p:cNvPr id="9" name="墨迹 8"/>
            </p:nvPicPr>
            <p:blipFill>
              <a:blip r:embed="rId10"/>
            </p:blipFill>
            <p:spPr>
              <a:xfrm>
                <a:off x="8329295" y="3233420"/>
                <a:ext cx="419100" cy="8953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墨迹 9"/>
              <p14:cNvContentPartPr/>
              <p14:nvPr/>
            </p14:nvContentPartPr>
            <p14:xfrm>
              <a:off x="8972550" y="3442970"/>
              <a:ext cx="152400" cy="614680"/>
            </p14:xfrm>
          </p:contentPart>
        </mc:Choice>
        <mc:Fallback xmlns="">
          <p:pic>
            <p:nvPicPr>
              <p:cNvPr id="10" name="墨迹 9"/>
            </p:nvPicPr>
            <p:blipFill>
              <a:blip r:embed="rId12"/>
            </p:blipFill>
            <p:spPr>
              <a:xfrm>
                <a:off x="8972550" y="3442970"/>
                <a:ext cx="152400" cy="6146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1" name="墨迹 10"/>
              <p14:cNvContentPartPr/>
              <p14:nvPr/>
            </p14:nvContentPartPr>
            <p14:xfrm>
              <a:off x="9410700" y="3500120"/>
              <a:ext cx="452120" cy="471805"/>
            </p14:xfrm>
          </p:contentPart>
        </mc:Choice>
        <mc:Fallback xmlns="">
          <p:pic>
            <p:nvPicPr>
              <p:cNvPr id="11" name="墨迹 10"/>
            </p:nvPicPr>
            <p:blipFill>
              <a:blip r:embed="rId14"/>
            </p:blipFill>
            <p:spPr>
              <a:xfrm>
                <a:off x="9410700" y="3500120"/>
                <a:ext cx="452120" cy="47180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2" name="墨迹 11"/>
              <p14:cNvContentPartPr/>
              <p14:nvPr/>
            </p14:nvContentPartPr>
            <p14:xfrm>
              <a:off x="9538970" y="3709670"/>
              <a:ext cx="295275" cy="14605"/>
            </p14:xfrm>
          </p:contentPart>
        </mc:Choice>
        <mc:Fallback xmlns="">
          <p:pic>
            <p:nvPicPr>
              <p:cNvPr id="12" name="墨迹 11"/>
            </p:nvPicPr>
            <p:blipFill>
              <a:blip r:embed="rId16"/>
            </p:blipFill>
            <p:spPr>
              <a:xfrm>
                <a:off x="9538970" y="3709670"/>
                <a:ext cx="295275" cy="1460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3" name="墨迹 12"/>
              <p14:cNvContentPartPr/>
              <p14:nvPr/>
            </p14:nvContentPartPr>
            <p14:xfrm>
              <a:off x="10043795" y="3366770"/>
              <a:ext cx="276225" cy="571500"/>
            </p14:xfrm>
          </p:contentPart>
        </mc:Choice>
        <mc:Fallback xmlns="">
          <p:pic>
            <p:nvPicPr>
              <p:cNvPr id="13" name="墨迹 12"/>
            </p:nvPicPr>
            <p:blipFill>
              <a:blip r:embed="rId18"/>
            </p:blipFill>
            <p:spPr>
              <a:xfrm>
                <a:off x="10043795" y="3366770"/>
                <a:ext cx="276225" cy="5715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4" name="墨迹 13"/>
              <p14:cNvContentPartPr/>
              <p14:nvPr/>
            </p14:nvContentPartPr>
            <p14:xfrm>
              <a:off x="7472045" y="3467100"/>
              <a:ext cx="428625" cy="547370"/>
            </p14:xfrm>
          </p:contentPart>
        </mc:Choice>
        <mc:Fallback xmlns="">
          <p:pic>
            <p:nvPicPr>
              <p:cNvPr id="14" name="墨迹 13"/>
            </p:nvPicPr>
            <p:blipFill>
              <a:blip r:embed="rId20"/>
            </p:blipFill>
            <p:spPr>
              <a:xfrm>
                <a:off x="7472045" y="3467100"/>
                <a:ext cx="428625" cy="54737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5" name="墨迹 14"/>
              <p14:cNvContentPartPr/>
              <p14:nvPr/>
            </p14:nvContentPartPr>
            <p14:xfrm>
              <a:off x="7477125" y="3514725"/>
              <a:ext cx="161925" cy="490220"/>
            </p14:xfrm>
          </p:contentPart>
        </mc:Choice>
        <mc:Fallback xmlns="">
          <p:pic>
            <p:nvPicPr>
              <p:cNvPr id="15" name="墨迹 14"/>
            </p:nvPicPr>
            <p:blipFill>
              <a:blip r:embed="rId22"/>
            </p:blipFill>
            <p:spPr>
              <a:xfrm>
                <a:off x="7477125" y="3514725"/>
                <a:ext cx="161925" cy="49022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6" name="墨迹 15"/>
              <p14:cNvContentPartPr/>
              <p14:nvPr/>
            </p14:nvContentPartPr>
            <p14:xfrm>
              <a:off x="7162800" y="4267200"/>
              <a:ext cx="3623945" cy="171450"/>
            </p14:xfrm>
          </p:contentPart>
        </mc:Choice>
        <mc:Fallback xmlns="">
          <p:pic>
            <p:nvPicPr>
              <p:cNvPr id="16" name="墨迹 15"/>
            </p:nvPicPr>
            <p:blipFill>
              <a:blip r:embed="rId24"/>
            </p:blipFill>
            <p:spPr>
              <a:xfrm>
                <a:off x="7162800" y="4267200"/>
                <a:ext cx="3623945" cy="1714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7" name="墨迹 16"/>
              <p14:cNvContentPartPr/>
              <p14:nvPr/>
            </p14:nvContentPartPr>
            <p14:xfrm>
              <a:off x="7081520" y="2943225"/>
              <a:ext cx="95250" cy="1261745"/>
            </p14:xfrm>
          </p:contentPart>
        </mc:Choice>
        <mc:Fallback xmlns="">
          <p:pic>
            <p:nvPicPr>
              <p:cNvPr id="17" name="墨迹 16"/>
            </p:nvPicPr>
            <p:blipFill>
              <a:blip r:embed="rId26"/>
            </p:blipFill>
            <p:spPr>
              <a:xfrm>
                <a:off x="7081520" y="2943225"/>
                <a:ext cx="95250" cy="126174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8" name="墨迹 17"/>
              <p14:cNvContentPartPr/>
              <p14:nvPr/>
            </p14:nvContentPartPr>
            <p14:xfrm>
              <a:off x="7096125" y="2776220"/>
              <a:ext cx="3886200" cy="1814830"/>
            </p14:xfrm>
          </p:contentPart>
        </mc:Choice>
        <mc:Fallback xmlns="">
          <p:pic>
            <p:nvPicPr>
              <p:cNvPr id="18" name="墨迹 17"/>
            </p:nvPicPr>
            <p:blipFill>
              <a:blip r:embed="rId28"/>
            </p:blipFill>
            <p:spPr>
              <a:xfrm>
                <a:off x="7096125" y="2776220"/>
                <a:ext cx="3886200" cy="181483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9" name="墨迹 18"/>
              <p14:cNvContentPartPr/>
              <p14:nvPr/>
            </p14:nvContentPartPr>
            <p14:xfrm>
              <a:off x="7195820" y="4081145"/>
              <a:ext cx="3596005" cy="481330"/>
            </p14:xfrm>
          </p:contentPart>
        </mc:Choice>
        <mc:Fallback xmlns="">
          <p:pic>
            <p:nvPicPr>
              <p:cNvPr id="19" name="墨迹 18"/>
            </p:nvPicPr>
            <p:blipFill>
              <a:blip r:embed="rId30"/>
            </p:blipFill>
            <p:spPr>
              <a:xfrm>
                <a:off x="7195820" y="4081145"/>
                <a:ext cx="3596005" cy="48133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0" name="墨迹 19"/>
              <p14:cNvContentPartPr/>
              <p14:nvPr/>
            </p14:nvContentPartPr>
            <p14:xfrm>
              <a:off x="3267075" y="2971800"/>
              <a:ext cx="1857375" cy="933450"/>
            </p14:xfrm>
          </p:contentPart>
        </mc:Choice>
        <mc:Fallback xmlns="">
          <p:pic>
            <p:nvPicPr>
              <p:cNvPr id="20" name="墨迹 19"/>
            </p:nvPicPr>
            <p:blipFill>
              <a:blip r:embed="rId32"/>
            </p:blipFill>
            <p:spPr>
              <a:xfrm>
                <a:off x="3267075" y="2971800"/>
                <a:ext cx="1857375" cy="9334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1" name="墨迹 20"/>
              <p14:cNvContentPartPr/>
              <p14:nvPr/>
            </p14:nvContentPartPr>
            <p14:xfrm>
              <a:off x="5695950" y="3295650"/>
              <a:ext cx="775970" cy="99695"/>
            </p14:xfrm>
          </p:contentPart>
        </mc:Choice>
        <mc:Fallback xmlns="">
          <p:pic>
            <p:nvPicPr>
              <p:cNvPr id="21" name="墨迹 20"/>
            </p:nvPicPr>
            <p:blipFill>
              <a:blip r:embed="rId34"/>
            </p:blipFill>
            <p:spPr>
              <a:xfrm>
                <a:off x="5695950" y="3295650"/>
                <a:ext cx="775970" cy="9969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2" name="墨迹 21"/>
              <p14:cNvContentPartPr/>
              <p14:nvPr/>
            </p14:nvContentPartPr>
            <p14:xfrm>
              <a:off x="6071870" y="2995295"/>
              <a:ext cx="38100" cy="824230"/>
            </p14:xfrm>
          </p:contentPart>
        </mc:Choice>
        <mc:Fallback xmlns="">
          <p:pic>
            <p:nvPicPr>
              <p:cNvPr id="22" name="墨迹 21"/>
            </p:nvPicPr>
            <p:blipFill>
              <a:blip r:embed="rId36"/>
            </p:blipFill>
            <p:spPr>
              <a:xfrm>
                <a:off x="6071870" y="2995295"/>
                <a:ext cx="38100" cy="82423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3" name="墨迹 22"/>
              <p14:cNvContentPartPr/>
              <p14:nvPr/>
            </p14:nvContentPartPr>
            <p14:xfrm>
              <a:off x="6562725" y="3252470"/>
              <a:ext cx="561975" cy="723900"/>
            </p14:xfrm>
          </p:contentPart>
        </mc:Choice>
        <mc:Fallback xmlns="">
          <p:pic>
            <p:nvPicPr>
              <p:cNvPr id="23" name="墨迹 22"/>
            </p:nvPicPr>
            <p:blipFill>
              <a:blip r:embed="rId38"/>
            </p:blipFill>
            <p:spPr>
              <a:xfrm>
                <a:off x="6562725" y="3252470"/>
                <a:ext cx="561975" cy="72390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4" name="墨迹 23"/>
              <p14:cNvContentPartPr/>
              <p14:nvPr/>
            </p14:nvContentPartPr>
            <p14:xfrm>
              <a:off x="6624320" y="2933700"/>
              <a:ext cx="419100" cy="1190625"/>
            </p14:xfrm>
          </p:contentPart>
        </mc:Choice>
        <mc:Fallback xmlns="">
          <p:pic>
            <p:nvPicPr>
              <p:cNvPr id="24" name="墨迹 23"/>
            </p:nvPicPr>
            <p:blipFill>
              <a:blip r:embed="rId40"/>
            </p:blipFill>
            <p:spPr>
              <a:xfrm>
                <a:off x="6624320" y="2933700"/>
                <a:ext cx="419100" cy="119062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5" name="墨迹 24"/>
              <p14:cNvContentPartPr/>
              <p14:nvPr/>
            </p14:nvContentPartPr>
            <p14:xfrm>
              <a:off x="3204845" y="3781425"/>
              <a:ext cx="8105775" cy="752475"/>
            </p14:xfrm>
          </p:contentPart>
        </mc:Choice>
        <mc:Fallback xmlns="">
          <p:pic>
            <p:nvPicPr>
              <p:cNvPr id="25" name="墨迹 24"/>
            </p:nvPicPr>
            <p:blipFill>
              <a:blip r:embed="rId42"/>
            </p:blipFill>
            <p:spPr>
              <a:xfrm>
                <a:off x="3204845" y="3781425"/>
                <a:ext cx="8105775" cy="75247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6" name="墨迹 25"/>
              <p14:cNvContentPartPr/>
              <p14:nvPr/>
            </p14:nvContentPartPr>
            <p14:xfrm>
              <a:off x="1314450" y="3209925"/>
              <a:ext cx="614045" cy="556895"/>
            </p14:xfrm>
          </p:contentPart>
        </mc:Choice>
        <mc:Fallback xmlns="">
          <p:pic>
            <p:nvPicPr>
              <p:cNvPr id="26" name="墨迹 25"/>
            </p:nvPicPr>
            <p:blipFill>
              <a:blip r:embed="rId44"/>
            </p:blipFill>
            <p:spPr>
              <a:xfrm>
                <a:off x="1314450" y="3209925"/>
                <a:ext cx="614045" cy="55689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7" name="墨迹 26"/>
              <p14:cNvContentPartPr/>
              <p14:nvPr/>
            </p14:nvContentPartPr>
            <p14:xfrm>
              <a:off x="1257300" y="3976370"/>
              <a:ext cx="523875" cy="476250"/>
            </p14:xfrm>
          </p:contentPart>
        </mc:Choice>
        <mc:Fallback xmlns="">
          <p:pic>
            <p:nvPicPr>
              <p:cNvPr id="27" name="墨迹 26"/>
            </p:nvPicPr>
            <p:blipFill>
              <a:blip r:embed="rId46"/>
            </p:blipFill>
            <p:spPr>
              <a:xfrm>
                <a:off x="1257300" y="3976370"/>
                <a:ext cx="523875" cy="47625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8" name="墨迹 27"/>
              <p14:cNvContentPartPr/>
              <p14:nvPr/>
            </p14:nvContentPartPr>
            <p14:xfrm>
              <a:off x="985520" y="4681220"/>
              <a:ext cx="4324350" cy="819150"/>
            </p14:xfrm>
          </p:contentPart>
        </mc:Choice>
        <mc:Fallback xmlns="">
          <p:pic>
            <p:nvPicPr>
              <p:cNvPr id="28" name="墨迹 27"/>
            </p:nvPicPr>
            <p:blipFill>
              <a:blip r:embed="rId48"/>
            </p:blipFill>
            <p:spPr>
              <a:xfrm>
                <a:off x="985520" y="4681220"/>
                <a:ext cx="4324350" cy="8191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9" name="墨迹 28"/>
              <p14:cNvContentPartPr/>
              <p14:nvPr/>
            </p14:nvContentPartPr>
            <p14:xfrm>
              <a:off x="3652520" y="1147445"/>
              <a:ext cx="2900680" cy="186055"/>
            </p14:xfrm>
          </p:contentPart>
        </mc:Choice>
        <mc:Fallback xmlns="">
          <p:pic>
            <p:nvPicPr>
              <p:cNvPr id="29" name="墨迹 28"/>
            </p:nvPicPr>
            <p:blipFill>
              <a:blip r:embed="rId50"/>
            </p:blipFill>
            <p:spPr>
              <a:xfrm>
                <a:off x="3652520" y="1147445"/>
                <a:ext cx="2900680" cy="18605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30" name="墨迹 29"/>
              <p14:cNvContentPartPr/>
              <p14:nvPr/>
            </p14:nvContentPartPr>
            <p14:xfrm>
              <a:off x="6791325" y="1228725"/>
              <a:ext cx="3619500" cy="95250"/>
            </p14:xfrm>
          </p:contentPart>
        </mc:Choice>
        <mc:Fallback xmlns="">
          <p:pic>
            <p:nvPicPr>
              <p:cNvPr id="30" name="墨迹 29"/>
            </p:nvPicPr>
            <p:blipFill>
              <a:blip r:embed="rId52"/>
            </p:blipFill>
            <p:spPr>
              <a:xfrm>
                <a:off x="6791325" y="1228725"/>
                <a:ext cx="3619500" cy="9525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1" name="墨迹 30"/>
              <p14:cNvContentPartPr/>
              <p14:nvPr/>
            </p14:nvContentPartPr>
            <p14:xfrm>
              <a:off x="1952625" y="4733925"/>
              <a:ext cx="3124200" cy="833120"/>
            </p14:xfrm>
          </p:contentPart>
        </mc:Choice>
        <mc:Fallback xmlns="">
          <p:pic>
            <p:nvPicPr>
              <p:cNvPr id="31" name="墨迹 30"/>
            </p:nvPicPr>
            <p:blipFill>
              <a:blip r:embed="rId54"/>
            </p:blipFill>
            <p:spPr>
              <a:xfrm>
                <a:off x="1952625" y="4733925"/>
                <a:ext cx="3124200" cy="83312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2" name="墨迹 31"/>
              <p14:cNvContentPartPr/>
              <p14:nvPr/>
            </p14:nvContentPartPr>
            <p14:xfrm>
              <a:off x="3648075" y="4776470"/>
              <a:ext cx="1504950" cy="509905"/>
            </p14:xfrm>
          </p:contentPart>
        </mc:Choice>
        <mc:Fallback xmlns="">
          <p:pic>
            <p:nvPicPr>
              <p:cNvPr id="32" name="墨迹 31"/>
            </p:nvPicPr>
            <p:blipFill>
              <a:blip r:embed="rId56"/>
            </p:blipFill>
            <p:spPr>
              <a:xfrm>
                <a:off x="3648075" y="4776470"/>
                <a:ext cx="1504950" cy="509905"/>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3" name="墨迹 32"/>
              <p14:cNvContentPartPr/>
              <p14:nvPr/>
            </p14:nvContentPartPr>
            <p14:xfrm>
              <a:off x="2047875" y="5210175"/>
              <a:ext cx="3390900" cy="71120"/>
            </p14:xfrm>
          </p:contentPart>
        </mc:Choice>
        <mc:Fallback xmlns="">
          <p:pic>
            <p:nvPicPr>
              <p:cNvPr id="33" name="墨迹 32"/>
            </p:nvPicPr>
            <p:blipFill>
              <a:blip r:embed="rId58"/>
            </p:blipFill>
            <p:spPr>
              <a:xfrm>
                <a:off x="2047875" y="5210175"/>
                <a:ext cx="3390900" cy="7112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4" name="墨迹 33"/>
              <p14:cNvContentPartPr/>
              <p14:nvPr/>
            </p14:nvContentPartPr>
            <p14:xfrm>
              <a:off x="657225" y="3476625"/>
              <a:ext cx="337820" cy="1737995"/>
            </p14:xfrm>
          </p:contentPart>
        </mc:Choice>
        <mc:Fallback xmlns="">
          <p:pic>
            <p:nvPicPr>
              <p:cNvPr id="34" name="墨迹 33"/>
            </p:nvPicPr>
            <p:blipFill>
              <a:blip r:embed="rId60"/>
            </p:blipFill>
            <p:spPr>
              <a:xfrm>
                <a:off x="657225" y="3476625"/>
                <a:ext cx="337820" cy="173799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5" name="墨迹 34"/>
              <p14:cNvContentPartPr/>
              <p14:nvPr/>
            </p14:nvContentPartPr>
            <p14:xfrm>
              <a:off x="1509395" y="2957195"/>
              <a:ext cx="114300" cy="338455"/>
            </p14:xfrm>
          </p:contentPart>
        </mc:Choice>
        <mc:Fallback xmlns="">
          <p:pic>
            <p:nvPicPr>
              <p:cNvPr id="35" name="墨迹 34"/>
            </p:nvPicPr>
            <p:blipFill>
              <a:blip r:embed="rId62"/>
            </p:blipFill>
            <p:spPr>
              <a:xfrm>
                <a:off x="1509395" y="2957195"/>
                <a:ext cx="114300" cy="33845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6" name="墨迹 35"/>
              <p14:cNvContentPartPr/>
              <p14:nvPr/>
            </p14:nvContentPartPr>
            <p14:xfrm>
              <a:off x="1404620" y="3033395"/>
              <a:ext cx="233680" cy="205105"/>
            </p14:xfrm>
          </p:contentPart>
        </mc:Choice>
        <mc:Fallback xmlns="">
          <p:pic>
            <p:nvPicPr>
              <p:cNvPr id="36" name="墨迹 35"/>
            </p:nvPicPr>
            <p:blipFill>
              <a:blip r:embed="rId64"/>
            </p:blipFill>
            <p:spPr>
              <a:xfrm>
                <a:off x="1404620" y="3033395"/>
                <a:ext cx="233680" cy="20510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7" name="墨迹 36"/>
              <p14:cNvContentPartPr/>
              <p14:nvPr/>
            </p14:nvContentPartPr>
            <p14:xfrm>
              <a:off x="6967220" y="4229100"/>
              <a:ext cx="3996055" cy="485775"/>
            </p14:xfrm>
          </p:contentPart>
        </mc:Choice>
        <mc:Fallback xmlns="">
          <p:pic>
            <p:nvPicPr>
              <p:cNvPr id="37" name="墨迹 36"/>
            </p:nvPicPr>
            <p:blipFill>
              <a:blip r:embed="rId66"/>
            </p:blipFill>
            <p:spPr>
              <a:xfrm>
                <a:off x="6967220" y="4229100"/>
                <a:ext cx="3996055" cy="485775"/>
              </a:xfrm>
              <a:prstGeom prst="rect"/>
            </p:spPr>
          </p:pic>
        </mc:Fallback>
      </mc:AlternateContent>
    </p:spTree>
    <p:custDataLst>
      <p:tags r:id="rId67"/>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更直观的</a:t>
            </a:r>
            <a:r>
              <a:rPr lang="zh-CN" altLang="en-US">
                <a:solidFill>
                  <a:schemeClr val="tx1"/>
                </a:solidFill>
                <a:sym typeface="+mn-ea"/>
              </a:rPr>
              <a:t>工作机制</a:t>
            </a:r>
            <a:r>
              <a:rPr lang="zh-CN" altLang="en-US"/>
              <a:t>解释</a:t>
            </a:r>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822960" y="1796415"/>
            <a:ext cx="4152265" cy="3114675"/>
          </a:xfrm>
          <a:prstGeom prst="rect">
            <a:avLst/>
          </a:prstGeom>
        </p:spPr>
      </p:pic>
      <p:sp>
        <p:nvSpPr>
          <p:cNvPr id="5" name="文本框 4"/>
          <p:cNvSpPr txBox="1"/>
          <p:nvPr/>
        </p:nvSpPr>
        <p:spPr>
          <a:xfrm>
            <a:off x="822960" y="5253355"/>
            <a:ext cx="5309870" cy="922020"/>
          </a:xfrm>
          <a:prstGeom prst="rect">
            <a:avLst/>
          </a:prstGeom>
          <a:noFill/>
        </p:spPr>
        <p:txBody>
          <a:bodyPr wrap="square" rtlCol="0">
            <a:spAutoFit/>
          </a:bodyPr>
          <a:p>
            <a:r>
              <a:rPr lang="zh-CN" altLang="en-US"/>
              <a:t>扰动点的梯度，相对于当前参数点的</a:t>
            </a:r>
            <a:r>
              <a:rPr lang="zh-CN" altLang="en-US"/>
              <a:t>梯度</a:t>
            </a:r>
            <a:endParaRPr lang="zh-CN" altLang="en-US"/>
          </a:p>
          <a:p>
            <a:endParaRPr lang="zh-CN" altLang="en-US"/>
          </a:p>
          <a:p>
            <a:r>
              <a:rPr lang="zh-CN" altLang="en-US">
                <a:solidFill>
                  <a:srgbClr val="00B050"/>
                </a:solidFill>
              </a:rPr>
              <a:t>能更好地近似局部最大值点</a:t>
            </a:r>
            <a:r>
              <a:rPr lang="zh-CN" altLang="en-US">
                <a:solidFill>
                  <a:srgbClr val="00B050"/>
                </a:solidFill>
              </a:rPr>
              <a:t>所在方向</a:t>
            </a:r>
            <a:endParaRPr lang="zh-CN" altLang="en-US">
              <a:solidFill>
                <a:srgbClr val="00B050"/>
              </a:solidFill>
            </a:endParaRPr>
          </a:p>
        </p:txBody>
      </p:sp>
      <p:pic>
        <p:nvPicPr>
          <p:cNvPr id="6" name="图片 5"/>
          <p:cNvPicPr>
            <a:picLocks noChangeAspect="1"/>
          </p:cNvPicPr>
          <p:nvPr/>
        </p:nvPicPr>
        <p:blipFill>
          <a:blip r:embed="rId4"/>
          <a:stretch>
            <a:fillRect/>
          </a:stretch>
        </p:blipFill>
        <p:spPr>
          <a:xfrm>
            <a:off x="6005195" y="2732405"/>
            <a:ext cx="5787390" cy="2178685"/>
          </a:xfrm>
          <a:prstGeom prst="rect">
            <a:avLst/>
          </a:prstGeom>
          <a:ln>
            <a:solidFill>
              <a:schemeClr val="bg1">
                <a:lumMod val="75000"/>
              </a:schemeClr>
            </a:solidFill>
          </a:ln>
        </p:spPr>
      </p:pic>
      <p:sp>
        <p:nvSpPr>
          <p:cNvPr id="7" name="文本框 6"/>
          <p:cNvSpPr txBox="1"/>
          <p:nvPr/>
        </p:nvSpPr>
        <p:spPr>
          <a:xfrm>
            <a:off x="6283325" y="5253355"/>
            <a:ext cx="5509260" cy="368300"/>
          </a:xfrm>
          <a:prstGeom prst="rect">
            <a:avLst/>
          </a:prstGeom>
          <a:noFill/>
        </p:spPr>
        <p:txBody>
          <a:bodyPr wrap="square" rtlCol="0">
            <a:spAutoFit/>
          </a:bodyPr>
          <a:p>
            <a:pPr algn="ctr"/>
            <a:r>
              <a:rPr lang="zh-CN" altLang="en-US">
                <a:solidFill>
                  <a:srgbClr val="0070C0"/>
                </a:solidFill>
              </a:rPr>
              <a:t>扰动半径内，扰动点方向的损失值会相对更大</a:t>
            </a:r>
            <a:endParaRPr lang="zh-CN" altLang="en-US">
              <a:solidFill>
                <a:srgbClr val="0070C0"/>
              </a:solidFill>
            </a:endParaRPr>
          </a:p>
        </p:txBody>
      </p:sp>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6943725" y="1019175"/>
              <a:ext cx="666750" cy="871220"/>
            </p14:xfrm>
          </p:contentPart>
        </mc:Choice>
        <mc:Fallback xmlns="">
          <p:pic>
            <p:nvPicPr>
              <p:cNvPr id="8" name="墨迹 7"/>
            </p:nvPicPr>
            <p:blipFill>
              <a:blip r:embed="rId6"/>
            </p:blipFill>
            <p:spPr>
              <a:xfrm>
                <a:off x="6943725" y="1019175"/>
                <a:ext cx="666750" cy="8712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9" name="墨迹 8"/>
              <p14:cNvContentPartPr/>
              <p14:nvPr/>
            </p14:nvContentPartPr>
            <p14:xfrm>
              <a:off x="6781800" y="933450"/>
              <a:ext cx="795020" cy="809625"/>
            </p14:xfrm>
          </p:contentPart>
        </mc:Choice>
        <mc:Fallback xmlns="">
          <p:pic>
            <p:nvPicPr>
              <p:cNvPr id="9" name="墨迹 8"/>
            </p:nvPicPr>
            <p:blipFill>
              <a:blip r:embed="rId8"/>
            </p:blipFill>
            <p:spPr>
              <a:xfrm>
                <a:off x="6781800" y="933450"/>
                <a:ext cx="795020" cy="80962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7633970" y="947420"/>
              <a:ext cx="323850" cy="700405"/>
            </p14:xfrm>
          </p:contentPart>
        </mc:Choice>
        <mc:Fallback xmlns="">
          <p:pic>
            <p:nvPicPr>
              <p:cNvPr id="10" name="墨迹 9"/>
            </p:nvPicPr>
            <p:blipFill>
              <a:blip r:embed="rId10"/>
            </p:blipFill>
            <p:spPr>
              <a:xfrm>
                <a:off x="7633970" y="947420"/>
                <a:ext cx="323850" cy="70040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墨迹 10"/>
              <p14:cNvContentPartPr/>
              <p14:nvPr/>
            </p14:nvContentPartPr>
            <p14:xfrm>
              <a:off x="7934325" y="1242695"/>
              <a:ext cx="204470" cy="361950"/>
            </p14:xfrm>
          </p:contentPart>
        </mc:Choice>
        <mc:Fallback xmlns="">
          <p:pic>
            <p:nvPicPr>
              <p:cNvPr id="11" name="墨迹 10"/>
            </p:nvPicPr>
            <p:blipFill>
              <a:blip r:embed="rId12"/>
            </p:blipFill>
            <p:spPr>
              <a:xfrm>
                <a:off x="7934325" y="1242695"/>
                <a:ext cx="204470" cy="3619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2" name="墨迹 11"/>
              <p14:cNvContentPartPr/>
              <p14:nvPr/>
            </p14:nvContentPartPr>
            <p14:xfrm>
              <a:off x="8176895" y="1185545"/>
              <a:ext cx="238125" cy="538480"/>
            </p14:xfrm>
          </p:contentPart>
        </mc:Choice>
        <mc:Fallback xmlns="">
          <p:pic>
            <p:nvPicPr>
              <p:cNvPr id="12" name="墨迹 11"/>
            </p:nvPicPr>
            <p:blipFill>
              <a:blip r:embed="rId14"/>
            </p:blipFill>
            <p:spPr>
              <a:xfrm>
                <a:off x="8176895" y="1185545"/>
                <a:ext cx="238125" cy="5384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3" name="墨迹 12"/>
              <p14:cNvContentPartPr/>
              <p14:nvPr/>
            </p14:nvContentPartPr>
            <p14:xfrm>
              <a:off x="8224520" y="1533525"/>
              <a:ext cx="180975" cy="42545"/>
            </p14:xfrm>
          </p:contentPart>
        </mc:Choice>
        <mc:Fallback xmlns="">
          <p:pic>
            <p:nvPicPr>
              <p:cNvPr id="13" name="墨迹 12"/>
            </p:nvPicPr>
            <p:blipFill>
              <a:blip r:embed="rId16"/>
            </p:blipFill>
            <p:spPr>
              <a:xfrm>
                <a:off x="8224520" y="1533525"/>
                <a:ext cx="180975" cy="4254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4" name="墨迹 13"/>
              <p14:cNvContentPartPr/>
              <p14:nvPr/>
            </p14:nvContentPartPr>
            <p14:xfrm>
              <a:off x="8753475" y="1209675"/>
              <a:ext cx="19050" cy="490220"/>
            </p14:xfrm>
          </p:contentPart>
        </mc:Choice>
        <mc:Fallback xmlns="">
          <p:pic>
            <p:nvPicPr>
              <p:cNvPr id="14" name="墨迹 13"/>
            </p:nvPicPr>
            <p:blipFill>
              <a:blip r:embed="rId18"/>
            </p:blipFill>
            <p:spPr>
              <a:xfrm>
                <a:off x="8753475" y="1209675"/>
                <a:ext cx="19050" cy="49022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5" name="墨迹 14"/>
              <p14:cNvContentPartPr/>
              <p14:nvPr/>
            </p14:nvContentPartPr>
            <p14:xfrm>
              <a:off x="8810625" y="1181100"/>
              <a:ext cx="800100" cy="452120"/>
            </p14:xfrm>
          </p:contentPart>
        </mc:Choice>
        <mc:Fallback xmlns="">
          <p:pic>
            <p:nvPicPr>
              <p:cNvPr id="15" name="墨迹 14"/>
            </p:nvPicPr>
            <p:blipFill>
              <a:blip r:embed="rId20"/>
            </p:blipFill>
            <p:spPr>
              <a:xfrm>
                <a:off x="8810625" y="1181100"/>
                <a:ext cx="800100" cy="45212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6" name="墨迹 15"/>
              <p14:cNvContentPartPr/>
              <p14:nvPr/>
            </p14:nvContentPartPr>
            <p14:xfrm>
              <a:off x="461645" y="447675"/>
              <a:ext cx="5467350" cy="1004570"/>
            </p14:xfrm>
          </p:contentPart>
        </mc:Choice>
        <mc:Fallback xmlns="">
          <p:pic>
            <p:nvPicPr>
              <p:cNvPr id="16" name="墨迹 15"/>
            </p:nvPicPr>
            <p:blipFill>
              <a:blip r:embed="rId22"/>
            </p:blipFill>
            <p:spPr>
              <a:xfrm>
                <a:off x="461645" y="447675"/>
                <a:ext cx="5467350" cy="100457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7" name="墨迹 16"/>
              <p14:cNvContentPartPr/>
              <p14:nvPr/>
            </p14:nvContentPartPr>
            <p14:xfrm>
              <a:off x="523875" y="5029200"/>
              <a:ext cx="1947545" cy="714375"/>
            </p14:xfrm>
          </p:contentPart>
        </mc:Choice>
        <mc:Fallback xmlns="">
          <p:pic>
            <p:nvPicPr>
              <p:cNvPr id="17" name="墨迹 16"/>
            </p:nvPicPr>
            <p:blipFill>
              <a:blip r:embed="rId24"/>
            </p:blipFill>
            <p:spPr>
              <a:xfrm>
                <a:off x="523875" y="5029200"/>
                <a:ext cx="1947545" cy="71437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8" name="墨迹 17"/>
              <p14:cNvContentPartPr/>
              <p14:nvPr/>
            </p14:nvContentPartPr>
            <p14:xfrm>
              <a:off x="828675" y="6157595"/>
              <a:ext cx="1638300" cy="266700"/>
            </p14:xfrm>
          </p:contentPart>
        </mc:Choice>
        <mc:Fallback xmlns="">
          <p:pic>
            <p:nvPicPr>
              <p:cNvPr id="18" name="墨迹 17"/>
            </p:nvPicPr>
            <p:blipFill>
              <a:blip r:embed="rId26"/>
            </p:blipFill>
            <p:spPr>
              <a:xfrm>
                <a:off x="828675" y="6157595"/>
                <a:ext cx="1638300" cy="26670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9" name="墨迹 18"/>
              <p14:cNvContentPartPr/>
              <p14:nvPr/>
            </p14:nvContentPartPr>
            <p14:xfrm>
              <a:off x="2357120" y="5119370"/>
              <a:ext cx="2933700" cy="662305"/>
            </p14:xfrm>
          </p:contentPart>
        </mc:Choice>
        <mc:Fallback xmlns="">
          <p:pic>
            <p:nvPicPr>
              <p:cNvPr id="19" name="墨迹 18"/>
            </p:nvPicPr>
            <p:blipFill>
              <a:blip r:embed="rId28"/>
            </p:blipFill>
            <p:spPr>
              <a:xfrm>
                <a:off x="2357120" y="5119370"/>
                <a:ext cx="2933700" cy="66230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0" name="墨迹 19"/>
              <p14:cNvContentPartPr/>
              <p14:nvPr/>
            </p14:nvContentPartPr>
            <p14:xfrm>
              <a:off x="1238250" y="6186170"/>
              <a:ext cx="3467100" cy="190500"/>
            </p14:xfrm>
          </p:contentPart>
        </mc:Choice>
        <mc:Fallback xmlns="">
          <p:pic>
            <p:nvPicPr>
              <p:cNvPr id="20" name="墨迹 19"/>
            </p:nvPicPr>
            <p:blipFill>
              <a:blip r:embed="rId30"/>
            </p:blipFill>
            <p:spPr>
              <a:xfrm>
                <a:off x="1238250" y="6186170"/>
                <a:ext cx="3467100" cy="1905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1" name="墨迹 20"/>
              <p14:cNvContentPartPr/>
              <p14:nvPr/>
            </p14:nvContentPartPr>
            <p14:xfrm>
              <a:off x="1871345" y="2947670"/>
              <a:ext cx="262255" cy="71755"/>
            </p14:xfrm>
          </p:contentPart>
        </mc:Choice>
        <mc:Fallback xmlns="">
          <p:pic>
            <p:nvPicPr>
              <p:cNvPr id="21" name="墨迹 20"/>
            </p:nvPicPr>
            <p:blipFill>
              <a:blip r:embed="rId32"/>
            </p:blipFill>
            <p:spPr>
              <a:xfrm>
                <a:off x="1871345" y="2947670"/>
                <a:ext cx="262255" cy="7175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2" name="墨迹 21"/>
              <p14:cNvContentPartPr/>
              <p14:nvPr/>
            </p14:nvContentPartPr>
            <p14:xfrm>
              <a:off x="1804670" y="2962275"/>
              <a:ext cx="309880" cy="109220"/>
            </p14:xfrm>
          </p:contentPart>
        </mc:Choice>
        <mc:Fallback xmlns="">
          <p:pic>
            <p:nvPicPr>
              <p:cNvPr id="22" name="墨迹 21"/>
            </p:nvPicPr>
            <p:blipFill>
              <a:blip r:embed="rId34"/>
            </p:blipFill>
            <p:spPr>
              <a:xfrm>
                <a:off x="1804670" y="2962275"/>
                <a:ext cx="309880" cy="10922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3" name="墨迹 22"/>
              <p14:cNvContentPartPr/>
              <p14:nvPr/>
            </p14:nvContentPartPr>
            <p14:xfrm>
              <a:off x="1757045" y="2847975"/>
              <a:ext cx="205105" cy="318770"/>
            </p14:xfrm>
          </p:contentPart>
        </mc:Choice>
        <mc:Fallback xmlns="">
          <p:pic>
            <p:nvPicPr>
              <p:cNvPr id="23" name="墨迹 22"/>
            </p:nvPicPr>
            <p:blipFill>
              <a:blip r:embed="rId36"/>
            </p:blipFill>
            <p:spPr>
              <a:xfrm>
                <a:off x="1757045" y="2847975"/>
                <a:ext cx="205105" cy="31877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4" name="墨迹 23"/>
              <p14:cNvContentPartPr/>
              <p14:nvPr/>
            </p14:nvContentPartPr>
            <p14:xfrm>
              <a:off x="2252345" y="3404870"/>
              <a:ext cx="290830" cy="114300"/>
            </p14:xfrm>
          </p:contentPart>
        </mc:Choice>
        <mc:Fallback xmlns="">
          <p:pic>
            <p:nvPicPr>
              <p:cNvPr id="24" name="墨迹 23"/>
            </p:nvPicPr>
            <p:blipFill>
              <a:blip r:embed="rId38"/>
            </p:blipFill>
            <p:spPr>
              <a:xfrm>
                <a:off x="2252345" y="3404870"/>
                <a:ext cx="290830" cy="11430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5" name="墨迹 24"/>
              <p14:cNvContentPartPr/>
              <p14:nvPr/>
            </p14:nvContentPartPr>
            <p14:xfrm>
              <a:off x="2447925" y="3357245"/>
              <a:ext cx="128270" cy="224155"/>
            </p14:xfrm>
          </p:contentPart>
        </mc:Choice>
        <mc:Fallback xmlns="">
          <p:pic>
            <p:nvPicPr>
              <p:cNvPr id="25" name="墨迹 24"/>
            </p:nvPicPr>
            <p:blipFill>
              <a:blip r:embed="rId40"/>
            </p:blipFill>
            <p:spPr>
              <a:xfrm>
                <a:off x="2447925" y="3357245"/>
                <a:ext cx="128270" cy="22415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6" name="墨迹 25"/>
              <p14:cNvContentPartPr/>
              <p14:nvPr/>
            </p14:nvContentPartPr>
            <p14:xfrm>
              <a:off x="1114425" y="2671445"/>
              <a:ext cx="652145" cy="581025"/>
            </p14:xfrm>
          </p:contentPart>
        </mc:Choice>
        <mc:Fallback xmlns="">
          <p:pic>
            <p:nvPicPr>
              <p:cNvPr id="26" name="墨迹 25"/>
            </p:nvPicPr>
            <p:blipFill>
              <a:blip r:embed="rId42"/>
            </p:blipFill>
            <p:spPr>
              <a:xfrm>
                <a:off x="1114425" y="2671445"/>
                <a:ext cx="652145" cy="58102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7" name="墨迹 26"/>
              <p14:cNvContentPartPr/>
              <p14:nvPr/>
            </p14:nvContentPartPr>
            <p14:xfrm>
              <a:off x="2257425" y="3409950"/>
              <a:ext cx="360" cy="9525"/>
            </p14:xfrm>
          </p:contentPart>
        </mc:Choice>
        <mc:Fallback xmlns="">
          <p:pic>
            <p:nvPicPr>
              <p:cNvPr id="27" name="墨迹 26"/>
            </p:nvPicPr>
            <p:blipFill>
              <a:blip r:embed="rId44"/>
            </p:blipFill>
            <p:spPr>
              <a:xfrm>
                <a:off x="2257425" y="3409950"/>
                <a:ext cx="360" cy="952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8" name="墨迹 27"/>
              <p14:cNvContentPartPr/>
              <p14:nvPr/>
            </p14:nvContentPartPr>
            <p14:xfrm>
              <a:off x="2257425" y="3395345"/>
              <a:ext cx="123825" cy="443230"/>
            </p14:xfrm>
          </p:contentPart>
        </mc:Choice>
        <mc:Fallback xmlns="">
          <p:pic>
            <p:nvPicPr>
              <p:cNvPr id="28" name="墨迹 27"/>
            </p:nvPicPr>
            <p:blipFill>
              <a:blip r:embed="rId46"/>
            </p:blipFill>
            <p:spPr>
              <a:xfrm>
                <a:off x="2257425" y="3395345"/>
                <a:ext cx="123825" cy="44323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9" name="墨迹 28"/>
              <p14:cNvContentPartPr/>
              <p14:nvPr/>
            </p14:nvContentPartPr>
            <p14:xfrm>
              <a:off x="2233295" y="3719195"/>
              <a:ext cx="171450" cy="119380"/>
            </p14:xfrm>
          </p:contentPart>
        </mc:Choice>
        <mc:Fallback xmlns="">
          <p:pic>
            <p:nvPicPr>
              <p:cNvPr id="29" name="墨迹 28"/>
            </p:nvPicPr>
            <p:blipFill>
              <a:blip r:embed="rId48"/>
            </p:blipFill>
            <p:spPr>
              <a:xfrm>
                <a:off x="2233295" y="3719195"/>
                <a:ext cx="171450" cy="11938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0" name="墨迹 29"/>
              <p14:cNvContentPartPr/>
              <p14:nvPr/>
            </p14:nvContentPartPr>
            <p14:xfrm>
              <a:off x="1433195" y="3000375"/>
              <a:ext cx="1119505" cy="571500"/>
            </p14:xfrm>
          </p:contentPart>
        </mc:Choice>
        <mc:Fallback xmlns="">
          <p:pic>
            <p:nvPicPr>
              <p:cNvPr id="30" name="墨迹 29"/>
            </p:nvPicPr>
            <p:blipFill>
              <a:blip r:embed="rId50"/>
            </p:blipFill>
            <p:spPr>
              <a:xfrm>
                <a:off x="1433195" y="3000375"/>
                <a:ext cx="1119505" cy="57150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31" name="墨迹 30"/>
              <p14:cNvContentPartPr/>
              <p14:nvPr/>
            </p14:nvContentPartPr>
            <p14:xfrm>
              <a:off x="6667500" y="1918970"/>
              <a:ext cx="3400425" cy="47625"/>
            </p14:xfrm>
          </p:contentPart>
        </mc:Choice>
        <mc:Fallback xmlns="">
          <p:pic>
            <p:nvPicPr>
              <p:cNvPr id="31" name="墨迹 30"/>
            </p:nvPicPr>
            <p:blipFill>
              <a:blip r:embed="rId52"/>
            </p:blipFill>
            <p:spPr>
              <a:xfrm>
                <a:off x="6667500" y="1918970"/>
                <a:ext cx="3400425" cy="4762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2" name="墨迹 31"/>
              <p14:cNvContentPartPr/>
              <p14:nvPr/>
            </p14:nvContentPartPr>
            <p14:xfrm>
              <a:off x="5567045" y="2343150"/>
              <a:ext cx="6619875" cy="2757170"/>
            </p14:xfrm>
          </p:contentPart>
        </mc:Choice>
        <mc:Fallback xmlns="">
          <p:pic>
            <p:nvPicPr>
              <p:cNvPr id="32" name="墨迹 31"/>
            </p:nvPicPr>
            <p:blipFill>
              <a:blip r:embed="rId54"/>
            </p:blipFill>
            <p:spPr>
              <a:xfrm>
                <a:off x="5567045" y="2343150"/>
                <a:ext cx="6619875" cy="275717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3" name="墨迹 32"/>
              <p14:cNvContentPartPr/>
              <p14:nvPr/>
            </p14:nvContentPartPr>
            <p14:xfrm>
              <a:off x="5938520" y="2924175"/>
              <a:ext cx="1814830" cy="337820"/>
            </p14:xfrm>
          </p:contentPart>
        </mc:Choice>
        <mc:Fallback xmlns="">
          <p:pic>
            <p:nvPicPr>
              <p:cNvPr id="33" name="墨迹 32"/>
            </p:nvPicPr>
            <p:blipFill>
              <a:blip r:embed="rId56"/>
            </p:blipFill>
            <p:spPr>
              <a:xfrm>
                <a:off x="5938520" y="2924175"/>
                <a:ext cx="1814830" cy="33782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4" name="墨迹 33"/>
              <p14:cNvContentPartPr/>
              <p14:nvPr/>
            </p14:nvContentPartPr>
            <p14:xfrm>
              <a:off x="7753350" y="4705350"/>
              <a:ext cx="2819400" cy="233045"/>
            </p14:xfrm>
          </p:contentPart>
        </mc:Choice>
        <mc:Fallback xmlns="">
          <p:pic>
            <p:nvPicPr>
              <p:cNvPr id="34" name="墨迹 33"/>
            </p:nvPicPr>
            <p:blipFill>
              <a:blip r:embed="rId58"/>
            </p:blipFill>
            <p:spPr>
              <a:xfrm>
                <a:off x="7753350" y="4705350"/>
                <a:ext cx="2819400" cy="23304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5" name="墨迹 34"/>
              <p14:cNvContentPartPr/>
              <p14:nvPr/>
            </p14:nvContentPartPr>
            <p14:xfrm>
              <a:off x="8453120" y="4385945"/>
              <a:ext cx="542925" cy="509905"/>
            </p14:xfrm>
          </p:contentPart>
        </mc:Choice>
        <mc:Fallback xmlns="">
          <p:pic>
            <p:nvPicPr>
              <p:cNvPr id="35" name="墨迹 34"/>
            </p:nvPicPr>
            <p:blipFill>
              <a:blip r:embed="rId60"/>
            </p:blipFill>
            <p:spPr>
              <a:xfrm>
                <a:off x="8453120" y="4385945"/>
                <a:ext cx="542925" cy="50990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6" name="墨迹 35"/>
              <p14:cNvContentPartPr/>
              <p14:nvPr/>
            </p14:nvContentPartPr>
            <p14:xfrm>
              <a:off x="8201025" y="4800600"/>
              <a:ext cx="252095" cy="4445"/>
            </p14:xfrm>
          </p:contentPart>
        </mc:Choice>
        <mc:Fallback xmlns="">
          <p:pic>
            <p:nvPicPr>
              <p:cNvPr id="36" name="墨迹 35"/>
            </p:nvPicPr>
            <p:blipFill>
              <a:blip r:embed="rId62"/>
            </p:blipFill>
            <p:spPr>
              <a:xfrm>
                <a:off x="8201025" y="4800600"/>
                <a:ext cx="252095" cy="444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7" name="墨迹 36"/>
              <p14:cNvContentPartPr/>
              <p14:nvPr/>
            </p14:nvContentPartPr>
            <p14:xfrm>
              <a:off x="6553200" y="5138420"/>
              <a:ext cx="1347470" cy="638175"/>
            </p14:xfrm>
          </p:contentPart>
        </mc:Choice>
        <mc:Fallback xmlns="">
          <p:pic>
            <p:nvPicPr>
              <p:cNvPr id="37" name="墨迹 36"/>
            </p:nvPicPr>
            <p:blipFill>
              <a:blip r:embed="rId64"/>
            </p:blipFill>
            <p:spPr>
              <a:xfrm>
                <a:off x="6553200" y="5138420"/>
                <a:ext cx="1347470" cy="63817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8" name="墨迹 37"/>
              <p14:cNvContentPartPr/>
              <p14:nvPr/>
            </p14:nvContentPartPr>
            <p14:xfrm>
              <a:off x="7686675" y="4800600"/>
              <a:ext cx="1395095" cy="219075"/>
            </p14:xfrm>
          </p:contentPart>
        </mc:Choice>
        <mc:Fallback xmlns="">
          <p:pic>
            <p:nvPicPr>
              <p:cNvPr id="38" name="墨迹 37"/>
            </p:nvPicPr>
            <p:blipFill>
              <a:blip r:embed="rId66"/>
            </p:blipFill>
            <p:spPr>
              <a:xfrm>
                <a:off x="7686675" y="4800600"/>
                <a:ext cx="1395095" cy="21907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9" name="墨迹 38"/>
              <p14:cNvContentPartPr/>
              <p14:nvPr/>
            </p14:nvContentPartPr>
            <p14:xfrm>
              <a:off x="9048750" y="4229100"/>
              <a:ext cx="1395095" cy="852170"/>
            </p14:xfrm>
          </p:contentPart>
        </mc:Choice>
        <mc:Fallback xmlns="">
          <p:pic>
            <p:nvPicPr>
              <p:cNvPr id="39" name="墨迹 38"/>
            </p:nvPicPr>
            <p:blipFill>
              <a:blip r:embed="rId68"/>
            </p:blipFill>
            <p:spPr>
              <a:xfrm>
                <a:off x="9048750" y="4229100"/>
                <a:ext cx="1395095" cy="85217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40" name="墨迹 39"/>
              <p14:cNvContentPartPr/>
              <p14:nvPr/>
            </p14:nvContentPartPr>
            <p14:xfrm>
              <a:off x="9191625" y="4833620"/>
              <a:ext cx="1137920" cy="142875"/>
            </p14:xfrm>
          </p:contentPart>
        </mc:Choice>
        <mc:Fallback xmlns="">
          <p:pic>
            <p:nvPicPr>
              <p:cNvPr id="40" name="墨迹 39"/>
            </p:nvPicPr>
            <p:blipFill>
              <a:blip r:embed="rId70"/>
            </p:blipFill>
            <p:spPr>
              <a:xfrm>
                <a:off x="9191625" y="4833620"/>
                <a:ext cx="1137920" cy="142875"/>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41" name="墨迹 40"/>
              <p14:cNvContentPartPr/>
              <p14:nvPr/>
            </p14:nvContentPartPr>
            <p14:xfrm>
              <a:off x="7639050" y="4210050"/>
              <a:ext cx="1371600" cy="833120"/>
            </p14:xfrm>
          </p:contentPart>
        </mc:Choice>
        <mc:Fallback xmlns="">
          <p:pic>
            <p:nvPicPr>
              <p:cNvPr id="41" name="墨迹 40"/>
            </p:nvPicPr>
            <p:blipFill>
              <a:blip r:embed="rId72"/>
            </p:blipFill>
            <p:spPr>
              <a:xfrm>
                <a:off x="7639050" y="4210050"/>
                <a:ext cx="1371600" cy="833120"/>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42" name="墨迹 41"/>
              <p14:cNvContentPartPr/>
              <p14:nvPr/>
            </p14:nvContentPartPr>
            <p14:xfrm>
              <a:off x="9258300" y="4995545"/>
              <a:ext cx="1109345" cy="161925"/>
            </p14:xfrm>
          </p:contentPart>
        </mc:Choice>
        <mc:Fallback xmlns="">
          <p:pic>
            <p:nvPicPr>
              <p:cNvPr id="42" name="墨迹 41"/>
            </p:nvPicPr>
            <p:blipFill>
              <a:blip r:embed="rId74"/>
            </p:blipFill>
            <p:spPr>
              <a:xfrm>
                <a:off x="9258300" y="4995545"/>
                <a:ext cx="1109345" cy="161925"/>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3" name="墨迹 42"/>
              <p14:cNvContentPartPr/>
              <p14:nvPr/>
            </p14:nvContentPartPr>
            <p14:xfrm>
              <a:off x="7991475" y="5162550"/>
              <a:ext cx="1019175" cy="42545"/>
            </p14:xfrm>
          </p:contentPart>
        </mc:Choice>
        <mc:Fallback xmlns="">
          <p:pic>
            <p:nvPicPr>
              <p:cNvPr id="43" name="墨迹 42"/>
            </p:nvPicPr>
            <p:blipFill>
              <a:blip r:embed="rId76"/>
            </p:blipFill>
            <p:spPr>
              <a:xfrm>
                <a:off x="7991475" y="5162550"/>
                <a:ext cx="1019175" cy="4254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4" name="墨迹 43"/>
              <p14:cNvContentPartPr/>
              <p14:nvPr/>
            </p14:nvContentPartPr>
            <p14:xfrm>
              <a:off x="7919720" y="5128895"/>
              <a:ext cx="2491105" cy="190500"/>
            </p14:xfrm>
          </p:contentPart>
        </mc:Choice>
        <mc:Fallback xmlns="">
          <p:pic>
            <p:nvPicPr>
              <p:cNvPr id="44" name="墨迹 43"/>
            </p:nvPicPr>
            <p:blipFill>
              <a:blip r:embed="rId78"/>
            </p:blipFill>
            <p:spPr>
              <a:xfrm>
                <a:off x="7919720" y="5128895"/>
                <a:ext cx="2491105" cy="19050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5" name="墨迹 44"/>
              <p14:cNvContentPartPr/>
              <p14:nvPr/>
            </p14:nvContentPartPr>
            <p14:xfrm>
              <a:off x="8281670" y="5572125"/>
              <a:ext cx="3262630" cy="185420"/>
            </p14:xfrm>
          </p:contentPart>
        </mc:Choice>
        <mc:Fallback xmlns="">
          <p:pic>
            <p:nvPicPr>
              <p:cNvPr id="45" name="墨迹 44"/>
            </p:nvPicPr>
            <p:blipFill>
              <a:blip r:embed="rId80"/>
            </p:blipFill>
            <p:spPr>
              <a:xfrm>
                <a:off x="8281670" y="5572125"/>
                <a:ext cx="3262630" cy="18542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6" name="墨迹 45"/>
              <p14:cNvContentPartPr/>
              <p14:nvPr/>
            </p14:nvContentPartPr>
            <p14:xfrm>
              <a:off x="8591550" y="5962650"/>
              <a:ext cx="400050" cy="762000"/>
            </p14:xfrm>
          </p:contentPart>
        </mc:Choice>
        <mc:Fallback xmlns="">
          <p:pic>
            <p:nvPicPr>
              <p:cNvPr id="46" name="墨迹 45"/>
            </p:nvPicPr>
            <p:blipFill>
              <a:blip r:embed="rId82"/>
            </p:blipFill>
            <p:spPr>
              <a:xfrm>
                <a:off x="8591550" y="5962650"/>
                <a:ext cx="400050" cy="762000"/>
              </a:xfrm>
              <a:prstGeom prst="rect"/>
            </p:spPr>
          </p:pic>
        </mc:Fallback>
      </mc:AlternateContent>
    </p:spTree>
    <p:custDataLst>
      <p:tags r:id="rId8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更直接的做法：</a:t>
            </a:r>
            <a:r>
              <a:rPr lang="en-US" altLang="zh-CN"/>
              <a:t>XSAM</a:t>
            </a:r>
            <a:endParaRPr lang="en-US" altLang="zh-CN"/>
          </a:p>
        </p:txBody>
      </p:sp>
      <p:sp>
        <p:nvSpPr>
          <p:cNvPr id="3" name="内容占位符 2"/>
          <p:cNvSpPr>
            <a:spLocks noGrp="1"/>
          </p:cNvSpPr>
          <p:nvPr>
            <p:ph sz="half" idx="1"/>
            <p:custDataLst>
              <p:tags r:id="rId2"/>
            </p:custDataLst>
          </p:nvPr>
        </p:nvSpPr>
        <p:spPr/>
        <p:txBody>
          <a:bodyPr/>
          <a:p>
            <a:r>
              <a:rPr lang="zh-CN" altLang="en-US"/>
              <a:t>既然，</a:t>
            </a:r>
            <a:r>
              <a:rPr lang="en-US" altLang="zh-CN">
                <a:solidFill>
                  <a:srgbClr val="0070C0"/>
                </a:solidFill>
              </a:rPr>
              <a:t>SAM</a:t>
            </a:r>
            <a:r>
              <a:rPr lang="zh-CN" altLang="en-US">
                <a:solidFill>
                  <a:srgbClr val="0070C0"/>
                </a:solidFill>
              </a:rPr>
              <a:t>的工作原理是：</a:t>
            </a:r>
            <a:endParaRPr lang="zh-CN" altLang="en-US"/>
          </a:p>
          <a:p>
            <a:pPr lvl="1"/>
            <a:endParaRPr lang="zh-CN" altLang="en-US"/>
          </a:p>
          <a:p>
            <a:pPr lvl="1"/>
            <a:r>
              <a:rPr lang="zh-CN" altLang="en-US"/>
              <a:t>近似了邻域内最大值所在方向</a:t>
            </a:r>
            <a:endParaRPr lang="zh-CN" altLang="en-US"/>
          </a:p>
          <a:p>
            <a:pPr lvl="1"/>
            <a:endParaRPr lang="zh-CN" altLang="en-US"/>
          </a:p>
          <a:p>
            <a:r>
              <a:rPr lang="zh-CN" altLang="en-US"/>
              <a:t>本质上，要最小化参数邻域内的最大损失</a:t>
            </a:r>
            <a:endParaRPr lang="zh-CN" altLang="en-US"/>
          </a:p>
          <a:p>
            <a:pPr lvl="1"/>
            <a:endParaRPr lang="zh-CN" altLang="en-US"/>
          </a:p>
          <a:p>
            <a:pPr lvl="1"/>
            <a:r>
              <a:rPr lang="zh-CN" altLang="en-US">
                <a:solidFill>
                  <a:srgbClr val="0070C0"/>
                </a:solidFill>
              </a:rPr>
              <a:t>最直接的做法就是，</a:t>
            </a:r>
            <a:endParaRPr lang="zh-CN" altLang="en-US">
              <a:solidFill>
                <a:srgbClr val="0070C0"/>
              </a:solidFill>
            </a:endParaRPr>
          </a:p>
          <a:p>
            <a:pPr lvl="1"/>
            <a:endParaRPr lang="zh-CN" altLang="en-US"/>
          </a:p>
          <a:p>
            <a:pPr lvl="1"/>
            <a:r>
              <a:rPr lang="zh-CN" altLang="en-US"/>
              <a:t>近似邻域内最大值所在方向，然后反向远离</a:t>
            </a:r>
            <a:endParaRPr lang="zh-CN" altLang="en-US"/>
          </a:p>
          <a:p>
            <a:endParaRPr lang="zh-CN" altLang="en-US"/>
          </a:p>
          <a:p>
            <a:endParaRPr lang="zh-CN" altLang="en-US"/>
          </a:p>
        </p:txBody>
      </p:sp>
      <p:sp>
        <p:nvSpPr>
          <p:cNvPr id="4" name="内容占位符 3"/>
          <p:cNvSpPr>
            <a:spLocks noGrp="1"/>
          </p:cNvSpPr>
          <p:nvPr>
            <p:ph sz="half" idx="2"/>
            <p:custDataLst>
              <p:tags r:id="rId3"/>
            </p:custDataLst>
          </p:nvPr>
        </p:nvSpPr>
        <p:spPr>
          <a:xfrm>
            <a:off x="6411595" y="1501140"/>
            <a:ext cx="5780405" cy="4748530"/>
          </a:xfrm>
        </p:spPr>
        <p:txBody>
          <a:bodyPr/>
          <a:p>
            <a:r>
              <a:rPr lang="zh-CN" altLang="en-US">
                <a:solidFill>
                  <a:srgbClr val="C00000"/>
                </a:solidFill>
              </a:rPr>
              <a:t>准确找</a:t>
            </a:r>
            <a:r>
              <a:rPr lang="zh-CN" altLang="en-US">
                <a:solidFill>
                  <a:srgbClr val="C00000"/>
                </a:solidFill>
                <a:sym typeface="+mn-ea"/>
              </a:rPr>
              <a:t>邻域内</a:t>
            </a:r>
            <a:r>
              <a:rPr lang="zh-CN" altLang="en-US">
                <a:solidFill>
                  <a:srgbClr val="C00000"/>
                </a:solidFill>
              </a:rPr>
              <a:t>最大值，代价不可承受</a:t>
            </a:r>
            <a:r>
              <a:rPr lang="zh-CN" altLang="en-US"/>
              <a:t>：</a:t>
            </a:r>
            <a:endParaRPr lang="zh-CN" altLang="en-US"/>
          </a:p>
          <a:p>
            <a:pPr lvl="1"/>
            <a:endParaRPr lang="zh-CN" altLang="en-US"/>
          </a:p>
          <a:p>
            <a:pPr lvl="1"/>
            <a:r>
              <a:rPr lang="zh-CN" altLang="en-US">
                <a:solidFill>
                  <a:srgbClr val="00B050"/>
                </a:solidFill>
              </a:rPr>
              <a:t>在最大值点最有可能出现的二维平面的指定半径找</a:t>
            </a:r>
            <a:endParaRPr lang="zh-CN" altLang="en-US"/>
          </a:p>
          <a:p>
            <a:pPr lvl="1"/>
            <a:endParaRPr lang="zh-CN" altLang="en-US"/>
          </a:p>
          <a:p>
            <a:pPr lvl="1"/>
            <a:r>
              <a:rPr lang="zh-CN" altLang="en-US"/>
              <a:t>二维平面</a:t>
            </a:r>
            <a:r>
              <a:rPr lang="en-US" altLang="zh-CN"/>
              <a:t> + </a:t>
            </a:r>
            <a:r>
              <a:rPr lang="zh-CN" altLang="en-US"/>
              <a:t>指定半径：</a:t>
            </a:r>
            <a:r>
              <a:rPr lang="zh-CN" altLang="en-US">
                <a:solidFill>
                  <a:srgbClr val="00B050"/>
                </a:solidFill>
              </a:rPr>
              <a:t>代价可以降到可以忽略</a:t>
            </a:r>
            <a:endParaRPr lang="zh-CN" altLang="en-US">
              <a:solidFill>
                <a:srgbClr val="00B050"/>
              </a:solidFill>
            </a:endParaRPr>
          </a:p>
        </p:txBody>
      </p:sp>
      <p:pic>
        <p:nvPicPr>
          <p:cNvPr id="5" name="图片 4"/>
          <p:cNvPicPr>
            <a:picLocks noChangeAspect="1"/>
          </p:cNvPicPr>
          <p:nvPr/>
        </p:nvPicPr>
        <p:blipFill>
          <a:blip r:embed="rId4"/>
          <a:stretch>
            <a:fillRect/>
          </a:stretch>
        </p:blipFill>
        <p:spPr>
          <a:xfrm>
            <a:off x="7835265" y="3811905"/>
            <a:ext cx="3086100" cy="2735580"/>
          </a:xfrm>
          <a:prstGeom prst="rect">
            <a:avLst/>
          </a:prstGeom>
        </p:spPr>
      </p:pic>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542925" y="1137920"/>
              <a:ext cx="3500120" cy="214630"/>
            </p14:xfrm>
          </p:contentPart>
        </mc:Choice>
        <mc:Fallback xmlns="">
          <p:pic>
            <p:nvPicPr>
              <p:cNvPr id="6" name="墨迹 5"/>
            </p:nvPicPr>
            <p:blipFill>
              <a:blip r:embed="rId6"/>
            </p:blipFill>
            <p:spPr>
              <a:xfrm>
                <a:off x="542925" y="1137920"/>
                <a:ext cx="3500120" cy="21463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1642745" y="1466850"/>
              <a:ext cx="1990725" cy="638175"/>
            </p14:xfrm>
          </p:contentPart>
        </mc:Choice>
        <mc:Fallback xmlns="">
          <p:pic>
            <p:nvPicPr>
              <p:cNvPr id="7" name="墨迹 6"/>
            </p:nvPicPr>
            <p:blipFill>
              <a:blip r:embed="rId8"/>
            </p:blipFill>
            <p:spPr>
              <a:xfrm>
                <a:off x="1642745" y="1466850"/>
                <a:ext cx="1990725" cy="6381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1090295" y="2295525"/>
              <a:ext cx="3529330" cy="638175"/>
            </p14:xfrm>
          </p:contentPart>
        </mc:Choice>
        <mc:Fallback xmlns="">
          <p:pic>
            <p:nvPicPr>
              <p:cNvPr id="8" name="墨迹 7"/>
            </p:nvPicPr>
            <p:blipFill>
              <a:blip r:embed="rId10"/>
            </p:blipFill>
            <p:spPr>
              <a:xfrm>
                <a:off x="1090295" y="2295525"/>
                <a:ext cx="3529330" cy="63817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2185670" y="2747645"/>
              <a:ext cx="2195830" cy="19050"/>
            </p14:xfrm>
          </p:contentPart>
        </mc:Choice>
        <mc:Fallback xmlns="">
          <p:pic>
            <p:nvPicPr>
              <p:cNvPr id="9" name="墨迹 8"/>
            </p:nvPicPr>
            <p:blipFill>
              <a:blip r:embed="rId12"/>
            </p:blipFill>
            <p:spPr>
              <a:xfrm>
                <a:off x="2185670" y="2747645"/>
                <a:ext cx="2195830" cy="190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1333500" y="2347595"/>
              <a:ext cx="657225" cy="400050"/>
            </p14:xfrm>
          </p:contentPart>
        </mc:Choice>
        <mc:Fallback xmlns="">
          <p:pic>
            <p:nvPicPr>
              <p:cNvPr id="10" name="墨迹 9"/>
            </p:nvPicPr>
            <p:blipFill>
              <a:blip r:embed="rId14"/>
            </p:blipFill>
            <p:spPr>
              <a:xfrm>
                <a:off x="1333500" y="2347595"/>
                <a:ext cx="657225" cy="4000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4614545" y="1785620"/>
              <a:ext cx="548005" cy="948055"/>
            </p14:xfrm>
          </p:contentPart>
        </mc:Choice>
        <mc:Fallback xmlns="">
          <p:pic>
            <p:nvPicPr>
              <p:cNvPr id="11" name="墨迹 10"/>
            </p:nvPicPr>
            <p:blipFill>
              <a:blip r:embed="rId16"/>
            </p:blipFill>
            <p:spPr>
              <a:xfrm>
                <a:off x="4614545" y="1785620"/>
                <a:ext cx="548005" cy="94805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4757420" y="2595245"/>
              <a:ext cx="195580" cy="224155"/>
            </p14:xfrm>
          </p:contentPart>
        </mc:Choice>
        <mc:Fallback xmlns="">
          <p:pic>
            <p:nvPicPr>
              <p:cNvPr id="12" name="墨迹 11"/>
            </p:nvPicPr>
            <p:blipFill>
              <a:blip r:embed="rId18"/>
            </p:blipFill>
            <p:spPr>
              <a:xfrm>
                <a:off x="4757420" y="2595245"/>
                <a:ext cx="195580" cy="22415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390525" y="3004820"/>
              <a:ext cx="109220" cy="2190750"/>
            </p14:xfrm>
          </p:contentPart>
        </mc:Choice>
        <mc:Fallback xmlns="">
          <p:pic>
            <p:nvPicPr>
              <p:cNvPr id="13" name="墨迹 12"/>
            </p:nvPicPr>
            <p:blipFill>
              <a:blip r:embed="rId20"/>
            </p:blipFill>
            <p:spPr>
              <a:xfrm>
                <a:off x="390525" y="3004820"/>
                <a:ext cx="109220" cy="21907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228600" y="2995295"/>
              <a:ext cx="5591175" cy="2662555"/>
            </p14:xfrm>
          </p:contentPart>
        </mc:Choice>
        <mc:Fallback xmlns="">
          <p:pic>
            <p:nvPicPr>
              <p:cNvPr id="14" name="墨迹 13"/>
            </p:nvPicPr>
            <p:blipFill>
              <a:blip r:embed="rId22"/>
            </p:blipFill>
            <p:spPr>
              <a:xfrm>
                <a:off x="228600" y="2995295"/>
                <a:ext cx="5591175" cy="266255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885825" y="3462020"/>
              <a:ext cx="771525" cy="180975"/>
            </p14:xfrm>
          </p:contentPart>
        </mc:Choice>
        <mc:Fallback xmlns="">
          <p:pic>
            <p:nvPicPr>
              <p:cNvPr id="15" name="墨迹 14"/>
            </p:nvPicPr>
            <p:blipFill>
              <a:blip r:embed="rId24"/>
            </p:blipFill>
            <p:spPr>
              <a:xfrm>
                <a:off x="885825" y="3462020"/>
                <a:ext cx="771525" cy="18097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2195195" y="3519170"/>
              <a:ext cx="1005205" cy="176530"/>
            </p14:xfrm>
          </p:contentPart>
        </mc:Choice>
        <mc:Fallback xmlns="">
          <p:pic>
            <p:nvPicPr>
              <p:cNvPr id="16" name="墨迹 15"/>
            </p:nvPicPr>
            <p:blipFill>
              <a:blip r:embed="rId26"/>
            </p:blipFill>
            <p:spPr>
              <a:xfrm>
                <a:off x="2195195" y="3519170"/>
                <a:ext cx="1005205" cy="17653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3429000" y="3538220"/>
              <a:ext cx="2152650" cy="167005"/>
            </p14:xfrm>
          </p:contentPart>
        </mc:Choice>
        <mc:Fallback xmlns="">
          <p:pic>
            <p:nvPicPr>
              <p:cNvPr id="17" name="墨迹 16"/>
            </p:nvPicPr>
            <p:blipFill>
              <a:blip r:embed="rId28"/>
            </p:blipFill>
            <p:spPr>
              <a:xfrm>
                <a:off x="3429000" y="3538220"/>
                <a:ext cx="2152650" cy="16700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6786245" y="4352925"/>
              <a:ext cx="28575" cy="9525"/>
            </p14:xfrm>
          </p:contentPart>
        </mc:Choice>
        <mc:Fallback xmlns="">
          <p:pic>
            <p:nvPicPr>
              <p:cNvPr id="18" name="墨迹 17"/>
            </p:nvPicPr>
            <p:blipFill>
              <a:blip r:embed="rId30"/>
            </p:blipFill>
            <p:spPr>
              <a:xfrm>
                <a:off x="6786245" y="4352925"/>
                <a:ext cx="28575" cy="952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5795645" y="2981325"/>
              <a:ext cx="2047875" cy="2385695"/>
            </p14:xfrm>
          </p:contentPart>
        </mc:Choice>
        <mc:Fallback xmlns="">
          <p:pic>
            <p:nvPicPr>
              <p:cNvPr id="19" name="墨迹 18"/>
            </p:nvPicPr>
            <p:blipFill>
              <a:blip r:embed="rId32"/>
            </p:blipFill>
            <p:spPr>
              <a:xfrm>
                <a:off x="5795645" y="2981325"/>
                <a:ext cx="2047875" cy="238569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7696200" y="3795395"/>
              <a:ext cx="276225" cy="76200"/>
            </p14:xfrm>
          </p:contentPart>
        </mc:Choice>
        <mc:Fallback xmlns="">
          <p:pic>
            <p:nvPicPr>
              <p:cNvPr id="20" name="墨迹 19"/>
            </p:nvPicPr>
            <p:blipFill>
              <a:blip r:embed="rId34"/>
            </p:blipFill>
            <p:spPr>
              <a:xfrm>
                <a:off x="7696200" y="3795395"/>
                <a:ext cx="276225" cy="7620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墨迹 20"/>
              <p14:cNvContentPartPr/>
              <p14:nvPr/>
            </p14:nvContentPartPr>
            <p14:xfrm>
              <a:off x="7686675" y="3867150"/>
              <a:ext cx="360" cy="360"/>
            </p14:xfrm>
          </p:contentPart>
        </mc:Choice>
        <mc:Fallback xmlns="">
          <p:pic>
            <p:nvPicPr>
              <p:cNvPr id="21" name="墨迹 20"/>
            </p:nvPicPr>
            <p:blipFill>
              <a:blip r:embed="rId36"/>
            </p:blipFill>
            <p:spPr>
              <a:xfrm>
                <a:off x="7686675" y="3867150"/>
                <a:ext cx="360" cy="36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2" name="墨迹 21"/>
              <p14:cNvContentPartPr/>
              <p14:nvPr/>
            </p14:nvContentPartPr>
            <p14:xfrm>
              <a:off x="6195695" y="4343400"/>
              <a:ext cx="586105" cy="147320"/>
            </p14:xfrm>
          </p:contentPart>
        </mc:Choice>
        <mc:Fallback xmlns="">
          <p:pic>
            <p:nvPicPr>
              <p:cNvPr id="22" name="墨迹 21"/>
            </p:nvPicPr>
            <p:blipFill>
              <a:blip r:embed="rId38"/>
            </p:blipFill>
            <p:spPr>
              <a:xfrm>
                <a:off x="6195695" y="4343400"/>
                <a:ext cx="586105" cy="14732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3" name="墨迹 22"/>
              <p14:cNvContentPartPr/>
              <p14:nvPr/>
            </p14:nvContentPartPr>
            <p14:xfrm>
              <a:off x="7820025" y="3810000"/>
              <a:ext cx="147320" cy="166370"/>
            </p14:xfrm>
          </p:contentPart>
        </mc:Choice>
        <mc:Fallback xmlns="">
          <p:pic>
            <p:nvPicPr>
              <p:cNvPr id="23" name="墨迹 22"/>
            </p:nvPicPr>
            <p:blipFill>
              <a:blip r:embed="rId40"/>
            </p:blipFill>
            <p:spPr>
              <a:xfrm>
                <a:off x="7820025" y="3810000"/>
                <a:ext cx="147320" cy="16637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4" name="墨迹 23"/>
              <p14:cNvContentPartPr/>
              <p14:nvPr/>
            </p14:nvContentPartPr>
            <p14:xfrm>
              <a:off x="7795895" y="3848100"/>
              <a:ext cx="90805" cy="80645"/>
            </p14:xfrm>
          </p:contentPart>
        </mc:Choice>
        <mc:Fallback xmlns="">
          <p:pic>
            <p:nvPicPr>
              <p:cNvPr id="24" name="墨迹 23"/>
            </p:nvPicPr>
            <p:blipFill>
              <a:blip r:embed="rId42"/>
            </p:blipFill>
            <p:spPr>
              <a:xfrm>
                <a:off x="7795895" y="3848100"/>
                <a:ext cx="90805" cy="8064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5" name="墨迹 24"/>
              <p14:cNvContentPartPr/>
              <p14:nvPr/>
            </p14:nvContentPartPr>
            <p14:xfrm>
              <a:off x="6767195" y="4271645"/>
              <a:ext cx="43180" cy="114300"/>
            </p14:xfrm>
          </p:contentPart>
        </mc:Choice>
        <mc:Fallback xmlns="">
          <p:pic>
            <p:nvPicPr>
              <p:cNvPr id="25" name="墨迹 24"/>
            </p:nvPicPr>
            <p:blipFill>
              <a:blip r:embed="rId44"/>
            </p:blipFill>
            <p:spPr>
              <a:xfrm>
                <a:off x="6767195" y="4271645"/>
                <a:ext cx="43180" cy="11430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6" name="墨迹 25"/>
              <p14:cNvContentPartPr/>
              <p14:nvPr/>
            </p14:nvContentPartPr>
            <p14:xfrm>
              <a:off x="5972175" y="4333875"/>
              <a:ext cx="800100" cy="185420"/>
            </p14:xfrm>
          </p:contentPart>
        </mc:Choice>
        <mc:Fallback xmlns="">
          <p:pic>
            <p:nvPicPr>
              <p:cNvPr id="26" name="墨迹 25"/>
            </p:nvPicPr>
            <p:blipFill>
              <a:blip r:embed="rId46"/>
            </p:blipFill>
            <p:spPr>
              <a:xfrm>
                <a:off x="5972175" y="4333875"/>
                <a:ext cx="800100" cy="18542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7" name="墨迹 26"/>
              <p14:cNvContentPartPr/>
              <p14:nvPr/>
            </p14:nvContentPartPr>
            <p14:xfrm>
              <a:off x="5948045" y="4290695"/>
              <a:ext cx="285750" cy="266700"/>
            </p14:xfrm>
          </p:contentPart>
        </mc:Choice>
        <mc:Fallback xmlns="">
          <p:pic>
            <p:nvPicPr>
              <p:cNvPr id="27" name="墨迹 26"/>
            </p:nvPicPr>
            <p:blipFill>
              <a:blip r:embed="rId48"/>
            </p:blipFill>
            <p:spPr>
              <a:xfrm>
                <a:off x="5948045" y="4290695"/>
                <a:ext cx="285750" cy="26670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8" name="墨迹 27"/>
              <p14:cNvContentPartPr/>
              <p14:nvPr/>
            </p14:nvContentPartPr>
            <p14:xfrm>
              <a:off x="7743825" y="3790950"/>
              <a:ext cx="299720" cy="247650"/>
            </p14:xfrm>
          </p:contentPart>
        </mc:Choice>
        <mc:Fallback xmlns="">
          <p:pic>
            <p:nvPicPr>
              <p:cNvPr id="28" name="墨迹 27"/>
            </p:nvPicPr>
            <p:blipFill>
              <a:blip r:embed="rId50"/>
            </p:blipFill>
            <p:spPr>
              <a:xfrm>
                <a:off x="7743825" y="3790950"/>
                <a:ext cx="299720" cy="24765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9" name="墨迹 28"/>
              <p14:cNvContentPartPr/>
              <p14:nvPr/>
            </p14:nvContentPartPr>
            <p14:xfrm>
              <a:off x="7867650" y="3871595"/>
              <a:ext cx="28575" cy="71755"/>
            </p14:xfrm>
          </p:contentPart>
        </mc:Choice>
        <mc:Fallback xmlns="">
          <p:pic>
            <p:nvPicPr>
              <p:cNvPr id="29" name="墨迹 28"/>
            </p:nvPicPr>
            <p:blipFill>
              <a:blip r:embed="rId52"/>
            </p:blipFill>
            <p:spPr>
              <a:xfrm>
                <a:off x="7867650" y="3871595"/>
                <a:ext cx="28575" cy="7175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0" name="墨迹 29"/>
              <p14:cNvContentPartPr/>
              <p14:nvPr/>
            </p14:nvContentPartPr>
            <p14:xfrm>
              <a:off x="2314575" y="4576445"/>
              <a:ext cx="1095375" cy="624205"/>
            </p14:xfrm>
          </p:contentPart>
        </mc:Choice>
        <mc:Fallback xmlns="">
          <p:pic>
            <p:nvPicPr>
              <p:cNvPr id="30" name="墨迹 29"/>
            </p:nvPicPr>
            <p:blipFill>
              <a:blip r:embed="rId54"/>
            </p:blipFill>
            <p:spPr>
              <a:xfrm>
                <a:off x="2314575" y="4576445"/>
                <a:ext cx="1095375" cy="62420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1" name="墨迹 30"/>
              <p14:cNvContentPartPr/>
              <p14:nvPr/>
            </p14:nvContentPartPr>
            <p14:xfrm>
              <a:off x="3200400" y="4619625"/>
              <a:ext cx="942975" cy="590550"/>
            </p14:xfrm>
          </p:contentPart>
        </mc:Choice>
        <mc:Fallback xmlns="">
          <p:pic>
            <p:nvPicPr>
              <p:cNvPr id="31" name="墨迹 30"/>
            </p:nvPicPr>
            <p:blipFill>
              <a:blip r:embed="rId56"/>
            </p:blipFill>
            <p:spPr>
              <a:xfrm>
                <a:off x="3200400" y="4619625"/>
                <a:ext cx="942975" cy="59055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2" name="墨迹 31"/>
              <p14:cNvContentPartPr/>
              <p14:nvPr/>
            </p14:nvContentPartPr>
            <p14:xfrm>
              <a:off x="4566920" y="4557395"/>
              <a:ext cx="919480" cy="662305"/>
            </p14:xfrm>
          </p:contentPart>
        </mc:Choice>
        <mc:Fallback xmlns="">
          <p:pic>
            <p:nvPicPr>
              <p:cNvPr id="32" name="墨迹 31"/>
            </p:nvPicPr>
            <p:blipFill>
              <a:blip r:embed="rId58"/>
            </p:blipFill>
            <p:spPr>
              <a:xfrm>
                <a:off x="4566920" y="4557395"/>
                <a:ext cx="919480" cy="66230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3" name="墨迹 32"/>
              <p14:cNvContentPartPr/>
              <p14:nvPr/>
            </p14:nvContentPartPr>
            <p14:xfrm>
              <a:off x="2114550" y="3081020"/>
              <a:ext cx="13970" cy="528955"/>
            </p14:xfrm>
          </p:contentPart>
        </mc:Choice>
        <mc:Fallback xmlns="">
          <p:pic>
            <p:nvPicPr>
              <p:cNvPr id="33" name="墨迹 32"/>
            </p:nvPicPr>
            <p:blipFill>
              <a:blip r:embed="rId60"/>
            </p:blipFill>
            <p:spPr>
              <a:xfrm>
                <a:off x="2114550" y="3081020"/>
                <a:ext cx="13970" cy="52895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4" name="墨迹 33"/>
              <p14:cNvContentPartPr/>
              <p14:nvPr/>
            </p14:nvContentPartPr>
            <p14:xfrm>
              <a:off x="2118995" y="3081020"/>
              <a:ext cx="3505200" cy="514350"/>
            </p14:xfrm>
          </p:contentPart>
        </mc:Choice>
        <mc:Fallback xmlns="">
          <p:pic>
            <p:nvPicPr>
              <p:cNvPr id="34" name="墨迹 33"/>
            </p:nvPicPr>
            <p:blipFill>
              <a:blip r:embed="rId62"/>
            </p:blipFill>
            <p:spPr>
              <a:xfrm>
                <a:off x="2118995" y="3081020"/>
                <a:ext cx="3505200" cy="51435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5" name="墨迹 34"/>
              <p14:cNvContentPartPr/>
              <p14:nvPr/>
            </p14:nvContentPartPr>
            <p14:xfrm>
              <a:off x="6500495" y="1285875"/>
              <a:ext cx="2614930" cy="814070"/>
            </p14:xfrm>
          </p:contentPart>
        </mc:Choice>
        <mc:Fallback xmlns="">
          <p:pic>
            <p:nvPicPr>
              <p:cNvPr id="35" name="墨迹 34"/>
            </p:nvPicPr>
            <p:blipFill>
              <a:blip r:embed="rId64"/>
            </p:blipFill>
            <p:spPr>
              <a:xfrm>
                <a:off x="6500495" y="1285875"/>
                <a:ext cx="2614930" cy="81407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6" name="墨迹 35"/>
              <p14:cNvContentPartPr/>
              <p14:nvPr/>
            </p14:nvContentPartPr>
            <p14:xfrm>
              <a:off x="10401300" y="276225"/>
              <a:ext cx="28575" cy="642620"/>
            </p14:xfrm>
          </p:contentPart>
        </mc:Choice>
        <mc:Fallback xmlns="">
          <p:pic>
            <p:nvPicPr>
              <p:cNvPr id="36" name="墨迹 35"/>
            </p:nvPicPr>
            <p:blipFill>
              <a:blip r:embed="rId66"/>
            </p:blipFill>
            <p:spPr>
              <a:xfrm>
                <a:off x="10401300" y="276225"/>
                <a:ext cx="28575" cy="642620"/>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7" name="墨迹 36"/>
              <p14:cNvContentPartPr/>
              <p14:nvPr/>
            </p14:nvContentPartPr>
            <p14:xfrm>
              <a:off x="10424795" y="537845"/>
              <a:ext cx="243205" cy="238125"/>
            </p14:xfrm>
          </p:contentPart>
        </mc:Choice>
        <mc:Fallback xmlns="">
          <p:pic>
            <p:nvPicPr>
              <p:cNvPr id="37" name="墨迹 36"/>
            </p:nvPicPr>
            <p:blipFill>
              <a:blip r:embed="rId68"/>
            </p:blipFill>
            <p:spPr>
              <a:xfrm>
                <a:off x="10424795" y="537845"/>
                <a:ext cx="243205" cy="23812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8" name="墨迹 37"/>
              <p14:cNvContentPartPr/>
              <p14:nvPr/>
            </p14:nvContentPartPr>
            <p14:xfrm>
              <a:off x="10544175" y="461645"/>
              <a:ext cx="147320" cy="62230"/>
            </p14:xfrm>
          </p:contentPart>
        </mc:Choice>
        <mc:Fallback xmlns="">
          <p:pic>
            <p:nvPicPr>
              <p:cNvPr id="38" name="墨迹 37"/>
            </p:nvPicPr>
            <p:blipFill>
              <a:blip r:embed="rId70"/>
            </p:blipFill>
            <p:spPr>
              <a:xfrm>
                <a:off x="10544175" y="461645"/>
                <a:ext cx="147320" cy="6223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9" name="墨迹 38"/>
              <p14:cNvContentPartPr/>
              <p14:nvPr/>
            </p14:nvContentPartPr>
            <p14:xfrm>
              <a:off x="10262870" y="209550"/>
              <a:ext cx="595630" cy="709295"/>
            </p14:xfrm>
          </p:contentPart>
        </mc:Choice>
        <mc:Fallback xmlns="">
          <p:pic>
            <p:nvPicPr>
              <p:cNvPr id="39" name="墨迹 38"/>
            </p:nvPicPr>
            <p:blipFill>
              <a:blip r:embed="rId72"/>
            </p:blipFill>
            <p:spPr>
              <a:xfrm>
                <a:off x="10262870" y="209550"/>
                <a:ext cx="595630" cy="709295"/>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40" name="墨迹 39"/>
              <p14:cNvContentPartPr/>
              <p14:nvPr/>
            </p14:nvContentPartPr>
            <p14:xfrm>
              <a:off x="10177145" y="409575"/>
              <a:ext cx="390525" cy="600075"/>
            </p14:xfrm>
          </p:contentPart>
        </mc:Choice>
        <mc:Fallback xmlns="">
          <p:pic>
            <p:nvPicPr>
              <p:cNvPr id="40" name="墨迹 39"/>
            </p:nvPicPr>
            <p:blipFill>
              <a:blip r:embed="rId74"/>
            </p:blipFill>
            <p:spPr>
              <a:xfrm>
                <a:off x="10177145" y="409575"/>
                <a:ext cx="390525" cy="600075"/>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1" name="墨迹 40"/>
              <p14:cNvContentPartPr/>
              <p14:nvPr/>
            </p14:nvContentPartPr>
            <p14:xfrm>
              <a:off x="6843395" y="3338195"/>
              <a:ext cx="704850" cy="1019175"/>
            </p14:xfrm>
          </p:contentPart>
        </mc:Choice>
        <mc:Fallback xmlns="">
          <p:pic>
            <p:nvPicPr>
              <p:cNvPr id="41" name="墨迹 40"/>
            </p:nvPicPr>
            <p:blipFill>
              <a:blip r:embed="rId76"/>
            </p:blipFill>
            <p:spPr>
              <a:xfrm>
                <a:off x="6843395" y="3338195"/>
                <a:ext cx="704850" cy="1019175"/>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2" name="墨迹 41"/>
              <p14:cNvContentPartPr/>
              <p14:nvPr/>
            </p14:nvContentPartPr>
            <p14:xfrm>
              <a:off x="6829425" y="3338195"/>
              <a:ext cx="628650" cy="1028700"/>
            </p14:xfrm>
          </p:contentPart>
        </mc:Choice>
        <mc:Fallback xmlns="">
          <p:pic>
            <p:nvPicPr>
              <p:cNvPr id="42" name="墨迹 41"/>
            </p:nvPicPr>
            <p:blipFill>
              <a:blip r:embed="rId78"/>
            </p:blipFill>
            <p:spPr>
              <a:xfrm>
                <a:off x="6829425" y="3338195"/>
                <a:ext cx="628650" cy="102870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3" name="墨迹 42"/>
              <p14:cNvContentPartPr/>
              <p14:nvPr/>
            </p14:nvContentPartPr>
            <p14:xfrm>
              <a:off x="7491095" y="3333750"/>
              <a:ext cx="57150" cy="223520"/>
            </p14:xfrm>
          </p:contentPart>
        </mc:Choice>
        <mc:Fallback xmlns="">
          <p:pic>
            <p:nvPicPr>
              <p:cNvPr id="43" name="墨迹 42"/>
            </p:nvPicPr>
            <p:blipFill>
              <a:blip r:embed="rId80"/>
            </p:blipFill>
            <p:spPr>
              <a:xfrm>
                <a:off x="7491095" y="3333750"/>
                <a:ext cx="57150" cy="22352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4" name="墨迹 43"/>
              <p14:cNvContentPartPr/>
              <p14:nvPr/>
            </p14:nvContentPartPr>
            <p14:xfrm>
              <a:off x="7477125" y="5071745"/>
              <a:ext cx="66675" cy="257175"/>
            </p14:xfrm>
          </p:contentPart>
        </mc:Choice>
        <mc:Fallback xmlns="">
          <p:pic>
            <p:nvPicPr>
              <p:cNvPr id="44" name="墨迹 43"/>
            </p:nvPicPr>
            <p:blipFill>
              <a:blip r:embed="rId82"/>
            </p:blipFill>
            <p:spPr>
              <a:xfrm>
                <a:off x="7477125" y="5071745"/>
                <a:ext cx="66675" cy="257175"/>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5" name="墨迹 44"/>
              <p14:cNvContentPartPr/>
              <p14:nvPr/>
            </p14:nvContentPartPr>
            <p14:xfrm>
              <a:off x="6043295" y="1447800"/>
              <a:ext cx="5081905" cy="609600"/>
            </p14:xfrm>
          </p:contentPart>
        </mc:Choice>
        <mc:Fallback xmlns="">
          <p:pic>
            <p:nvPicPr>
              <p:cNvPr id="45" name="墨迹 44"/>
            </p:nvPicPr>
            <p:blipFill>
              <a:blip r:embed="rId84"/>
            </p:blipFill>
            <p:spPr>
              <a:xfrm>
                <a:off x="6043295" y="1447800"/>
                <a:ext cx="5081905" cy="609600"/>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6" name="墨迹 45"/>
              <p14:cNvContentPartPr/>
              <p14:nvPr/>
            </p14:nvContentPartPr>
            <p14:xfrm>
              <a:off x="7134225" y="2652395"/>
              <a:ext cx="1337945" cy="138430"/>
            </p14:xfrm>
          </p:contentPart>
        </mc:Choice>
        <mc:Fallback xmlns="">
          <p:pic>
            <p:nvPicPr>
              <p:cNvPr id="46" name="墨迹 45"/>
            </p:nvPicPr>
            <p:blipFill>
              <a:blip r:embed="rId86"/>
            </p:blipFill>
            <p:spPr>
              <a:xfrm>
                <a:off x="7134225" y="2652395"/>
                <a:ext cx="1337945" cy="138430"/>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7" name="墨迹 46"/>
              <p14:cNvContentPartPr/>
              <p14:nvPr/>
            </p14:nvContentPartPr>
            <p14:xfrm>
              <a:off x="7100570" y="2280920"/>
              <a:ext cx="28575" cy="414655"/>
            </p14:xfrm>
          </p:contentPart>
        </mc:Choice>
        <mc:Fallback xmlns="">
          <p:pic>
            <p:nvPicPr>
              <p:cNvPr id="47" name="墨迹 46"/>
            </p:nvPicPr>
            <p:blipFill>
              <a:blip r:embed="rId88"/>
            </p:blipFill>
            <p:spPr>
              <a:xfrm>
                <a:off x="7100570" y="2280920"/>
                <a:ext cx="28575" cy="414655"/>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8" name="墨迹 47"/>
              <p14:cNvContentPartPr/>
              <p14:nvPr/>
            </p14:nvContentPartPr>
            <p14:xfrm>
              <a:off x="7138670" y="2280920"/>
              <a:ext cx="3767455" cy="557530"/>
            </p14:xfrm>
          </p:contentPart>
        </mc:Choice>
        <mc:Fallback xmlns="">
          <p:pic>
            <p:nvPicPr>
              <p:cNvPr id="48" name="墨迹 47"/>
            </p:nvPicPr>
            <p:blipFill>
              <a:blip r:embed="rId90"/>
            </p:blipFill>
            <p:spPr>
              <a:xfrm>
                <a:off x="7138670" y="2280920"/>
                <a:ext cx="3767455" cy="557530"/>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9" name="墨迹 48"/>
              <p14:cNvContentPartPr/>
              <p14:nvPr/>
            </p14:nvContentPartPr>
            <p14:xfrm>
              <a:off x="8234045" y="2747645"/>
              <a:ext cx="2595880" cy="186055"/>
            </p14:xfrm>
          </p:contentPart>
        </mc:Choice>
        <mc:Fallback xmlns="">
          <p:pic>
            <p:nvPicPr>
              <p:cNvPr id="49" name="墨迹 48"/>
            </p:nvPicPr>
            <p:blipFill>
              <a:blip r:embed="rId92"/>
            </p:blipFill>
            <p:spPr>
              <a:xfrm>
                <a:off x="8234045" y="2747645"/>
                <a:ext cx="2595880" cy="186055"/>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50" name="墨迹 49"/>
              <p14:cNvContentPartPr/>
              <p14:nvPr/>
            </p14:nvContentPartPr>
            <p14:xfrm>
              <a:off x="11034395" y="2714625"/>
              <a:ext cx="1100455" cy="156845"/>
            </p14:xfrm>
          </p:contentPart>
        </mc:Choice>
        <mc:Fallback xmlns="">
          <p:pic>
            <p:nvPicPr>
              <p:cNvPr id="50" name="墨迹 49"/>
            </p:nvPicPr>
            <p:blipFill>
              <a:blip r:embed="rId94"/>
            </p:blipFill>
            <p:spPr>
              <a:xfrm>
                <a:off x="11034395" y="2714625"/>
                <a:ext cx="1100455" cy="156845"/>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51" name="墨迹 50"/>
              <p14:cNvContentPartPr/>
              <p14:nvPr/>
            </p14:nvContentPartPr>
            <p14:xfrm>
              <a:off x="10929620" y="2286000"/>
              <a:ext cx="1176655" cy="575945"/>
            </p14:xfrm>
          </p:contentPart>
        </mc:Choice>
        <mc:Fallback xmlns="">
          <p:pic>
            <p:nvPicPr>
              <p:cNvPr id="51" name="墨迹 50"/>
            </p:nvPicPr>
            <p:blipFill>
              <a:blip r:embed="rId96"/>
            </p:blipFill>
            <p:spPr>
              <a:xfrm>
                <a:off x="10929620" y="2286000"/>
                <a:ext cx="1176655" cy="57594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2" name="墨迹 51"/>
              <p14:cNvContentPartPr/>
              <p14:nvPr/>
            </p14:nvContentPartPr>
            <p14:xfrm>
              <a:off x="4543425" y="5909945"/>
              <a:ext cx="375920" cy="733425"/>
            </p14:xfrm>
          </p:contentPart>
        </mc:Choice>
        <mc:Fallback xmlns="">
          <p:pic>
            <p:nvPicPr>
              <p:cNvPr id="52" name="墨迹 51"/>
            </p:nvPicPr>
            <p:blipFill>
              <a:blip r:embed="rId98"/>
            </p:blipFill>
            <p:spPr>
              <a:xfrm>
                <a:off x="4543425" y="5909945"/>
                <a:ext cx="375920" cy="733425"/>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3" name="墨迹 52"/>
              <p14:cNvContentPartPr/>
              <p14:nvPr/>
            </p14:nvContentPartPr>
            <p14:xfrm>
              <a:off x="4276725" y="5719445"/>
              <a:ext cx="1057275" cy="885825"/>
            </p14:xfrm>
          </p:contentPart>
        </mc:Choice>
        <mc:Fallback xmlns="">
          <p:pic>
            <p:nvPicPr>
              <p:cNvPr id="53" name="墨迹 52"/>
            </p:nvPicPr>
            <p:blipFill>
              <a:blip r:embed="rId100"/>
            </p:blipFill>
            <p:spPr>
              <a:xfrm>
                <a:off x="4276725" y="5719445"/>
                <a:ext cx="1057275" cy="885825"/>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4" name="墨迹 53"/>
              <p14:cNvContentPartPr/>
              <p14:nvPr/>
            </p14:nvContentPartPr>
            <p14:xfrm>
              <a:off x="11049000" y="2861945"/>
              <a:ext cx="1137920" cy="95250"/>
            </p14:xfrm>
          </p:contentPart>
        </mc:Choice>
        <mc:Fallback xmlns="">
          <p:pic>
            <p:nvPicPr>
              <p:cNvPr id="54" name="墨迹 53"/>
            </p:nvPicPr>
            <p:blipFill>
              <a:blip r:embed="rId102"/>
            </p:blipFill>
            <p:spPr>
              <a:xfrm>
                <a:off x="11049000" y="2861945"/>
                <a:ext cx="1137920" cy="95250"/>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55" name="墨迹 54"/>
              <p14:cNvContentPartPr/>
              <p14:nvPr/>
            </p14:nvContentPartPr>
            <p14:xfrm>
              <a:off x="9862820" y="2647950"/>
              <a:ext cx="904875" cy="233045"/>
            </p14:xfrm>
          </p:contentPart>
        </mc:Choice>
        <mc:Fallback xmlns="">
          <p:pic>
            <p:nvPicPr>
              <p:cNvPr id="55" name="墨迹 54"/>
            </p:nvPicPr>
            <p:blipFill>
              <a:blip r:embed="rId104"/>
            </p:blipFill>
            <p:spPr>
              <a:xfrm>
                <a:off x="9862820" y="2647950"/>
                <a:ext cx="904875" cy="233045"/>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56" name="墨迹 55"/>
              <p14:cNvContentPartPr/>
              <p14:nvPr/>
            </p14:nvContentPartPr>
            <p14:xfrm>
              <a:off x="7277100" y="3105150"/>
              <a:ext cx="118745" cy="404495"/>
            </p14:xfrm>
          </p:contentPart>
        </mc:Choice>
        <mc:Fallback xmlns="">
          <p:pic>
            <p:nvPicPr>
              <p:cNvPr id="56" name="墨迹 55"/>
            </p:nvPicPr>
            <p:blipFill>
              <a:blip r:embed="rId106"/>
            </p:blipFill>
            <p:spPr>
              <a:xfrm>
                <a:off x="7277100" y="3105150"/>
                <a:ext cx="118745" cy="404495"/>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57" name="墨迹 56"/>
              <p14:cNvContentPartPr/>
              <p14:nvPr/>
            </p14:nvContentPartPr>
            <p14:xfrm>
              <a:off x="7662545" y="3924300"/>
              <a:ext cx="252730" cy="171450"/>
            </p14:xfrm>
          </p:contentPart>
        </mc:Choice>
        <mc:Fallback xmlns="">
          <p:pic>
            <p:nvPicPr>
              <p:cNvPr id="57" name="墨迹 56"/>
            </p:nvPicPr>
            <p:blipFill>
              <a:blip r:embed="rId108"/>
            </p:blipFill>
            <p:spPr>
              <a:xfrm>
                <a:off x="7662545" y="3924300"/>
                <a:ext cx="252730" cy="171450"/>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58" name="墨迹 57"/>
              <p14:cNvContentPartPr/>
              <p14:nvPr/>
            </p14:nvContentPartPr>
            <p14:xfrm>
              <a:off x="7581900" y="4557395"/>
              <a:ext cx="233045" cy="81280"/>
            </p14:xfrm>
          </p:contentPart>
        </mc:Choice>
        <mc:Fallback xmlns="">
          <p:pic>
            <p:nvPicPr>
              <p:cNvPr id="58" name="墨迹 57"/>
            </p:nvPicPr>
            <p:blipFill>
              <a:blip r:embed="rId110"/>
            </p:blipFill>
            <p:spPr>
              <a:xfrm>
                <a:off x="7581900" y="4557395"/>
                <a:ext cx="233045" cy="81280"/>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59" name="墨迹 58"/>
              <p14:cNvContentPartPr/>
              <p14:nvPr/>
            </p14:nvContentPartPr>
            <p14:xfrm>
              <a:off x="7058025" y="5138420"/>
              <a:ext cx="152400" cy="376555"/>
            </p14:xfrm>
          </p:contentPart>
        </mc:Choice>
        <mc:Fallback xmlns="">
          <p:pic>
            <p:nvPicPr>
              <p:cNvPr id="59" name="墨迹 58"/>
            </p:nvPicPr>
            <p:blipFill>
              <a:blip r:embed="rId112"/>
            </p:blipFill>
            <p:spPr>
              <a:xfrm>
                <a:off x="7058025" y="5138420"/>
                <a:ext cx="152400" cy="376555"/>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60" name="墨迹 59"/>
              <p14:cNvContentPartPr/>
              <p14:nvPr/>
            </p14:nvContentPartPr>
            <p14:xfrm>
              <a:off x="6162675" y="5076825"/>
              <a:ext cx="381000" cy="366395"/>
            </p14:xfrm>
          </p:contentPart>
        </mc:Choice>
        <mc:Fallback xmlns="">
          <p:pic>
            <p:nvPicPr>
              <p:cNvPr id="60" name="墨迹 59"/>
            </p:nvPicPr>
            <p:blipFill>
              <a:blip r:embed="rId114"/>
            </p:blipFill>
            <p:spPr>
              <a:xfrm>
                <a:off x="6162675" y="5076825"/>
                <a:ext cx="381000" cy="366395"/>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61" name="墨迹 60"/>
              <p14:cNvContentPartPr/>
              <p14:nvPr/>
            </p14:nvContentPartPr>
            <p14:xfrm>
              <a:off x="5638800" y="4690745"/>
              <a:ext cx="342900" cy="167005"/>
            </p14:xfrm>
          </p:contentPart>
        </mc:Choice>
        <mc:Fallback xmlns="">
          <p:pic>
            <p:nvPicPr>
              <p:cNvPr id="61" name="墨迹 60"/>
            </p:nvPicPr>
            <p:blipFill>
              <a:blip r:embed="rId116"/>
            </p:blipFill>
            <p:spPr>
              <a:xfrm>
                <a:off x="5638800" y="4690745"/>
                <a:ext cx="342900" cy="167005"/>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62" name="墨迹 61"/>
              <p14:cNvContentPartPr/>
              <p14:nvPr/>
            </p14:nvContentPartPr>
            <p14:xfrm>
              <a:off x="5805170" y="4071620"/>
              <a:ext cx="347980" cy="28575"/>
            </p14:xfrm>
          </p:contentPart>
        </mc:Choice>
        <mc:Fallback xmlns="">
          <p:pic>
            <p:nvPicPr>
              <p:cNvPr id="62" name="墨迹 61"/>
            </p:nvPicPr>
            <p:blipFill>
              <a:blip r:embed="rId118"/>
            </p:blipFill>
            <p:spPr>
              <a:xfrm>
                <a:off x="5805170" y="4071620"/>
                <a:ext cx="347980" cy="28575"/>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63" name="墨迹 62"/>
              <p14:cNvContentPartPr/>
              <p14:nvPr/>
            </p14:nvContentPartPr>
            <p14:xfrm>
              <a:off x="6229350" y="3429000"/>
              <a:ext cx="352425" cy="114300"/>
            </p14:xfrm>
          </p:contentPart>
        </mc:Choice>
        <mc:Fallback xmlns="">
          <p:pic>
            <p:nvPicPr>
              <p:cNvPr id="63" name="墨迹 62"/>
            </p:nvPicPr>
            <p:blipFill>
              <a:blip r:embed="rId120"/>
            </p:blipFill>
            <p:spPr>
              <a:xfrm>
                <a:off x="6229350" y="3429000"/>
                <a:ext cx="352425" cy="114300"/>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64" name="墨迹 63"/>
              <p14:cNvContentPartPr/>
              <p14:nvPr/>
            </p14:nvContentPartPr>
            <p14:xfrm>
              <a:off x="6976745" y="2700020"/>
              <a:ext cx="4872355" cy="142875"/>
            </p14:xfrm>
          </p:contentPart>
        </mc:Choice>
        <mc:Fallback xmlns="">
          <p:pic>
            <p:nvPicPr>
              <p:cNvPr id="64" name="墨迹 63"/>
            </p:nvPicPr>
            <p:blipFill>
              <a:blip r:embed="rId122"/>
            </p:blipFill>
            <p:spPr>
              <a:xfrm>
                <a:off x="6976745" y="2700020"/>
                <a:ext cx="4872355" cy="142875"/>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65" name="墨迹 64"/>
              <p14:cNvContentPartPr/>
              <p14:nvPr/>
            </p14:nvContentPartPr>
            <p14:xfrm>
              <a:off x="9329420" y="3042920"/>
              <a:ext cx="2367280" cy="595630"/>
            </p14:xfrm>
          </p:contentPart>
        </mc:Choice>
        <mc:Fallback xmlns="">
          <p:pic>
            <p:nvPicPr>
              <p:cNvPr id="65" name="墨迹 64"/>
            </p:nvPicPr>
            <p:blipFill>
              <a:blip r:embed="rId124"/>
            </p:blipFill>
            <p:spPr>
              <a:xfrm>
                <a:off x="9329420" y="3042920"/>
                <a:ext cx="2367280" cy="595630"/>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66" name="墨迹 65"/>
              <p14:cNvContentPartPr/>
              <p14:nvPr/>
            </p14:nvContentPartPr>
            <p14:xfrm>
              <a:off x="7762875" y="3442970"/>
              <a:ext cx="1790700" cy="76200"/>
            </p14:xfrm>
          </p:contentPart>
        </mc:Choice>
        <mc:Fallback xmlns="">
          <p:pic>
            <p:nvPicPr>
              <p:cNvPr id="66" name="墨迹 65"/>
            </p:nvPicPr>
            <p:blipFill>
              <a:blip r:embed="rId126"/>
            </p:blipFill>
            <p:spPr>
              <a:xfrm>
                <a:off x="7762875" y="3442970"/>
                <a:ext cx="1790700" cy="76200"/>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67" name="墨迹 66"/>
              <p14:cNvContentPartPr/>
              <p14:nvPr/>
            </p14:nvContentPartPr>
            <p14:xfrm>
              <a:off x="10129520" y="3448050"/>
              <a:ext cx="1552575" cy="80645"/>
            </p14:xfrm>
          </p:contentPart>
        </mc:Choice>
        <mc:Fallback xmlns="">
          <p:pic>
            <p:nvPicPr>
              <p:cNvPr id="67" name="墨迹 66"/>
            </p:nvPicPr>
            <p:blipFill>
              <a:blip r:embed="rId128"/>
            </p:blipFill>
            <p:spPr>
              <a:xfrm>
                <a:off x="10129520" y="3448050"/>
                <a:ext cx="1552575" cy="80645"/>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68" name="墨迹 67"/>
              <p14:cNvContentPartPr/>
              <p14:nvPr/>
            </p14:nvContentPartPr>
            <p14:xfrm>
              <a:off x="6334125" y="1318895"/>
              <a:ext cx="47625" cy="690880"/>
            </p14:xfrm>
          </p:contentPart>
        </mc:Choice>
        <mc:Fallback xmlns="">
          <p:pic>
            <p:nvPicPr>
              <p:cNvPr id="68" name="墨迹 67"/>
            </p:nvPicPr>
            <p:blipFill>
              <a:blip r:embed="rId130"/>
            </p:blipFill>
            <p:spPr>
              <a:xfrm>
                <a:off x="6334125" y="1318895"/>
                <a:ext cx="47625" cy="690880"/>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69" name="墨迹 68"/>
              <p14:cNvContentPartPr/>
              <p14:nvPr/>
            </p14:nvContentPartPr>
            <p14:xfrm>
              <a:off x="6300470" y="2066925"/>
              <a:ext cx="4838700" cy="71120"/>
            </p14:xfrm>
          </p:contentPart>
        </mc:Choice>
        <mc:Fallback xmlns="">
          <p:pic>
            <p:nvPicPr>
              <p:cNvPr id="69" name="墨迹 68"/>
            </p:nvPicPr>
            <p:blipFill>
              <a:blip r:embed="rId132"/>
            </p:blipFill>
            <p:spPr>
              <a:xfrm>
                <a:off x="6300470" y="2066925"/>
                <a:ext cx="4838700" cy="71120"/>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70" name="墨迹 69"/>
              <p14:cNvContentPartPr/>
              <p14:nvPr/>
            </p14:nvContentPartPr>
            <p14:xfrm>
              <a:off x="6395720" y="1204595"/>
              <a:ext cx="5015230" cy="895350"/>
            </p14:xfrm>
          </p:contentPart>
        </mc:Choice>
        <mc:Fallback xmlns="">
          <p:pic>
            <p:nvPicPr>
              <p:cNvPr id="70" name="墨迹 69"/>
            </p:nvPicPr>
            <p:blipFill>
              <a:blip r:embed="rId134"/>
            </p:blipFill>
            <p:spPr>
              <a:xfrm>
                <a:off x="6395720" y="1204595"/>
                <a:ext cx="5015230" cy="895350"/>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71" name="墨迹 70"/>
              <p14:cNvContentPartPr/>
              <p14:nvPr/>
            </p14:nvContentPartPr>
            <p14:xfrm>
              <a:off x="9829800" y="2252345"/>
              <a:ext cx="19050" cy="443230"/>
            </p14:xfrm>
          </p:contentPart>
        </mc:Choice>
        <mc:Fallback xmlns="">
          <p:pic>
            <p:nvPicPr>
              <p:cNvPr id="71" name="墨迹 70"/>
            </p:nvPicPr>
            <p:blipFill>
              <a:blip r:embed="rId136"/>
            </p:blipFill>
            <p:spPr>
              <a:xfrm>
                <a:off x="9829800" y="2252345"/>
                <a:ext cx="19050" cy="443230"/>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72" name="墨迹 71"/>
              <p14:cNvContentPartPr/>
              <p14:nvPr/>
            </p14:nvContentPartPr>
            <p14:xfrm>
              <a:off x="9820275" y="2357120"/>
              <a:ext cx="57150" cy="452755"/>
            </p14:xfrm>
          </p:contentPart>
        </mc:Choice>
        <mc:Fallback xmlns="">
          <p:pic>
            <p:nvPicPr>
              <p:cNvPr id="72" name="墨迹 71"/>
            </p:nvPicPr>
            <p:blipFill>
              <a:blip r:embed="rId138"/>
            </p:blipFill>
            <p:spPr>
              <a:xfrm>
                <a:off x="9820275" y="2357120"/>
                <a:ext cx="57150" cy="452755"/>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73" name="墨迹 72"/>
              <p14:cNvContentPartPr/>
              <p14:nvPr/>
            </p14:nvContentPartPr>
            <p14:xfrm>
              <a:off x="9691370" y="2280920"/>
              <a:ext cx="2447925" cy="576580"/>
            </p14:xfrm>
          </p:contentPart>
        </mc:Choice>
        <mc:Fallback xmlns="">
          <p:pic>
            <p:nvPicPr>
              <p:cNvPr id="73" name="墨迹 72"/>
            </p:nvPicPr>
            <p:blipFill>
              <a:blip r:embed="rId140"/>
            </p:blipFill>
            <p:spPr>
              <a:xfrm>
                <a:off x="9691370" y="2280920"/>
                <a:ext cx="2447925" cy="57658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74" name="墨迹 73"/>
              <p14:cNvContentPartPr/>
              <p14:nvPr/>
            </p14:nvContentPartPr>
            <p14:xfrm>
              <a:off x="5767070" y="909320"/>
              <a:ext cx="128905" cy="1271905"/>
            </p14:xfrm>
          </p:contentPart>
        </mc:Choice>
        <mc:Fallback xmlns="">
          <p:pic>
            <p:nvPicPr>
              <p:cNvPr id="74" name="墨迹 73"/>
            </p:nvPicPr>
            <p:blipFill>
              <a:blip r:embed="rId142"/>
            </p:blipFill>
            <p:spPr>
              <a:xfrm>
                <a:off x="5767070" y="909320"/>
                <a:ext cx="128905" cy="1271905"/>
              </a:xfrm>
              <a:prstGeom prst="rect"/>
            </p:spPr>
          </p:pic>
        </mc:Fallback>
      </mc:AlternateContent>
      <mc:AlternateContent xmlns:mc="http://schemas.openxmlformats.org/markup-compatibility/2006" xmlns:p14="http://schemas.microsoft.com/office/powerpoint/2010/main">
        <mc:Choice Requires="p14">
          <p:contentPart r:id="rId143" p14:bwMode="auto">
            <p14:nvContentPartPr>
              <p14:cNvPr id="75" name="墨迹 74"/>
              <p14:cNvContentPartPr/>
              <p14:nvPr/>
            </p14:nvContentPartPr>
            <p14:xfrm>
              <a:off x="5810250" y="814070"/>
              <a:ext cx="219075" cy="376555"/>
            </p14:xfrm>
          </p:contentPart>
        </mc:Choice>
        <mc:Fallback xmlns="">
          <p:pic>
            <p:nvPicPr>
              <p:cNvPr id="75" name="墨迹 74"/>
            </p:nvPicPr>
            <p:blipFill>
              <a:blip r:embed="rId144"/>
            </p:blipFill>
            <p:spPr>
              <a:xfrm>
                <a:off x="5810250" y="814070"/>
                <a:ext cx="219075" cy="376555"/>
              </a:xfrm>
              <a:prstGeom prst="rect"/>
            </p:spPr>
          </p:pic>
        </mc:Fallback>
      </mc:AlternateContent>
      <mc:AlternateContent xmlns:mc="http://schemas.openxmlformats.org/markup-compatibility/2006" xmlns:p14="http://schemas.microsoft.com/office/powerpoint/2010/main">
        <mc:Choice Requires="p14">
          <p:contentPart r:id="rId145" p14:bwMode="auto">
            <p14:nvContentPartPr>
              <p14:cNvPr id="76" name="墨迹 75"/>
              <p14:cNvContentPartPr/>
              <p14:nvPr/>
            </p14:nvContentPartPr>
            <p14:xfrm>
              <a:off x="8077200" y="2219325"/>
              <a:ext cx="2743200" cy="690245"/>
            </p14:xfrm>
          </p:contentPart>
        </mc:Choice>
        <mc:Fallback xmlns="">
          <p:pic>
            <p:nvPicPr>
              <p:cNvPr id="76" name="墨迹 75"/>
            </p:nvPicPr>
            <p:blipFill>
              <a:blip r:embed="rId146"/>
            </p:blipFill>
            <p:spPr>
              <a:xfrm>
                <a:off x="8077200" y="2219325"/>
                <a:ext cx="2743200" cy="690245"/>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77" name="墨迹 76"/>
              <p14:cNvContentPartPr/>
              <p14:nvPr/>
            </p14:nvContentPartPr>
            <p14:xfrm>
              <a:off x="5562600" y="581025"/>
              <a:ext cx="747395" cy="1562100"/>
            </p14:xfrm>
          </p:contentPart>
        </mc:Choice>
        <mc:Fallback xmlns="">
          <p:pic>
            <p:nvPicPr>
              <p:cNvPr id="77" name="墨迹 76"/>
            </p:nvPicPr>
            <p:blipFill>
              <a:blip r:embed="rId148"/>
            </p:blipFill>
            <p:spPr>
              <a:xfrm>
                <a:off x="5562600" y="581025"/>
                <a:ext cx="747395" cy="1562100"/>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78" name="墨迹 77"/>
              <p14:cNvContentPartPr/>
              <p14:nvPr/>
            </p14:nvContentPartPr>
            <p14:xfrm>
              <a:off x="5767070" y="2266950"/>
              <a:ext cx="247650" cy="356870"/>
            </p14:xfrm>
          </p:contentPart>
        </mc:Choice>
        <mc:Fallback xmlns="">
          <p:pic>
            <p:nvPicPr>
              <p:cNvPr id="78" name="墨迹 77"/>
            </p:nvPicPr>
            <p:blipFill>
              <a:blip r:embed="rId150"/>
            </p:blipFill>
            <p:spPr>
              <a:xfrm>
                <a:off x="5767070" y="2266950"/>
                <a:ext cx="247650" cy="356870"/>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79" name="墨迹 78"/>
              <p14:cNvContentPartPr/>
              <p14:nvPr/>
            </p14:nvContentPartPr>
            <p14:xfrm>
              <a:off x="9053195" y="4438650"/>
              <a:ext cx="1962150" cy="1376045"/>
            </p14:xfrm>
          </p:contentPart>
        </mc:Choice>
        <mc:Fallback xmlns="">
          <p:pic>
            <p:nvPicPr>
              <p:cNvPr id="79" name="墨迹 78"/>
            </p:nvPicPr>
            <p:blipFill>
              <a:blip r:embed="rId152"/>
            </p:blipFill>
            <p:spPr>
              <a:xfrm>
                <a:off x="9053195" y="4438650"/>
                <a:ext cx="1962150" cy="1376045"/>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80" name="墨迹 79"/>
              <p14:cNvContentPartPr/>
              <p14:nvPr/>
            </p14:nvContentPartPr>
            <p14:xfrm>
              <a:off x="9963150" y="5176520"/>
              <a:ext cx="52070" cy="81280"/>
            </p14:xfrm>
          </p:contentPart>
        </mc:Choice>
        <mc:Fallback xmlns="">
          <p:pic>
            <p:nvPicPr>
              <p:cNvPr id="80" name="墨迹 79"/>
            </p:nvPicPr>
            <p:blipFill>
              <a:blip r:embed="rId154"/>
            </p:blipFill>
            <p:spPr>
              <a:xfrm>
                <a:off x="9963150" y="5176520"/>
                <a:ext cx="52070" cy="81280"/>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81" name="墨迹 80"/>
              <p14:cNvContentPartPr/>
              <p14:nvPr/>
            </p14:nvContentPartPr>
            <p14:xfrm>
              <a:off x="9939020" y="4881245"/>
              <a:ext cx="938530" cy="357505"/>
            </p14:xfrm>
          </p:contentPart>
        </mc:Choice>
        <mc:Fallback xmlns="">
          <p:pic>
            <p:nvPicPr>
              <p:cNvPr id="81" name="墨迹 80"/>
            </p:nvPicPr>
            <p:blipFill>
              <a:blip r:embed="rId156"/>
            </p:blipFill>
            <p:spPr>
              <a:xfrm>
                <a:off x="9939020" y="4881245"/>
                <a:ext cx="938530" cy="357505"/>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82" name="墨迹 81"/>
              <p14:cNvContentPartPr/>
              <p14:nvPr/>
            </p14:nvContentPartPr>
            <p14:xfrm>
              <a:off x="10005695" y="4772025"/>
              <a:ext cx="847725" cy="414020"/>
            </p14:xfrm>
          </p:contentPart>
        </mc:Choice>
        <mc:Fallback xmlns="">
          <p:pic>
            <p:nvPicPr>
              <p:cNvPr id="82" name="墨迹 81"/>
            </p:nvPicPr>
            <p:blipFill>
              <a:blip r:embed="rId158"/>
            </p:blipFill>
            <p:spPr>
              <a:xfrm>
                <a:off x="10005695" y="4772025"/>
                <a:ext cx="847725" cy="414020"/>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83" name="墨迹 82"/>
              <p14:cNvContentPartPr/>
              <p14:nvPr/>
            </p14:nvContentPartPr>
            <p14:xfrm>
              <a:off x="10920095" y="4900295"/>
              <a:ext cx="948055" cy="276225"/>
            </p14:xfrm>
          </p:contentPart>
        </mc:Choice>
        <mc:Fallback xmlns="">
          <p:pic>
            <p:nvPicPr>
              <p:cNvPr id="83" name="墨迹 82"/>
            </p:nvPicPr>
            <p:blipFill>
              <a:blip r:embed="rId160"/>
            </p:blipFill>
            <p:spPr>
              <a:xfrm>
                <a:off x="10920095" y="4900295"/>
                <a:ext cx="948055" cy="276225"/>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84" name="墨迹 83"/>
              <p14:cNvContentPartPr/>
              <p14:nvPr/>
            </p14:nvContentPartPr>
            <p14:xfrm>
              <a:off x="11682095" y="5048250"/>
              <a:ext cx="167005" cy="209550"/>
            </p14:xfrm>
          </p:contentPart>
        </mc:Choice>
        <mc:Fallback xmlns="">
          <p:pic>
            <p:nvPicPr>
              <p:cNvPr id="84" name="墨迹 83"/>
            </p:nvPicPr>
            <p:blipFill>
              <a:blip r:embed="rId162"/>
            </p:blipFill>
            <p:spPr>
              <a:xfrm>
                <a:off x="11682095" y="5048250"/>
                <a:ext cx="167005" cy="209550"/>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85" name="墨迹 84"/>
              <p14:cNvContentPartPr/>
              <p14:nvPr/>
            </p14:nvContentPartPr>
            <p14:xfrm>
              <a:off x="10020300" y="4928870"/>
              <a:ext cx="804545" cy="285750"/>
            </p14:xfrm>
          </p:contentPart>
        </mc:Choice>
        <mc:Fallback xmlns="">
          <p:pic>
            <p:nvPicPr>
              <p:cNvPr id="85" name="墨迹 84"/>
            </p:nvPicPr>
            <p:blipFill>
              <a:blip r:embed="rId164"/>
            </p:blipFill>
            <p:spPr>
              <a:xfrm>
                <a:off x="10020300" y="4928870"/>
                <a:ext cx="804545" cy="285750"/>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86" name="墨迹 85"/>
              <p14:cNvContentPartPr/>
              <p14:nvPr/>
            </p14:nvContentPartPr>
            <p14:xfrm>
              <a:off x="10591800" y="4900295"/>
              <a:ext cx="276225" cy="133350"/>
            </p14:xfrm>
          </p:contentPart>
        </mc:Choice>
        <mc:Fallback xmlns="">
          <p:pic>
            <p:nvPicPr>
              <p:cNvPr id="86" name="墨迹 85"/>
            </p:nvPicPr>
            <p:blipFill>
              <a:blip r:embed="rId166"/>
            </p:blipFill>
            <p:spPr>
              <a:xfrm>
                <a:off x="10591800" y="4900295"/>
                <a:ext cx="276225" cy="133350"/>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87" name="墨迹 86"/>
              <p14:cNvContentPartPr/>
              <p14:nvPr/>
            </p14:nvContentPartPr>
            <p14:xfrm>
              <a:off x="11029950" y="4933950"/>
              <a:ext cx="866775" cy="238125"/>
            </p14:xfrm>
          </p:contentPart>
        </mc:Choice>
        <mc:Fallback xmlns="">
          <p:pic>
            <p:nvPicPr>
              <p:cNvPr id="87" name="墨迹 86"/>
            </p:nvPicPr>
            <p:blipFill>
              <a:blip r:embed="rId168"/>
            </p:blipFill>
            <p:spPr>
              <a:xfrm>
                <a:off x="11029950" y="4933950"/>
                <a:ext cx="866775" cy="238125"/>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88" name="墨迹 87"/>
              <p14:cNvContentPartPr/>
              <p14:nvPr/>
            </p14:nvContentPartPr>
            <p14:xfrm>
              <a:off x="11677650" y="5081270"/>
              <a:ext cx="166370" cy="176530"/>
            </p14:xfrm>
          </p:contentPart>
        </mc:Choice>
        <mc:Fallback xmlns="">
          <p:pic>
            <p:nvPicPr>
              <p:cNvPr id="88" name="墨迹 87"/>
            </p:nvPicPr>
            <p:blipFill>
              <a:blip r:embed="rId170"/>
            </p:blipFill>
            <p:spPr>
              <a:xfrm>
                <a:off x="11677650" y="5081270"/>
                <a:ext cx="166370" cy="176530"/>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89" name="墨迹 88"/>
              <p14:cNvContentPartPr/>
              <p14:nvPr/>
            </p14:nvContentPartPr>
            <p14:xfrm>
              <a:off x="8305800" y="2623820"/>
              <a:ext cx="2324100" cy="314325"/>
            </p14:xfrm>
          </p:contentPart>
        </mc:Choice>
        <mc:Fallback xmlns="">
          <p:pic>
            <p:nvPicPr>
              <p:cNvPr id="89" name="墨迹 88"/>
            </p:nvPicPr>
            <p:blipFill>
              <a:blip r:embed="rId172"/>
            </p:blipFill>
            <p:spPr>
              <a:xfrm>
                <a:off x="8305800" y="2623820"/>
                <a:ext cx="2324100" cy="314325"/>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90" name="墨迹 89"/>
              <p14:cNvContentPartPr/>
              <p14:nvPr/>
            </p14:nvContentPartPr>
            <p14:xfrm>
              <a:off x="9953625" y="4781550"/>
              <a:ext cx="852170" cy="400050"/>
            </p14:xfrm>
          </p:contentPart>
        </mc:Choice>
        <mc:Fallback xmlns="">
          <p:pic>
            <p:nvPicPr>
              <p:cNvPr id="90" name="墨迹 89"/>
            </p:nvPicPr>
            <p:blipFill>
              <a:blip r:embed="rId174"/>
            </p:blipFill>
            <p:spPr>
              <a:xfrm>
                <a:off x="9953625" y="4781550"/>
                <a:ext cx="852170" cy="400050"/>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91" name="墨迹 90"/>
              <p14:cNvContentPartPr/>
              <p14:nvPr/>
            </p14:nvContentPartPr>
            <p14:xfrm>
              <a:off x="10843895" y="4886325"/>
              <a:ext cx="876300" cy="180975"/>
            </p14:xfrm>
          </p:contentPart>
        </mc:Choice>
        <mc:Fallback xmlns="">
          <p:pic>
            <p:nvPicPr>
              <p:cNvPr id="91" name="墨迹 90"/>
            </p:nvPicPr>
            <p:blipFill>
              <a:blip r:embed="rId176"/>
            </p:blipFill>
            <p:spPr>
              <a:xfrm>
                <a:off x="10843895" y="4886325"/>
                <a:ext cx="876300" cy="180975"/>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92" name="墨迹 91"/>
              <p14:cNvContentPartPr/>
              <p14:nvPr/>
            </p14:nvContentPartPr>
            <p14:xfrm>
              <a:off x="11687175" y="5000625"/>
              <a:ext cx="66675" cy="142875"/>
            </p14:xfrm>
          </p:contentPart>
        </mc:Choice>
        <mc:Fallback xmlns="">
          <p:pic>
            <p:nvPicPr>
              <p:cNvPr id="92" name="墨迹 91"/>
            </p:nvPicPr>
            <p:blipFill>
              <a:blip r:embed="rId178"/>
            </p:blipFill>
            <p:spPr>
              <a:xfrm>
                <a:off x="11687175" y="5000625"/>
                <a:ext cx="66675" cy="142875"/>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93" name="墨迹 92"/>
              <p14:cNvContentPartPr/>
              <p14:nvPr/>
            </p14:nvContentPartPr>
            <p14:xfrm>
              <a:off x="11853545" y="5062220"/>
              <a:ext cx="47625" cy="200025"/>
            </p14:xfrm>
          </p:contentPart>
        </mc:Choice>
        <mc:Fallback xmlns="">
          <p:pic>
            <p:nvPicPr>
              <p:cNvPr id="93" name="墨迹 92"/>
            </p:nvPicPr>
            <p:blipFill>
              <a:blip r:embed="rId180"/>
            </p:blipFill>
            <p:spPr>
              <a:xfrm>
                <a:off x="11853545" y="5062220"/>
                <a:ext cx="47625" cy="200025"/>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94" name="墨迹 93"/>
              <p14:cNvContentPartPr/>
              <p14:nvPr/>
            </p14:nvContentPartPr>
            <p14:xfrm>
              <a:off x="9986645" y="4752975"/>
              <a:ext cx="781050" cy="404495"/>
            </p14:xfrm>
          </p:contentPart>
        </mc:Choice>
        <mc:Fallback xmlns="">
          <p:pic>
            <p:nvPicPr>
              <p:cNvPr id="94" name="墨迹 93"/>
            </p:nvPicPr>
            <p:blipFill>
              <a:blip r:embed="rId182"/>
            </p:blipFill>
            <p:spPr>
              <a:xfrm>
                <a:off x="9986645" y="4752975"/>
                <a:ext cx="781050" cy="404495"/>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95" name="墨迹 94"/>
              <p14:cNvContentPartPr/>
              <p14:nvPr/>
            </p14:nvContentPartPr>
            <p14:xfrm>
              <a:off x="10834370" y="4848225"/>
              <a:ext cx="71755" cy="90170"/>
            </p14:xfrm>
          </p:contentPart>
        </mc:Choice>
        <mc:Fallback xmlns="">
          <p:pic>
            <p:nvPicPr>
              <p:cNvPr id="95" name="墨迹 94"/>
            </p:nvPicPr>
            <p:blipFill>
              <a:blip r:embed="rId184"/>
            </p:blipFill>
            <p:spPr>
              <a:xfrm>
                <a:off x="10834370" y="4848225"/>
                <a:ext cx="71755" cy="90170"/>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96" name="墨迹 95"/>
              <p14:cNvContentPartPr/>
              <p14:nvPr/>
            </p14:nvContentPartPr>
            <p14:xfrm>
              <a:off x="10977245" y="4914900"/>
              <a:ext cx="833755" cy="147320"/>
            </p14:xfrm>
          </p:contentPart>
        </mc:Choice>
        <mc:Fallback xmlns="">
          <p:pic>
            <p:nvPicPr>
              <p:cNvPr id="96" name="墨迹 95"/>
            </p:nvPicPr>
            <p:blipFill>
              <a:blip r:embed="rId186"/>
            </p:blipFill>
            <p:spPr>
              <a:xfrm>
                <a:off x="10977245" y="4914900"/>
                <a:ext cx="833755" cy="147320"/>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97" name="墨迹 96"/>
              <p14:cNvContentPartPr/>
              <p14:nvPr/>
            </p14:nvContentPartPr>
            <p14:xfrm>
              <a:off x="11696700" y="4966970"/>
              <a:ext cx="118745" cy="243205"/>
            </p14:xfrm>
          </p:contentPart>
        </mc:Choice>
        <mc:Fallback xmlns="">
          <p:pic>
            <p:nvPicPr>
              <p:cNvPr id="97" name="墨迹 96"/>
            </p:nvPicPr>
            <p:blipFill>
              <a:blip r:embed="rId188"/>
            </p:blipFill>
            <p:spPr>
              <a:xfrm>
                <a:off x="11696700" y="4966970"/>
                <a:ext cx="118745" cy="243205"/>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98" name="墨迹 97"/>
              <p14:cNvContentPartPr/>
              <p14:nvPr/>
            </p14:nvContentPartPr>
            <p14:xfrm>
              <a:off x="10972800" y="4905375"/>
              <a:ext cx="890270" cy="137795"/>
            </p14:xfrm>
          </p:contentPart>
        </mc:Choice>
        <mc:Fallback xmlns="">
          <p:pic>
            <p:nvPicPr>
              <p:cNvPr id="98" name="墨迹 97"/>
            </p:nvPicPr>
            <p:blipFill>
              <a:blip r:embed="rId190"/>
            </p:blipFill>
            <p:spPr>
              <a:xfrm>
                <a:off x="10972800" y="4905375"/>
                <a:ext cx="890270" cy="137795"/>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99" name="墨迹 98"/>
              <p14:cNvContentPartPr/>
              <p14:nvPr/>
            </p14:nvContentPartPr>
            <p14:xfrm>
              <a:off x="10053320" y="4938395"/>
              <a:ext cx="752475" cy="262255"/>
            </p14:xfrm>
          </p:contentPart>
        </mc:Choice>
        <mc:Fallback xmlns="">
          <p:pic>
            <p:nvPicPr>
              <p:cNvPr id="99" name="墨迹 98"/>
            </p:nvPicPr>
            <p:blipFill>
              <a:blip r:embed="rId192"/>
            </p:blipFill>
            <p:spPr>
              <a:xfrm>
                <a:off x="10053320" y="4938395"/>
                <a:ext cx="752475" cy="262255"/>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00" name="墨迹 99"/>
              <p14:cNvContentPartPr/>
              <p14:nvPr/>
            </p14:nvContentPartPr>
            <p14:xfrm>
              <a:off x="9910445" y="5162550"/>
              <a:ext cx="142875" cy="85725"/>
            </p14:xfrm>
          </p:contentPart>
        </mc:Choice>
        <mc:Fallback xmlns="">
          <p:pic>
            <p:nvPicPr>
              <p:cNvPr id="100" name="墨迹 99"/>
            </p:nvPicPr>
            <p:blipFill>
              <a:blip r:embed="rId194"/>
            </p:blipFill>
            <p:spPr>
              <a:xfrm>
                <a:off x="9910445" y="5162550"/>
                <a:ext cx="142875" cy="85725"/>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01" name="墨迹 100"/>
              <p14:cNvContentPartPr/>
              <p14:nvPr/>
            </p14:nvContentPartPr>
            <p14:xfrm>
              <a:off x="9972675" y="5157470"/>
              <a:ext cx="57150" cy="85725"/>
            </p14:xfrm>
          </p:contentPart>
        </mc:Choice>
        <mc:Fallback xmlns="">
          <p:pic>
            <p:nvPicPr>
              <p:cNvPr id="101" name="墨迹 100"/>
            </p:nvPicPr>
            <p:blipFill>
              <a:blip r:embed="rId196"/>
            </p:blipFill>
            <p:spPr>
              <a:xfrm>
                <a:off x="9972675" y="5157470"/>
                <a:ext cx="57150" cy="85725"/>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02" name="墨迹 101"/>
              <p14:cNvContentPartPr/>
              <p14:nvPr/>
            </p14:nvContentPartPr>
            <p14:xfrm>
              <a:off x="9982200" y="5200650"/>
              <a:ext cx="360" cy="33020"/>
            </p14:xfrm>
          </p:contentPart>
        </mc:Choice>
        <mc:Fallback xmlns="">
          <p:pic>
            <p:nvPicPr>
              <p:cNvPr id="102" name="墨迹 101"/>
            </p:nvPicPr>
            <p:blipFill>
              <a:blip r:embed="rId198"/>
            </p:blipFill>
            <p:spPr>
              <a:xfrm>
                <a:off x="9982200" y="5200650"/>
                <a:ext cx="360" cy="33020"/>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103" name="墨迹 102"/>
              <p14:cNvContentPartPr/>
              <p14:nvPr/>
            </p14:nvContentPartPr>
            <p14:xfrm>
              <a:off x="10963275" y="4862195"/>
              <a:ext cx="823595" cy="205105"/>
            </p14:xfrm>
          </p:contentPart>
        </mc:Choice>
        <mc:Fallback xmlns="">
          <p:pic>
            <p:nvPicPr>
              <p:cNvPr id="103" name="墨迹 102"/>
            </p:nvPicPr>
            <p:blipFill>
              <a:blip r:embed="rId200"/>
            </p:blipFill>
            <p:spPr>
              <a:xfrm>
                <a:off x="10963275" y="4862195"/>
                <a:ext cx="823595" cy="205105"/>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104" name="墨迹 103"/>
              <p14:cNvContentPartPr/>
              <p14:nvPr/>
            </p14:nvContentPartPr>
            <p14:xfrm>
              <a:off x="10129520" y="4986020"/>
              <a:ext cx="652780" cy="233680"/>
            </p14:xfrm>
          </p:contentPart>
        </mc:Choice>
        <mc:Fallback xmlns="">
          <p:pic>
            <p:nvPicPr>
              <p:cNvPr id="104" name="墨迹 103"/>
            </p:nvPicPr>
            <p:blipFill>
              <a:blip r:embed="rId202"/>
            </p:blipFill>
            <p:spPr>
              <a:xfrm>
                <a:off x="10129520" y="4986020"/>
                <a:ext cx="652780" cy="233680"/>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105" name="墨迹 104"/>
              <p14:cNvContentPartPr/>
              <p14:nvPr/>
            </p14:nvContentPartPr>
            <p14:xfrm>
              <a:off x="10677525" y="4914900"/>
              <a:ext cx="123825" cy="175895"/>
            </p14:xfrm>
          </p:contentPart>
        </mc:Choice>
        <mc:Fallback xmlns="">
          <p:pic>
            <p:nvPicPr>
              <p:cNvPr id="105" name="墨迹 104"/>
            </p:nvPicPr>
            <p:blipFill>
              <a:blip r:embed="rId204"/>
            </p:blipFill>
            <p:spPr>
              <a:xfrm>
                <a:off x="10677525" y="4914900"/>
                <a:ext cx="123825" cy="175895"/>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106" name="墨迹 105"/>
              <p14:cNvContentPartPr/>
              <p14:nvPr/>
            </p14:nvContentPartPr>
            <p14:xfrm>
              <a:off x="11096625" y="4924425"/>
              <a:ext cx="747395" cy="99695"/>
            </p14:xfrm>
          </p:contentPart>
        </mc:Choice>
        <mc:Fallback xmlns="">
          <p:pic>
            <p:nvPicPr>
              <p:cNvPr id="106" name="墨迹 105"/>
            </p:nvPicPr>
            <p:blipFill>
              <a:blip r:embed="rId206"/>
            </p:blipFill>
            <p:spPr>
              <a:xfrm>
                <a:off x="11096625" y="4924425"/>
                <a:ext cx="747395" cy="99695"/>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107" name="墨迹 106"/>
              <p14:cNvContentPartPr/>
              <p14:nvPr/>
            </p14:nvContentPartPr>
            <p14:xfrm>
              <a:off x="11677650" y="4895850"/>
              <a:ext cx="252095" cy="328295"/>
            </p14:xfrm>
          </p:contentPart>
        </mc:Choice>
        <mc:Fallback xmlns="">
          <p:pic>
            <p:nvPicPr>
              <p:cNvPr id="107" name="墨迹 106"/>
            </p:nvPicPr>
            <p:blipFill>
              <a:blip r:embed="rId208"/>
            </p:blipFill>
            <p:spPr>
              <a:xfrm>
                <a:off x="11677650" y="4895850"/>
                <a:ext cx="252095" cy="328295"/>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108" name="墨迹 107"/>
              <p14:cNvContentPartPr/>
              <p14:nvPr/>
            </p14:nvContentPartPr>
            <p14:xfrm>
              <a:off x="10091420" y="4962525"/>
              <a:ext cx="828675" cy="247650"/>
            </p14:xfrm>
          </p:contentPart>
        </mc:Choice>
        <mc:Fallback xmlns="">
          <p:pic>
            <p:nvPicPr>
              <p:cNvPr id="108" name="墨迹 107"/>
            </p:nvPicPr>
            <p:blipFill>
              <a:blip r:embed="rId210"/>
            </p:blipFill>
            <p:spPr>
              <a:xfrm>
                <a:off x="10091420" y="4962525"/>
                <a:ext cx="828675" cy="247650"/>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109" name="墨迹 108"/>
              <p14:cNvContentPartPr/>
              <p14:nvPr/>
            </p14:nvContentPartPr>
            <p14:xfrm>
              <a:off x="10748645" y="4943475"/>
              <a:ext cx="104775" cy="104775"/>
            </p14:xfrm>
          </p:contentPart>
        </mc:Choice>
        <mc:Fallback xmlns="">
          <p:pic>
            <p:nvPicPr>
              <p:cNvPr id="109" name="墨迹 108"/>
            </p:nvPicPr>
            <p:blipFill>
              <a:blip r:embed="rId212"/>
            </p:blipFill>
            <p:spPr>
              <a:xfrm>
                <a:off x="10748645" y="4943475"/>
                <a:ext cx="104775" cy="104775"/>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110" name="墨迹 109"/>
              <p14:cNvContentPartPr/>
              <p14:nvPr/>
            </p14:nvContentPartPr>
            <p14:xfrm>
              <a:off x="10991850" y="4914900"/>
              <a:ext cx="838200" cy="142875"/>
            </p14:xfrm>
          </p:contentPart>
        </mc:Choice>
        <mc:Fallback xmlns="">
          <p:pic>
            <p:nvPicPr>
              <p:cNvPr id="110" name="墨迹 109"/>
            </p:nvPicPr>
            <p:blipFill>
              <a:blip r:embed="rId214"/>
            </p:blipFill>
            <p:spPr>
              <a:xfrm>
                <a:off x="10991850" y="4914900"/>
                <a:ext cx="838200" cy="142875"/>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111" name="墨迹 110"/>
              <p14:cNvContentPartPr/>
              <p14:nvPr/>
            </p14:nvContentPartPr>
            <p14:xfrm>
              <a:off x="11434445" y="4905375"/>
              <a:ext cx="452755" cy="333375"/>
            </p14:xfrm>
          </p:contentPart>
        </mc:Choice>
        <mc:Fallback xmlns="">
          <p:pic>
            <p:nvPicPr>
              <p:cNvPr id="111" name="墨迹 110"/>
            </p:nvPicPr>
            <p:blipFill>
              <a:blip r:embed="rId216"/>
            </p:blipFill>
            <p:spPr>
              <a:xfrm>
                <a:off x="11434445" y="4905375"/>
                <a:ext cx="452755" cy="333375"/>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112" name="墨迹 111"/>
              <p14:cNvContentPartPr/>
              <p14:nvPr/>
            </p14:nvContentPartPr>
            <p14:xfrm>
              <a:off x="9953625" y="4981575"/>
              <a:ext cx="833120" cy="276225"/>
            </p14:xfrm>
          </p:contentPart>
        </mc:Choice>
        <mc:Fallback xmlns="">
          <p:pic>
            <p:nvPicPr>
              <p:cNvPr id="112" name="墨迹 111"/>
            </p:nvPicPr>
            <p:blipFill>
              <a:blip r:embed="rId218"/>
            </p:blipFill>
            <p:spPr>
              <a:xfrm>
                <a:off x="9953625" y="4981575"/>
                <a:ext cx="833120" cy="276225"/>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113" name="墨迹 112"/>
              <p14:cNvContentPartPr/>
              <p14:nvPr/>
            </p14:nvContentPartPr>
            <p14:xfrm>
              <a:off x="10648950" y="4943475"/>
              <a:ext cx="142875" cy="128270"/>
            </p14:xfrm>
          </p:contentPart>
        </mc:Choice>
        <mc:Fallback xmlns="">
          <p:pic>
            <p:nvPicPr>
              <p:cNvPr id="113" name="墨迹 112"/>
            </p:nvPicPr>
            <p:blipFill>
              <a:blip r:embed="rId220"/>
            </p:blipFill>
            <p:spPr>
              <a:xfrm>
                <a:off x="10648950" y="4943475"/>
                <a:ext cx="142875" cy="128270"/>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114" name="墨迹 113"/>
              <p14:cNvContentPartPr/>
              <p14:nvPr/>
            </p14:nvContentPartPr>
            <p14:xfrm>
              <a:off x="9848850" y="5100320"/>
              <a:ext cx="147320" cy="219075"/>
            </p14:xfrm>
          </p:contentPart>
        </mc:Choice>
        <mc:Fallback xmlns="">
          <p:pic>
            <p:nvPicPr>
              <p:cNvPr id="114" name="墨迹 113"/>
            </p:nvPicPr>
            <p:blipFill>
              <a:blip r:embed="rId222"/>
            </p:blipFill>
            <p:spPr>
              <a:xfrm>
                <a:off x="9848850" y="5100320"/>
                <a:ext cx="147320" cy="219075"/>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115" name="墨迹 114"/>
              <p14:cNvContentPartPr/>
              <p14:nvPr/>
            </p14:nvContentPartPr>
            <p14:xfrm>
              <a:off x="10896600" y="4733925"/>
              <a:ext cx="95250" cy="304800"/>
            </p14:xfrm>
          </p:contentPart>
        </mc:Choice>
        <mc:Fallback xmlns="">
          <p:pic>
            <p:nvPicPr>
              <p:cNvPr id="115" name="墨迹 114"/>
            </p:nvPicPr>
            <p:blipFill>
              <a:blip r:embed="rId224"/>
            </p:blipFill>
            <p:spPr>
              <a:xfrm>
                <a:off x="10896600" y="4733925"/>
                <a:ext cx="95250" cy="304800"/>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116" name="墨迹 115"/>
              <p14:cNvContentPartPr/>
              <p14:nvPr/>
            </p14:nvContentPartPr>
            <p14:xfrm>
              <a:off x="10043795" y="4972050"/>
              <a:ext cx="890905" cy="257175"/>
            </p14:xfrm>
          </p:contentPart>
        </mc:Choice>
        <mc:Fallback xmlns="">
          <p:pic>
            <p:nvPicPr>
              <p:cNvPr id="116" name="墨迹 115"/>
            </p:nvPicPr>
            <p:blipFill>
              <a:blip r:embed="rId226"/>
            </p:blipFill>
            <p:spPr>
              <a:xfrm>
                <a:off x="10043795" y="4972050"/>
                <a:ext cx="890905" cy="257175"/>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117" name="墨迹 116"/>
              <p14:cNvContentPartPr/>
              <p14:nvPr/>
            </p14:nvContentPartPr>
            <p14:xfrm>
              <a:off x="10853420" y="4800600"/>
              <a:ext cx="161925" cy="118745"/>
            </p14:xfrm>
          </p:contentPart>
        </mc:Choice>
        <mc:Fallback xmlns="">
          <p:pic>
            <p:nvPicPr>
              <p:cNvPr id="117" name="墨迹 116"/>
            </p:nvPicPr>
            <p:blipFill>
              <a:blip r:embed="rId228"/>
            </p:blipFill>
            <p:spPr>
              <a:xfrm>
                <a:off x="10853420" y="4800600"/>
                <a:ext cx="161925" cy="118745"/>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118" name="墨迹 117"/>
              <p14:cNvContentPartPr/>
              <p14:nvPr/>
            </p14:nvContentPartPr>
            <p14:xfrm>
              <a:off x="11062970" y="4914900"/>
              <a:ext cx="733425" cy="133350"/>
            </p14:xfrm>
          </p:contentPart>
        </mc:Choice>
        <mc:Fallback xmlns="">
          <p:pic>
            <p:nvPicPr>
              <p:cNvPr id="118" name="墨迹 117"/>
            </p:nvPicPr>
            <p:blipFill>
              <a:blip r:embed="rId230"/>
            </p:blipFill>
            <p:spPr>
              <a:xfrm>
                <a:off x="11062970" y="4914900"/>
                <a:ext cx="733425" cy="133350"/>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119" name="墨迹 118"/>
              <p14:cNvContentPartPr/>
              <p14:nvPr/>
            </p14:nvContentPartPr>
            <p14:xfrm>
              <a:off x="11577320" y="4943475"/>
              <a:ext cx="266700" cy="209550"/>
            </p14:xfrm>
          </p:contentPart>
        </mc:Choice>
        <mc:Fallback xmlns="">
          <p:pic>
            <p:nvPicPr>
              <p:cNvPr id="119" name="墨迹 118"/>
            </p:nvPicPr>
            <p:blipFill>
              <a:blip r:embed="rId232"/>
            </p:blipFill>
            <p:spPr>
              <a:xfrm>
                <a:off x="11577320" y="4943475"/>
                <a:ext cx="266700" cy="209550"/>
              </a:xfrm>
              <a:prstGeom prst="rect"/>
            </p:spPr>
          </p:pic>
        </mc:Fallback>
      </mc:AlternateContent>
    </p:spTree>
    <p:custDataLst>
      <p:tags r:id="rId23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custDataLst>
              <p:tags r:id="rId1"/>
            </p:custDataLst>
          </p:nvPr>
        </p:nvSpPr>
        <p:spPr/>
        <p:txBody>
          <a:bodyPr/>
          <a:p>
            <a:r>
              <a:rPr lang="zh-CN" altLang="en-US"/>
              <a:t>实验结果</a:t>
            </a:r>
            <a:endParaRPr lang="zh-CN" altLang="en-US"/>
          </a:p>
        </p:txBody>
      </p:sp>
      <p:pic>
        <p:nvPicPr>
          <p:cNvPr id="7" name="内容占位符 6"/>
          <p:cNvPicPr>
            <a:picLocks noChangeAspect="1"/>
          </p:cNvPicPr>
          <p:nvPr>
            <p:ph idx="1"/>
            <p:custDataLst>
              <p:tags r:id="rId2"/>
            </p:custDataLst>
          </p:nvPr>
        </p:nvPicPr>
        <p:blipFill>
          <a:blip r:embed="rId3"/>
          <a:stretch>
            <a:fillRect/>
          </a:stretch>
        </p:blipFill>
        <p:spPr>
          <a:xfrm>
            <a:off x="608330" y="1753870"/>
            <a:ext cx="10968990" cy="4231640"/>
          </a:xfrm>
          <a:prstGeom prst="rect">
            <a:avLst/>
          </a:prstGeom>
        </p:spPr>
      </p:pic>
      <p:sp>
        <p:nvSpPr>
          <p:cNvPr id="8" name="文本框 7"/>
          <p:cNvSpPr txBox="1"/>
          <p:nvPr/>
        </p:nvSpPr>
        <p:spPr>
          <a:xfrm>
            <a:off x="3429000" y="1385570"/>
            <a:ext cx="5355590" cy="368300"/>
          </a:xfrm>
          <a:prstGeom prst="rect">
            <a:avLst/>
          </a:prstGeom>
          <a:noFill/>
        </p:spPr>
        <p:txBody>
          <a:bodyPr wrap="square" rtlCol="0">
            <a:spAutoFit/>
          </a:bodyPr>
          <a:p>
            <a:pPr algn="ctr"/>
            <a:r>
              <a:rPr lang="zh-CN" altLang="en-US">
                <a:solidFill>
                  <a:srgbClr val="00B050"/>
                </a:solidFill>
              </a:rPr>
              <a:t>泛化性能更好</a:t>
            </a:r>
            <a:endParaRPr lang="zh-CN" altLang="en-US">
              <a:solidFill>
                <a:srgbClr val="00B050"/>
              </a:solidFill>
            </a:endParaRPr>
          </a:p>
        </p:txBody>
      </p:sp>
      <mc:AlternateContent xmlns:mc="http://schemas.openxmlformats.org/markup-compatibility/2006" xmlns:p14="http://schemas.microsoft.com/office/powerpoint/2010/main">
        <mc:Choice Requires="p14">
          <p:contentPart r:id="rId4" p14:bwMode="auto">
            <p14:nvContentPartPr>
              <p14:cNvPr id="9" name="墨迹 8"/>
              <p14:cNvContentPartPr/>
              <p14:nvPr/>
            </p14:nvContentPartPr>
            <p14:xfrm>
              <a:off x="5005070" y="1118870"/>
              <a:ext cx="2195830" cy="762000"/>
            </p14:xfrm>
          </p:contentPart>
        </mc:Choice>
        <mc:Fallback xmlns="">
          <p:pic>
            <p:nvPicPr>
              <p:cNvPr id="9" name="墨迹 8"/>
            </p:nvPicPr>
            <p:blipFill>
              <a:blip r:embed="rId5"/>
            </p:blipFill>
            <p:spPr>
              <a:xfrm>
                <a:off x="5005070" y="1118870"/>
                <a:ext cx="2195830" cy="7620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0" name="墨迹 9"/>
              <p14:cNvContentPartPr/>
              <p14:nvPr/>
            </p14:nvContentPartPr>
            <p14:xfrm>
              <a:off x="2223770" y="3009900"/>
              <a:ext cx="8239125" cy="123825"/>
            </p14:xfrm>
          </p:contentPart>
        </mc:Choice>
        <mc:Fallback xmlns="">
          <p:pic>
            <p:nvPicPr>
              <p:cNvPr id="10" name="墨迹 9"/>
            </p:nvPicPr>
            <p:blipFill>
              <a:blip r:embed="rId7"/>
            </p:blipFill>
            <p:spPr>
              <a:xfrm>
                <a:off x="2223770" y="3009900"/>
                <a:ext cx="8239125" cy="12382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1" name="墨迹 10"/>
              <p14:cNvContentPartPr/>
              <p14:nvPr/>
            </p14:nvContentPartPr>
            <p14:xfrm>
              <a:off x="5424170" y="4395470"/>
              <a:ext cx="424180" cy="195580"/>
            </p14:xfrm>
          </p:contentPart>
        </mc:Choice>
        <mc:Fallback xmlns="">
          <p:pic>
            <p:nvPicPr>
              <p:cNvPr id="11" name="墨迹 10"/>
            </p:nvPicPr>
            <p:blipFill>
              <a:blip r:embed="rId9"/>
            </p:blipFill>
            <p:spPr>
              <a:xfrm>
                <a:off x="5424170" y="4395470"/>
                <a:ext cx="424180" cy="19558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2" name="墨迹 11"/>
              <p14:cNvContentPartPr/>
              <p14:nvPr/>
            </p14:nvContentPartPr>
            <p14:xfrm>
              <a:off x="6262370" y="4443095"/>
              <a:ext cx="428625" cy="214630"/>
            </p14:xfrm>
          </p:contentPart>
        </mc:Choice>
        <mc:Fallback xmlns="">
          <p:pic>
            <p:nvPicPr>
              <p:cNvPr id="12" name="墨迹 11"/>
            </p:nvPicPr>
            <p:blipFill>
              <a:blip r:embed="rId11"/>
            </p:blipFill>
            <p:spPr>
              <a:xfrm>
                <a:off x="6262370" y="4443095"/>
                <a:ext cx="428625" cy="21463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3" name="墨迹 12"/>
              <p14:cNvContentPartPr/>
              <p14:nvPr/>
            </p14:nvContentPartPr>
            <p14:xfrm>
              <a:off x="9839325" y="4448175"/>
              <a:ext cx="309245" cy="166370"/>
            </p14:xfrm>
          </p:contentPart>
        </mc:Choice>
        <mc:Fallback xmlns="">
          <p:pic>
            <p:nvPicPr>
              <p:cNvPr id="13" name="墨迹 12"/>
            </p:nvPicPr>
            <p:blipFill>
              <a:blip r:embed="rId13"/>
            </p:blipFill>
            <p:spPr>
              <a:xfrm>
                <a:off x="9839325" y="4448175"/>
                <a:ext cx="309245" cy="16637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4" name="墨迹 13"/>
              <p14:cNvContentPartPr/>
              <p14:nvPr/>
            </p14:nvContentPartPr>
            <p14:xfrm>
              <a:off x="10315575" y="5119370"/>
              <a:ext cx="266700" cy="466725"/>
            </p14:xfrm>
          </p:contentPart>
        </mc:Choice>
        <mc:Fallback xmlns="">
          <p:pic>
            <p:nvPicPr>
              <p:cNvPr id="14" name="墨迹 13"/>
            </p:nvPicPr>
            <p:blipFill>
              <a:blip r:embed="rId15"/>
            </p:blipFill>
            <p:spPr>
              <a:xfrm>
                <a:off x="10315575" y="5119370"/>
                <a:ext cx="266700" cy="46672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5" name="墨迹 14"/>
              <p14:cNvContentPartPr/>
              <p14:nvPr/>
            </p14:nvContentPartPr>
            <p14:xfrm>
              <a:off x="10582275" y="4514850"/>
              <a:ext cx="185420" cy="795020"/>
            </p14:xfrm>
          </p:contentPart>
        </mc:Choice>
        <mc:Fallback xmlns="">
          <p:pic>
            <p:nvPicPr>
              <p:cNvPr id="15" name="墨迹 14"/>
            </p:nvPicPr>
            <p:blipFill>
              <a:blip r:embed="rId17"/>
            </p:blipFill>
            <p:spPr>
              <a:xfrm>
                <a:off x="10582275" y="4514850"/>
                <a:ext cx="185420" cy="79502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6" name="墨迹 15"/>
              <p14:cNvContentPartPr/>
              <p14:nvPr/>
            </p14:nvContentPartPr>
            <p14:xfrm>
              <a:off x="10415270" y="4319270"/>
              <a:ext cx="548005" cy="795655"/>
            </p14:xfrm>
          </p:contentPart>
        </mc:Choice>
        <mc:Fallback xmlns="">
          <p:pic>
            <p:nvPicPr>
              <p:cNvPr id="16" name="墨迹 15"/>
            </p:nvPicPr>
            <p:blipFill>
              <a:blip r:embed="rId19"/>
            </p:blipFill>
            <p:spPr>
              <a:xfrm>
                <a:off x="10415270" y="4319270"/>
                <a:ext cx="548005" cy="79565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7" name="墨迹 16"/>
              <p14:cNvContentPartPr/>
              <p14:nvPr/>
            </p14:nvContentPartPr>
            <p14:xfrm>
              <a:off x="10901045" y="4229100"/>
              <a:ext cx="90805" cy="252095"/>
            </p14:xfrm>
          </p:contentPart>
        </mc:Choice>
        <mc:Fallback xmlns="">
          <p:pic>
            <p:nvPicPr>
              <p:cNvPr id="17" name="墨迹 16"/>
            </p:nvPicPr>
            <p:blipFill>
              <a:blip r:embed="rId21"/>
            </p:blipFill>
            <p:spPr>
              <a:xfrm>
                <a:off x="10901045" y="4229100"/>
                <a:ext cx="90805" cy="252095"/>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8" name="墨迹 17"/>
              <p14:cNvContentPartPr/>
              <p14:nvPr/>
            </p14:nvContentPartPr>
            <p14:xfrm>
              <a:off x="9577070" y="4276725"/>
              <a:ext cx="424180" cy="666750"/>
            </p14:xfrm>
          </p:contentPart>
        </mc:Choice>
        <mc:Fallback xmlns="">
          <p:pic>
            <p:nvPicPr>
              <p:cNvPr id="18" name="墨迹 17"/>
            </p:nvPicPr>
            <p:blipFill>
              <a:blip r:embed="rId23"/>
            </p:blipFill>
            <p:spPr>
              <a:xfrm>
                <a:off x="9577070" y="4276725"/>
                <a:ext cx="424180" cy="666750"/>
              </a:xfrm>
              <a:prstGeom prst="rect"/>
            </p:spPr>
          </p:pic>
        </mc:Fallback>
      </mc:AlternateContent>
    </p:spTree>
    <p:custDataLst>
      <p:tags r:id="rId2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更多内容</a:t>
            </a:r>
            <a:endParaRPr lang="zh-CN" altLang="en-US"/>
          </a:p>
        </p:txBody>
      </p:sp>
      <p:sp>
        <p:nvSpPr>
          <p:cNvPr id="3" name="内容占位符 2"/>
          <p:cNvSpPr>
            <a:spLocks noGrp="1"/>
          </p:cNvSpPr>
          <p:nvPr>
            <p:ph idx="1"/>
            <p:custDataLst>
              <p:tags r:id="rId2"/>
            </p:custDataLst>
          </p:nvPr>
        </p:nvSpPr>
        <p:spPr/>
        <p:txBody>
          <a:bodyPr/>
          <a:p>
            <a:r>
              <a:rPr lang="zh-CN" altLang="en-US"/>
              <a:t>多步</a:t>
            </a:r>
            <a:r>
              <a:rPr lang="en-US" altLang="zh-CN"/>
              <a:t>SAM</a:t>
            </a:r>
            <a:r>
              <a:rPr lang="zh-CN" altLang="en-US"/>
              <a:t>为什么性能</a:t>
            </a:r>
            <a:r>
              <a:rPr lang="zh-CN" altLang="en-US"/>
              <a:t>趋于退化：</a:t>
            </a:r>
            <a:endParaRPr lang="zh-CN" altLang="en-US"/>
          </a:p>
          <a:p>
            <a:pPr lvl="1"/>
            <a:endParaRPr lang="zh-CN" altLang="en-US"/>
          </a:p>
          <a:p>
            <a:pPr lvl="1"/>
            <a:r>
              <a:rPr lang="zh-CN" altLang="en-US"/>
              <a:t>多步扰动后，</a:t>
            </a:r>
            <a:r>
              <a:rPr lang="zh-CN" altLang="en-US">
                <a:solidFill>
                  <a:srgbClr val="00B050"/>
                </a:solidFill>
              </a:rPr>
              <a:t>扰动点的梯度不一定能比当前参数点</a:t>
            </a:r>
            <a:r>
              <a:rPr lang="zh-CN" altLang="en-US">
                <a:solidFill>
                  <a:srgbClr val="00B050"/>
                </a:solidFill>
              </a:rPr>
              <a:t>更好</a:t>
            </a:r>
            <a:r>
              <a:rPr lang="zh-CN" altLang="en-US"/>
              <a:t>近似局部最大值点</a:t>
            </a:r>
            <a:r>
              <a:rPr lang="zh-CN" altLang="en-US"/>
              <a:t>方向</a:t>
            </a:r>
            <a:endParaRPr lang="zh-CN" altLang="en-US"/>
          </a:p>
          <a:p>
            <a:pPr lvl="1"/>
            <a:endParaRPr lang="zh-CN" altLang="en-US"/>
          </a:p>
          <a:p>
            <a:pPr lvl="0"/>
            <a:r>
              <a:rPr lang="en-US" altLang="zh-CN" sz="1800"/>
              <a:t>XSAM</a:t>
            </a:r>
            <a:r>
              <a:rPr lang="zh-CN" altLang="en-US" sz="1800"/>
              <a:t>，无论单步扰动还是多</a:t>
            </a:r>
            <a:r>
              <a:rPr lang="zh-CN" altLang="en-US">
                <a:sym typeface="+mn-ea"/>
              </a:rPr>
              <a:t>步</a:t>
            </a:r>
            <a:r>
              <a:rPr lang="zh-CN" altLang="en-US" sz="1800"/>
              <a:t>扰动，都</a:t>
            </a:r>
            <a:r>
              <a:rPr lang="zh-CN" altLang="en-US" sz="1800"/>
              <a:t>是锁定：</a:t>
            </a:r>
            <a:r>
              <a:rPr lang="zh-CN" altLang="en-US">
                <a:solidFill>
                  <a:srgbClr val="00B050"/>
                </a:solidFill>
                <a:sym typeface="+mn-ea"/>
              </a:rPr>
              <a:t>最大值点最有可能出现的二维平面</a:t>
            </a:r>
            <a:endParaRPr lang="zh-CN" altLang="en-US">
              <a:solidFill>
                <a:srgbClr val="00B050"/>
              </a:solidFill>
              <a:sym typeface="+mn-ea"/>
            </a:endParaRPr>
          </a:p>
          <a:p>
            <a:pPr lvl="1"/>
            <a:endParaRPr lang="zh-CN" altLang="en-US">
              <a:solidFill>
                <a:srgbClr val="00B050"/>
              </a:solidFill>
              <a:sym typeface="+mn-ea"/>
            </a:endParaRPr>
          </a:p>
          <a:p>
            <a:pPr lvl="1"/>
            <a:r>
              <a:rPr lang="zh-CN" altLang="en-US">
                <a:solidFill>
                  <a:srgbClr val="00B050"/>
                </a:solidFill>
                <a:sym typeface="+mn-ea"/>
              </a:rPr>
              <a:t>多步扰动</a:t>
            </a:r>
            <a:r>
              <a:rPr lang="zh-CN" altLang="en-US">
                <a:solidFill>
                  <a:srgbClr val="00B050"/>
                </a:solidFill>
                <a:sym typeface="+mn-ea"/>
              </a:rPr>
              <a:t>能更好锁定</a:t>
            </a:r>
            <a:endParaRPr lang="zh-CN" altLang="en-US">
              <a:solidFill>
                <a:srgbClr val="00B050"/>
              </a:solidFill>
              <a:sym typeface="+mn-ea"/>
            </a:endParaRPr>
          </a:p>
          <a:p>
            <a:pPr lvl="1"/>
            <a:endParaRPr lang="zh-CN" altLang="en-US">
              <a:solidFill>
                <a:srgbClr val="00B050"/>
              </a:solidFill>
              <a:sym typeface="+mn-ea"/>
            </a:endParaRPr>
          </a:p>
          <a:p>
            <a:pPr lvl="1"/>
            <a:r>
              <a:rPr lang="zh-CN" altLang="en-US">
                <a:solidFill>
                  <a:srgbClr val="00B050"/>
                </a:solidFill>
                <a:sym typeface="+mn-ea"/>
              </a:rPr>
              <a:t>故，</a:t>
            </a:r>
            <a:r>
              <a:rPr lang="en-US" altLang="zh-CN">
                <a:solidFill>
                  <a:srgbClr val="00B050"/>
                </a:solidFill>
                <a:sym typeface="+mn-ea"/>
              </a:rPr>
              <a:t>XSAM</a:t>
            </a:r>
            <a:r>
              <a:rPr lang="zh-CN" altLang="en-US">
                <a:solidFill>
                  <a:srgbClr val="00B050"/>
                </a:solidFill>
                <a:sym typeface="+mn-ea"/>
              </a:rPr>
              <a:t>多步扰动性能</a:t>
            </a:r>
            <a:r>
              <a:rPr lang="zh-CN" altLang="en-US">
                <a:solidFill>
                  <a:srgbClr val="00B050"/>
                </a:solidFill>
                <a:sym typeface="+mn-ea"/>
              </a:rPr>
              <a:t>不会下降</a:t>
            </a:r>
            <a:endParaRPr lang="zh-CN" altLang="en-US">
              <a:solidFill>
                <a:srgbClr val="00B050"/>
              </a:solidFill>
              <a:sym typeface="+mn-ea"/>
            </a:endParaRPr>
          </a:p>
          <a:p>
            <a:pPr lvl="1"/>
            <a:endParaRPr lang="zh-CN" altLang="en-US"/>
          </a:p>
          <a:p>
            <a:pPr lvl="1"/>
            <a:endParaRPr lang="zh-CN" altLang="en-US"/>
          </a:p>
          <a:p>
            <a:pPr lvl="1"/>
            <a:endParaRPr lang="zh-CN" altLang="en-US"/>
          </a:p>
        </p:txBody>
      </p:sp>
      <p:pic>
        <p:nvPicPr>
          <p:cNvPr id="4" name="图片 3"/>
          <p:cNvPicPr>
            <a:picLocks noChangeAspect="1"/>
          </p:cNvPicPr>
          <p:nvPr/>
        </p:nvPicPr>
        <p:blipFill>
          <a:blip r:embed="rId3"/>
          <a:stretch>
            <a:fillRect/>
          </a:stretch>
        </p:blipFill>
        <p:spPr>
          <a:xfrm>
            <a:off x="7636510" y="4565015"/>
            <a:ext cx="3230880" cy="830580"/>
          </a:xfrm>
          <a:prstGeom prst="rect">
            <a:avLst/>
          </a:prstGeom>
        </p:spPr>
      </p:pic>
      <p:sp>
        <p:nvSpPr>
          <p:cNvPr id="5" name="文本框 4"/>
          <p:cNvSpPr txBox="1"/>
          <p:nvPr/>
        </p:nvSpPr>
        <p:spPr>
          <a:xfrm>
            <a:off x="7617460" y="5479415"/>
            <a:ext cx="3237230" cy="368300"/>
          </a:xfrm>
          <a:prstGeom prst="rect">
            <a:avLst/>
          </a:prstGeom>
          <a:noFill/>
        </p:spPr>
        <p:txBody>
          <a:bodyPr wrap="square" rtlCol="0">
            <a:spAutoFit/>
          </a:bodyPr>
          <a:p>
            <a:r>
              <a:rPr lang="zh-CN" altLang="en-US">
                <a:solidFill>
                  <a:srgbClr val="0070C0"/>
                </a:solidFill>
              </a:rPr>
              <a:t>当前已知的最大值所在</a:t>
            </a:r>
            <a:r>
              <a:rPr lang="zh-CN" altLang="en-US">
                <a:solidFill>
                  <a:srgbClr val="0070C0"/>
                </a:solidFill>
              </a:rPr>
              <a:t>的平面</a:t>
            </a:r>
            <a:endParaRPr lang="zh-CN" altLang="en-US">
              <a:solidFill>
                <a:srgbClr val="0070C0"/>
              </a:solidFill>
            </a:endParaRPr>
          </a:p>
        </p:txBody>
      </p:sp>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533400" y="1419225"/>
              <a:ext cx="4152900" cy="566420"/>
            </p14:xfrm>
          </p:contentPart>
        </mc:Choice>
        <mc:Fallback xmlns="">
          <p:pic>
            <p:nvPicPr>
              <p:cNvPr id="6" name="墨迹 5"/>
            </p:nvPicPr>
            <p:blipFill>
              <a:blip r:embed="rId5"/>
            </p:blipFill>
            <p:spPr>
              <a:xfrm>
                <a:off x="533400" y="1419225"/>
                <a:ext cx="4152900" cy="56642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842645" y="1885950"/>
              <a:ext cx="3453130" cy="57150"/>
            </p14:xfrm>
          </p:contentPart>
        </mc:Choice>
        <mc:Fallback xmlns="">
          <p:pic>
            <p:nvPicPr>
              <p:cNvPr id="7" name="墨迹 6"/>
            </p:nvPicPr>
            <p:blipFill>
              <a:blip r:embed="rId7"/>
            </p:blipFill>
            <p:spPr>
              <a:xfrm>
                <a:off x="842645" y="1885950"/>
                <a:ext cx="3453130" cy="571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8" name="墨迹 7"/>
              <p14:cNvContentPartPr/>
              <p14:nvPr/>
            </p14:nvContentPartPr>
            <p14:xfrm>
              <a:off x="4357370" y="1619250"/>
              <a:ext cx="19050" cy="371475"/>
            </p14:xfrm>
          </p:contentPart>
        </mc:Choice>
        <mc:Fallback xmlns="">
          <p:pic>
            <p:nvPicPr>
              <p:cNvPr id="8" name="墨迹 7"/>
            </p:nvPicPr>
            <p:blipFill>
              <a:blip r:embed="rId9"/>
            </p:blipFill>
            <p:spPr>
              <a:xfrm>
                <a:off x="4357370" y="1619250"/>
                <a:ext cx="19050" cy="37147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9" name="墨迹 8"/>
              <p14:cNvContentPartPr/>
              <p14:nvPr/>
            </p14:nvContentPartPr>
            <p14:xfrm>
              <a:off x="876300" y="1905000"/>
              <a:ext cx="1176020" cy="152400"/>
            </p14:xfrm>
          </p:contentPart>
        </mc:Choice>
        <mc:Fallback xmlns="">
          <p:pic>
            <p:nvPicPr>
              <p:cNvPr id="9" name="墨迹 8"/>
            </p:nvPicPr>
            <p:blipFill>
              <a:blip r:embed="rId11"/>
            </p:blipFill>
            <p:spPr>
              <a:xfrm>
                <a:off x="876300" y="1905000"/>
                <a:ext cx="1176020" cy="1524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 name="墨迹 9"/>
              <p14:cNvContentPartPr/>
              <p14:nvPr/>
            </p14:nvContentPartPr>
            <p14:xfrm>
              <a:off x="7286625" y="1057275"/>
              <a:ext cx="480695" cy="866775"/>
            </p14:xfrm>
          </p:contentPart>
        </mc:Choice>
        <mc:Fallback xmlns="">
          <p:pic>
            <p:nvPicPr>
              <p:cNvPr id="10" name="墨迹 9"/>
            </p:nvPicPr>
            <p:blipFill>
              <a:blip r:embed="rId13"/>
            </p:blipFill>
            <p:spPr>
              <a:xfrm>
                <a:off x="7286625" y="1057275"/>
                <a:ext cx="480695" cy="86677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1" name="墨迹 10"/>
              <p14:cNvContentPartPr/>
              <p14:nvPr/>
            </p14:nvContentPartPr>
            <p14:xfrm>
              <a:off x="7633970" y="1004570"/>
              <a:ext cx="161925" cy="195580"/>
            </p14:xfrm>
          </p:contentPart>
        </mc:Choice>
        <mc:Fallback xmlns="">
          <p:pic>
            <p:nvPicPr>
              <p:cNvPr id="11" name="墨迹 10"/>
            </p:nvPicPr>
            <p:blipFill>
              <a:blip r:embed="rId15"/>
            </p:blipFill>
            <p:spPr>
              <a:xfrm>
                <a:off x="7633970" y="1004570"/>
                <a:ext cx="161925" cy="19558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2" name="墨迹 11"/>
              <p14:cNvContentPartPr/>
              <p14:nvPr/>
            </p14:nvContentPartPr>
            <p14:xfrm>
              <a:off x="7210425" y="1009650"/>
              <a:ext cx="752475" cy="857250"/>
            </p14:xfrm>
          </p:contentPart>
        </mc:Choice>
        <mc:Fallback xmlns="">
          <p:pic>
            <p:nvPicPr>
              <p:cNvPr id="12" name="墨迹 11"/>
            </p:nvPicPr>
            <p:blipFill>
              <a:blip r:embed="rId17"/>
            </p:blipFill>
            <p:spPr>
              <a:xfrm>
                <a:off x="7210425" y="1009650"/>
                <a:ext cx="752475" cy="8572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3" name="墨迹 12"/>
              <p14:cNvContentPartPr/>
              <p14:nvPr/>
            </p14:nvContentPartPr>
            <p14:xfrm>
              <a:off x="666750" y="1918970"/>
              <a:ext cx="3633470" cy="195580"/>
            </p14:xfrm>
          </p:contentPart>
        </mc:Choice>
        <mc:Fallback xmlns="">
          <p:pic>
            <p:nvPicPr>
              <p:cNvPr id="13" name="墨迹 12"/>
            </p:nvPicPr>
            <p:blipFill>
              <a:blip r:embed="rId19"/>
            </p:blipFill>
            <p:spPr>
              <a:xfrm>
                <a:off x="666750" y="1918970"/>
                <a:ext cx="3633470" cy="19558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4" name="墨迹 13"/>
              <p14:cNvContentPartPr/>
              <p14:nvPr/>
            </p14:nvContentPartPr>
            <p14:xfrm>
              <a:off x="8753475" y="971550"/>
              <a:ext cx="1790700" cy="1076325"/>
            </p14:xfrm>
          </p:contentPart>
        </mc:Choice>
        <mc:Fallback xmlns="">
          <p:pic>
            <p:nvPicPr>
              <p:cNvPr id="14" name="墨迹 13"/>
            </p:nvPicPr>
            <p:blipFill>
              <a:blip r:embed="rId21"/>
            </p:blipFill>
            <p:spPr>
              <a:xfrm>
                <a:off x="8753475" y="971550"/>
                <a:ext cx="1790700" cy="1076325"/>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5" name="墨迹 14"/>
              <p14:cNvContentPartPr/>
              <p14:nvPr/>
            </p14:nvContentPartPr>
            <p14:xfrm>
              <a:off x="10491470" y="914400"/>
              <a:ext cx="714375" cy="242570"/>
            </p14:xfrm>
          </p:contentPart>
        </mc:Choice>
        <mc:Fallback xmlns="">
          <p:pic>
            <p:nvPicPr>
              <p:cNvPr id="15" name="墨迹 14"/>
            </p:nvPicPr>
            <p:blipFill>
              <a:blip r:embed="rId23"/>
            </p:blipFill>
            <p:spPr>
              <a:xfrm>
                <a:off x="10491470" y="914400"/>
                <a:ext cx="714375" cy="24257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6" name="墨迹 15"/>
              <p14:cNvContentPartPr/>
              <p14:nvPr/>
            </p14:nvContentPartPr>
            <p14:xfrm>
              <a:off x="11110595" y="871220"/>
              <a:ext cx="62230" cy="5080"/>
            </p14:xfrm>
          </p:contentPart>
        </mc:Choice>
        <mc:Fallback xmlns="">
          <p:pic>
            <p:nvPicPr>
              <p:cNvPr id="16" name="墨迹 15"/>
            </p:nvPicPr>
            <p:blipFill>
              <a:blip r:embed="rId25"/>
            </p:blipFill>
            <p:spPr>
              <a:xfrm>
                <a:off x="11110595" y="871220"/>
                <a:ext cx="62230" cy="508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7" name="墨迹 16"/>
              <p14:cNvContentPartPr/>
              <p14:nvPr/>
            </p14:nvContentPartPr>
            <p14:xfrm>
              <a:off x="8782050" y="2019300"/>
              <a:ext cx="28575" cy="57150"/>
            </p14:xfrm>
          </p:contentPart>
        </mc:Choice>
        <mc:Fallback xmlns="">
          <p:pic>
            <p:nvPicPr>
              <p:cNvPr id="17" name="墨迹 16"/>
            </p:nvPicPr>
            <p:blipFill>
              <a:blip r:embed="rId27"/>
            </p:blipFill>
            <p:spPr>
              <a:xfrm>
                <a:off x="8782050" y="2019300"/>
                <a:ext cx="28575" cy="5715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8" name="墨迹 17"/>
              <p14:cNvContentPartPr/>
              <p14:nvPr/>
            </p14:nvContentPartPr>
            <p14:xfrm>
              <a:off x="10344150" y="1052195"/>
              <a:ext cx="194945" cy="186055"/>
            </p14:xfrm>
          </p:contentPart>
        </mc:Choice>
        <mc:Fallback xmlns="">
          <p:pic>
            <p:nvPicPr>
              <p:cNvPr id="18" name="墨迹 17"/>
            </p:nvPicPr>
            <p:blipFill>
              <a:blip r:embed="rId29"/>
            </p:blipFill>
            <p:spPr>
              <a:xfrm>
                <a:off x="10344150" y="1052195"/>
                <a:ext cx="194945" cy="186055"/>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9" name="墨迹 18"/>
              <p14:cNvContentPartPr/>
              <p14:nvPr/>
            </p14:nvContentPartPr>
            <p14:xfrm>
              <a:off x="10539095" y="871220"/>
              <a:ext cx="586105" cy="262255"/>
            </p14:xfrm>
          </p:contentPart>
        </mc:Choice>
        <mc:Fallback xmlns="">
          <p:pic>
            <p:nvPicPr>
              <p:cNvPr id="19" name="墨迹 18"/>
            </p:nvPicPr>
            <p:blipFill>
              <a:blip r:embed="rId31"/>
            </p:blipFill>
            <p:spPr>
              <a:xfrm>
                <a:off x="10539095" y="871220"/>
                <a:ext cx="586105" cy="262255"/>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0" name="墨迹 19"/>
              <p14:cNvContentPartPr/>
              <p14:nvPr/>
            </p14:nvContentPartPr>
            <p14:xfrm>
              <a:off x="11039475" y="809625"/>
              <a:ext cx="185420" cy="180975"/>
            </p14:xfrm>
          </p:contentPart>
        </mc:Choice>
        <mc:Fallback xmlns="">
          <p:pic>
            <p:nvPicPr>
              <p:cNvPr id="20" name="墨迹 19"/>
            </p:nvPicPr>
            <p:blipFill>
              <a:blip r:embed="rId33"/>
            </p:blipFill>
            <p:spPr>
              <a:xfrm>
                <a:off x="11039475" y="809625"/>
                <a:ext cx="185420" cy="180975"/>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1" name="墨迹 20"/>
              <p14:cNvContentPartPr/>
              <p14:nvPr/>
            </p14:nvContentPartPr>
            <p14:xfrm>
              <a:off x="8738870" y="1976120"/>
              <a:ext cx="161925" cy="123825"/>
            </p14:xfrm>
          </p:contentPart>
        </mc:Choice>
        <mc:Fallback xmlns="">
          <p:pic>
            <p:nvPicPr>
              <p:cNvPr id="21" name="墨迹 20"/>
            </p:nvPicPr>
            <p:blipFill>
              <a:blip r:embed="rId35"/>
            </p:blipFill>
            <p:spPr>
              <a:xfrm>
                <a:off x="8738870" y="1976120"/>
                <a:ext cx="161925" cy="123825"/>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2" name="墨迹 21"/>
              <p14:cNvContentPartPr/>
              <p14:nvPr/>
            </p14:nvContentPartPr>
            <p14:xfrm>
              <a:off x="8862695" y="1185545"/>
              <a:ext cx="1490980" cy="833755"/>
            </p14:xfrm>
          </p:contentPart>
        </mc:Choice>
        <mc:Fallback xmlns="">
          <p:pic>
            <p:nvPicPr>
              <p:cNvPr id="22" name="墨迹 21"/>
            </p:nvPicPr>
            <p:blipFill>
              <a:blip r:embed="rId37"/>
            </p:blipFill>
            <p:spPr>
              <a:xfrm>
                <a:off x="8862695" y="1185545"/>
                <a:ext cx="1490980" cy="833755"/>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3" name="墨迹 22"/>
              <p14:cNvContentPartPr/>
              <p14:nvPr/>
            </p14:nvContentPartPr>
            <p14:xfrm>
              <a:off x="8767445" y="2004695"/>
              <a:ext cx="157480" cy="133350"/>
            </p14:xfrm>
          </p:contentPart>
        </mc:Choice>
        <mc:Fallback xmlns="">
          <p:pic>
            <p:nvPicPr>
              <p:cNvPr id="23" name="墨迹 22"/>
            </p:nvPicPr>
            <p:blipFill>
              <a:blip r:embed="rId39"/>
            </p:blipFill>
            <p:spPr>
              <a:xfrm>
                <a:off x="8767445" y="2004695"/>
                <a:ext cx="157480" cy="13335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4" name="墨迹 23"/>
              <p14:cNvContentPartPr/>
              <p14:nvPr/>
            </p14:nvContentPartPr>
            <p14:xfrm>
              <a:off x="2490470" y="2738120"/>
              <a:ext cx="1538605" cy="176530"/>
            </p14:xfrm>
          </p:contentPart>
        </mc:Choice>
        <mc:Fallback xmlns="">
          <p:pic>
            <p:nvPicPr>
              <p:cNvPr id="24" name="墨迹 23"/>
            </p:nvPicPr>
            <p:blipFill>
              <a:blip r:embed="rId41"/>
            </p:blipFill>
            <p:spPr>
              <a:xfrm>
                <a:off x="2490470" y="2738120"/>
                <a:ext cx="1538605" cy="176530"/>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5" name="墨迹 24"/>
              <p14:cNvContentPartPr/>
              <p14:nvPr/>
            </p14:nvContentPartPr>
            <p14:xfrm>
              <a:off x="4400550" y="2804795"/>
              <a:ext cx="2209800" cy="161925"/>
            </p14:xfrm>
          </p:contentPart>
        </mc:Choice>
        <mc:Fallback xmlns="">
          <p:pic>
            <p:nvPicPr>
              <p:cNvPr id="25" name="墨迹 24"/>
            </p:nvPicPr>
            <p:blipFill>
              <a:blip r:embed="rId43"/>
            </p:blipFill>
            <p:spPr>
              <a:xfrm>
                <a:off x="4400550" y="2804795"/>
                <a:ext cx="2209800" cy="161925"/>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6" name="墨迹 25"/>
              <p14:cNvContentPartPr/>
              <p14:nvPr/>
            </p14:nvContentPartPr>
            <p14:xfrm>
              <a:off x="6276975" y="3638550"/>
              <a:ext cx="3124200" cy="1795145"/>
            </p14:xfrm>
          </p:contentPart>
        </mc:Choice>
        <mc:Fallback xmlns="">
          <p:pic>
            <p:nvPicPr>
              <p:cNvPr id="26" name="墨迹 25"/>
            </p:nvPicPr>
            <p:blipFill>
              <a:blip r:embed="rId45"/>
            </p:blipFill>
            <p:spPr>
              <a:xfrm>
                <a:off x="6276975" y="3638550"/>
                <a:ext cx="3124200" cy="1795145"/>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7" name="墨迹 26"/>
              <p14:cNvContentPartPr/>
              <p14:nvPr/>
            </p14:nvContentPartPr>
            <p14:xfrm>
              <a:off x="7643495" y="3838575"/>
              <a:ext cx="1729105" cy="933450"/>
            </p14:xfrm>
          </p:contentPart>
        </mc:Choice>
        <mc:Fallback xmlns="">
          <p:pic>
            <p:nvPicPr>
              <p:cNvPr id="27" name="墨迹 26"/>
            </p:nvPicPr>
            <p:blipFill>
              <a:blip r:embed="rId47"/>
            </p:blipFill>
            <p:spPr>
              <a:xfrm>
                <a:off x="7643495" y="3838575"/>
                <a:ext cx="1729105" cy="93345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8" name="墨迹 27"/>
              <p14:cNvContentPartPr/>
              <p14:nvPr/>
            </p14:nvContentPartPr>
            <p14:xfrm>
              <a:off x="7629525" y="3819525"/>
              <a:ext cx="1781175" cy="942975"/>
            </p14:xfrm>
          </p:contentPart>
        </mc:Choice>
        <mc:Fallback xmlns="">
          <p:pic>
            <p:nvPicPr>
              <p:cNvPr id="28" name="墨迹 27"/>
            </p:nvPicPr>
            <p:blipFill>
              <a:blip r:embed="rId49"/>
            </p:blipFill>
            <p:spPr>
              <a:xfrm>
                <a:off x="7629525" y="3819525"/>
                <a:ext cx="1781175" cy="942975"/>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9" name="墨迹 28"/>
              <p14:cNvContentPartPr/>
              <p14:nvPr/>
            </p14:nvContentPartPr>
            <p14:xfrm>
              <a:off x="9329420" y="4229100"/>
              <a:ext cx="157480" cy="290195"/>
            </p14:xfrm>
          </p:contentPart>
        </mc:Choice>
        <mc:Fallback xmlns="">
          <p:pic>
            <p:nvPicPr>
              <p:cNvPr id="29" name="墨迹 28"/>
            </p:nvPicPr>
            <p:blipFill>
              <a:blip r:embed="rId51"/>
            </p:blipFill>
            <p:spPr>
              <a:xfrm>
                <a:off x="9329420" y="4229100"/>
                <a:ext cx="157480" cy="290195"/>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30" name="墨迹 29"/>
              <p14:cNvContentPartPr/>
              <p14:nvPr/>
            </p14:nvContentPartPr>
            <p14:xfrm>
              <a:off x="9410700" y="4314825"/>
              <a:ext cx="657225" cy="914400"/>
            </p14:xfrm>
          </p:contentPart>
        </mc:Choice>
        <mc:Fallback xmlns="">
          <p:pic>
            <p:nvPicPr>
              <p:cNvPr id="30" name="墨迹 29"/>
            </p:nvPicPr>
            <p:blipFill>
              <a:blip r:embed="rId53"/>
            </p:blipFill>
            <p:spPr>
              <a:xfrm>
                <a:off x="9410700" y="4314825"/>
                <a:ext cx="657225" cy="914400"/>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31" name="墨迹 30"/>
              <p14:cNvContentPartPr/>
              <p14:nvPr/>
            </p14:nvContentPartPr>
            <p14:xfrm>
              <a:off x="10091420" y="5147945"/>
              <a:ext cx="171450" cy="228600"/>
            </p14:xfrm>
          </p:contentPart>
        </mc:Choice>
        <mc:Fallback xmlns="">
          <p:pic>
            <p:nvPicPr>
              <p:cNvPr id="31" name="墨迹 30"/>
            </p:nvPicPr>
            <p:blipFill>
              <a:blip r:embed="rId55"/>
            </p:blipFill>
            <p:spPr>
              <a:xfrm>
                <a:off x="10091420" y="5147945"/>
                <a:ext cx="171450" cy="228600"/>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32" name="墨迹 31"/>
              <p14:cNvContentPartPr/>
              <p14:nvPr/>
            </p14:nvContentPartPr>
            <p14:xfrm>
              <a:off x="9296400" y="4295775"/>
              <a:ext cx="142875" cy="133350"/>
            </p14:xfrm>
          </p:contentPart>
        </mc:Choice>
        <mc:Fallback xmlns="">
          <p:pic>
            <p:nvPicPr>
              <p:cNvPr id="32" name="墨迹 31"/>
            </p:nvPicPr>
            <p:blipFill>
              <a:blip r:embed="rId57"/>
            </p:blipFill>
            <p:spPr>
              <a:xfrm>
                <a:off x="9296400" y="4295775"/>
                <a:ext cx="142875" cy="133350"/>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3" name="墨迹 32"/>
              <p14:cNvContentPartPr/>
              <p14:nvPr/>
            </p14:nvContentPartPr>
            <p14:xfrm>
              <a:off x="7648575" y="3928745"/>
              <a:ext cx="1718945" cy="828675"/>
            </p14:xfrm>
          </p:contentPart>
        </mc:Choice>
        <mc:Fallback xmlns="">
          <p:pic>
            <p:nvPicPr>
              <p:cNvPr id="33" name="墨迹 32"/>
            </p:nvPicPr>
            <p:blipFill>
              <a:blip r:embed="rId59"/>
            </p:blipFill>
            <p:spPr>
              <a:xfrm>
                <a:off x="7648575" y="3928745"/>
                <a:ext cx="1718945" cy="828675"/>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4" name="墨迹 33"/>
              <p14:cNvContentPartPr/>
              <p14:nvPr/>
            </p14:nvContentPartPr>
            <p14:xfrm>
              <a:off x="9363075" y="4243070"/>
              <a:ext cx="23495" cy="200025"/>
            </p14:xfrm>
          </p:contentPart>
        </mc:Choice>
        <mc:Fallback xmlns="">
          <p:pic>
            <p:nvPicPr>
              <p:cNvPr id="34" name="墨迹 33"/>
            </p:nvPicPr>
            <p:blipFill>
              <a:blip r:embed="rId61"/>
            </p:blipFill>
            <p:spPr>
              <a:xfrm>
                <a:off x="9363075" y="4243070"/>
                <a:ext cx="23495" cy="200025"/>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5" name="墨迹 34"/>
              <p14:cNvContentPartPr/>
              <p14:nvPr/>
            </p14:nvContentPartPr>
            <p14:xfrm>
              <a:off x="9405620" y="4314825"/>
              <a:ext cx="519430" cy="814070"/>
            </p14:xfrm>
          </p:contentPart>
        </mc:Choice>
        <mc:Fallback xmlns="">
          <p:pic>
            <p:nvPicPr>
              <p:cNvPr id="35" name="墨迹 34"/>
            </p:nvPicPr>
            <p:blipFill>
              <a:blip r:embed="rId63"/>
            </p:blipFill>
            <p:spPr>
              <a:xfrm>
                <a:off x="9405620" y="4314825"/>
                <a:ext cx="519430" cy="814070"/>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36" name="墨迹 35"/>
              <p14:cNvContentPartPr/>
              <p14:nvPr/>
            </p14:nvContentPartPr>
            <p14:xfrm>
              <a:off x="9725025" y="4766945"/>
              <a:ext cx="209550" cy="347980"/>
            </p14:xfrm>
          </p:contentPart>
        </mc:Choice>
        <mc:Fallback xmlns="">
          <p:pic>
            <p:nvPicPr>
              <p:cNvPr id="36" name="墨迹 35"/>
            </p:nvPicPr>
            <p:blipFill>
              <a:blip r:embed="rId65"/>
            </p:blipFill>
            <p:spPr>
              <a:xfrm>
                <a:off x="9725025" y="4766945"/>
                <a:ext cx="209550" cy="347980"/>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37" name="墨迹 36"/>
              <p14:cNvContentPartPr/>
              <p14:nvPr/>
            </p14:nvContentPartPr>
            <p14:xfrm>
              <a:off x="7696200" y="4772025"/>
              <a:ext cx="594995" cy="923925"/>
            </p14:xfrm>
          </p:contentPart>
        </mc:Choice>
        <mc:Fallback xmlns="">
          <p:pic>
            <p:nvPicPr>
              <p:cNvPr id="37" name="墨迹 36"/>
            </p:nvPicPr>
            <p:blipFill>
              <a:blip r:embed="rId67"/>
            </p:blipFill>
            <p:spPr>
              <a:xfrm>
                <a:off x="7696200" y="4772025"/>
                <a:ext cx="594995" cy="923925"/>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38" name="墨迹 37"/>
              <p14:cNvContentPartPr/>
              <p14:nvPr/>
            </p14:nvContentPartPr>
            <p14:xfrm>
              <a:off x="8058150" y="5224145"/>
              <a:ext cx="242570" cy="433705"/>
            </p14:xfrm>
          </p:contentPart>
        </mc:Choice>
        <mc:Fallback xmlns="">
          <p:pic>
            <p:nvPicPr>
              <p:cNvPr id="38" name="墨迹 37"/>
            </p:nvPicPr>
            <p:blipFill>
              <a:blip r:embed="rId69"/>
            </p:blipFill>
            <p:spPr>
              <a:xfrm>
                <a:off x="8058150" y="5224145"/>
                <a:ext cx="242570" cy="433705"/>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39" name="墨迹 38"/>
              <p14:cNvContentPartPr/>
              <p14:nvPr/>
            </p14:nvContentPartPr>
            <p14:xfrm>
              <a:off x="8010525" y="5429250"/>
              <a:ext cx="175895" cy="194945"/>
            </p14:xfrm>
          </p:contentPart>
        </mc:Choice>
        <mc:Fallback xmlns="">
          <p:pic>
            <p:nvPicPr>
              <p:cNvPr id="39" name="墨迹 38"/>
            </p:nvPicPr>
            <p:blipFill>
              <a:blip r:embed="rId71"/>
            </p:blipFill>
            <p:spPr>
              <a:xfrm>
                <a:off x="8010525" y="5429250"/>
                <a:ext cx="175895" cy="194945"/>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40" name="墨迹 39"/>
              <p14:cNvContentPartPr/>
              <p14:nvPr/>
            </p14:nvContentPartPr>
            <p14:xfrm>
              <a:off x="7643495" y="4614545"/>
              <a:ext cx="76200" cy="76200"/>
            </p14:xfrm>
          </p:contentPart>
        </mc:Choice>
        <mc:Fallback xmlns="">
          <p:pic>
            <p:nvPicPr>
              <p:cNvPr id="40" name="墨迹 39"/>
            </p:nvPicPr>
            <p:blipFill>
              <a:blip r:embed="rId73"/>
            </p:blipFill>
            <p:spPr>
              <a:xfrm>
                <a:off x="7643495" y="4614545"/>
                <a:ext cx="76200" cy="76200"/>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41" name="墨迹 40"/>
              <p14:cNvContentPartPr/>
              <p14:nvPr/>
            </p14:nvContentPartPr>
            <p14:xfrm>
              <a:off x="9291320" y="4257675"/>
              <a:ext cx="71755" cy="152400"/>
            </p14:xfrm>
          </p:contentPart>
        </mc:Choice>
        <mc:Fallback xmlns="">
          <p:pic>
            <p:nvPicPr>
              <p:cNvPr id="41" name="墨迹 40"/>
            </p:nvPicPr>
            <p:blipFill>
              <a:blip r:embed="rId75"/>
            </p:blipFill>
            <p:spPr>
              <a:xfrm>
                <a:off x="9291320" y="4257675"/>
                <a:ext cx="71755" cy="152400"/>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42" name="墨迹 41"/>
              <p14:cNvContentPartPr/>
              <p14:nvPr/>
            </p14:nvContentPartPr>
            <p14:xfrm>
              <a:off x="7591425" y="3957320"/>
              <a:ext cx="1814195" cy="709930"/>
            </p14:xfrm>
          </p:contentPart>
        </mc:Choice>
        <mc:Fallback xmlns="">
          <p:pic>
            <p:nvPicPr>
              <p:cNvPr id="42" name="墨迹 41"/>
            </p:nvPicPr>
            <p:blipFill>
              <a:blip r:embed="rId77"/>
            </p:blipFill>
            <p:spPr>
              <a:xfrm>
                <a:off x="7591425" y="3957320"/>
                <a:ext cx="1814195" cy="709930"/>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43" name="墨迹 42"/>
              <p14:cNvContentPartPr/>
              <p14:nvPr/>
            </p14:nvContentPartPr>
            <p14:xfrm>
              <a:off x="9329420" y="4276725"/>
              <a:ext cx="128905" cy="152400"/>
            </p14:xfrm>
          </p:contentPart>
        </mc:Choice>
        <mc:Fallback xmlns="">
          <p:pic>
            <p:nvPicPr>
              <p:cNvPr id="43" name="墨迹 42"/>
            </p:nvPicPr>
            <p:blipFill>
              <a:blip r:embed="rId79"/>
            </p:blipFill>
            <p:spPr>
              <a:xfrm>
                <a:off x="9329420" y="4276725"/>
                <a:ext cx="128905" cy="152400"/>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44" name="墨迹 43"/>
              <p14:cNvContentPartPr/>
              <p14:nvPr/>
            </p14:nvContentPartPr>
            <p14:xfrm>
              <a:off x="9515475" y="4443095"/>
              <a:ext cx="309245" cy="552450"/>
            </p14:xfrm>
          </p:contentPart>
        </mc:Choice>
        <mc:Fallback xmlns="">
          <p:pic>
            <p:nvPicPr>
              <p:cNvPr id="44" name="墨迹 43"/>
            </p:nvPicPr>
            <p:blipFill>
              <a:blip r:embed="rId81"/>
            </p:blipFill>
            <p:spPr>
              <a:xfrm>
                <a:off x="9515475" y="4443095"/>
                <a:ext cx="309245" cy="552450"/>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45" name="墨迹 44"/>
              <p14:cNvContentPartPr/>
              <p14:nvPr/>
            </p14:nvContentPartPr>
            <p14:xfrm>
              <a:off x="9667875" y="4943475"/>
              <a:ext cx="123825" cy="71120"/>
            </p14:xfrm>
          </p:contentPart>
        </mc:Choice>
        <mc:Fallback xmlns="">
          <p:pic>
            <p:nvPicPr>
              <p:cNvPr id="45" name="墨迹 44"/>
            </p:nvPicPr>
            <p:blipFill>
              <a:blip r:embed="rId83"/>
            </p:blipFill>
            <p:spPr>
              <a:xfrm>
                <a:off x="9667875" y="4943475"/>
                <a:ext cx="123825" cy="71120"/>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46" name="墨迹 45"/>
              <p14:cNvContentPartPr/>
              <p14:nvPr/>
            </p14:nvContentPartPr>
            <p14:xfrm>
              <a:off x="10034270" y="5181600"/>
              <a:ext cx="233680" cy="175895"/>
            </p14:xfrm>
          </p:contentPart>
        </mc:Choice>
        <mc:Fallback xmlns="">
          <p:pic>
            <p:nvPicPr>
              <p:cNvPr id="46" name="墨迹 45"/>
            </p:nvPicPr>
            <p:blipFill>
              <a:blip r:embed="rId85"/>
            </p:blipFill>
            <p:spPr>
              <a:xfrm>
                <a:off x="10034270" y="5181600"/>
                <a:ext cx="233680" cy="175895"/>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47" name="墨迹 46"/>
              <p14:cNvContentPartPr/>
              <p14:nvPr/>
            </p14:nvContentPartPr>
            <p14:xfrm>
              <a:off x="9338945" y="4366895"/>
              <a:ext cx="71755" cy="28575"/>
            </p14:xfrm>
          </p:contentPart>
        </mc:Choice>
        <mc:Fallback xmlns="">
          <p:pic>
            <p:nvPicPr>
              <p:cNvPr id="47" name="墨迹 46"/>
            </p:nvPicPr>
            <p:blipFill>
              <a:blip r:embed="rId87"/>
            </p:blipFill>
            <p:spPr>
              <a:xfrm>
                <a:off x="9338945" y="4366895"/>
                <a:ext cx="71755" cy="28575"/>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48" name="墨迹 47"/>
              <p14:cNvContentPartPr/>
              <p14:nvPr/>
            </p14:nvContentPartPr>
            <p14:xfrm>
              <a:off x="9386570" y="4371975"/>
              <a:ext cx="519430" cy="628650"/>
            </p14:xfrm>
          </p:contentPart>
        </mc:Choice>
        <mc:Fallback xmlns="">
          <p:pic>
            <p:nvPicPr>
              <p:cNvPr id="48" name="墨迹 47"/>
            </p:nvPicPr>
            <p:blipFill>
              <a:blip r:embed="rId89"/>
            </p:blipFill>
            <p:spPr>
              <a:xfrm>
                <a:off x="9386570" y="4371975"/>
                <a:ext cx="519430" cy="628650"/>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49" name="墨迹 48"/>
              <p14:cNvContentPartPr/>
              <p14:nvPr/>
            </p14:nvContentPartPr>
            <p14:xfrm>
              <a:off x="7743825" y="4733925"/>
              <a:ext cx="909320" cy="1590675"/>
            </p14:xfrm>
          </p:contentPart>
        </mc:Choice>
        <mc:Fallback xmlns="">
          <p:pic>
            <p:nvPicPr>
              <p:cNvPr id="49" name="墨迹 48"/>
            </p:nvPicPr>
            <p:blipFill>
              <a:blip r:embed="rId91"/>
            </p:blipFill>
            <p:spPr>
              <a:xfrm>
                <a:off x="7743825" y="4733925"/>
                <a:ext cx="909320" cy="1590675"/>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50" name="墨迹 49"/>
              <p14:cNvContentPartPr/>
              <p14:nvPr/>
            </p14:nvContentPartPr>
            <p14:xfrm>
              <a:off x="9915525" y="4995545"/>
              <a:ext cx="676275" cy="633730"/>
            </p14:xfrm>
          </p:contentPart>
        </mc:Choice>
        <mc:Fallback xmlns="">
          <p:pic>
            <p:nvPicPr>
              <p:cNvPr id="50" name="墨迹 49"/>
            </p:nvPicPr>
            <p:blipFill>
              <a:blip r:embed="rId93"/>
            </p:blipFill>
            <p:spPr>
              <a:xfrm>
                <a:off x="9915525" y="4995545"/>
                <a:ext cx="676275" cy="633730"/>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51" name="墨迹 50"/>
              <p14:cNvContentPartPr/>
              <p14:nvPr/>
            </p14:nvContentPartPr>
            <p14:xfrm>
              <a:off x="7505700" y="4552950"/>
              <a:ext cx="185420" cy="185420"/>
            </p14:xfrm>
          </p:contentPart>
        </mc:Choice>
        <mc:Fallback xmlns="">
          <p:pic>
            <p:nvPicPr>
              <p:cNvPr id="51" name="墨迹 50"/>
            </p:nvPicPr>
            <p:blipFill>
              <a:blip r:embed="rId95"/>
            </p:blipFill>
            <p:spPr>
              <a:xfrm>
                <a:off x="7505700" y="4552950"/>
                <a:ext cx="185420" cy="185420"/>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52" name="墨迹 51"/>
              <p14:cNvContentPartPr/>
              <p14:nvPr/>
            </p14:nvContentPartPr>
            <p14:xfrm>
              <a:off x="8405495" y="6024245"/>
              <a:ext cx="252730" cy="266700"/>
            </p14:xfrm>
          </p:contentPart>
        </mc:Choice>
        <mc:Fallback xmlns="">
          <p:pic>
            <p:nvPicPr>
              <p:cNvPr id="52" name="墨迹 51"/>
            </p:nvPicPr>
            <p:blipFill>
              <a:blip r:embed="rId97"/>
            </p:blipFill>
            <p:spPr>
              <a:xfrm>
                <a:off x="8405495" y="6024245"/>
                <a:ext cx="252730" cy="266700"/>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53" name="墨迹 52"/>
              <p14:cNvContentPartPr/>
              <p14:nvPr/>
            </p14:nvContentPartPr>
            <p14:xfrm>
              <a:off x="718820" y="3014345"/>
              <a:ext cx="1247775" cy="590550"/>
            </p14:xfrm>
          </p:contentPart>
        </mc:Choice>
        <mc:Fallback xmlns="">
          <p:pic>
            <p:nvPicPr>
              <p:cNvPr id="53" name="墨迹 52"/>
            </p:nvPicPr>
            <p:blipFill>
              <a:blip r:embed="rId99"/>
            </p:blipFill>
            <p:spPr>
              <a:xfrm>
                <a:off x="718820" y="3014345"/>
                <a:ext cx="1247775" cy="590550"/>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54" name="墨迹 53"/>
              <p14:cNvContentPartPr/>
              <p14:nvPr/>
            </p14:nvContentPartPr>
            <p14:xfrm>
              <a:off x="3743325" y="3038475"/>
              <a:ext cx="1233170" cy="633095"/>
            </p14:xfrm>
          </p:contentPart>
        </mc:Choice>
        <mc:Fallback xmlns="">
          <p:pic>
            <p:nvPicPr>
              <p:cNvPr id="54" name="墨迹 53"/>
            </p:nvPicPr>
            <p:blipFill>
              <a:blip r:embed="rId101"/>
            </p:blipFill>
            <p:spPr>
              <a:xfrm>
                <a:off x="3743325" y="3038475"/>
                <a:ext cx="1233170" cy="633095"/>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55" name="墨迹 54"/>
              <p14:cNvContentPartPr/>
              <p14:nvPr/>
            </p14:nvContentPartPr>
            <p14:xfrm>
              <a:off x="2762250" y="4562475"/>
              <a:ext cx="2099945" cy="647700"/>
            </p14:xfrm>
          </p:contentPart>
        </mc:Choice>
        <mc:Fallback xmlns="">
          <p:pic>
            <p:nvPicPr>
              <p:cNvPr id="55" name="墨迹 54"/>
            </p:nvPicPr>
            <p:blipFill>
              <a:blip r:embed="rId103"/>
            </p:blipFill>
            <p:spPr>
              <a:xfrm>
                <a:off x="2762250" y="4562475"/>
                <a:ext cx="2099945" cy="647700"/>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56" name="墨迹 55"/>
              <p14:cNvContentPartPr/>
              <p14:nvPr/>
            </p14:nvContentPartPr>
            <p14:xfrm>
              <a:off x="2619375" y="1804670"/>
              <a:ext cx="1400175" cy="309880"/>
            </p14:xfrm>
          </p:contentPart>
        </mc:Choice>
        <mc:Fallback xmlns="">
          <p:pic>
            <p:nvPicPr>
              <p:cNvPr id="56" name="墨迹 55"/>
            </p:nvPicPr>
            <p:blipFill>
              <a:blip r:embed="rId105"/>
            </p:blipFill>
            <p:spPr>
              <a:xfrm>
                <a:off x="2619375" y="1804670"/>
                <a:ext cx="1400175" cy="309880"/>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57" name="墨迹 56"/>
              <p14:cNvContentPartPr/>
              <p14:nvPr/>
            </p14:nvContentPartPr>
            <p14:xfrm>
              <a:off x="9220200" y="2390775"/>
              <a:ext cx="1880870" cy="1347470"/>
            </p14:xfrm>
          </p:contentPart>
        </mc:Choice>
        <mc:Fallback xmlns="">
          <p:pic>
            <p:nvPicPr>
              <p:cNvPr id="57" name="墨迹 56"/>
            </p:nvPicPr>
            <p:blipFill>
              <a:blip r:embed="rId107"/>
            </p:blipFill>
            <p:spPr>
              <a:xfrm>
                <a:off x="9220200" y="2390775"/>
                <a:ext cx="1880870" cy="1347470"/>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58" name="墨迹 57"/>
              <p14:cNvContentPartPr/>
              <p14:nvPr/>
            </p14:nvContentPartPr>
            <p14:xfrm>
              <a:off x="9939020" y="2495550"/>
              <a:ext cx="1062355" cy="642620"/>
            </p14:xfrm>
          </p:contentPart>
        </mc:Choice>
        <mc:Fallback xmlns="">
          <p:pic>
            <p:nvPicPr>
              <p:cNvPr id="58" name="墨迹 57"/>
            </p:nvPicPr>
            <p:blipFill>
              <a:blip r:embed="rId109"/>
            </p:blipFill>
            <p:spPr>
              <a:xfrm>
                <a:off x="9939020" y="2495550"/>
                <a:ext cx="1062355" cy="642620"/>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59" name="墨迹 58"/>
              <p14:cNvContentPartPr/>
              <p14:nvPr/>
            </p14:nvContentPartPr>
            <p14:xfrm>
              <a:off x="9944100" y="2576195"/>
              <a:ext cx="956945" cy="557530"/>
            </p14:xfrm>
          </p:contentPart>
        </mc:Choice>
        <mc:Fallback xmlns="">
          <p:pic>
            <p:nvPicPr>
              <p:cNvPr id="59" name="墨迹 58"/>
            </p:nvPicPr>
            <p:blipFill>
              <a:blip r:embed="rId111"/>
            </p:blipFill>
            <p:spPr>
              <a:xfrm>
                <a:off x="9944100" y="2576195"/>
                <a:ext cx="956945" cy="557530"/>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60" name="墨迹 59"/>
              <p14:cNvContentPartPr/>
              <p14:nvPr/>
            </p14:nvContentPartPr>
            <p14:xfrm>
              <a:off x="10815320" y="2557145"/>
              <a:ext cx="71755" cy="123825"/>
            </p14:xfrm>
          </p:contentPart>
        </mc:Choice>
        <mc:Fallback xmlns="">
          <p:pic>
            <p:nvPicPr>
              <p:cNvPr id="60" name="墨迹 59"/>
            </p:nvPicPr>
            <p:blipFill>
              <a:blip r:embed="rId113"/>
            </p:blipFill>
            <p:spPr>
              <a:xfrm>
                <a:off x="10815320" y="2557145"/>
                <a:ext cx="71755" cy="123825"/>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61" name="墨迹 60"/>
              <p14:cNvContentPartPr/>
              <p14:nvPr/>
            </p14:nvContentPartPr>
            <p14:xfrm>
              <a:off x="11049000" y="2566670"/>
              <a:ext cx="842645" cy="157480"/>
            </p14:xfrm>
          </p:contentPart>
        </mc:Choice>
        <mc:Fallback xmlns="">
          <p:pic>
            <p:nvPicPr>
              <p:cNvPr id="61" name="墨迹 60"/>
            </p:nvPicPr>
            <p:blipFill>
              <a:blip r:embed="rId115"/>
            </p:blipFill>
            <p:spPr>
              <a:xfrm>
                <a:off x="11049000" y="2566670"/>
                <a:ext cx="842645" cy="157480"/>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62" name="墨迹 61"/>
              <p14:cNvContentPartPr/>
              <p14:nvPr/>
            </p14:nvContentPartPr>
            <p14:xfrm>
              <a:off x="11682095" y="2595245"/>
              <a:ext cx="152400" cy="167005"/>
            </p14:xfrm>
          </p:contentPart>
        </mc:Choice>
        <mc:Fallback xmlns="">
          <p:pic>
            <p:nvPicPr>
              <p:cNvPr id="62" name="墨迹 61"/>
            </p:nvPicPr>
            <p:blipFill>
              <a:blip r:embed="rId117"/>
            </p:blipFill>
            <p:spPr>
              <a:xfrm>
                <a:off x="11682095" y="2595245"/>
                <a:ext cx="152400" cy="167005"/>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63" name="墨迹 62"/>
              <p14:cNvContentPartPr/>
              <p14:nvPr/>
            </p14:nvContentPartPr>
            <p14:xfrm>
              <a:off x="10929620" y="2442845"/>
              <a:ext cx="919480" cy="243205"/>
            </p14:xfrm>
          </p:contentPart>
        </mc:Choice>
        <mc:Fallback xmlns="">
          <p:pic>
            <p:nvPicPr>
              <p:cNvPr id="63" name="墨迹 62"/>
            </p:nvPicPr>
            <p:blipFill>
              <a:blip r:embed="rId119"/>
            </p:blipFill>
            <p:spPr>
              <a:xfrm>
                <a:off x="10929620" y="2442845"/>
                <a:ext cx="919480" cy="243205"/>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64" name="墨迹 63"/>
              <p14:cNvContentPartPr/>
              <p14:nvPr/>
            </p14:nvContentPartPr>
            <p14:xfrm>
              <a:off x="10906125" y="2442845"/>
              <a:ext cx="76200" cy="133350"/>
            </p14:xfrm>
          </p:contentPart>
        </mc:Choice>
        <mc:Fallback xmlns="">
          <p:pic>
            <p:nvPicPr>
              <p:cNvPr id="64" name="墨迹 63"/>
            </p:nvPicPr>
            <p:blipFill>
              <a:blip r:embed="rId121"/>
            </p:blipFill>
            <p:spPr>
              <a:xfrm>
                <a:off x="10906125" y="2442845"/>
                <a:ext cx="76200" cy="133350"/>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65" name="墨迹 64"/>
              <p14:cNvContentPartPr/>
              <p14:nvPr/>
            </p14:nvContentPartPr>
            <p14:xfrm>
              <a:off x="10891520" y="2471420"/>
              <a:ext cx="128905" cy="157480"/>
            </p14:xfrm>
          </p:contentPart>
        </mc:Choice>
        <mc:Fallback xmlns="">
          <p:pic>
            <p:nvPicPr>
              <p:cNvPr id="65" name="墨迹 64"/>
            </p:nvPicPr>
            <p:blipFill>
              <a:blip r:embed="rId123"/>
            </p:blipFill>
            <p:spPr>
              <a:xfrm>
                <a:off x="10891520" y="2471420"/>
                <a:ext cx="128905" cy="157480"/>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66" name="墨迹 65"/>
              <p14:cNvContentPartPr/>
              <p14:nvPr/>
            </p14:nvContentPartPr>
            <p14:xfrm>
              <a:off x="11034395" y="2538095"/>
              <a:ext cx="685800" cy="90805"/>
            </p14:xfrm>
          </p:contentPart>
        </mc:Choice>
        <mc:Fallback xmlns="">
          <p:pic>
            <p:nvPicPr>
              <p:cNvPr id="66" name="墨迹 65"/>
            </p:nvPicPr>
            <p:blipFill>
              <a:blip r:embed="rId125"/>
            </p:blipFill>
            <p:spPr>
              <a:xfrm>
                <a:off x="11034395" y="2538095"/>
                <a:ext cx="685800" cy="90805"/>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67" name="墨迹 66"/>
              <p14:cNvContentPartPr/>
              <p14:nvPr/>
            </p14:nvContentPartPr>
            <p14:xfrm>
              <a:off x="11720195" y="2557145"/>
              <a:ext cx="119380" cy="190500"/>
            </p14:xfrm>
          </p:contentPart>
        </mc:Choice>
        <mc:Fallback xmlns="">
          <p:pic>
            <p:nvPicPr>
              <p:cNvPr id="67" name="墨迹 66"/>
            </p:nvPicPr>
            <p:blipFill>
              <a:blip r:embed="rId127"/>
            </p:blipFill>
            <p:spPr>
              <a:xfrm>
                <a:off x="11720195" y="2557145"/>
                <a:ext cx="119380" cy="190500"/>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68" name="墨迹 67"/>
              <p14:cNvContentPartPr/>
              <p14:nvPr/>
            </p14:nvContentPartPr>
            <p14:xfrm>
              <a:off x="10810875" y="2566670"/>
              <a:ext cx="133350" cy="152400"/>
            </p14:xfrm>
          </p:contentPart>
        </mc:Choice>
        <mc:Fallback xmlns="">
          <p:pic>
            <p:nvPicPr>
              <p:cNvPr id="68" name="墨迹 67"/>
            </p:nvPicPr>
            <p:blipFill>
              <a:blip r:embed="rId129"/>
            </p:blipFill>
            <p:spPr>
              <a:xfrm>
                <a:off x="10810875" y="2566670"/>
                <a:ext cx="133350" cy="152400"/>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69" name="墨迹 68"/>
              <p14:cNvContentPartPr/>
              <p14:nvPr/>
            </p14:nvContentPartPr>
            <p14:xfrm>
              <a:off x="9953625" y="2543175"/>
              <a:ext cx="823595" cy="314325"/>
            </p14:xfrm>
          </p:contentPart>
        </mc:Choice>
        <mc:Fallback xmlns="">
          <p:pic>
            <p:nvPicPr>
              <p:cNvPr id="69" name="墨迹 68"/>
            </p:nvPicPr>
            <p:blipFill>
              <a:blip r:embed="rId131"/>
            </p:blipFill>
            <p:spPr>
              <a:xfrm>
                <a:off x="9953625" y="2543175"/>
                <a:ext cx="823595" cy="314325"/>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70" name="墨迹 69"/>
              <p14:cNvContentPartPr/>
              <p14:nvPr/>
            </p14:nvContentPartPr>
            <p14:xfrm>
              <a:off x="11029950" y="2585720"/>
              <a:ext cx="676275" cy="95250"/>
            </p14:xfrm>
          </p:contentPart>
        </mc:Choice>
        <mc:Fallback xmlns="">
          <p:pic>
            <p:nvPicPr>
              <p:cNvPr id="70" name="墨迹 69"/>
            </p:nvPicPr>
            <p:blipFill>
              <a:blip r:embed="rId133"/>
            </p:blipFill>
            <p:spPr>
              <a:xfrm>
                <a:off x="11029950" y="2585720"/>
                <a:ext cx="676275" cy="95250"/>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71" name="墨迹 70"/>
              <p14:cNvContentPartPr/>
              <p14:nvPr/>
            </p14:nvContentPartPr>
            <p14:xfrm>
              <a:off x="11544300" y="2557145"/>
              <a:ext cx="190500" cy="214630"/>
            </p14:xfrm>
          </p:contentPart>
        </mc:Choice>
        <mc:Fallback xmlns="">
          <p:pic>
            <p:nvPicPr>
              <p:cNvPr id="71" name="墨迹 70"/>
            </p:nvPicPr>
            <p:blipFill>
              <a:blip r:embed="rId135"/>
            </p:blipFill>
            <p:spPr>
              <a:xfrm>
                <a:off x="11544300" y="2557145"/>
                <a:ext cx="190500" cy="214630"/>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72" name="墨迹 71"/>
              <p14:cNvContentPartPr/>
              <p14:nvPr/>
            </p14:nvContentPartPr>
            <p14:xfrm>
              <a:off x="1143000" y="3890645"/>
              <a:ext cx="2362200" cy="595630"/>
            </p14:xfrm>
          </p:contentPart>
        </mc:Choice>
        <mc:Fallback xmlns="">
          <p:pic>
            <p:nvPicPr>
              <p:cNvPr id="72" name="墨迹 71"/>
            </p:nvPicPr>
            <p:blipFill>
              <a:blip r:embed="rId137"/>
            </p:blipFill>
            <p:spPr>
              <a:xfrm>
                <a:off x="1143000" y="3890645"/>
                <a:ext cx="2362200" cy="595630"/>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73" name="墨迹 72"/>
              <p14:cNvContentPartPr/>
              <p14:nvPr/>
            </p14:nvContentPartPr>
            <p14:xfrm>
              <a:off x="2409825" y="4262120"/>
              <a:ext cx="1280795" cy="66675"/>
            </p14:xfrm>
          </p:contentPart>
        </mc:Choice>
        <mc:Fallback xmlns="">
          <p:pic>
            <p:nvPicPr>
              <p:cNvPr id="73" name="墨迹 72"/>
            </p:nvPicPr>
            <p:blipFill>
              <a:blip r:embed="rId139"/>
            </p:blipFill>
            <p:spPr>
              <a:xfrm>
                <a:off x="2409825" y="4262120"/>
                <a:ext cx="1280795" cy="66675"/>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74" name="墨迹 73"/>
              <p14:cNvContentPartPr/>
              <p14:nvPr/>
            </p14:nvContentPartPr>
            <p14:xfrm>
              <a:off x="2252345" y="5157470"/>
              <a:ext cx="2767330" cy="33655"/>
            </p14:xfrm>
          </p:contentPart>
        </mc:Choice>
        <mc:Fallback xmlns="">
          <p:pic>
            <p:nvPicPr>
              <p:cNvPr id="74" name="墨迹 73"/>
            </p:nvPicPr>
            <p:blipFill>
              <a:blip r:embed="rId141"/>
            </p:blipFill>
            <p:spPr>
              <a:xfrm>
                <a:off x="2252345" y="5157470"/>
                <a:ext cx="2767330" cy="33655"/>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75" name="墨迹 74"/>
              <p14:cNvContentPartPr/>
              <p14:nvPr/>
            </p14:nvContentPartPr>
            <p14:xfrm>
              <a:off x="4909820" y="880745"/>
              <a:ext cx="1895475" cy="1567180"/>
            </p14:xfrm>
          </p:contentPart>
        </mc:Choice>
        <mc:Fallback xmlns="">
          <p:pic>
            <p:nvPicPr>
              <p:cNvPr id="75" name="墨迹 74"/>
            </p:nvPicPr>
            <p:blipFill>
              <a:blip r:embed="rId143"/>
            </p:blipFill>
            <p:spPr>
              <a:xfrm>
                <a:off x="4909820" y="880745"/>
                <a:ext cx="1895475" cy="1567180"/>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76" name="墨迹 75"/>
              <p14:cNvContentPartPr/>
              <p14:nvPr/>
            </p14:nvContentPartPr>
            <p14:xfrm>
              <a:off x="5876925" y="1699895"/>
              <a:ext cx="47625" cy="71755"/>
            </p14:xfrm>
          </p:contentPart>
        </mc:Choice>
        <mc:Fallback xmlns="">
          <p:pic>
            <p:nvPicPr>
              <p:cNvPr id="76" name="墨迹 75"/>
            </p:nvPicPr>
            <p:blipFill>
              <a:blip r:embed="rId145"/>
            </p:blipFill>
            <p:spPr>
              <a:xfrm>
                <a:off x="5876925" y="1699895"/>
                <a:ext cx="47625" cy="71755"/>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77" name="墨迹 76"/>
              <p14:cNvContentPartPr/>
              <p14:nvPr/>
            </p14:nvContentPartPr>
            <p14:xfrm>
              <a:off x="6162675" y="1000125"/>
              <a:ext cx="66675" cy="290195"/>
            </p14:xfrm>
          </p:contentPart>
        </mc:Choice>
        <mc:Fallback xmlns="">
          <p:pic>
            <p:nvPicPr>
              <p:cNvPr id="77" name="墨迹 76"/>
            </p:nvPicPr>
            <p:blipFill>
              <a:blip r:embed="rId147"/>
            </p:blipFill>
            <p:spPr>
              <a:xfrm>
                <a:off x="6162675" y="1000125"/>
                <a:ext cx="66675" cy="290195"/>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78" name="墨迹 77"/>
              <p14:cNvContentPartPr/>
              <p14:nvPr/>
            </p14:nvContentPartPr>
            <p14:xfrm>
              <a:off x="6605270" y="1490345"/>
              <a:ext cx="133350" cy="224155"/>
            </p14:xfrm>
          </p:contentPart>
        </mc:Choice>
        <mc:Fallback xmlns="">
          <p:pic>
            <p:nvPicPr>
              <p:cNvPr id="78" name="墨迹 77"/>
            </p:nvPicPr>
            <p:blipFill>
              <a:blip r:embed="rId149"/>
            </p:blipFill>
            <p:spPr>
              <a:xfrm>
                <a:off x="6605270" y="1490345"/>
                <a:ext cx="133350" cy="224155"/>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79" name="墨迹 78"/>
              <p14:cNvContentPartPr/>
              <p14:nvPr/>
            </p14:nvContentPartPr>
            <p14:xfrm>
              <a:off x="6553200" y="1918970"/>
              <a:ext cx="304800" cy="142875"/>
            </p14:xfrm>
          </p:contentPart>
        </mc:Choice>
        <mc:Fallback xmlns="">
          <p:pic>
            <p:nvPicPr>
              <p:cNvPr id="79" name="墨迹 78"/>
            </p:nvPicPr>
            <p:blipFill>
              <a:blip r:embed="rId151"/>
            </p:blipFill>
            <p:spPr>
              <a:xfrm>
                <a:off x="6553200" y="1918970"/>
                <a:ext cx="304800" cy="142875"/>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80" name="墨迹 79"/>
              <p14:cNvContentPartPr/>
              <p14:nvPr/>
            </p14:nvContentPartPr>
            <p14:xfrm>
              <a:off x="6129020" y="2299970"/>
              <a:ext cx="62230" cy="238125"/>
            </p14:xfrm>
          </p:contentPart>
        </mc:Choice>
        <mc:Fallback xmlns="">
          <p:pic>
            <p:nvPicPr>
              <p:cNvPr id="80" name="墨迹 79"/>
            </p:nvPicPr>
            <p:blipFill>
              <a:blip r:embed="rId153"/>
            </p:blipFill>
            <p:spPr>
              <a:xfrm>
                <a:off x="6129020" y="2299970"/>
                <a:ext cx="62230" cy="238125"/>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81" name="墨迹 80"/>
              <p14:cNvContentPartPr/>
              <p14:nvPr/>
            </p14:nvContentPartPr>
            <p14:xfrm>
              <a:off x="5200650" y="2042795"/>
              <a:ext cx="85725" cy="205105"/>
            </p14:xfrm>
          </p:contentPart>
        </mc:Choice>
        <mc:Fallback xmlns="">
          <p:pic>
            <p:nvPicPr>
              <p:cNvPr id="81" name="墨迹 80"/>
            </p:nvPicPr>
            <p:blipFill>
              <a:blip r:embed="rId155"/>
            </p:blipFill>
            <p:spPr>
              <a:xfrm>
                <a:off x="5200650" y="2042795"/>
                <a:ext cx="85725" cy="205105"/>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82" name="墨迹 81"/>
              <p14:cNvContentPartPr/>
              <p14:nvPr/>
            </p14:nvContentPartPr>
            <p14:xfrm>
              <a:off x="4966970" y="1242695"/>
              <a:ext cx="266700" cy="214630"/>
            </p14:xfrm>
          </p:contentPart>
        </mc:Choice>
        <mc:Fallback xmlns="">
          <p:pic>
            <p:nvPicPr>
              <p:cNvPr id="82" name="墨迹 81"/>
            </p:nvPicPr>
            <p:blipFill>
              <a:blip r:embed="rId157"/>
            </p:blipFill>
            <p:spPr>
              <a:xfrm>
                <a:off x="4966970" y="1242695"/>
                <a:ext cx="266700" cy="214630"/>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83" name="墨迹 82"/>
              <p14:cNvContentPartPr/>
              <p14:nvPr/>
            </p14:nvContentPartPr>
            <p14:xfrm>
              <a:off x="5224145" y="823595"/>
              <a:ext cx="247650" cy="295275"/>
            </p14:xfrm>
          </p:contentPart>
        </mc:Choice>
        <mc:Fallback xmlns="">
          <p:pic>
            <p:nvPicPr>
              <p:cNvPr id="83" name="墨迹 82"/>
            </p:nvPicPr>
            <p:blipFill>
              <a:blip r:embed="rId159"/>
            </p:blipFill>
            <p:spPr>
              <a:xfrm>
                <a:off x="5224145" y="823595"/>
                <a:ext cx="247650" cy="295275"/>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84" name="墨迹 83"/>
              <p14:cNvContentPartPr/>
              <p14:nvPr/>
            </p14:nvContentPartPr>
            <p14:xfrm>
              <a:off x="6481445" y="733425"/>
              <a:ext cx="133350" cy="257175"/>
            </p14:xfrm>
          </p:contentPart>
        </mc:Choice>
        <mc:Fallback xmlns="">
          <p:pic>
            <p:nvPicPr>
              <p:cNvPr id="84" name="墨迹 83"/>
            </p:nvPicPr>
            <p:blipFill>
              <a:blip r:embed="rId161"/>
            </p:blipFill>
            <p:spPr>
              <a:xfrm>
                <a:off x="6481445" y="733425"/>
                <a:ext cx="133350" cy="257175"/>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85" name="墨迹 84"/>
              <p14:cNvContentPartPr/>
              <p14:nvPr/>
            </p14:nvContentPartPr>
            <p14:xfrm>
              <a:off x="6433820" y="766445"/>
              <a:ext cx="180975" cy="266700"/>
            </p14:xfrm>
          </p:contentPart>
        </mc:Choice>
        <mc:Fallback xmlns="">
          <p:pic>
            <p:nvPicPr>
              <p:cNvPr id="85" name="墨迹 84"/>
            </p:nvPicPr>
            <p:blipFill>
              <a:blip r:embed="rId163"/>
            </p:blipFill>
            <p:spPr>
              <a:xfrm>
                <a:off x="6433820" y="766445"/>
                <a:ext cx="180975" cy="266700"/>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86" name="墨迹 85"/>
              <p14:cNvContentPartPr/>
              <p14:nvPr/>
            </p14:nvContentPartPr>
            <p14:xfrm>
              <a:off x="6724650" y="723900"/>
              <a:ext cx="166370" cy="318770"/>
            </p14:xfrm>
          </p:contentPart>
        </mc:Choice>
        <mc:Fallback xmlns="">
          <p:pic>
            <p:nvPicPr>
              <p:cNvPr id="86" name="墨迹 85"/>
            </p:nvPicPr>
            <p:blipFill>
              <a:blip r:embed="rId165"/>
            </p:blipFill>
            <p:spPr>
              <a:xfrm>
                <a:off x="6724650" y="723900"/>
                <a:ext cx="166370" cy="318770"/>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87" name="墨迹 86"/>
              <p14:cNvContentPartPr/>
              <p14:nvPr/>
            </p14:nvContentPartPr>
            <p14:xfrm>
              <a:off x="7219950" y="2200275"/>
              <a:ext cx="4445" cy="523875"/>
            </p14:xfrm>
          </p:contentPart>
        </mc:Choice>
        <mc:Fallback xmlns="">
          <p:pic>
            <p:nvPicPr>
              <p:cNvPr id="87" name="墨迹 86"/>
            </p:nvPicPr>
            <p:blipFill>
              <a:blip r:embed="rId167"/>
            </p:blipFill>
            <p:spPr>
              <a:xfrm>
                <a:off x="7219950" y="2200275"/>
                <a:ext cx="4445" cy="523875"/>
              </a:xfrm>
              <a:prstGeom prst="rect"/>
            </p:spPr>
          </p:pic>
        </mc:Fallback>
      </mc:AlternateContent>
      <mc:AlternateContent xmlns:mc="http://schemas.openxmlformats.org/markup-compatibility/2006" xmlns:p14="http://schemas.microsoft.com/office/powerpoint/2010/main">
        <mc:Choice Requires="p14">
          <p:contentPart r:id="rId168" p14:bwMode="auto">
            <p14:nvContentPartPr>
              <p14:cNvPr id="88" name="墨迹 87"/>
              <p14:cNvContentPartPr/>
              <p14:nvPr/>
            </p14:nvContentPartPr>
            <p14:xfrm>
              <a:off x="7395845" y="2419350"/>
              <a:ext cx="119380" cy="156845"/>
            </p14:xfrm>
          </p:contentPart>
        </mc:Choice>
        <mc:Fallback xmlns="">
          <p:pic>
            <p:nvPicPr>
              <p:cNvPr id="88" name="墨迹 87"/>
            </p:nvPicPr>
            <p:blipFill>
              <a:blip r:embed="rId169"/>
            </p:blipFill>
            <p:spPr>
              <a:xfrm>
                <a:off x="7395845" y="2419350"/>
                <a:ext cx="119380" cy="156845"/>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89" name="墨迹 88"/>
              <p14:cNvContentPartPr/>
              <p14:nvPr/>
            </p14:nvContentPartPr>
            <p14:xfrm>
              <a:off x="7795895" y="2319020"/>
              <a:ext cx="157480" cy="214630"/>
            </p14:xfrm>
          </p:contentPart>
        </mc:Choice>
        <mc:Fallback xmlns="">
          <p:pic>
            <p:nvPicPr>
              <p:cNvPr id="89" name="墨迹 88"/>
            </p:nvPicPr>
            <p:blipFill>
              <a:blip r:embed="rId171"/>
            </p:blipFill>
            <p:spPr>
              <a:xfrm>
                <a:off x="7795895" y="2319020"/>
                <a:ext cx="157480" cy="214630"/>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90" name="墨迹 89"/>
              <p14:cNvContentPartPr/>
              <p14:nvPr/>
            </p14:nvContentPartPr>
            <p14:xfrm>
              <a:off x="6929120" y="2195195"/>
              <a:ext cx="1104900" cy="752475"/>
            </p14:xfrm>
          </p:contentPart>
        </mc:Choice>
        <mc:Fallback xmlns="">
          <p:pic>
            <p:nvPicPr>
              <p:cNvPr id="90" name="墨迹 89"/>
            </p:nvPicPr>
            <p:blipFill>
              <a:blip r:embed="rId173"/>
            </p:blipFill>
            <p:spPr>
              <a:xfrm>
                <a:off x="6929120" y="2195195"/>
                <a:ext cx="1104900" cy="752475"/>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91" name="墨迹 90"/>
              <p14:cNvContentPartPr/>
              <p14:nvPr/>
            </p14:nvContentPartPr>
            <p14:xfrm>
              <a:off x="6200775" y="552450"/>
              <a:ext cx="842645" cy="747395"/>
            </p14:xfrm>
          </p:contentPart>
        </mc:Choice>
        <mc:Fallback xmlns="">
          <p:pic>
            <p:nvPicPr>
              <p:cNvPr id="91" name="墨迹 90"/>
            </p:nvPicPr>
            <p:blipFill>
              <a:blip r:embed="rId175"/>
            </p:blipFill>
            <p:spPr>
              <a:xfrm>
                <a:off x="6200775" y="552450"/>
                <a:ext cx="842645" cy="747395"/>
              </a:xfrm>
              <a:prstGeom prst="rect"/>
            </p:spPr>
          </p:pic>
        </mc:Fallback>
      </mc:AlternateContent>
    </p:spTree>
    <p:custDataLst>
      <p:tags r:id="rId176"/>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fontScale="90000"/>
          </a:bodyPr>
          <a:p>
            <a:r>
              <a:rPr lang="zh-CN" altLang="en-US"/>
              <a:t>神经网络</a:t>
            </a:r>
            <a:r>
              <a:rPr lang="zh-CN" altLang="en-US"/>
              <a:t>架构：</a:t>
            </a:r>
            <a:r>
              <a:rPr lang="en-US" altLang="zh-CN"/>
              <a:t>ResFlow</a:t>
            </a:r>
            <a:endParaRPr lang="en-US" altLang="zh-CN"/>
          </a:p>
        </p:txBody>
      </p:sp>
      <p:sp>
        <p:nvSpPr>
          <p:cNvPr id="6" name="文本占位符 5"/>
          <p:cNvSpPr>
            <a:spLocks noGrp="1"/>
          </p:cNvSpPr>
          <p:nvPr>
            <p:ph type="body" sz="quarter" idx="13"/>
            <p:custDataLst>
              <p:tags r:id="rId2"/>
            </p:custDataLst>
          </p:nvPr>
        </p:nvSpPr>
        <p:spPr/>
        <p:txBody>
          <a:bodyPr>
            <a:normAutofit fontScale="90000"/>
          </a:bodyPr>
          <a:p>
            <a:r>
              <a:rPr lang="en-US" altLang="zh-CN">
                <a:sym typeface="+mn-ea"/>
              </a:rPr>
              <a:t>KDD 2024</a:t>
            </a:r>
            <a:r>
              <a:rPr lang="zh-CN" altLang="en-US">
                <a:sym typeface="+mn-ea"/>
              </a:rPr>
              <a:t>，通讯作者</a:t>
            </a:r>
            <a:r>
              <a:rPr lang="zh-CN" altLang="en-US" sz="1600">
                <a:sym typeface="+mn-ea"/>
              </a:rPr>
              <a:t>（和虾皮</a:t>
            </a:r>
            <a:r>
              <a:rPr lang="zh-CN" altLang="en-US" sz="1600">
                <a:sym typeface="+mn-ea"/>
              </a:rPr>
              <a:t>的搜推团队合作</a:t>
            </a:r>
            <a:r>
              <a:rPr lang="zh-CN" altLang="en-US" sz="1600">
                <a:sym typeface="+mn-ea"/>
              </a:rPr>
              <a:t>完成）</a:t>
            </a:r>
            <a:endParaRPr lang="zh-CN" altLang="en-US" sz="1600">
              <a:sym typeface="+mn-ea"/>
            </a:endParaRPr>
          </a:p>
        </p:txBody>
      </p:sp>
      <p:sp>
        <p:nvSpPr>
          <p:cNvPr id="3" name="文本框 2"/>
          <p:cNvSpPr txBox="1"/>
          <p:nvPr/>
        </p:nvSpPr>
        <p:spPr>
          <a:xfrm>
            <a:off x="565785" y="685165"/>
            <a:ext cx="4064000" cy="645160"/>
          </a:xfrm>
          <a:prstGeom prst="rect">
            <a:avLst/>
          </a:prstGeom>
          <a:noFill/>
        </p:spPr>
        <p:txBody>
          <a:bodyPr wrap="square" rtlCol="0">
            <a:spAutoFit/>
          </a:bodyPr>
          <a:p>
            <a:r>
              <a:rPr lang="zh-CN" altLang="en-US" sz="3600">
                <a:solidFill>
                  <a:schemeClr val="bg1">
                    <a:lumMod val="75000"/>
                  </a:schemeClr>
                </a:solidFill>
              </a:rPr>
              <a:t>第四</a:t>
            </a:r>
            <a:r>
              <a:rPr lang="zh-CN" altLang="en-US" sz="3600">
                <a:solidFill>
                  <a:schemeClr val="bg1">
                    <a:lumMod val="75000"/>
                  </a:schemeClr>
                </a:solidFill>
                <a:sym typeface="+mn-ea"/>
              </a:rPr>
              <a:t>项</a:t>
            </a:r>
            <a:r>
              <a:rPr lang="zh-CN" altLang="en-US" sz="3600">
                <a:solidFill>
                  <a:schemeClr val="bg1">
                    <a:lumMod val="75000"/>
                  </a:schemeClr>
                </a:solidFill>
              </a:rPr>
              <a:t>工作</a:t>
            </a:r>
            <a:endParaRPr lang="zh-CN" altLang="en-US" sz="3600">
              <a:solidFill>
                <a:schemeClr val="bg1">
                  <a:lumMod val="75000"/>
                </a:schemeClr>
              </a:solidFill>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2118995" y="3300095"/>
              <a:ext cx="3910330" cy="271780"/>
            </p14:xfrm>
          </p:contentPart>
        </mc:Choice>
        <mc:Fallback xmlns="">
          <p:pic>
            <p:nvPicPr>
              <p:cNvPr id="2" name="墨迹 1"/>
            </p:nvPicPr>
            <p:blipFill>
              <a:blip r:embed="rId4"/>
            </p:blipFill>
            <p:spPr>
              <a:xfrm>
                <a:off x="2118995" y="3300095"/>
                <a:ext cx="3910330" cy="27178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7077075" y="3290570"/>
              <a:ext cx="2995295" cy="176530"/>
            </p14:xfrm>
          </p:contentPart>
        </mc:Choice>
        <mc:Fallback xmlns="">
          <p:pic>
            <p:nvPicPr>
              <p:cNvPr id="5" name="墨迹 4"/>
            </p:nvPicPr>
            <p:blipFill>
              <a:blip r:embed="rId6"/>
            </p:blipFill>
            <p:spPr>
              <a:xfrm>
                <a:off x="7077075" y="3290570"/>
                <a:ext cx="2995295" cy="17653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6553200" y="3566795"/>
              <a:ext cx="1638300" cy="500380"/>
            </p14:xfrm>
          </p:contentPart>
        </mc:Choice>
        <mc:Fallback xmlns="">
          <p:pic>
            <p:nvPicPr>
              <p:cNvPr id="7" name="墨迹 6"/>
            </p:nvPicPr>
            <p:blipFill>
              <a:blip r:embed="rId8"/>
            </p:blipFill>
            <p:spPr>
              <a:xfrm>
                <a:off x="6553200" y="3566795"/>
                <a:ext cx="1638300" cy="500380"/>
              </a:xfrm>
              <a:prstGeom prst="rect"/>
            </p:spPr>
          </p:pic>
        </mc:Fallback>
      </mc:AlternateContent>
    </p:spTree>
    <p:custDataLst>
      <p:tags r:id="rId9"/>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sym typeface="+mn-ea"/>
              </a:rPr>
              <a:t>搜索与</a:t>
            </a:r>
            <a:r>
              <a:rPr lang="zh-CN" altLang="en-US">
                <a:sym typeface="+mn-ea"/>
              </a:rPr>
              <a:t>推荐</a:t>
            </a:r>
            <a:endParaRPr lang="zh-CN" altLang="en-US">
              <a:sym typeface="+mn-ea"/>
            </a:endParaRPr>
          </a:p>
        </p:txBody>
      </p:sp>
      <p:sp>
        <p:nvSpPr>
          <p:cNvPr id="5" name="内容占位符 4"/>
          <p:cNvSpPr>
            <a:spLocks noGrp="1"/>
          </p:cNvSpPr>
          <p:nvPr>
            <p:ph idx="1"/>
            <p:custDataLst>
              <p:tags r:id="rId2"/>
            </p:custDataLst>
          </p:nvPr>
        </p:nvSpPr>
        <p:spPr/>
        <p:txBody>
          <a:bodyPr/>
          <a:p>
            <a:r>
              <a:rPr lang="zh-CN" altLang="en-US"/>
              <a:t>要求具有</a:t>
            </a:r>
            <a:r>
              <a:rPr lang="zh-CN" altLang="en-US">
                <a:solidFill>
                  <a:srgbClr val="0070C0"/>
                </a:solidFill>
              </a:rPr>
              <a:t>实时性</a:t>
            </a:r>
            <a:r>
              <a:rPr lang="zh-CN" altLang="en-US"/>
              <a:t>：如</a:t>
            </a:r>
            <a:r>
              <a:rPr lang="en-US" altLang="zh-CN"/>
              <a:t>1s</a:t>
            </a:r>
            <a:r>
              <a:rPr lang="zh-CN" altLang="en-US"/>
              <a:t>内返回，</a:t>
            </a:r>
            <a:r>
              <a:rPr lang="zh-CN" altLang="en-US">
                <a:sym typeface="+mn-ea"/>
              </a:rPr>
              <a:t>搜索排序或</a:t>
            </a:r>
            <a:r>
              <a:rPr lang="zh-CN" altLang="en-US"/>
              <a:t>推荐列表</a:t>
            </a:r>
            <a:endParaRPr lang="zh-CN" altLang="en-US"/>
          </a:p>
          <a:p>
            <a:endParaRPr lang="zh-CN" altLang="en-US"/>
          </a:p>
          <a:p>
            <a:r>
              <a:rPr lang="zh-CN" altLang="en-US"/>
              <a:t>要求具有</a:t>
            </a:r>
            <a:r>
              <a:rPr lang="zh-CN" altLang="en-US">
                <a:solidFill>
                  <a:srgbClr val="0070C0"/>
                </a:solidFill>
              </a:rPr>
              <a:t>准确性</a:t>
            </a:r>
            <a:r>
              <a:rPr lang="zh-CN" altLang="en-US"/>
              <a:t>：搜索内容、推荐内容要符合</a:t>
            </a:r>
            <a:r>
              <a:rPr lang="zh-CN" altLang="en-US"/>
              <a:t>用户需求</a:t>
            </a:r>
            <a:endParaRPr lang="zh-CN" altLang="en-US"/>
          </a:p>
          <a:p>
            <a:endParaRPr lang="zh-CN" altLang="en-US"/>
          </a:p>
          <a:p>
            <a:r>
              <a:rPr lang="zh-CN" altLang="en-US">
                <a:solidFill>
                  <a:srgbClr val="00B050"/>
                </a:solidFill>
              </a:rPr>
              <a:t>提升</a:t>
            </a:r>
            <a:r>
              <a:rPr lang="zh-CN" altLang="en-US">
                <a:solidFill>
                  <a:srgbClr val="0070C0"/>
                </a:solidFill>
              </a:rPr>
              <a:t>准确性</a:t>
            </a:r>
            <a:r>
              <a:rPr lang="zh-CN" altLang="en-US">
                <a:solidFill>
                  <a:srgbClr val="00B050"/>
                </a:solidFill>
              </a:rPr>
              <a:t>的方法之一：多任务学习</a:t>
            </a:r>
            <a:endParaRPr lang="zh-CN" altLang="en-US">
              <a:solidFill>
                <a:srgbClr val="00B050"/>
              </a:solidFill>
            </a:endParaRPr>
          </a:p>
          <a:p>
            <a:endParaRPr lang="zh-CN" altLang="en-US">
              <a:solidFill>
                <a:srgbClr val="00B050"/>
              </a:solidFill>
            </a:endParaRPr>
          </a:p>
          <a:p>
            <a:pPr lvl="1"/>
            <a:endParaRPr lang="zh-CN" altLang="en-US">
              <a:solidFill>
                <a:srgbClr val="00B050"/>
              </a:solidFill>
            </a:endParaRPr>
          </a:p>
        </p:txBody>
      </p:sp>
      <p:sp>
        <p:nvSpPr>
          <p:cNvPr id="6" name="文本框 5"/>
          <p:cNvSpPr txBox="1"/>
          <p:nvPr/>
        </p:nvSpPr>
        <p:spPr>
          <a:xfrm>
            <a:off x="7197725" y="4161155"/>
            <a:ext cx="4064000" cy="1753235"/>
          </a:xfrm>
          <a:prstGeom prst="rect">
            <a:avLst/>
          </a:prstGeom>
          <a:noFill/>
        </p:spPr>
        <p:txBody>
          <a:bodyPr wrap="square" rtlCol="0">
            <a:spAutoFit/>
          </a:bodyPr>
          <a:p>
            <a:pPr marL="285750" indent="-285750">
              <a:lnSpc>
                <a:spcPct val="150000"/>
              </a:lnSpc>
              <a:buFont typeface="Arial" panose="020B0604020202020204" pitchFamily="34" charset="0"/>
              <a:buChar char="•"/>
            </a:pPr>
            <a:r>
              <a:rPr lang="zh-CN" altLang="en-US">
                <a:solidFill>
                  <a:schemeClr val="tx1">
                    <a:lumMod val="50000"/>
                    <a:lumOff val="50000"/>
                  </a:schemeClr>
                </a:solidFill>
              </a:rPr>
              <a:t>点击概率预估</a:t>
            </a:r>
            <a:endParaRPr lang="zh-CN" altLang="en-US">
              <a:solidFill>
                <a:schemeClr val="tx1">
                  <a:lumMod val="50000"/>
                  <a:lumOff val="50000"/>
                </a:schemeClr>
              </a:solidFill>
            </a:endParaRPr>
          </a:p>
          <a:p>
            <a:pPr marL="285750" indent="-285750">
              <a:lnSpc>
                <a:spcPct val="150000"/>
              </a:lnSpc>
              <a:buFont typeface="Arial" panose="020B0604020202020204" pitchFamily="34" charset="0"/>
              <a:buChar char="•"/>
            </a:pPr>
            <a:r>
              <a:rPr lang="zh-CN" altLang="en-US">
                <a:solidFill>
                  <a:schemeClr val="tx1">
                    <a:lumMod val="50000"/>
                    <a:lumOff val="50000"/>
                  </a:schemeClr>
                </a:solidFill>
              </a:rPr>
              <a:t>喜欢概率预估</a:t>
            </a:r>
            <a:endParaRPr lang="zh-CN" altLang="en-US">
              <a:solidFill>
                <a:schemeClr val="tx1">
                  <a:lumMod val="50000"/>
                  <a:lumOff val="50000"/>
                </a:schemeClr>
              </a:solidFill>
            </a:endParaRPr>
          </a:p>
          <a:p>
            <a:pPr marL="285750" indent="-285750">
              <a:lnSpc>
                <a:spcPct val="150000"/>
              </a:lnSpc>
              <a:buFont typeface="Arial" panose="020B0604020202020204" pitchFamily="34" charset="0"/>
              <a:buChar char="•"/>
            </a:pPr>
            <a:r>
              <a:rPr lang="zh-CN" altLang="en-US">
                <a:solidFill>
                  <a:schemeClr val="tx1">
                    <a:lumMod val="50000"/>
                    <a:lumOff val="50000"/>
                  </a:schemeClr>
                </a:solidFill>
              </a:rPr>
              <a:t>转发概率预估</a:t>
            </a:r>
            <a:endParaRPr lang="zh-CN" altLang="en-US">
              <a:solidFill>
                <a:schemeClr val="tx1">
                  <a:lumMod val="50000"/>
                  <a:lumOff val="50000"/>
                </a:schemeClr>
              </a:solidFill>
            </a:endParaRPr>
          </a:p>
          <a:p>
            <a:pPr marL="285750" indent="-285750">
              <a:lnSpc>
                <a:spcPct val="150000"/>
              </a:lnSpc>
              <a:buFont typeface="Arial" panose="020B0604020202020204" pitchFamily="34" charset="0"/>
              <a:buChar char="•"/>
            </a:pPr>
            <a:r>
              <a:rPr lang="zh-CN" altLang="en-US">
                <a:solidFill>
                  <a:schemeClr val="tx1">
                    <a:lumMod val="50000"/>
                    <a:lumOff val="50000"/>
                  </a:schemeClr>
                </a:solidFill>
              </a:rPr>
              <a:t>评论概率预估</a:t>
            </a:r>
            <a:endParaRPr lang="zh-CN" altLang="en-US">
              <a:solidFill>
                <a:schemeClr val="tx1">
                  <a:lumMod val="50000"/>
                  <a:lumOff val="50000"/>
                </a:schemeClr>
              </a:solidFill>
            </a:endParaRPr>
          </a:p>
        </p:txBody>
      </p:sp>
      <p:sp>
        <p:nvSpPr>
          <p:cNvPr id="7" name="文本框 6"/>
          <p:cNvSpPr txBox="1"/>
          <p:nvPr/>
        </p:nvSpPr>
        <p:spPr>
          <a:xfrm>
            <a:off x="1203960" y="4368800"/>
            <a:ext cx="6096000" cy="1337945"/>
          </a:xfrm>
          <a:prstGeom prst="rect">
            <a:avLst/>
          </a:prstGeom>
          <a:noFill/>
        </p:spPr>
        <p:txBody>
          <a:bodyPr wrap="square" rtlCol="0" anchor="t">
            <a:spAutoFit/>
          </a:bodyPr>
          <a:p>
            <a:pPr marL="742950" lvl="1" indent="-285750">
              <a:lnSpc>
                <a:spcPct val="150000"/>
              </a:lnSpc>
              <a:buFont typeface="Arial" panose="020B0604020202020204" pitchFamily="34" charset="0"/>
              <a:buChar char="•"/>
            </a:pPr>
            <a:r>
              <a:rPr lang="zh-CN" altLang="en-US">
                <a:solidFill>
                  <a:schemeClr val="tx1">
                    <a:lumMod val="50000"/>
                    <a:lumOff val="50000"/>
                  </a:schemeClr>
                </a:solidFill>
                <a:sym typeface="+mn-ea"/>
              </a:rPr>
              <a:t>点击率预估</a:t>
            </a:r>
            <a:r>
              <a:rPr lang="en-US" altLang="zh-CN">
                <a:solidFill>
                  <a:schemeClr val="tx1">
                    <a:lumMod val="50000"/>
                    <a:lumOff val="50000"/>
                  </a:schemeClr>
                </a:solidFill>
                <a:sym typeface="+mn-ea"/>
              </a:rPr>
              <a:t> </a:t>
            </a:r>
            <a:endParaRPr lang="zh-CN" altLang="en-US">
              <a:solidFill>
                <a:schemeClr val="tx1">
                  <a:lumMod val="50000"/>
                  <a:lumOff val="50000"/>
                </a:schemeClr>
              </a:solidFill>
            </a:endParaRPr>
          </a:p>
          <a:p>
            <a:pPr marL="742950" lvl="1" indent="-285750">
              <a:lnSpc>
                <a:spcPct val="150000"/>
              </a:lnSpc>
              <a:buFont typeface="Arial" panose="020B0604020202020204" pitchFamily="34" charset="0"/>
              <a:buChar char="•"/>
            </a:pPr>
            <a:r>
              <a:rPr lang="zh-CN" altLang="en-US">
                <a:solidFill>
                  <a:schemeClr val="tx1">
                    <a:lumMod val="50000"/>
                    <a:lumOff val="50000"/>
                  </a:schemeClr>
                </a:solidFill>
                <a:sym typeface="+mn-ea"/>
              </a:rPr>
              <a:t>加购物车概率预估</a:t>
            </a:r>
            <a:endParaRPr lang="zh-CN" altLang="en-US">
              <a:solidFill>
                <a:schemeClr val="tx1">
                  <a:lumMod val="50000"/>
                  <a:lumOff val="50000"/>
                </a:schemeClr>
              </a:solidFill>
            </a:endParaRPr>
          </a:p>
          <a:p>
            <a:pPr marL="742950" lvl="1" indent="-285750">
              <a:lnSpc>
                <a:spcPct val="150000"/>
              </a:lnSpc>
              <a:buFont typeface="Arial" panose="020B0604020202020204" pitchFamily="34" charset="0"/>
              <a:buChar char="•"/>
            </a:pPr>
            <a:r>
              <a:rPr lang="zh-CN" altLang="en-US">
                <a:solidFill>
                  <a:schemeClr val="tx1">
                    <a:lumMod val="50000"/>
                    <a:lumOff val="50000"/>
                  </a:schemeClr>
                </a:solidFill>
                <a:sym typeface="+mn-ea"/>
              </a:rPr>
              <a:t>购买率预估</a:t>
            </a:r>
            <a:endParaRPr lang="zh-CN" altLang="en-US">
              <a:solidFill>
                <a:schemeClr val="tx1">
                  <a:lumMod val="50000"/>
                  <a:lumOff val="50000"/>
                </a:schemeClr>
              </a:solidFill>
              <a:sym typeface="+mn-ea"/>
            </a:endParaRPr>
          </a:p>
        </p:txBody>
      </p:sp>
      <p:sp>
        <p:nvSpPr>
          <p:cNvPr id="8" name="文本框 7"/>
          <p:cNvSpPr txBox="1"/>
          <p:nvPr/>
        </p:nvSpPr>
        <p:spPr>
          <a:xfrm>
            <a:off x="1649730" y="5988050"/>
            <a:ext cx="2227580" cy="368300"/>
          </a:xfrm>
          <a:prstGeom prst="rect">
            <a:avLst/>
          </a:prstGeom>
          <a:noFill/>
        </p:spPr>
        <p:txBody>
          <a:bodyPr wrap="square" rtlCol="0">
            <a:spAutoFit/>
          </a:bodyPr>
          <a:p>
            <a:pPr algn="ctr"/>
            <a:r>
              <a:rPr lang="zh-CN" altLang="en-US"/>
              <a:t>购物场景</a:t>
            </a:r>
            <a:endParaRPr lang="zh-CN" altLang="en-US"/>
          </a:p>
        </p:txBody>
      </p:sp>
      <p:sp>
        <p:nvSpPr>
          <p:cNvPr id="9" name="文本框 8"/>
          <p:cNvSpPr txBox="1"/>
          <p:nvPr/>
        </p:nvSpPr>
        <p:spPr>
          <a:xfrm>
            <a:off x="6870700" y="5988050"/>
            <a:ext cx="3152775" cy="368300"/>
          </a:xfrm>
          <a:prstGeom prst="rect">
            <a:avLst/>
          </a:prstGeom>
          <a:noFill/>
        </p:spPr>
        <p:txBody>
          <a:bodyPr wrap="square" rtlCol="0">
            <a:spAutoFit/>
          </a:bodyPr>
          <a:p>
            <a:pPr algn="ctr"/>
            <a:r>
              <a:rPr lang="zh-CN" altLang="en-US"/>
              <a:t>数字内容场景（</a:t>
            </a:r>
            <a:r>
              <a:rPr lang="zh-CN" altLang="en-US"/>
              <a:t>短视频）</a:t>
            </a:r>
            <a:endParaRPr lang="zh-CN" altLang="en-US"/>
          </a:p>
        </p:txBody>
      </p:sp>
      <mc:AlternateContent xmlns:mc="http://schemas.openxmlformats.org/markup-compatibility/2006" xmlns:p14="http://schemas.microsoft.com/office/powerpoint/2010/main">
        <mc:Choice Requires="p14">
          <p:contentPart r:id="rId3" p14:bwMode="auto">
            <p14:nvContentPartPr>
              <p14:cNvPr id="10" name="墨迹 9"/>
              <p14:cNvContentPartPr/>
              <p14:nvPr/>
            </p14:nvContentPartPr>
            <p14:xfrm>
              <a:off x="356870" y="375920"/>
              <a:ext cx="3119755" cy="1000125"/>
            </p14:xfrm>
          </p:contentPart>
        </mc:Choice>
        <mc:Fallback xmlns="">
          <p:pic>
            <p:nvPicPr>
              <p:cNvPr id="10" name="墨迹 9"/>
            </p:nvPicPr>
            <p:blipFill>
              <a:blip r:embed="rId4"/>
            </p:blipFill>
            <p:spPr>
              <a:xfrm>
                <a:off x="356870" y="375920"/>
                <a:ext cx="3119755" cy="100012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1" name="墨迹 10"/>
              <p14:cNvContentPartPr/>
              <p14:nvPr/>
            </p14:nvContentPartPr>
            <p14:xfrm>
              <a:off x="1861820" y="1537970"/>
              <a:ext cx="885825" cy="462280"/>
            </p14:xfrm>
          </p:contentPart>
        </mc:Choice>
        <mc:Fallback xmlns="">
          <p:pic>
            <p:nvPicPr>
              <p:cNvPr id="11" name="墨迹 10"/>
            </p:nvPicPr>
            <p:blipFill>
              <a:blip r:embed="rId6"/>
            </p:blipFill>
            <p:spPr>
              <a:xfrm>
                <a:off x="1861820" y="1537970"/>
                <a:ext cx="885825" cy="4622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2" name="墨迹 11"/>
              <p14:cNvContentPartPr/>
              <p14:nvPr/>
            </p14:nvContentPartPr>
            <p14:xfrm>
              <a:off x="561975" y="1266825"/>
              <a:ext cx="3228975" cy="133350"/>
            </p14:xfrm>
          </p:contentPart>
        </mc:Choice>
        <mc:Fallback xmlns="">
          <p:pic>
            <p:nvPicPr>
              <p:cNvPr id="12" name="墨迹 11"/>
            </p:nvPicPr>
            <p:blipFill>
              <a:blip r:embed="rId8"/>
            </p:blipFill>
            <p:spPr>
              <a:xfrm>
                <a:off x="561975" y="1266825"/>
                <a:ext cx="3228975" cy="1333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3" name="墨迹 12"/>
              <p14:cNvContentPartPr/>
              <p14:nvPr/>
            </p14:nvContentPartPr>
            <p14:xfrm>
              <a:off x="1680845" y="2009775"/>
              <a:ext cx="1100455" cy="47625"/>
            </p14:xfrm>
          </p:contentPart>
        </mc:Choice>
        <mc:Fallback xmlns="">
          <p:pic>
            <p:nvPicPr>
              <p:cNvPr id="13" name="墨迹 12"/>
            </p:nvPicPr>
            <p:blipFill>
              <a:blip r:embed="rId10"/>
            </p:blipFill>
            <p:spPr>
              <a:xfrm>
                <a:off x="1680845" y="2009775"/>
                <a:ext cx="1100455" cy="4762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4" name="墨迹 13"/>
              <p14:cNvContentPartPr/>
              <p14:nvPr/>
            </p14:nvContentPartPr>
            <p14:xfrm>
              <a:off x="1671320" y="2895600"/>
              <a:ext cx="1500505" cy="80645"/>
            </p14:xfrm>
          </p:contentPart>
        </mc:Choice>
        <mc:Fallback xmlns="">
          <p:pic>
            <p:nvPicPr>
              <p:cNvPr id="14" name="墨迹 13"/>
            </p:nvPicPr>
            <p:blipFill>
              <a:blip r:embed="rId12"/>
            </p:blipFill>
            <p:spPr>
              <a:xfrm>
                <a:off x="1671320" y="2895600"/>
                <a:ext cx="1500505" cy="806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5" name="墨迹 14"/>
              <p14:cNvContentPartPr/>
              <p14:nvPr/>
            </p14:nvContentPartPr>
            <p14:xfrm>
              <a:off x="3562350" y="3295650"/>
              <a:ext cx="2047875" cy="861695"/>
            </p14:xfrm>
          </p:contentPart>
        </mc:Choice>
        <mc:Fallback xmlns="">
          <p:pic>
            <p:nvPicPr>
              <p:cNvPr id="15" name="墨迹 14"/>
            </p:nvPicPr>
            <p:blipFill>
              <a:blip r:embed="rId14"/>
            </p:blipFill>
            <p:spPr>
              <a:xfrm>
                <a:off x="3562350" y="3295650"/>
                <a:ext cx="2047875" cy="86169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6" name="墨迹 15"/>
              <p14:cNvContentPartPr/>
              <p14:nvPr/>
            </p14:nvContentPartPr>
            <p14:xfrm>
              <a:off x="3290570" y="3976370"/>
              <a:ext cx="1891030" cy="360"/>
            </p14:xfrm>
          </p:contentPart>
        </mc:Choice>
        <mc:Fallback xmlns="">
          <p:pic>
            <p:nvPicPr>
              <p:cNvPr id="16" name="墨迹 15"/>
            </p:nvPicPr>
            <p:blipFill>
              <a:blip r:embed="rId16"/>
            </p:blipFill>
            <p:spPr>
              <a:xfrm>
                <a:off x="3290570" y="3976370"/>
                <a:ext cx="1891030" cy="3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7" name="墨迹 16"/>
              <p14:cNvContentPartPr/>
              <p14:nvPr/>
            </p14:nvContentPartPr>
            <p14:xfrm>
              <a:off x="3295650" y="3928745"/>
              <a:ext cx="2061845" cy="76200"/>
            </p14:xfrm>
          </p:contentPart>
        </mc:Choice>
        <mc:Fallback xmlns="">
          <p:pic>
            <p:nvPicPr>
              <p:cNvPr id="17" name="墨迹 16"/>
            </p:nvPicPr>
            <p:blipFill>
              <a:blip r:embed="rId18"/>
            </p:blipFill>
            <p:spPr>
              <a:xfrm>
                <a:off x="3295650" y="3928745"/>
                <a:ext cx="2061845" cy="762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8" name="墨迹 17"/>
              <p14:cNvContentPartPr/>
              <p14:nvPr/>
            </p14:nvContentPartPr>
            <p14:xfrm>
              <a:off x="3395345" y="4019550"/>
              <a:ext cx="1529080" cy="19050"/>
            </p14:xfrm>
          </p:contentPart>
        </mc:Choice>
        <mc:Fallback xmlns="">
          <p:pic>
            <p:nvPicPr>
              <p:cNvPr id="18" name="墨迹 17"/>
            </p:nvPicPr>
            <p:blipFill>
              <a:blip r:embed="rId20"/>
            </p:blipFill>
            <p:spPr>
              <a:xfrm>
                <a:off x="3395345" y="4019550"/>
                <a:ext cx="1529080" cy="190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9" name="墨迹 18"/>
              <p14:cNvContentPartPr/>
              <p14:nvPr/>
            </p14:nvContentPartPr>
            <p14:xfrm>
              <a:off x="3790950" y="4109720"/>
              <a:ext cx="1209675" cy="33655"/>
            </p14:xfrm>
          </p:contentPart>
        </mc:Choice>
        <mc:Fallback xmlns="">
          <p:pic>
            <p:nvPicPr>
              <p:cNvPr id="19" name="墨迹 18"/>
            </p:nvPicPr>
            <p:blipFill>
              <a:blip r:embed="rId22"/>
            </p:blipFill>
            <p:spPr>
              <a:xfrm>
                <a:off x="3790950" y="4109720"/>
                <a:ext cx="1209675" cy="3365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0" name="墨迹 19"/>
              <p14:cNvContentPartPr/>
              <p14:nvPr/>
            </p14:nvContentPartPr>
            <p14:xfrm>
              <a:off x="1595120" y="4391025"/>
              <a:ext cx="2400300" cy="1309370"/>
            </p14:xfrm>
          </p:contentPart>
        </mc:Choice>
        <mc:Fallback xmlns="">
          <p:pic>
            <p:nvPicPr>
              <p:cNvPr id="20" name="墨迹 19"/>
            </p:nvPicPr>
            <p:blipFill>
              <a:blip r:embed="rId24"/>
            </p:blipFill>
            <p:spPr>
              <a:xfrm>
                <a:off x="1595120" y="4391025"/>
                <a:ext cx="2400300" cy="130937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1" name="墨迹 20"/>
              <p14:cNvContentPartPr/>
              <p14:nvPr/>
            </p14:nvContentPartPr>
            <p14:xfrm>
              <a:off x="2114550" y="4843145"/>
              <a:ext cx="1143000" cy="43180"/>
            </p14:xfrm>
          </p:contentPart>
        </mc:Choice>
        <mc:Fallback xmlns="">
          <p:pic>
            <p:nvPicPr>
              <p:cNvPr id="21" name="墨迹 20"/>
            </p:nvPicPr>
            <p:blipFill>
              <a:blip r:embed="rId26"/>
            </p:blipFill>
            <p:spPr>
              <a:xfrm>
                <a:off x="2114550" y="4843145"/>
                <a:ext cx="1143000" cy="4318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2" name="墨迹 21"/>
              <p14:cNvContentPartPr/>
              <p14:nvPr/>
            </p14:nvContentPartPr>
            <p14:xfrm>
              <a:off x="1781175" y="5248275"/>
              <a:ext cx="2223770" cy="71120"/>
            </p14:xfrm>
          </p:contentPart>
        </mc:Choice>
        <mc:Fallback xmlns="">
          <p:pic>
            <p:nvPicPr>
              <p:cNvPr id="22" name="墨迹 21"/>
            </p:nvPicPr>
            <p:blipFill>
              <a:blip r:embed="rId28"/>
            </p:blipFill>
            <p:spPr>
              <a:xfrm>
                <a:off x="1781175" y="5248275"/>
                <a:ext cx="2223770" cy="7112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3" name="墨迹 22"/>
              <p14:cNvContentPartPr/>
              <p14:nvPr/>
            </p14:nvContentPartPr>
            <p14:xfrm>
              <a:off x="1733550" y="5643245"/>
              <a:ext cx="1847850" cy="19050"/>
            </p14:xfrm>
          </p:contentPart>
        </mc:Choice>
        <mc:Fallback xmlns="">
          <p:pic>
            <p:nvPicPr>
              <p:cNvPr id="23" name="墨迹 22"/>
            </p:nvPicPr>
            <p:blipFill>
              <a:blip r:embed="rId30"/>
            </p:blipFill>
            <p:spPr>
              <a:xfrm>
                <a:off x="1733550" y="5643245"/>
                <a:ext cx="1847850" cy="190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4" name="墨迹 23"/>
              <p14:cNvContentPartPr/>
              <p14:nvPr/>
            </p14:nvContentPartPr>
            <p14:xfrm>
              <a:off x="1909445" y="4805045"/>
              <a:ext cx="1271905" cy="47625"/>
            </p14:xfrm>
          </p:contentPart>
        </mc:Choice>
        <mc:Fallback xmlns="">
          <p:pic>
            <p:nvPicPr>
              <p:cNvPr id="24" name="墨迹 23"/>
            </p:nvPicPr>
            <p:blipFill>
              <a:blip r:embed="rId32"/>
            </p:blipFill>
            <p:spPr>
              <a:xfrm>
                <a:off x="1909445" y="4805045"/>
                <a:ext cx="1271905" cy="4762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5" name="墨迹 24"/>
              <p14:cNvContentPartPr/>
              <p14:nvPr/>
            </p14:nvContentPartPr>
            <p14:xfrm>
              <a:off x="6805295" y="4010025"/>
              <a:ext cx="2600325" cy="1976120"/>
            </p14:xfrm>
          </p:contentPart>
        </mc:Choice>
        <mc:Fallback xmlns="">
          <p:pic>
            <p:nvPicPr>
              <p:cNvPr id="25" name="墨迹 24"/>
            </p:nvPicPr>
            <p:blipFill>
              <a:blip r:embed="rId34"/>
            </p:blipFill>
            <p:spPr>
              <a:xfrm>
                <a:off x="6805295" y="4010025"/>
                <a:ext cx="2600325" cy="197612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6" name="墨迹 25"/>
              <p14:cNvContentPartPr/>
              <p14:nvPr/>
            </p14:nvContentPartPr>
            <p14:xfrm>
              <a:off x="3562350" y="3819525"/>
              <a:ext cx="704850" cy="213995"/>
            </p14:xfrm>
          </p:contentPart>
        </mc:Choice>
        <mc:Fallback xmlns="">
          <p:pic>
            <p:nvPicPr>
              <p:cNvPr id="26" name="墨迹 25"/>
            </p:nvPicPr>
            <p:blipFill>
              <a:blip r:embed="rId36"/>
            </p:blipFill>
            <p:spPr>
              <a:xfrm>
                <a:off x="3562350" y="3819525"/>
                <a:ext cx="704850" cy="21399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7" name="墨迹 26"/>
              <p14:cNvContentPartPr/>
              <p14:nvPr/>
            </p14:nvContentPartPr>
            <p14:xfrm>
              <a:off x="7620000" y="4648200"/>
              <a:ext cx="509270" cy="23495"/>
            </p14:xfrm>
          </p:contentPart>
        </mc:Choice>
        <mc:Fallback xmlns="">
          <p:pic>
            <p:nvPicPr>
              <p:cNvPr id="27" name="墨迹 26"/>
            </p:nvPicPr>
            <p:blipFill>
              <a:blip r:embed="rId38"/>
            </p:blipFill>
            <p:spPr>
              <a:xfrm>
                <a:off x="7620000" y="4648200"/>
                <a:ext cx="509270" cy="2349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8" name="墨迹 27"/>
              <p14:cNvContentPartPr/>
              <p14:nvPr/>
            </p14:nvContentPartPr>
            <p14:xfrm>
              <a:off x="8934450" y="6348095"/>
              <a:ext cx="614045" cy="52705"/>
            </p14:xfrm>
          </p:contentPart>
        </mc:Choice>
        <mc:Fallback xmlns="">
          <p:pic>
            <p:nvPicPr>
              <p:cNvPr id="28" name="墨迹 27"/>
            </p:nvPicPr>
            <p:blipFill>
              <a:blip r:embed="rId40"/>
            </p:blipFill>
            <p:spPr>
              <a:xfrm>
                <a:off x="8934450" y="6348095"/>
                <a:ext cx="614045" cy="5270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9" name="墨迹 28"/>
              <p14:cNvContentPartPr/>
              <p14:nvPr/>
            </p14:nvContentPartPr>
            <p14:xfrm>
              <a:off x="7562850" y="5109845"/>
              <a:ext cx="400050" cy="19050"/>
            </p14:xfrm>
          </p:contentPart>
        </mc:Choice>
        <mc:Fallback xmlns="">
          <p:pic>
            <p:nvPicPr>
              <p:cNvPr id="29" name="墨迹 28"/>
            </p:nvPicPr>
            <p:blipFill>
              <a:blip r:embed="rId42"/>
            </p:blipFill>
            <p:spPr>
              <a:xfrm>
                <a:off x="7562850" y="5109845"/>
                <a:ext cx="400050" cy="1905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30" name="墨迹 29"/>
              <p14:cNvContentPartPr/>
              <p14:nvPr/>
            </p14:nvContentPartPr>
            <p14:xfrm>
              <a:off x="7653020" y="5538470"/>
              <a:ext cx="462280" cy="24130"/>
            </p14:xfrm>
          </p:contentPart>
        </mc:Choice>
        <mc:Fallback xmlns="">
          <p:pic>
            <p:nvPicPr>
              <p:cNvPr id="30" name="墨迹 29"/>
            </p:nvPicPr>
            <p:blipFill>
              <a:blip r:embed="rId44"/>
            </p:blipFill>
            <p:spPr>
              <a:xfrm>
                <a:off x="7653020" y="5538470"/>
                <a:ext cx="462280" cy="2413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31" name="墨迹 30"/>
              <p14:cNvContentPartPr/>
              <p14:nvPr/>
            </p14:nvContentPartPr>
            <p14:xfrm>
              <a:off x="7681595" y="5905500"/>
              <a:ext cx="409575" cy="9525"/>
            </p14:xfrm>
          </p:contentPart>
        </mc:Choice>
        <mc:Fallback xmlns="">
          <p:pic>
            <p:nvPicPr>
              <p:cNvPr id="31" name="墨迹 30"/>
            </p:nvPicPr>
            <p:blipFill>
              <a:blip r:embed="rId46"/>
            </p:blipFill>
            <p:spPr>
              <a:xfrm>
                <a:off x="7681595" y="5905500"/>
                <a:ext cx="409575" cy="952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32" name="墨迹 31"/>
              <p14:cNvContentPartPr/>
              <p14:nvPr/>
            </p14:nvContentPartPr>
            <p14:xfrm>
              <a:off x="1838325" y="4414520"/>
              <a:ext cx="276225" cy="1238250"/>
            </p14:xfrm>
          </p:contentPart>
        </mc:Choice>
        <mc:Fallback xmlns="">
          <p:pic>
            <p:nvPicPr>
              <p:cNvPr id="32" name="墨迹 31"/>
            </p:nvPicPr>
            <p:blipFill>
              <a:blip r:embed="rId48"/>
            </p:blipFill>
            <p:spPr>
              <a:xfrm>
                <a:off x="1838325" y="4414520"/>
                <a:ext cx="276225" cy="12382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3" name="墨迹 32"/>
              <p14:cNvContentPartPr/>
              <p14:nvPr/>
            </p14:nvContentPartPr>
            <p14:xfrm>
              <a:off x="3271520" y="4657725"/>
              <a:ext cx="1100455" cy="428625"/>
            </p14:xfrm>
          </p:contentPart>
        </mc:Choice>
        <mc:Fallback xmlns="">
          <p:pic>
            <p:nvPicPr>
              <p:cNvPr id="33" name="墨迹 32"/>
            </p:nvPicPr>
            <p:blipFill>
              <a:blip r:embed="rId50"/>
            </p:blipFill>
            <p:spPr>
              <a:xfrm>
                <a:off x="3271520" y="4657725"/>
                <a:ext cx="1100455" cy="42862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34" name="墨迹 33"/>
              <p14:cNvContentPartPr/>
              <p14:nvPr/>
            </p14:nvContentPartPr>
            <p14:xfrm>
              <a:off x="3423920" y="5100320"/>
              <a:ext cx="681355" cy="371475"/>
            </p14:xfrm>
          </p:contentPart>
        </mc:Choice>
        <mc:Fallback xmlns="">
          <p:pic>
            <p:nvPicPr>
              <p:cNvPr id="34" name="墨迹 33"/>
            </p:nvPicPr>
            <p:blipFill>
              <a:blip r:embed="rId52"/>
            </p:blipFill>
            <p:spPr>
              <a:xfrm>
                <a:off x="3423920" y="5100320"/>
                <a:ext cx="681355" cy="37147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5" name="墨迹 34"/>
              <p14:cNvContentPartPr/>
              <p14:nvPr/>
            </p14:nvContentPartPr>
            <p14:xfrm>
              <a:off x="1223645" y="4681220"/>
              <a:ext cx="781050" cy="657225"/>
            </p14:xfrm>
          </p:contentPart>
        </mc:Choice>
        <mc:Fallback xmlns="">
          <p:pic>
            <p:nvPicPr>
              <p:cNvPr id="35" name="墨迹 34"/>
            </p:nvPicPr>
            <p:blipFill>
              <a:blip r:embed="rId54"/>
            </p:blipFill>
            <p:spPr>
              <a:xfrm>
                <a:off x="1223645" y="4681220"/>
                <a:ext cx="781050" cy="65722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6" name="墨迹 35"/>
              <p14:cNvContentPartPr/>
              <p14:nvPr/>
            </p14:nvContentPartPr>
            <p14:xfrm>
              <a:off x="7491095" y="4162425"/>
              <a:ext cx="47625" cy="1676400"/>
            </p14:xfrm>
          </p:contentPart>
        </mc:Choice>
        <mc:Fallback xmlns="">
          <p:pic>
            <p:nvPicPr>
              <p:cNvPr id="36" name="墨迹 35"/>
            </p:nvPicPr>
            <p:blipFill>
              <a:blip r:embed="rId56"/>
            </p:blipFill>
            <p:spPr>
              <a:xfrm>
                <a:off x="7491095" y="4162425"/>
                <a:ext cx="47625" cy="167640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7" name="墨迹 36"/>
              <p14:cNvContentPartPr/>
              <p14:nvPr/>
            </p14:nvContentPartPr>
            <p14:xfrm>
              <a:off x="7395845" y="4124325"/>
              <a:ext cx="1971675" cy="1766570"/>
            </p14:xfrm>
          </p:contentPart>
        </mc:Choice>
        <mc:Fallback xmlns="">
          <p:pic>
            <p:nvPicPr>
              <p:cNvPr id="37" name="墨迹 36"/>
            </p:nvPicPr>
            <p:blipFill>
              <a:blip r:embed="rId58"/>
            </p:blipFill>
            <p:spPr>
              <a:xfrm>
                <a:off x="7395845" y="4124325"/>
                <a:ext cx="1971675" cy="176657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8" name="墨迹 37"/>
              <p14:cNvContentPartPr/>
              <p14:nvPr/>
            </p14:nvContentPartPr>
            <p14:xfrm>
              <a:off x="1476375" y="4404995"/>
              <a:ext cx="2876550" cy="1381125"/>
            </p14:xfrm>
          </p:contentPart>
        </mc:Choice>
        <mc:Fallback xmlns="">
          <p:pic>
            <p:nvPicPr>
              <p:cNvPr id="38" name="墨迹 37"/>
            </p:nvPicPr>
            <p:blipFill>
              <a:blip r:embed="rId60"/>
            </p:blipFill>
            <p:spPr>
              <a:xfrm>
                <a:off x="1476375" y="4404995"/>
                <a:ext cx="2876550" cy="138112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9" name="墨迹 38"/>
              <p14:cNvContentPartPr/>
              <p14:nvPr/>
            </p14:nvContentPartPr>
            <p14:xfrm>
              <a:off x="6886575" y="3981450"/>
              <a:ext cx="2395220" cy="2033270"/>
            </p14:xfrm>
          </p:contentPart>
        </mc:Choice>
        <mc:Fallback xmlns="">
          <p:pic>
            <p:nvPicPr>
              <p:cNvPr id="39" name="墨迹 38"/>
            </p:nvPicPr>
            <p:blipFill>
              <a:blip r:embed="rId62"/>
            </p:blipFill>
            <p:spPr>
              <a:xfrm>
                <a:off x="6886575" y="3981450"/>
                <a:ext cx="2395220" cy="203327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40" name="墨迹 39"/>
              <p14:cNvContentPartPr/>
              <p14:nvPr/>
            </p14:nvContentPartPr>
            <p14:xfrm>
              <a:off x="7562850" y="4671695"/>
              <a:ext cx="471170" cy="24130"/>
            </p14:xfrm>
          </p:contentPart>
        </mc:Choice>
        <mc:Fallback xmlns="">
          <p:pic>
            <p:nvPicPr>
              <p:cNvPr id="40" name="墨迹 39"/>
            </p:nvPicPr>
            <p:blipFill>
              <a:blip r:embed="rId64"/>
            </p:blipFill>
            <p:spPr>
              <a:xfrm>
                <a:off x="7562850" y="4671695"/>
                <a:ext cx="471170" cy="2413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41" name="墨迹 40"/>
              <p14:cNvContentPartPr/>
              <p14:nvPr/>
            </p14:nvContentPartPr>
            <p14:xfrm>
              <a:off x="7662545" y="5033645"/>
              <a:ext cx="447675" cy="19050"/>
            </p14:xfrm>
          </p:contentPart>
        </mc:Choice>
        <mc:Fallback xmlns="">
          <p:pic>
            <p:nvPicPr>
              <p:cNvPr id="41" name="墨迹 40"/>
            </p:nvPicPr>
            <p:blipFill>
              <a:blip r:embed="rId66"/>
            </p:blipFill>
            <p:spPr>
              <a:xfrm>
                <a:off x="7662545" y="5033645"/>
                <a:ext cx="447675" cy="19050"/>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42" name="墨迹 41"/>
              <p14:cNvContentPartPr/>
              <p14:nvPr/>
            </p14:nvContentPartPr>
            <p14:xfrm>
              <a:off x="7458075" y="5495925"/>
              <a:ext cx="381000" cy="13970"/>
            </p14:xfrm>
          </p:contentPart>
        </mc:Choice>
        <mc:Fallback xmlns="">
          <p:pic>
            <p:nvPicPr>
              <p:cNvPr id="42" name="墨迹 41"/>
            </p:nvPicPr>
            <p:blipFill>
              <a:blip r:embed="rId68"/>
            </p:blipFill>
            <p:spPr>
              <a:xfrm>
                <a:off x="7458075" y="5495925"/>
                <a:ext cx="381000" cy="1397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43" name="墨迹 42"/>
              <p14:cNvContentPartPr/>
              <p14:nvPr/>
            </p14:nvContentPartPr>
            <p14:xfrm>
              <a:off x="7519670" y="5048250"/>
              <a:ext cx="605155" cy="452120"/>
            </p14:xfrm>
          </p:contentPart>
        </mc:Choice>
        <mc:Fallback xmlns="">
          <p:pic>
            <p:nvPicPr>
              <p:cNvPr id="43" name="墨迹 42"/>
            </p:nvPicPr>
            <p:blipFill>
              <a:blip r:embed="rId70"/>
            </p:blipFill>
            <p:spPr>
              <a:xfrm>
                <a:off x="7519670" y="5048250"/>
                <a:ext cx="605155" cy="45212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44" name="墨迹 43"/>
              <p14:cNvContentPartPr/>
              <p14:nvPr/>
            </p14:nvContentPartPr>
            <p14:xfrm>
              <a:off x="7239000" y="4381500"/>
              <a:ext cx="261620" cy="1438275"/>
            </p14:xfrm>
          </p:contentPart>
        </mc:Choice>
        <mc:Fallback xmlns="">
          <p:pic>
            <p:nvPicPr>
              <p:cNvPr id="44" name="墨迹 43"/>
            </p:nvPicPr>
            <p:blipFill>
              <a:blip r:embed="rId72"/>
            </p:blipFill>
            <p:spPr>
              <a:xfrm>
                <a:off x="7239000" y="4381500"/>
                <a:ext cx="261620" cy="1438275"/>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45" name="墨迹 44"/>
              <p14:cNvContentPartPr/>
              <p14:nvPr/>
            </p14:nvContentPartPr>
            <p14:xfrm>
              <a:off x="9391650" y="4300220"/>
              <a:ext cx="433070" cy="1567180"/>
            </p14:xfrm>
          </p:contentPart>
        </mc:Choice>
        <mc:Fallback xmlns="">
          <p:pic>
            <p:nvPicPr>
              <p:cNvPr id="45" name="墨迹 44"/>
            </p:nvPicPr>
            <p:blipFill>
              <a:blip r:embed="rId74"/>
            </p:blipFill>
            <p:spPr>
              <a:xfrm>
                <a:off x="9391650" y="4300220"/>
                <a:ext cx="433070" cy="156718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6" name="墨迹 45"/>
              <p14:cNvContentPartPr/>
              <p14:nvPr/>
            </p14:nvContentPartPr>
            <p14:xfrm>
              <a:off x="7624445" y="5014595"/>
              <a:ext cx="1471930" cy="95250"/>
            </p14:xfrm>
          </p:contentPart>
        </mc:Choice>
        <mc:Fallback xmlns="">
          <p:pic>
            <p:nvPicPr>
              <p:cNvPr id="46" name="墨迹 45"/>
            </p:nvPicPr>
            <p:blipFill>
              <a:blip r:embed="rId76"/>
            </p:blipFill>
            <p:spPr>
              <a:xfrm>
                <a:off x="7624445" y="5014595"/>
                <a:ext cx="1471930" cy="9525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7" name="墨迹 46"/>
              <p14:cNvContentPartPr/>
              <p14:nvPr/>
            </p14:nvContentPartPr>
            <p14:xfrm>
              <a:off x="7586345" y="4810125"/>
              <a:ext cx="1538605" cy="171450"/>
            </p14:xfrm>
          </p:contentPart>
        </mc:Choice>
        <mc:Fallback xmlns="">
          <p:pic>
            <p:nvPicPr>
              <p:cNvPr id="47" name="墨迹 46"/>
            </p:nvPicPr>
            <p:blipFill>
              <a:blip r:embed="rId78"/>
            </p:blipFill>
            <p:spPr>
              <a:xfrm>
                <a:off x="7586345" y="4810125"/>
                <a:ext cx="1538605" cy="17145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8" name="墨迹 47"/>
              <p14:cNvContentPartPr/>
              <p14:nvPr/>
            </p14:nvContentPartPr>
            <p14:xfrm>
              <a:off x="7505700" y="4819650"/>
              <a:ext cx="1276350" cy="76200"/>
            </p14:xfrm>
          </p:contentPart>
        </mc:Choice>
        <mc:Fallback xmlns="">
          <p:pic>
            <p:nvPicPr>
              <p:cNvPr id="48" name="墨迹 47"/>
            </p:nvPicPr>
            <p:blipFill>
              <a:blip r:embed="rId80"/>
            </p:blipFill>
            <p:spPr>
              <a:xfrm>
                <a:off x="7505700" y="4819650"/>
                <a:ext cx="1276350" cy="7620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9" name="墨迹 48"/>
              <p14:cNvContentPartPr/>
              <p14:nvPr/>
            </p14:nvContentPartPr>
            <p14:xfrm>
              <a:off x="7395845" y="4824095"/>
              <a:ext cx="1552575" cy="114300"/>
            </p14:xfrm>
          </p:contentPart>
        </mc:Choice>
        <mc:Fallback xmlns="">
          <p:pic>
            <p:nvPicPr>
              <p:cNvPr id="49" name="墨迹 48"/>
            </p:nvPicPr>
            <p:blipFill>
              <a:blip r:embed="rId82"/>
            </p:blipFill>
            <p:spPr>
              <a:xfrm>
                <a:off x="7395845" y="4824095"/>
                <a:ext cx="1552575" cy="114300"/>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50" name="墨迹 49"/>
              <p14:cNvContentPartPr/>
              <p14:nvPr/>
            </p14:nvContentPartPr>
            <p14:xfrm>
              <a:off x="8700770" y="4791075"/>
              <a:ext cx="238125" cy="80645"/>
            </p14:xfrm>
          </p:contentPart>
        </mc:Choice>
        <mc:Fallback xmlns="">
          <p:pic>
            <p:nvPicPr>
              <p:cNvPr id="50" name="墨迹 49"/>
            </p:nvPicPr>
            <p:blipFill>
              <a:blip r:embed="rId84"/>
            </p:blipFill>
            <p:spPr>
              <a:xfrm>
                <a:off x="8700770" y="4791075"/>
                <a:ext cx="238125" cy="80645"/>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51" name="墨迹 50"/>
              <p14:cNvContentPartPr/>
              <p14:nvPr/>
            </p14:nvContentPartPr>
            <p14:xfrm>
              <a:off x="7772400" y="4795520"/>
              <a:ext cx="1118870" cy="133350"/>
            </p14:xfrm>
          </p:contentPart>
        </mc:Choice>
        <mc:Fallback xmlns="">
          <p:pic>
            <p:nvPicPr>
              <p:cNvPr id="51" name="墨迹 50"/>
            </p:nvPicPr>
            <p:blipFill>
              <a:blip r:embed="rId86"/>
            </p:blipFill>
            <p:spPr>
              <a:xfrm>
                <a:off x="7772400" y="4795520"/>
                <a:ext cx="1118870" cy="133350"/>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52" name="墨迹 51"/>
              <p14:cNvContentPartPr/>
              <p14:nvPr/>
            </p14:nvContentPartPr>
            <p14:xfrm>
              <a:off x="8891270" y="4838700"/>
              <a:ext cx="24130" cy="360"/>
            </p14:xfrm>
          </p:contentPart>
        </mc:Choice>
        <mc:Fallback xmlns="">
          <p:pic>
            <p:nvPicPr>
              <p:cNvPr id="52" name="墨迹 51"/>
            </p:nvPicPr>
            <p:blipFill>
              <a:blip r:embed="rId88"/>
            </p:blipFill>
            <p:spPr>
              <a:xfrm>
                <a:off x="8891270" y="4838700"/>
                <a:ext cx="24130" cy="360"/>
              </a:xfrm>
              <a:prstGeom prst="rect"/>
            </p:spPr>
          </p:pic>
        </mc:Fallback>
      </mc:AlternateContent>
    </p:spTree>
    <p:custDataLst>
      <p:tags r:id="rId89"/>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现有多任务学习方法</a:t>
            </a:r>
            <a:endParaRPr lang="zh-CN" altLang="en-US"/>
          </a:p>
        </p:txBody>
      </p:sp>
      <p:sp>
        <p:nvSpPr>
          <p:cNvPr id="3" name="内容占位符 2"/>
          <p:cNvSpPr>
            <a:spLocks noGrp="1"/>
          </p:cNvSpPr>
          <p:nvPr>
            <p:ph idx="1"/>
            <p:custDataLst>
              <p:tags r:id="rId2"/>
            </p:custDataLst>
          </p:nvPr>
        </p:nvSpPr>
        <p:spPr/>
        <p:txBody>
          <a:bodyPr/>
          <a:p>
            <a:r>
              <a:rPr lang="zh-CN" altLang="en-US"/>
              <a:t>方法一：</a:t>
            </a:r>
            <a:r>
              <a:rPr lang="zh-CN" altLang="en-US"/>
              <a:t>共享底层</a:t>
            </a:r>
            <a:r>
              <a:rPr lang="zh-CN" altLang="en-US"/>
              <a:t>网络</a:t>
            </a:r>
            <a:endParaRPr lang="zh-CN" altLang="en-US"/>
          </a:p>
          <a:p>
            <a:endParaRPr lang="zh-CN" altLang="en-US"/>
          </a:p>
          <a:p>
            <a:pPr lvl="1"/>
            <a:endParaRPr lang="zh-CN" altLang="en-US"/>
          </a:p>
        </p:txBody>
      </p:sp>
      <p:pic>
        <p:nvPicPr>
          <p:cNvPr id="4" name="图片 3"/>
          <p:cNvPicPr>
            <a:picLocks noChangeAspect="1"/>
          </p:cNvPicPr>
          <p:nvPr/>
        </p:nvPicPr>
        <p:blipFill>
          <a:blip r:embed="rId3"/>
          <a:stretch>
            <a:fillRect/>
          </a:stretch>
        </p:blipFill>
        <p:spPr>
          <a:xfrm>
            <a:off x="2819400" y="2136140"/>
            <a:ext cx="5867400" cy="3644900"/>
          </a:xfrm>
          <a:prstGeom prst="rect">
            <a:avLst/>
          </a:prstGeom>
          <a:ln>
            <a:solidFill>
              <a:schemeClr val="bg1">
                <a:lumMod val="75000"/>
              </a:schemeClr>
            </a:solidFill>
          </a:ln>
        </p:spPr>
      </p:pic>
      <p:sp>
        <p:nvSpPr>
          <p:cNvPr id="5" name="文本框 4"/>
          <p:cNvSpPr txBox="1"/>
          <p:nvPr/>
        </p:nvSpPr>
        <p:spPr>
          <a:xfrm>
            <a:off x="3593465" y="5999480"/>
            <a:ext cx="4064000" cy="368300"/>
          </a:xfrm>
          <a:prstGeom prst="rect">
            <a:avLst/>
          </a:prstGeom>
          <a:noFill/>
        </p:spPr>
        <p:txBody>
          <a:bodyPr wrap="square" rtlCol="0">
            <a:spAutoFit/>
          </a:bodyPr>
          <a:p>
            <a:pPr algn="ctr"/>
            <a:r>
              <a:rPr lang="zh-CN" altLang="en-US"/>
              <a:t>性能一般，准确率提升</a:t>
            </a:r>
            <a:r>
              <a:rPr lang="zh-CN" altLang="en-US"/>
              <a:t>有限</a:t>
            </a:r>
            <a:endParaRPr lang="zh-CN" altLang="en-US"/>
          </a:p>
        </p:txBody>
      </p:sp>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1695450" y="1414145"/>
              <a:ext cx="1795145" cy="581025"/>
            </p14:xfrm>
          </p:contentPart>
        </mc:Choice>
        <mc:Fallback xmlns="">
          <p:pic>
            <p:nvPicPr>
              <p:cNvPr id="7" name="墨迹 6"/>
            </p:nvPicPr>
            <p:blipFill>
              <a:blip r:embed="rId5"/>
            </p:blipFill>
            <p:spPr>
              <a:xfrm>
                <a:off x="1695450" y="1414145"/>
                <a:ext cx="1795145" cy="58102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墨迹 7"/>
              <p14:cNvContentPartPr/>
              <p14:nvPr/>
            </p14:nvContentPartPr>
            <p14:xfrm>
              <a:off x="5357495" y="3990975"/>
              <a:ext cx="2476500" cy="1109345"/>
            </p14:xfrm>
          </p:contentPart>
        </mc:Choice>
        <mc:Fallback xmlns="">
          <p:pic>
            <p:nvPicPr>
              <p:cNvPr id="8" name="墨迹 7"/>
            </p:nvPicPr>
            <p:blipFill>
              <a:blip r:embed="rId7"/>
            </p:blipFill>
            <p:spPr>
              <a:xfrm>
                <a:off x="5357495" y="3990975"/>
                <a:ext cx="2476500" cy="110934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4048125" y="5928995"/>
              <a:ext cx="1395095" cy="633730"/>
            </p14:xfrm>
          </p:contentPart>
        </mc:Choice>
        <mc:Fallback xmlns="">
          <p:pic>
            <p:nvPicPr>
              <p:cNvPr id="9" name="墨迹 8"/>
            </p:nvPicPr>
            <p:blipFill>
              <a:blip r:embed="rId9"/>
            </p:blipFill>
            <p:spPr>
              <a:xfrm>
                <a:off x="4048125" y="5928995"/>
                <a:ext cx="1395095" cy="633730"/>
              </a:xfrm>
              <a:prstGeom prst="rect"/>
            </p:spPr>
          </p:pic>
        </mc:Fallback>
      </mc:AlternateContent>
    </p:spTree>
    <p:custDataLst>
      <p:tags r:id="rId10"/>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现有多任务学习方法</a:t>
            </a:r>
            <a:endParaRPr lang="zh-CN" altLang="en-US"/>
          </a:p>
        </p:txBody>
      </p:sp>
      <p:sp>
        <p:nvSpPr>
          <p:cNvPr id="3" name="内容占位符 2"/>
          <p:cNvSpPr>
            <a:spLocks noGrp="1"/>
          </p:cNvSpPr>
          <p:nvPr>
            <p:ph idx="1"/>
            <p:custDataLst>
              <p:tags r:id="rId2"/>
            </p:custDataLst>
          </p:nvPr>
        </p:nvSpPr>
        <p:spPr/>
        <p:txBody>
          <a:bodyPr/>
          <a:p>
            <a:r>
              <a:rPr lang="zh-CN" altLang="en-US"/>
              <a:t>方法二：专用信息迁移</a:t>
            </a:r>
            <a:r>
              <a:rPr lang="zh-CN" altLang="en-US"/>
              <a:t>网络</a:t>
            </a:r>
            <a:endParaRPr lang="zh-CN" altLang="en-US"/>
          </a:p>
          <a:p>
            <a:endParaRPr lang="zh-CN" altLang="en-US"/>
          </a:p>
          <a:p>
            <a:pPr lvl="1"/>
            <a:endParaRPr lang="zh-CN" altLang="en-US"/>
          </a:p>
        </p:txBody>
      </p:sp>
      <p:sp>
        <p:nvSpPr>
          <p:cNvPr id="5" name="文本框 4"/>
          <p:cNvSpPr txBox="1"/>
          <p:nvPr/>
        </p:nvSpPr>
        <p:spPr>
          <a:xfrm>
            <a:off x="3449955" y="6106160"/>
            <a:ext cx="4064000" cy="368300"/>
          </a:xfrm>
          <a:prstGeom prst="rect">
            <a:avLst/>
          </a:prstGeom>
          <a:noFill/>
        </p:spPr>
        <p:txBody>
          <a:bodyPr wrap="square" rtlCol="0">
            <a:spAutoFit/>
          </a:bodyPr>
          <a:p>
            <a:pPr algn="ctr"/>
            <a:r>
              <a:rPr lang="zh-CN" altLang="en-US"/>
              <a:t>代价高，实时性</a:t>
            </a:r>
            <a:r>
              <a:rPr lang="zh-CN" altLang="en-US"/>
              <a:t>不满足</a:t>
            </a:r>
            <a:endParaRPr lang="zh-CN" altLang="en-US"/>
          </a:p>
        </p:txBody>
      </p:sp>
      <p:pic>
        <p:nvPicPr>
          <p:cNvPr id="7" name="图片 6"/>
          <p:cNvPicPr>
            <a:picLocks noChangeAspect="1"/>
          </p:cNvPicPr>
          <p:nvPr/>
        </p:nvPicPr>
        <p:blipFill>
          <a:blip r:embed="rId3"/>
          <a:stretch>
            <a:fillRect/>
          </a:stretch>
        </p:blipFill>
        <p:spPr>
          <a:xfrm>
            <a:off x="3185795" y="2162175"/>
            <a:ext cx="4471670" cy="3837305"/>
          </a:xfrm>
          <a:prstGeom prst="rect">
            <a:avLst/>
          </a:prstGeom>
        </p:spPr>
      </p:pic>
      <mc:AlternateContent xmlns:mc="http://schemas.openxmlformats.org/markup-compatibility/2006" xmlns:p14="http://schemas.microsoft.com/office/powerpoint/2010/main">
        <mc:Choice Requires="p14">
          <p:contentPart r:id="rId4" p14:bwMode="auto">
            <p14:nvContentPartPr>
              <p14:cNvPr id="8" name="墨迹 7"/>
              <p14:cNvContentPartPr/>
              <p14:nvPr/>
            </p14:nvContentPartPr>
            <p14:xfrm>
              <a:off x="1699895" y="1371600"/>
              <a:ext cx="1781175" cy="671195"/>
            </p14:xfrm>
          </p:contentPart>
        </mc:Choice>
        <mc:Fallback xmlns="">
          <p:pic>
            <p:nvPicPr>
              <p:cNvPr id="8" name="墨迹 7"/>
            </p:nvPicPr>
            <p:blipFill>
              <a:blip r:embed="rId5"/>
            </p:blipFill>
            <p:spPr>
              <a:xfrm>
                <a:off x="1699895" y="1371600"/>
                <a:ext cx="1781175" cy="67119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9" name="墨迹 8"/>
              <p14:cNvContentPartPr/>
              <p14:nvPr/>
            </p14:nvContentPartPr>
            <p14:xfrm>
              <a:off x="3738245" y="3490595"/>
              <a:ext cx="1805305" cy="671830"/>
            </p14:xfrm>
          </p:contentPart>
        </mc:Choice>
        <mc:Fallback xmlns="">
          <p:pic>
            <p:nvPicPr>
              <p:cNvPr id="9" name="墨迹 8"/>
            </p:nvPicPr>
            <p:blipFill>
              <a:blip r:embed="rId7"/>
            </p:blipFill>
            <p:spPr>
              <a:xfrm>
                <a:off x="3738245" y="3490595"/>
                <a:ext cx="1805305" cy="67183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0" name="墨迹 9"/>
              <p14:cNvContentPartPr/>
              <p14:nvPr/>
            </p14:nvContentPartPr>
            <p14:xfrm>
              <a:off x="3819525" y="3838575"/>
              <a:ext cx="1552575" cy="742950"/>
            </p14:xfrm>
          </p:contentPart>
        </mc:Choice>
        <mc:Fallback xmlns="">
          <p:pic>
            <p:nvPicPr>
              <p:cNvPr id="10" name="墨迹 9"/>
            </p:nvPicPr>
            <p:blipFill>
              <a:blip r:embed="rId9"/>
            </p:blipFill>
            <p:spPr>
              <a:xfrm>
                <a:off x="3819525" y="3838575"/>
                <a:ext cx="1552575" cy="7429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1" name="墨迹 10"/>
              <p14:cNvContentPartPr/>
              <p14:nvPr/>
            </p14:nvContentPartPr>
            <p14:xfrm>
              <a:off x="5153025" y="3724275"/>
              <a:ext cx="128270" cy="266700"/>
            </p14:xfrm>
          </p:contentPart>
        </mc:Choice>
        <mc:Fallback xmlns="">
          <p:pic>
            <p:nvPicPr>
              <p:cNvPr id="11" name="墨迹 10"/>
            </p:nvPicPr>
            <p:blipFill>
              <a:blip r:embed="rId11"/>
            </p:blipFill>
            <p:spPr>
              <a:xfrm>
                <a:off x="5153025" y="3724275"/>
                <a:ext cx="128270" cy="2667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2" name="墨迹 11"/>
              <p14:cNvContentPartPr/>
              <p14:nvPr/>
            </p14:nvContentPartPr>
            <p14:xfrm>
              <a:off x="5219700" y="3314700"/>
              <a:ext cx="2057400" cy="861695"/>
            </p14:xfrm>
          </p:contentPart>
        </mc:Choice>
        <mc:Fallback xmlns="">
          <p:pic>
            <p:nvPicPr>
              <p:cNvPr id="12" name="墨迹 11"/>
            </p:nvPicPr>
            <p:blipFill>
              <a:blip r:embed="rId13"/>
            </p:blipFill>
            <p:spPr>
              <a:xfrm>
                <a:off x="5219700" y="3314700"/>
                <a:ext cx="2057400" cy="86169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3" name="墨迹 12"/>
              <p14:cNvContentPartPr/>
              <p14:nvPr/>
            </p14:nvContentPartPr>
            <p14:xfrm>
              <a:off x="6172200" y="3728720"/>
              <a:ext cx="1104900" cy="71755"/>
            </p14:xfrm>
          </p:contentPart>
        </mc:Choice>
        <mc:Fallback xmlns="">
          <p:pic>
            <p:nvPicPr>
              <p:cNvPr id="13" name="墨迹 12"/>
            </p:nvPicPr>
            <p:blipFill>
              <a:blip r:embed="rId15"/>
            </p:blipFill>
            <p:spPr>
              <a:xfrm>
                <a:off x="6172200" y="3728720"/>
                <a:ext cx="1104900" cy="7175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4" name="墨迹 13"/>
              <p14:cNvContentPartPr/>
              <p14:nvPr/>
            </p14:nvContentPartPr>
            <p14:xfrm>
              <a:off x="4204970" y="5986145"/>
              <a:ext cx="986155" cy="586105"/>
            </p14:xfrm>
          </p:contentPart>
        </mc:Choice>
        <mc:Fallback xmlns="">
          <p:pic>
            <p:nvPicPr>
              <p:cNvPr id="14" name="墨迹 13"/>
            </p:nvPicPr>
            <p:blipFill>
              <a:blip r:embed="rId17"/>
            </p:blipFill>
            <p:spPr>
              <a:xfrm>
                <a:off x="4204970" y="5986145"/>
                <a:ext cx="986155" cy="58610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5" name="墨迹 14"/>
              <p14:cNvContentPartPr/>
              <p14:nvPr/>
            </p14:nvContentPartPr>
            <p14:xfrm>
              <a:off x="5243195" y="6381750"/>
              <a:ext cx="1285875" cy="219075"/>
            </p14:xfrm>
          </p:contentPart>
        </mc:Choice>
        <mc:Fallback xmlns="">
          <p:pic>
            <p:nvPicPr>
              <p:cNvPr id="15" name="墨迹 14"/>
            </p:nvPicPr>
            <p:blipFill>
              <a:blip r:embed="rId19"/>
            </p:blipFill>
            <p:spPr>
              <a:xfrm>
                <a:off x="5243195" y="6381750"/>
                <a:ext cx="1285875" cy="219075"/>
              </a:xfrm>
              <a:prstGeom prst="rect"/>
            </p:spPr>
          </p:pic>
        </mc:Fallback>
      </mc:AlternateContent>
    </p:spTree>
    <p:custDataLst>
      <p:tags r:id="rId20"/>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现有多任务学习方法</a:t>
            </a:r>
            <a:endParaRPr lang="zh-CN" altLang="en-US"/>
          </a:p>
        </p:txBody>
      </p:sp>
      <p:sp>
        <p:nvSpPr>
          <p:cNvPr id="3" name="内容占位符 2"/>
          <p:cNvSpPr>
            <a:spLocks noGrp="1"/>
          </p:cNvSpPr>
          <p:nvPr>
            <p:ph idx="1"/>
            <p:custDataLst>
              <p:tags r:id="rId2"/>
            </p:custDataLst>
          </p:nvPr>
        </p:nvSpPr>
        <p:spPr/>
        <p:txBody>
          <a:bodyPr/>
          <a:p>
            <a:r>
              <a:rPr lang="zh-CN" altLang="en-US"/>
              <a:t>方法三：仅迁移最后的概率输出</a:t>
            </a:r>
            <a:endParaRPr lang="zh-CN" altLang="en-US"/>
          </a:p>
          <a:p>
            <a:endParaRPr lang="zh-CN" altLang="en-US"/>
          </a:p>
          <a:p>
            <a:pPr lvl="1"/>
            <a:endParaRPr lang="zh-CN" altLang="en-US"/>
          </a:p>
        </p:txBody>
      </p:sp>
      <p:sp>
        <p:nvSpPr>
          <p:cNvPr id="5" name="文本框 4"/>
          <p:cNvSpPr txBox="1"/>
          <p:nvPr/>
        </p:nvSpPr>
        <p:spPr>
          <a:xfrm>
            <a:off x="3449955" y="6106160"/>
            <a:ext cx="4064000" cy="368300"/>
          </a:xfrm>
          <a:prstGeom prst="rect">
            <a:avLst/>
          </a:prstGeom>
          <a:noFill/>
        </p:spPr>
        <p:txBody>
          <a:bodyPr wrap="square" rtlCol="0">
            <a:spAutoFit/>
          </a:bodyPr>
          <a:p>
            <a:pPr algn="ctr"/>
            <a:r>
              <a:rPr lang="zh-CN" altLang="en-US"/>
              <a:t>信息传递</a:t>
            </a:r>
            <a:r>
              <a:rPr lang="zh-CN" altLang="en-US"/>
              <a:t>不足</a:t>
            </a:r>
            <a:endParaRPr lang="zh-CN" altLang="en-US"/>
          </a:p>
        </p:txBody>
      </p:sp>
      <p:pic>
        <p:nvPicPr>
          <p:cNvPr id="4" name="图片 3"/>
          <p:cNvPicPr>
            <a:picLocks noChangeAspect="1"/>
          </p:cNvPicPr>
          <p:nvPr/>
        </p:nvPicPr>
        <p:blipFill>
          <a:blip r:embed="rId3"/>
          <a:stretch>
            <a:fillRect/>
          </a:stretch>
        </p:blipFill>
        <p:spPr>
          <a:xfrm>
            <a:off x="3242310" y="2059305"/>
            <a:ext cx="4573905" cy="3893185"/>
          </a:xfrm>
          <a:prstGeom prst="rect">
            <a:avLst/>
          </a:prstGeom>
        </p:spPr>
      </p:pic>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1895475" y="1885950"/>
              <a:ext cx="2105025" cy="137795"/>
            </p14:xfrm>
          </p:contentPart>
        </mc:Choice>
        <mc:Fallback xmlns="">
          <p:pic>
            <p:nvPicPr>
              <p:cNvPr id="6" name="墨迹 5"/>
            </p:nvPicPr>
            <p:blipFill>
              <a:blip r:embed="rId5"/>
            </p:blipFill>
            <p:spPr>
              <a:xfrm>
                <a:off x="1895475" y="1885950"/>
                <a:ext cx="2105025" cy="13779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墨迹 7"/>
              <p14:cNvContentPartPr/>
              <p14:nvPr/>
            </p14:nvContentPartPr>
            <p14:xfrm>
              <a:off x="3752850" y="2642870"/>
              <a:ext cx="323850" cy="180975"/>
            </p14:xfrm>
          </p:contentPart>
        </mc:Choice>
        <mc:Fallback xmlns="">
          <p:pic>
            <p:nvPicPr>
              <p:cNvPr id="8" name="墨迹 7"/>
            </p:nvPicPr>
            <p:blipFill>
              <a:blip r:embed="rId7"/>
            </p:blipFill>
            <p:spPr>
              <a:xfrm>
                <a:off x="3752850" y="2642870"/>
                <a:ext cx="323850" cy="18097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5372100" y="2747645"/>
              <a:ext cx="42545" cy="360"/>
            </p14:xfrm>
          </p:contentPart>
        </mc:Choice>
        <mc:Fallback xmlns="">
          <p:pic>
            <p:nvPicPr>
              <p:cNvPr id="9" name="墨迹 8"/>
            </p:nvPicPr>
            <p:blipFill>
              <a:blip r:embed="rId9"/>
            </p:blipFill>
            <p:spPr>
              <a:xfrm>
                <a:off x="5372100" y="2747645"/>
                <a:ext cx="42545"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 name="墨迹 9"/>
              <p14:cNvContentPartPr/>
              <p14:nvPr/>
            </p14:nvContentPartPr>
            <p14:xfrm>
              <a:off x="3462020" y="2962275"/>
              <a:ext cx="1109980" cy="2219325"/>
            </p14:xfrm>
          </p:contentPart>
        </mc:Choice>
        <mc:Fallback xmlns="">
          <p:pic>
            <p:nvPicPr>
              <p:cNvPr id="10" name="墨迹 9"/>
            </p:nvPicPr>
            <p:blipFill>
              <a:blip r:embed="rId11"/>
            </p:blipFill>
            <p:spPr>
              <a:xfrm>
                <a:off x="3462020" y="2962275"/>
                <a:ext cx="1109980" cy="2219325"/>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1" name="墨迹 10"/>
              <p14:cNvContentPartPr/>
              <p14:nvPr/>
            </p14:nvContentPartPr>
            <p14:xfrm>
              <a:off x="5057775" y="3105150"/>
              <a:ext cx="885825" cy="2019300"/>
            </p14:xfrm>
          </p:contentPart>
        </mc:Choice>
        <mc:Fallback xmlns="">
          <p:pic>
            <p:nvPicPr>
              <p:cNvPr id="11" name="墨迹 10"/>
            </p:nvPicPr>
            <p:blipFill>
              <a:blip r:embed="rId13"/>
            </p:blipFill>
            <p:spPr>
              <a:xfrm>
                <a:off x="5057775" y="3105150"/>
                <a:ext cx="885825" cy="20193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2" name="墨迹 11"/>
              <p14:cNvContentPartPr/>
              <p14:nvPr/>
            </p14:nvContentPartPr>
            <p14:xfrm>
              <a:off x="5200650" y="2581275"/>
              <a:ext cx="438150" cy="352425"/>
            </p14:xfrm>
          </p:contentPart>
        </mc:Choice>
        <mc:Fallback xmlns="">
          <p:pic>
            <p:nvPicPr>
              <p:cNvPr id="12" name="墨迹 11"/>
            </p:nvPicPr>
            <p:blipFill>
              <a:blip r:embed="rId15"/>
            </p:blipFill>
            <p:spPr>
              <a:xfrm>
                <a:off x="5200650" y="2581275"/>
                <a:ext cx="438150" cy="35242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3" name="墨迹 12"/>
              <p14:cNvContentPartPr/>
              <p14:nvPr/>
            </p14:nvContentPartPr>
            <p14:xfrm>
              <a:off x="4667250" y="5967095"/>
              <a:ext cx="1771650" cy="567055"/>
            </p14:xfrm>
          </p:contentPart>
        </mc:Choice>
        <mc:Fallback xmlns="">
          <p:pic>
            <p:nvPicPr>
              <p:cNvPr id="13" name="墨迹 12"/>
            </p:nvPicPr>
            <p:blipFill>
              <a:blip r:embed="rId17"/>
            </p:blipFill>
            <p:spPr>
              <a:xfrm>
                <a:off x="4667250" y="5967095"/>
                <a:ext cx="1771650" cy="56705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4" name="墨迹 13"/>
              <p14:cNvContentPartPr/>
              <p14:nvPr/>
            </p14:nvContentPartPr>
            <p14:xfrm>
              <a:off x="4810125" y="6381750"/>
              <a:ext cx="514350" cy="185420"/>
            </p14:xfrm>
          </p:contentPart>
        </mc:Choice>
        <mc:Fallback xmlns="">
          <p:pic>
            <p:nvPicPr>
              <p:cNvPr id="14" name="墨迹 13"/>
            </p:nvPicPr>
            <p:blipFill>
              <a:blip r:embed="rId19"/>
            </p:blipFill>
            <p:spPr>
              <a:xfrm>
                <a:off x="4810125" y="6381750"/>
                <a:ext cx="514350" cy="18542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5" name="墨迹 14"/>
              <p14:cNvContentPartPr/>
              <p14:nvPr/>
            </p14:nvContentPartPr>
            <p14:xfrm>
              <a:off x="3838575" y="2671445"/>
              <a:ext cx="242570" cy="262255"/>
            </p14:xfrm>
          </p:contentPart>
        </mc:Choice>
        <mc:Fallback xmlns="">
          <p:pic>
            <p:nvPicPr>
              <p:cNvPr id="15" name="墨迹 14"/>
            </p:nvPicPr>
            <p:blipFill>
              <a:blip r:embed="rId21"/>
            </p:blipFill>
            <p:spPr>
              <a:xfrm>
                <a:off x="3838575" y="2671445"/>
                <a:ext cx="242570" cy="262255"/>
              </a:xfrm>
              <a:prstGeom prst="rect"/>
            </p:spPr>
          </p:pic>
        </mc:Fallback>
      </mc:AlternateContent>
    </p:spTree>
    <p:custDataLst>
      <p:tags r:id="rId2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ResFlow</a:t>
            </a:r>
            <a:r>
              <a:rPr lang="zh-CN" altLang="en-US" sz="2400">
                <a:solidFill>
                  <a:schemeClr val="tx1">
                    <a:lumMod val="50000"/>
                    <a:lumOff val="50000"/>
                  </a:schemeClr>
                </a:solidFill>
              </a:rPr>
              <a:t>（残差流动）</a:t>
            </a:r>
            <a:endParaRPr lang="zh-CN" altLang="en-US" sz="2400">
              <a:solidFill>
                <a:schemeClr val="tx1">
                  <a:lumMod val="50000"/>
                  <a:lumOff val="50000"/>
                </a:schemeClr>
              </a:solidFill>
            </a:endParaRPr>
          </a:p>
        </p:txBody>
      </p:sp>
      <p:pic>
        <p:nvPicPr>
          <p:cNvPr id="8" name="内容占位符 3"/>
          <p:cNvPicPr>
            <a:picLocks noChangeAspect="1"/>
          </p:cNvPicPr>
          <p:nvPr>
            <p:ph sz="half" idx="1"/>
            <p:custDataLst>
              <p:tags r:id="rId2"/>
            </p:custDataLst>
          </p:nvPr>
        </p:nvPicPr>
        <p:blipFill>
          <a:blip r:embed="rId3"/>
          <a:stretch>
            <a:fillRect/>
          </a:stretch>
        </p:blipFill>
        <p:spPr>
          <a:xfrm>
            <a:off x="659130" y="1703070"/>
            <a:ext cx="5074920" cy="4343400"/>
          </a:xfrm>
          <a:prstGeom prst="rect">
            <a:avLst/>
          </a:prstGeom>
        </p:spPr>
      </p:pic>
      <p:sp>
        <p:nvSpPr>
          <p:cNvPr id="7" name="内容占位符 6"/>
          <p:cNvSpPr>
            <a:spLocks noGrp="1"/>
          </p:cNvSpPr>
          <p:nvPr>
            <p:ph sz="half" idx="2"/>
            <p:custDataLst>
              <p:tags r:id="rId4"/>
            </p:custDataLst>
          </p:nvPr>
        </p:nvSpPr>
        <p:spPr/>
        <p:txBody>
          <a:bodyPr/>
          <a:p>
            <a:endParaRPr lang="zh-CN" altLang="en-US">
              <a:solidFill>
                <a:srgbClr val="0070C0"/>
              </a:solidFill>
            </a:endParaRPr>
          </a:p>
          <a:p>
            <a:r>
              <a:rPr lang="zh-CN" altLang="en-US">
                <a:solidFill>
                  <a:srgbClr val="0070C0"/>
                </a:solidFill>
              </a:rPr>
              <a:t>通过残差连接迁移各层输出</a:t>
            </a:r>
            <a:endParaRPr lang="zh-CN" altLang="en-US">
              <a:solidFill>
                <a:srgbClr val="0070C0"/>
              </a:solidFill>
            </a:endParaRPr>
          </a:p>
          <a:p>
            <a:endParaRPr lang="zh-CN" altLang="en-US"/>
          </a:p>
          <a:p>
            <a:r>
              <a:rPr lang="zh-CN" altLang="en-US">
                <a:solidFill>
                  <a:srgbClr val="00B050"/>
                </a:solidFill>
              </a:rPr>
              <a:t>后续</a:t>
            </a:r>
            <a:r>
              <a:rPr lang="zh-CN" altLang="en-US">
                <a:solidFill>
                  <a:srgbClr val="00B050"/>
                </a:solidFill>
                <a:sym typeface="+mn-ea"/>
              </a:rPr>
              <a:t>任务</a:t>
            </a:r>
            <a:r>
              <a:rPr lang="zh-CN" altLang="en-US">
                <a:solidFill>
                  <a:srgbClr val="00B050"/>
                </a:solidFill>
              </a:rPr>
              <a:t>只需要学习上一个任务的</a:t>
            </a:r>
            <a:r>
              <a:rPr lang="zh-CN" altLang="en-US">
                <a:solidFill>
                  <a:srgbClr val="00B050"/>
                </a:solidFill>
              </a:rPr>
              <a:t>残差</a:t>
            </a:r>
            <a:endParaRPr lang="zh-CN" altLang="en-US"/>
          </a:p>
          <a:p>
            <a:endParaRPr lang="zh-CN" altLang="en-US"/>
          </a:p>
          <a:p>
            <a:r>
              <a:rPr lang="zh-CN" altLang="en-US"/>
              <a:t>广泛</a:t>
            </a:r>
            <a:r>
              <a:rPr lang="zh-CN" altLang="en-US"/>
              <a:t>实践证明：残差</a:t>
            </a:r>
            <a:r>
              <a:rPr lang="zh-CN" altLang="en-US"/>
              <a:t>容易学，泛化</a:t>
            </a:r>
            <a:r>
              <a:rPr lang="zh-CN" altLang="en-US"/>
              <a:t>性能更好</a:t>
            </a:r>
            <a:endParaRPr lang="zh-CN" altLang="en-US"/>
          </a:p>
          <a:p>
            <a:endParaRPr lang="zh-CN" altLang="en-US"/>
          </a:p>
          <a:p>
            <a:r>
              <a:rPr lang="zh-CN" altLang="en-US">
                <a:solidFill>
                  <a:srgbClr val="00B050"/>
                </a:solidFill>
              </a:rPr>
              <a:t>只有一个加法：代价极低，满足实时性要求</a:t>
            </a:r>
            <a:endParaRPr lang="zh-CN" altLang="en-US"/>
          </a:p>
          <a:p>
            <a:endParaRPr lang="zh-CN" altLang="en-US"/>
          </a:p>
        </p:txBody>
      </p:sp>
      <mc:AlternateContent xmlns:mc="http://schemas.openxmlformats.org/markup-compatibility/2006" xmlns:p14="http://schemas.microsoft.com/office/powerpoint/2010/main">
        <mc:Choice Requires="p14">
          <p:contentPart r:id="rId5" p14:bwMode="auto">
            <p14:nvContentPartPr>
              <p14:cNvPr id="9" name="墨迹 8"/>
              <p14:cNvContentPartPr/>
              <p14:nvPr/>
            </p14:nvContentPartPr>
            <p14:xfrm>
              <a:off x="314325" y="485775"/>
              <a:ext cx="2438400" cy="933450"/>
            </p14:xfrm>
          </p:contentPart>
        </mc:Choice>
        <mc:Fallback xmlns="">
          <p:pic>
            <p:nvPicPr>
              <p:cNvPr id="9" name="墨迹 8"/>
            </p:nvPicPr>
            <p:blipFill>
              <a:blip r:embed="rId6"/>
            </p:blipFill>
            <p:spPr>
              <a:xfrm>
                <a:off x="314325" y="485775"/>
                <a:ext cx="2438400" cy="9334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0" name="墨迹 9"/>
              <p14:cNvContentPartPr/>
              <p14:nvPr/>
            </p14:nvContentPartPr>
            <p14:xfrm>
              <a:off x="1457325" y="4591050"/>
              <a:ext cx="1480820" cy="38100"/>
            </p14:xfrm>
          </p:contentPart>
        </mc:Choice>
        <mc:Fallback xmlns="">
          <p:pic>
            <p:nvPicPr>
              <p:cNvPr id="10" name="墨迹 9"/>
            </p:nvPicPr>
            <p:blipFill>
              <a:blip r:embed="rId8"/>
            </p:blipFill>
            <p:spPr>
              <a:xfrm>
                <a:off x="1457325" y="4591050"/>
                <a:ext cx="1480820" cy="381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1" name="墨迹 10"/>
              <p14:cNvContentPartPr/>
              <p14:nvPr/>
            </p14:nvContentPartPr>
            <p14:xfrm>
              <a:off x="1381125" y="3700145"/>
              <a:ext cx="1638300" cy="52705"/>
            </p14:xfrm>
          </p:contentPart>
        </mc:Choice>
        <mc:Fallback xmlns="">
          <p:pic>
            <p:nvPicPr>
              <p:cNvPr id="11" name="墨迹 10"/>
            </p:nvPicPr>
            <p:blipFill>
              <a:blip r:embed="rId10"/>
            </p:blipFill>
            <p:spPr>
              <a:xfrm>
                <a:off x="1381125" y="3700145"/>
                <a:ext cx="1638300" cy="5270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2" name="墨迹 11"/>
              <p14:cNvContentPartPr/>
              <p14:nvPr/>
            </p14:nvContentPartPr>
            <p14:xfrm>
              <a:off x="2800350" y="3609975"/>
              <a:ext cx="137795" cy="190500"/>
            </p14:xfrm>
          </p:contentPart>
        </mc:Choice>
        <mc:Fallback xmlns="">
          <p:pic>
            <p:nvPicPr>
              <p:cNvPr id="12" name="墨迹 11"/>
            </p:nvPicPr>
            <p:blipFill>
              <a:blip r:embed="rId12"/>
            </p:blipFill>
            <p:spPr>
              <a:xfrm>
                <a:off x="2800350" y="3609975"/>
                <a:ext cx="137795" cy="1905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3" name="墨迹 12"/>
              <p14:cNvContentPartPr/>
              <p14:nvPr/>
            </p14:nvContentPartPr>
            <p14:xfrm>
              <a:off x="6867525" y="2457450"/>
              <a:ext cx="360" cy="360"/>
            </p14:xfrm>
          </p:contentPart>
        </mc:Choice>
        <mc:Fallback xmlns="">
          <p:pic>
            <p:nvPicPr>
              <p:cNvPr id="13" name="墨迹 12"/>
            </p:nvPicPr>
            <p:blipFill>
              <a:blip r:embed="rId14"/>
            </p:blipFill>
            <p:spPr>
              <a:xfrm>
                <a:off x="6867525" y="2457450"/>
                <a:ext cx="360" cy="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4" name="墨迹 13"/>
              <p14:cNvContentPartPr/>
              <p14:nvPr/>
            </p14:nvContentPartPr>
            <p14:xfrm>
              <a:off x="1524000" y="2680970"/>
              <a:ext cx="1490345" cy="28575"/>
            </p14:xfrm>
          </p:contentPart>
        </mc:Choice>
        <mc:Fallback xmlns="">
          <p:pic>
            <p:nvPicPr>
              <p:cNvPr id="14" name="墨迹 13"/>
            </p:nvPicPr>
            <p:blipFill>
              <a:blip r:embed="rId16"/>
            </p:blipFill>
            <p:spPr>
              <a:xfrm>
                <a:off x="1524000" y="2680970"/>
                <a:ext cx="1490345" cy="2857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5" name="墨迹 14"/>
              <p14:cNvContentPartPr/>
              <p14:nvPr/>
            </p14:nvContentPartPr>
            <p14:xfrm>
              <a:off x="2957195" y="2652395"/>
              <a:ext cx="123825" cy="171450"/>
            </p14:xfrm>
          </p:contentPart>
        </mc:Choice>
        <mc:Fallback xmlns="">
          <p:pic>
            <p:nvPicPr>
              <p:cNvPr id="15" name="墨迹 14"/>
            </p:nvPicPr>
            <p:blipFill>
              <a:blip r:embed="rId18"/>
            </p:blipFill>
            <p:spPr>
              <a:xfrm>
                <a:off x="2957195" y="2652395"/>
                <a:ext cx="123825" cy="1714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6" name="墨迹 15"/>
              <p14:cNvContentPartPr/>
              <p14:nvPr/>
            </p14:nvContentPartPr>
            <p14:xfrm>
              <a:off x="2619375" y="4671695"/>
              <a:ext cx="871220" cy="628650"/>
            </p14:xfrm>
          </p:contentPart>
        </mc:Choice>
        <mc:Fallback xmlns="">
          <p:pic>
            <p:nvPicPr>
              <p:cNvPr id="16" name="墨迹 15"/>
            </p:nvPicPr>
            <p:blipFill>
              <a:blip r:embed="rId20"/>
            </p:blipFill>
            <p:spPr>
              <a:xfrm>
                <a:off x="2619375" y="4671695"/>
                <a:ext cx="871220" cy="6286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7" name="墨迹 16"/>
              <p14:cNvContentPartPr/>
              <p14:nvPr/>
            </p14:nvContentPartPr>
            <p14:xfrm>
              <a:off x="6309995" y="3714750"/>
              <a:ext cx="2247900" cy="885825"/>
            </p14:xfrm>
          </p:contentPart>
        </mc:Choice>
        <mc:Fallback xmlns="">
          <p:pic>
            <p:nvPicPr>
              <p:cNvPr id="17" name="墨迹 16"/>
            </p:nvPicPr>
            <p:blipFill>
              <a:blip r:embed="rId22"/>
            </p:blipFill>
            <p:spPr>
              <a:xfrm>
                <a:off x="6309995" y="3714750"/>
                <a:ext cx="2247900" cy="88582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8" name="墨迹 17"/>
              <p14:cNvContentPartPr/>
              <p14:nvPr/>
            </p14:nvContentPartPr>
            <p14:xfrm>
              <a:off x="8382000" y="3819525"/>
              <a:ext cx="3124200" cy="680720"/>
            </p14:xfrm>
          </p:contentPart>
        </mc:Choice>
        <mc:Fallback xmlns="">
          <p:pic>
            <p:nvPicPr>
              <p:cNvPr id="18" name="墨迹 17"/>
            </p:nvPicPr>
            <p:blipFill>
              <a:blip r:embed="rId24"/>
            </p:blipFill>
            <p:spPr>
              <a:xfrm>
                <a:off x="8382000" y="3819525"/>
                <a:ext cx="3124200" cy="68072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9" name="墨迹 18"/>
              <p14:cNvContentPartPr/>
              <p14:nvPr/>
            </p14:nvContentPartPr>
            <p14:xfrm>
              <a:off x="8467725" y="4357370"/>
              <a:ext cx="1333500" cy="38100"/>
            </p14:xfrm>
          </p:contentPart>
        </mc:Choice>
        <mc:Fallback xmlns="">
          <p:pic>
            <p:nvPicPr>
              <p:cNvPr id="19" name="墨迹 18"/>
            </p:nvPicPr>
            <p:blipFill>
              <a:blip r:embed="rId26"/>
            </p:blipFill>
            <p:spPr>
              <a:xfrm>
                <a:off x="8467725" y="4357370"/>
                <a:ext cx="1333500" cy="3810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0" name="墨迹 19"/>
              <p14:cNvContentPartPr/>
              <p14:nvPr/>
            </p14:nvContentPartPr>
            <p14:xfrm>
              <a:off x="9982200" y="4295775"/>
              <a:ext cx="1600200" cy="109220"/>
            </p14:xfrm>
          </p:contentPart>
        </mc:Choice>
        <mc:Fallback xmlns="">
          <p:pic>
            <p:nvPicPr>
              <p:cNvPr id="20" name="墨迹 19"/>
            </p:nvPicPr>
            <p:blipFill>
              <a:blip r:embed="rId28"/>
            </p:blipFill>
            <p:spPr>
              <a:xfrm>
                <a:off x="9982200" y="4295775"/>
                <a:ext cx="1600200" cy="10922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1" name="墨迹 20"/>
              <p14:cNvContentPartPr/>
              <p14:nvPr/>
            </p14:nvContentPartPr>
            <p14:xfrm>
              <a:off x="1395095" y="4524375"/>
              <a:ext cx="1614805" cy="152400"/>
            </p14:xfrm>
          </p:contentPart>
        </mc:Choice>
        <mc:Fallback xmlns="">
          <p:pic>
            <p:nvPicPr>
              <p:cNvPr id="21" name="墨迹 20"/>
            </p:nvPicPr>
            <p:blipFill>
              <a:blip r:embed="rId30"/>
            </p:blipFill>
            <p:spPr>
              <a:xfrm>
                <a:off x="1395095" y="4524375"/>
                <a:ext cx="1614805" cy="1524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2" name="墨迹 21"/>
              <p14:cNvContentPartPr/>
              <p14:nvPr/>
            </p14:nvContentPartPr>
            <p14:xfrm>
              <a:off x="2814320" y="4505325"/>
              <a:ext cx="119380" cy="161925"/>
            </p14:xfrm>
          </p:contentPart>
        </mc:Choice>
        <mc:Fallback xmlns="">
          <p:pic>
            <p:nvPicPr>
              <p:cNvPr id="22" name="墨迹 21"/>
            </p:nvPicPr>
            <p:blipFill>
              <a:blip r:embed="rId32"/>
            </p:blipFill>
            <p:spPr>
              <a:xfrm>
                <a:off x="2814320" y="4505325"/>
                <a:ext cx="119380" cy="16192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3" name="墨迹 22"/>
              <p14:cNvContentPartPr/>
              <p14:nvPr/>
            </p14:nvContentPartPr>
            <p14:xfrm>
              <a:off x="6500495" y="2880995"/>
              <a:ext cx="4786630" cy="662305"/>
            </p14:xfrm>
          </p:contentPart>
        </mc:Choice>
        <mc:Fallback xmlns="">
          <p:pic>
            <p:nvPicPr>
              <p:cNvPr id="23" name="墨迹 22"/>
            </p:nvPicPr>
            <p:blipFill>
              <a:blip r:embed="rId34"/>
            </p:blipFill>
            <p:spPr>
              <a:xfrm>
                <a:off x="6500495" y="2880995"/>
                <a:ext cx="4786630" cy="66230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4" name="墨迹 23"/>
              <p14:cNvContentPartPr/>
              <p14:nvPr/>
            </p14:nvContentPartPr>
            <p14:xfrm>
              <a:off x="9791700" y="3852545"/>
              <a:ext cx="1133475" cy="571500"/>
            </p14:xfrm>
          </p:contentPart>
        </mc:Choice>
        <mc:Fallback xmlns="">
          <p:pic>
            <p:nvPicPr>
              <p:cNvPr id="24" name="墨迹 23"/>
            </p:nvPicPr>
            <p:blipFill>
              <a:blip r:embed="rId36"/>
            </p:blipFill>
            <p:spPr>
              <a:xfrm>
                <a:off x="9791700" y="3852545"/>
                <a:ext cx="1133475" cy="57150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5" name="墨迹 24"/>
              <p14:cNvContentPartPr/>
              <p14:nvPr/>
            </p14:nvContentPartPr>
            <p14:xfrm>
              <a:off x="7272020" y="1990725"/>
              <a:ext cx="900430" cy="575945"/>
            </p14:xfrm>
          </p:contentPart>
        </mc:Choice>
        <mc:Fallback xmlns="">
          <p:pic>
            <p:nvPicPr>
              <p:cNvPr id="25" name="墨迹 24"/>
            </p:nvPicPr>
            <p:blipFill>
              <a:blip r:embed="rId38"/>
            </p:blipFill>
            <p:spPr>
              <a:xfrm>
                <a:off x="7272020" y="1990725"/>
                <a:ext cx="900430" cy="57594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6" name="墨迹 25"/>
              <p14:cNvContentPartPr/>
              <p14:nvPr/>
            </p14:nvContentPartPr>
            <p14:xfrm>
              <a:off x="9900920" y="3795395"/>
              <a:ext cx="1028700" cy="838200"/>
            </p14:xfrm>
          </p:contentPart>
        </mc:Choice>
        <mc:Fallback xmlns="">
          <p:pic>
            <p:nvPicPr>
              <p:cNvPr id="26" name="墨迹 25"/>
            </p:nvPicPr>
            <p:blipFill>
              <a:blip r:embed="rId40"/>
            </p:blipFill>
            <p:spPr>
              <a:xfrm>
                <a:off x="9900920" y="3795395"/>
                <a:ext cx="1028700" cy="83820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7" name="墨迹 26"/>
              <p14:cNvContentPartPr/>
              <p14:nvPr/>
            </p14:nvContentPartPr>
            <p14:xfrm>
              <a:off x="8319770" y="4785995"/>
              <a:ext cx="1262380" cy="748030"/>
            </p14:xfrm>
          </p:contentPart>
        </mc:Choice>
        <mc:Fallback xmlns="">
          <p:pic>
            <p:nvPicPr>
              <p:cNvPr id="27" name="墨迹 26"/>
            </p:nvPicPr>
            <p:blipFill>
              <a:blip r:embed="rId42"/>
            </p:blipFill>
            <p:spPr>
              <a:xfrm>
                <a:off x="8319770" y="4785995"/>
                <a:ext cx="1262380" cy="74803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8" name="墨迹 27"/>
              <p14:cNvContentPartPr/>
              <p14:nvPr/>
            </p14:nvContentPartPr>
            <p14:xfrm>
              <a:off x="1433195" y="4524375"/>
              <a:ext cx="1543050" cy="161925"/>
            </p14:xfrm>
          </p:contentPart>
        </mc:Choice>
        <mc:Fallback xmlns="">
          <p:pic>
            <p:nvPicPr>
              <p:cNvPr id="28" name="墨迹 27"/>
            </p:nvPicPr>
            <p:blipFill>
              <a:blip r:embed="rId44"/>
            </p:blipFill>
            <p:spPr>
              <a:xfrm>
                <a:off x="1433195" y="4524375"/>
                <a:ext cx="1543050" cy="16192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9" name="墨迹 28"/>
              <p14:cNvContentPartPr/>
              <p14:nvPr/>
            </p14:nvContentPartPr>
            <p14:xfrm>
              <a:off x="9839325" y="4785995"/>
              <a:ext cx="1833245" cy="748030"/>
            </p14:xfrm>
          </p:contentPart>
        </mc:Choice>
        <mc:Fallback xmlns="">
          <p:pic>
            <p:nvPicPr>
              <p:cNvPr id="29" name="墨迹 28"/>
            </p:nvPicPr>
            <p:blipFill>
              <a:blip r:embed="rId46"/>
            </p:blipFill>
            <p:spPr>
              <a:xfrm>
                <a:off x="9839325" y="4785995"/>
                <a:ext cx="1833245" cy="74803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30" name="墨迹 29"/>
              <p14:cNvContentPartPr/>
              <p14:nvPr/>
            </p14:nvContentPartPr>
            <p14:xfrm>
              <a:off x="1452245" y="3657600"/>
              <a:ext cx="1562100" cy="123825"/>
            </p14:xfrm>
          </p:contentPart>
        </mc:Choice>
        <mc:Fallback xmlns="">
          <p:pic>
            <p:nvPicPr>
              <p:cNvPr id="30" name="墨迹 29"/>
            </p:nvPicPr>
            <p:blipFill>
              <a:blip r:embed="rId48"/>
            </p:blipFill>
            <p:spPr>
              <a:xfrm>
                <a:off x="1452245" y="3657600"/>
                <a:ext cx="1562100" cy="12382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1" name="墨迹 30"/>
              <p14:cNvContentPartPr/>
              <p14:nvPr/>
            </p14:nvContentPartPr>
            <p14:xfrm>
              <a:off x="3286125" y="3476625"/>
              <a:ext cx="1695450" cy="295275"/>
            </p14:xfrm>
          </p:contentPart>
        </mc:Choice>
        <mc:Fallback xmlns="">
          <p:pic>
            <p:nvPicPr>
              <p:cNvPr id="31" name="墨迹 30"/>
            </p:nvPicPr>
            <p:blipFill>
              <a:blip r:embed="rId50"/>
            </p:blipFill>
            <p:spPr>
              <a:xfrm>
                <a:off x="3286125" y="3476625"/>
                <a:ext cx="1695450" cy="295275"/>
              </a:xfrm>
              <a:prstGeom prst="rect"/>
            </p:spPr>
          </p:pic>
        </mc:Fallback>
      </mc:AlternateContent>
    </p:spTree>
    <p:custDataLst>
      <p:tags r:id="rId5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custDataLst>
              <p:tags r:id="rId1"/>
            </p:custDataLst>
          </p:nvPr>
        </p:nvSpPr>
        <p:spPr/>
        <p:txBody>
          <a:bodyPr/>
          <a:p>
            <a:r>
              <a:rPr lang="zh-CN" altLang="en-US"/>
              <a:t>实验</a:t>
            </a:r>
            <a:r>
              <a:rPr lang="zh-CN" altLang="en-US"/>
              <a:t>结果</a:t>
            </a:r>
            <a:endParaRPr lang="zh-CN" altLang="en-US"/>
          </a:p>
        </p:txBody>
      </p:sp>
      <p:pic>
        <p:nvPicPr>
          <p:cNvPr id="7" name="内容占位符 6"/>
          <p:cNvPicPr>
            <a:picLocks noChangeAspect="1"/>
          </p:cNvPicPr>
          <p:nvPr>
            <p:ph idx="1"/>
            <p:custDataLst>
              <p:tags r:id="rId2"/>
            </p:custDataLst>
          </p:nvPr>
        </p:nvPicPr>
        <p:blipFill>
          <a:blip r:embed="rId3"/>
          <a:stretch>
            <a:fillRect/>
          </a:stretch>
        </p:blipFill>
        <p:spPr>
          <a:xfrm>
            <a:off x="1920240" y="2669540"/>
            <a:ext cx="8343900" cy="2400300"/>
          </a:xfrm>
          <a:prstGeom prst="rect">
            <a:avLst/>
          </a:prstGeom>
        </p:spPr>
      </p:pic>
      <p:sp>
        <p:nvSpPr>
          <p:cNvPr id="8" name="文本框 7"/>
          <p:cNvSpPr txBox="1"/>
          <p:nvPr/>
        </p:nvSpPr>
        <p:spPr>
          <a:xfrm>
            <a:off x="4161155" y="2096770"/>
            <a:ext cx="4064000" cy="368300"/>
          </a:xfrm>
          <a:prstGeom prst="rect">
            <a:avLst/>
          </a:prstGeom>
          <a:noFill/>
        </p:spPr>
        <p:txBody>
          <a:bodyPr wrap="square" rtlCol="0">
            <a:spAutoFit/>
          </a:bodyPr>
          <a:p>
            <a:pPr algn="ctr"/>
            <a:r>
              <a:rPr lang="zh-CN" altLang="en-US">
                <a:solidFill>
                  <a:srgbClr val="00B050"/>
                </a:solidFill>
              </a:rPr>
              <a:t>预测准确率比现有各类方法都</a:t>
            </a:r>
            <a:r>
              <a:rPr lang="zh-CN" altLang="en-US">
                <a:solidFill>
                  <a:srgbClr val="00B050"/>
                </a:solidFill>
              </a:rPr>
              <a:t>更高</a:t>
            </a:r>
            <a:endParaRPr lang="zh-CN" altLang="en-US">
              <a:solidFill>
                <a:srgbClr val="00B050"/>
              </a:solidFill>
            </a:endParaRPr>
          </a:p>
        </p:txBody>
      </p:sp>
      <mc:AlternateContent xmlns:mc="http://schemas.openxmlformats.org/markup-compatibility/2006" xmlns:p14="http://schemas.microsoft.com/office/powerpoint/2010/main">
        <mc:Choice Requires="p14">
          <p:contentPart r:id="rId4" p14:bwMode="auto">
            <p14:nvContentPartPr>
              <p14:cNvPr id="9" name="墨迹 8"/>
              <p14:cNvContentPartPr/>
              <p14:nvPr/>
            </p14:nvContentPartPr>
            <p14:xfrm>
              <a:off x="4572000" y="1771650"/>
              <a:ext cx="3581400" cy="842645"/>
            </p14:xfrm>
          </p:contentPart>
        </mc:Choice>
        <mc:Fallback xmlns="">
          <p:pic>
            <p:nvPicPr>
              <p:cNvPr id="9" name="墨迹 8"/>
            </p:nvPicPr>
            <p:blipFill>
              <a:blip r:embed="rId5"/>
            </p:blipFill>
            <p:spPr>
              <a:xfrm>
                <a:off x="4572000" y="1771650"/>
                <a:ext cx="3581400" cy="84264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0" name="墨迹 9"/>
              <p14:cNvContentPartPr/>
              <p14:nvPr/>
            </p14:nvContentPartPr>
            <p14:xfrm>
              <a:off x="5238750" y="1766570"/>
              <a:ext cx="809625" cy="209550"/>
            </p14:xfrm>
          </p:contentPart>
        </mc:Choice>
        <mc:Fallback xmlns="">
          <p:pic>
            <p:nvPicPr>
              <p:cNvPr id="10" name="墨迹 9"/>
            </p:nvPicPr>
            <p:blipFill>
              <a:blip r:embed="rId7"/>
            </p:blipFill>
            <p:spPr>
              <a:xfrm>
                <a:off x="5238750" y="1766570"/>
                <a:ext cx="809625" cy="209550"/>
              </a:xfrm>
              <a:prstGeom prst="rect"/>
            </p:spPr>
          </p:pic>
        </mc:Fallback>
      </mc:AlternateContent>
    </p:spTree>
    <p:custDataLst>
      <p:tags r:id="rId8"/>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场景</a:t>
            </a:r>
            <a:r>
              <a:rPr lang="zh-CN" altLang="en-US"/>
              <a:t>拓展</a:t>
            </a:r>
            <a:endParaRPr lang="zh-CN" altLang="en-US"/>
          </a:p>
        </p:txBody>
      </p:sp>
      <p:pic>
        <p:nvPicPr>
          <p:cNvPr id="6" name="内容占位符 5"/>
          <p:cNvPicPr>
            <a:picLocks noChangeAspect="1"/>
          </p:cNvPicPr>
          <p:nvPr>
            <p:ph idx="1"/>
            <p:custDataLst>
              <p:tags r:id="rId2"/>
            </p:custDataLst>
          </p:nvPr>
        </p:nvPicPr>
        <p:blipFill>
          <a:blip r:embed="rId3"/>
          <a:stretch>
            <a:fillRect/>
          </a:stretch>
        </p:blipFill>
        <p:spPr>
          <a:xfrm>
            <a:off x="983615" y="1750695"/>
            <a:ext cx="10218420" cy="2926080"/>
          </a:xfrm>
          <a:prstGeom prst="rect">
            <a:avLst/>
          </a:prstGeom>
          <a:ln>
            <a:solidFill>
              <a:schemeClr val="bg1">
                <a:lumMod val="75000"/>
              </a:schemeClr>
            </a:solidFill>
          </a:ln>
        </p:spPr>
      </p:pic>
      <p:sp>
        <p:nvSpPr>
          <p:cNvPr id="7" name="文本框 6"/>
          <p:cNvSpPr txBox="1"/>
          <p:nvPr/>
        </p:nvSpPr>
        <p:spPr>
          <a:xfrm>
            <a:off x="1398905" y="5113020"/>
            <a:ext cx="2453005" cy="645160"/>
          </a:xfrm>
          <a:prstGeom prst="rect">
            <a:avLst/>
          </a:prstGeom>
          <a:noFill/>
        </p:spPr>
        <p:txBody>
          <a:bodyPr wrap="square" rtlCol="0">
            <a:spAutoFit/>
          </a:bodyPr>
          <a:p>
            <a:pPr algn="ctr"/>
            <a:r>
              <a:rPr lang="zh-CN" altLang="en-US">
                <a:solidFill>
                  <a:srgbClr val="00B050"/>
                </a:solidFill>
              </a:rPr>
              <a:t>操作具有顺序依赖</a:t>
            </a:r>
            <a:endParaRPr lang="zh-CN" altLang="en-US">
              <a:solidFill>
                <a:srgbClr val="00B050"/>
              </a:solidFill>
            </a:endParaRPr>
          </a:p>
          <a:p>
            <a:pPr algn="ctr"/>
            <a:r>
              <a:rPr lang="zh-CN" altLang="en-US">
                <a:solidFill>
                  <a:schemeClr val="tx1">
                    <a:lumMod val="50000"/>
                    <a:lumOff val="50000"/>
                  </a:schemeClr>
                </a:solidFill>
              </a:rPr>
              <a:t>（按顺序排列）</a:t>
            </a:r>
            <a:endParaRPr lang="zh-CN" altLang="en-US">
              <a:solidFill>
                <a:schemeClr val="tx1">
                  <a:lumMod val="50000"/>
                  <a:lumOff val="50000"/>
                </a:schemeClr>
              </a:solidFill>
            </a:endParaRPr>
          </a:p>
        </p:txBody>
      </p:sp>
      <p:sp>
        <p:nvSpPr>
          <p:cNvPr id="8" name="文本框 7"/>
          <p:cNvSpPr txBox="1"/>
          <p:nvPr/>
        </p:nvSpPr>
        <p:spPr>
          <a:xfrm>
            <a:off x="7096125" y="5113655"/>
            <a:ext cx="3740150" cy="645160"/>
          </a:xfrm>
          <a:prstGeom prst="rect">
            <a:avLst/>
          </a:prstGeom>
          <a:noFill/>
        </p:spPr>
        <p:txBody>
          <a:bodyPr wrap="square" rtlCol="0" anchor="t">
            <a:spAutoFit/>
          </a:bodyPr>
          <a:p>
            <a:pPr algn="ctr"/>
            <a:r>
              <a:rPr lang="zh-CN" altLang="en-US">
                <a:solidFill>
                  <a:srgbClr val="00B050"/>
                </a:solidFill>
                <a:sym typeface="+mn-ea"/>
              </a:rPr>
              <a:t>操作不具有顺序依赖</a:t>
            </a:r>
            <a:endParaRPr lang="zh-CN" altLang="en-US">
              <a:solidFill>
                <a:srgbClr val="00B050"/>
              </a:solidFill>
              <a:sym typeface="+mn-ea"/>
            </a:endParaRPr>
          </a:p>
          <a:p>
            <a:pPr algn="ctr"/>
            <a:r>
              <a:rPr lang="zh-CN" altLang="en-US">
                <a:solidFill>
                  <a:schemeClr val="tx1">
                    <a:lumMod val="50000"/>
                    <a:lumOff val="50000"/>
                  </a:schemeClr>
                </a:solidFill>
                <a:sym typeface="+mn-ea"/>
              </a:rPr>
              <a:t>（按数据稀疏性排列）</a:t>
            </a:r>
            <a:endParaRPr lang="zh-CN" altLang="en-US">
              <a:solidFill>
                <a:schemeClr val="tx1">
                  <a:lumMod val="50000"/>
                  <a:lumOff val="50000"/>
                </a:schemeClr>
              </a:solidFill>
              <a:sym typeface="+mn-ea"/>
            </a:endParaRPr>
          </a:p>
        </p:txBody>
      </p:sp>
      <mc:AlternateContent xmlns:mc="http://schemas.openxmlformats.org/markup-compatibility/2006" xmlns:p14="http://schemas.microsoft.com/office/powerpoint/2010/main">
        <mc:Choice Requires="p14">
          <p:contentPart r:id="rId4" p14:bwMode="auto">
            <p14:nvContentPartPr>
              <p14:cNvPr id="10" name="墨迹 9"/>
              <p14:cNvContentPartPr/>
              <p14:nvPr/>
            </p14:nvContentPartPr>
            <p14:xfrm>
              <a:off x="647700" y="752475"/>
              <a:ext cx="2233295" cy="671195"/>
            </p14:xfrm>
          </p:contentPart>
        </mc:Choice>
        <mc:Fallback xmlns="">
          <p:pic>
            <p:nvPicPr>
              <p:cNvPr id="10" name="墨迹 9"/>
            </p:nvPicPr>
            <p:blipFill>
              <a:blip r:embed="rId5"/>
            </p:blipFill>
            <p:spPr>
              <a:xfrm>
                <a:off x="647700" y="752475"/>
                <a:ext cx="2233295" cy="67119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1" name="墨迹 10"/>
              <p14:cNvContentPartPr/>
              <p14:nvPr/>
            </p14:nvContentPartPr>
            <p14:xfrm>
              <a:off x="647700" y="1271270"/>
              <a:ext cx="1861820" cy="90805"/>
            </p14:xfrm>
          </p:contentPart>
        </mc:Choice>
        <mc:Fallback xmlns="">
          <p:pic>
            <p:nvPicPr>
              <p:cNvPr id="11" name="墨迹 10"/>
            </p:nvPicPr>
            <p:blipFill>
              <a:blip r:embed="rId7"/>
            </p:blipFill>
            <p:spPr>
              <a:xfrm>
                <a:off x="647700" y="1271270"/>
                <a:ext cx="1861820" cy="9080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2" name="墨迹 11"/>
              <p14:cNvContentPartPr/>
              <p14:nvPr/>
            </p14:nvContentPartPr>
            <p14:xfrm>
              <a:off x="1276350" y="4757420"/>
              <a:ext cx="2590800" cy="1100455"/>
            </p14:xfrm>
          </p:contentPart>
        </mc:Choice>
        <mc:Fallback xmlns="">
          <p:pic>
            <p:nvPicPr>
              <p:cNvPr id="12" name="墨迹 11"/>
            </p:nvPicPr>
            <p:blipFill>
              <a:blip r:embed="rId9"/>
            </p:blipFill>
            <p:spPr>
              <a:xfrm>
                <a:off x="1276350" y="4757420"/>
                <a:ext cx="2590800" cy="110045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3" name="墨迹 12"/>
              <p14:cNvContentPartPr/>
              <p14:nvPr/>
            </p14:nvContentPartPr>
            <p14:xfrm>
              <a:off x="1604645" y="2214245"/>
              <a:ext cx="843280" cy="1428750"/>
            </p14:xfrm>
          </p:contentPart>
        </mc:Choice>
        <mc:Fallback xmlns="">
          <p:pic>
            <p:nvPicPr>
              <p:cNvPr id="13" name="墨迹 12"/>
            </p:nvPicPr>
            <p:blipFill>
              <a:blip r:embed="rId11"/>
            </p:blipFill>
            <p:spPr>
              <a:xfrm>
                <a:off x="1604645" y="2214245"/>
                <a:ext cx="843280" cy="14287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4" name="墨迹 13"/>
              <p14:cNvContentPartPr/>
              <p14:nvPr/>
            </p14:nvContentPartPr>
            <p14:xfrm>
              <a:off x="7595870" y="4781550"/>
              <a:ext cx="2971800" cy="1133475"/>
            </p14:xfrm>
          </p:contentPart>
        </mc:Choice>
        <mc:Fallback xmlns="">
          <p:pic>
            <p:nvPicPr>
              <p:cNvPr id="14" name="墨迹 13"/>
            </p:nvPicPr>
            <p:blipFill>
              <a:blip r:embed="rId13"/>
            </p:blipFill>
            <p:spPr>
              <a:xfrm>
                <a:off x="7595870" y="4781550"/>
                <a:ext cx="2971800" cy="113347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5" name="墨迹 14"/>
              <p14:cNvContentPartPr/>
              <p14:nvPr/>
            </p14:nvContentPartPr>
            <p14:xfrm>
              <a:off x="8129270" y="5643245"/>
              <a:ext cx="1671955" cy="262255"/>
            </p14:xfrm>
          </p:contentPart>
        </mc:Choice>
        <mc:Fallback xmlns="">
          <p:pic>
            <p:nvPicPr>
              <p:cNvPr id="15" name="墨迹 14"/>
            </p:nvPicPr>
            <p:blipFill>
              <a:blip r:embed="rId15"/>
            </p:blipFill>
            <p:spPr>
              <a:xfrm>
                <a:off x="8129270" y="5643245"/>
                <a:ext cx="1671955" cy="26225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6" name="墨迹 15"/>
              <p14:cNvContentPartPr/>
              <p14:nvPr/>
            </p14:nvContentPartPr>
            <p14:xfrm>
              <a:off x="5300345" y="1057275"/>
              <a:ext cx="814705" cy="1176020"/>
            </p14:xfrm>
          </p:contentPart>
        </mc:Choice>
        <mc:Fallback xmlns="">
          <p:pic>
            <p:nvPicPr>
              <p:cNvPr id="16" name="墨迹 15"/>
            </p:nvPicPr>
            <p:blipFill>
              <a:blip r:embed="rId17"/>
            </p:blipFill>
            <p:spPr>
              <a:xfrm>
                <a:off x="5300345" y="1057275"/>
                <a:ext cx="814705" cy="117602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7" name="墨迹 16"/>
              <p14:cNvContentPartPr/>
              <p14:nvPr/>
            </p14:nvContentPartPr>
            <p14:xfrm>
              <a:off x="9915525" y="1219200"/>
              <a:ext cx="642620" cy="756920"/>
            </p14:xfrm>
          </p:contentPart>
        </mc:Choice>
        <mc:Fallback xmlns="">
          <p:pic>
            <p:nvPicPr>
              <p:cNvPr id="17" name="墨迹 16"/>
            </p:nvPicPr>
            <p:blipFill>
              <a:blip r:embed="rId19"/>
            </p:blipFill>
            <p:spPr>
              <a:xfrm>
                <a:off x="9915525" y="1219200"/>
                <a:ext cx="642620" cy="75692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8" name="墨迹 17"/>
              <p14:cNvContentPartPr/>
              <p14:nvPr/>
            </p14:nvContentPartPr>
            <p14:xfrm>
              <a:off x="5848350" y="1452245"/>
              <a:ext cx="4438650" cy="138430"/>
            </p14:xfrm>
          </p:contentPart>
        </mc:Choice>
        <mc:Fallback xmlns="">
          <p:pic>
            <p:nvPicPr>
              <p:cNvPr id="18" name="墨迹 17"/>
            </p:nvPicPr>
            <p:blipFill>
              <a:blip r:embed="rId21"/>
            </p:blipFill>
            <p:spPr>
              <a:xfrm>
                <a:off x="5848350" y="1452245"/>
                <a:ext cx="4438650" cy="13843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9" name="墨迹 18"/>
              <p14:cNvContentPartPr/>
              <p14:nvPr/>
            </p14:nvContentPartPr>
            <p14:xfrm>
              <a:off x="9201150" y="1366520"/>
              <a:ext cx="485775" cy="247650"/>
            </p14:xfrm>
          </p:contentPart>
        </mc:Choice>
        <mc:Fallback xmlns="">
          <p:pic>
            <p:nvPicPr>
              <p:cNvPr id="19" name="墨迹 18"/>
            </p:nvPicPr>
            <p:blipFill>
              <a:blip r:embed="rId23"/>
            </p:blipFill>
            <p:spPr>
              <a:xfrm>
                <a:off x="9201150" y="1366520"/>
                <a:ext cx="485775" cy="247650"/>
              </a:xfrm>
              <a:prstGeom prst="rect"/>
            </p:spPr>
          </p:pic>
        </mc:Fallback>
      </mc:AlternateContent>
    </p:spTree>
    <p:custDataLst>
      <p:tags r:id="rId24"/>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任务拓展</a:t>
            </a:r>
            <a:endParaRPr lang="zh-CN" altLang="en-US"/>
          </a:p>
        </p:txBody>
      </p:sp>
      <p:sp>
        <p:nvSpPr>
          <p:cNvPr id="3" name="内容占位符 2"/>
          <p:cNvSpPr>
            <a:spLocks noGrp="1"/>
          </p:cNvSpPr>
          <p:nvPr>
            <p:ph idx="1"/>
            <p:custDataLst>
              <p:tags r:id="rId2"/>
            </p:custDataLst>
          </p:nvPr>
        </p:nvSpPr>
        <p:spPr/>
        <p:txBody>
          <a:bodyPr>
            <a:normAutofit lnSpcReduction="10000"/>
          </a:bodyPr>
          <a:p>
            <a:r>
              <a:rPr lang="zh-CN" altLang="en-US"/>
              <a:t>概率</a:t>
            </a:r>
            <a:r>
              <a:rPr lang="zh-CN" altLang="en-US"/>
              <a:t>预测：</a:t>
            </a:r>
            <a:r>
              <a:rPr lang="zh-CN" altLang="en-US">
                <a:sym typeface="+mn-ea"/>
              </a:rPr>
              <a:t>如</a:t>
            </a:r>
            <a:r>
              <a:rPr lang="zh-CN" altLang="en-US"/>
              <a:t>点击率预测</a:t>
            </a:r>
            <a:endParaRPr lang="zh-CN" altLang="en-US"/>
          </a:p>
          <a:p>
            <a:endParaRPr lang="zh-CN" altLang="en-US"/>
          </a:p>
          <a:p>
            <a:r>
              <a:rPr lang="zh-CN" altLang="en-US"/>
              <a:t>回归任务：</a:t>
            </a:r>
            <a:r>
              <a:rPr lang="zh-CN" altLang="en-US"/>
              <a:t>如评分预测</a:t>
            </a:r>
            <a:endParaRPr lang="zh-CN" altLang="en-US"/>
          </a:p>
          <a:p>
            <a:endParaRPr lang="zh-CN" altLang="en-US"/>
          </a:p>
          <a:p>
            <a:r>
              <a:rPr lang="zh-CN" altLang="en-US"/>
              <a:t>把回归问题看作</a:t>
            </a:r>
            <a:r>
              <a:rPr lang="zh-CN" altLang="en-US"/>
              <a:t>一个多任务问题：</a:t>
            </a:r>
            <a:endParaRPr lang="zh-CN" altLang="en-US"/>
          </a:p>
          <a:p>
            <a:pPr lvl="1"/>
            <a:endParaRPr lang="en-US" altLang="zh-CN"/>
          </a:p>
          <a:p>
            <a:pPr lvl="1"/>
            <a:endParaRPr lang="en-US" altLang="zh-CN"/>
          </a:p>
          <a:p>
            <a:pPr lvl="1"/>
            <a:endParaRPr lang="en-US" altLang="zh-CN"/>
          </a:p>
        </p:txBody>
      </p:sp>
      <p:sp>
        <p:nvSpPr>
          <p:cNvPr id="4" name="文本框 3"/>
          <p:cNvSpPr txBox="1"/>
          <p:nvPr/>
        </p:nvSpPr>
        <p:spPr>
          <a:xfrm>
            <a:off x="5591175" y="2430780"/>
            <a:ext cx="6096000" cy="2168525"/>
          </a:xfrm>
          <a:prstGeom prst="rect">
            <a:avLst/>
          </a:prstGeom>
          <a:noFill/>
        </p:spPr>
        <p:txBody>
          <a:bodyPr wrap="square" rtlCol="0" anchor="t">
            <a:spAutoFit/>
          </a:bodyPr>
          <a:p>
            <a:pPr marL="742950" lvl="1" indent="-285750">
              <a:lnSpc>
                <a:spcPct val="150000"/>
              </a:lnSpc>
              <a:buFont typeface="Arial" panose="020B0604020202020204" pitchFamily="34" charset="0"/>
              <a:buChar char="•"/>
            </a:pPr>
            <a:r>
              <a:rPr lang="zh-CN" altLang="en-US">
                <a:sym typeface="+mn-ea"/>
              </a:rPr>
              <a:t>任务</a:t>
            </a:r>
            <a:r>
              <a:rPr lang="en-US" altLang="zh-CN">
                <a:sym typeface="+mn-ea"/>
              </a:rPr>
              <a:t>1</a:t>
            </a:r>
            <a:r>
              <a:rPr lang="zh-CN" altLang="en-US">
                <a:sym typeface="+mn-ea"/>
              </a:rPr>
              <a:t>：评分大于等于</a:t>
            </a:r>
            <a:r>
              <a:rPr lang="en-US" altLang="zh-CN">
                <a:sym typeface="+mn-ea"/>
              </a:rPr>
              <a:t>1</a:t>
            </a:r>
            <a:r>
              <a:rPr lang="zh-CN" altLang="en-US">
                <a:sym typeface="+mn-ea"/>
              </a:rPr>
              <a:t>的可能性</a:t>
            </a:r>
            <a:endParaRPr lang="zh-CN" altLang="en-US"/>
          </a:p>
          <a:p>
            <a:pPr marL="742950" lvl="1" indent="-285750">
              <a:lnSpc>
                <a:spcPct val="150000"/>
              </a:lnSpc>
              <a:buFont typeface="Arial" panose="020B0604020202020204" pitchFamily="34" charset="0"/>
              <a:buChar char="•"/>
            </a:pPr>
            <a:r>
              <a:rPr lang="zh-CN" altLang="en-US">
                <a:sym typeface="+mn-ea"/>
              </a:rPr>
              <a:t>任务</a:t>
            </a:r>
            <a:r>
              <a:rPr lang="en-US" altLang="zh-CN">
                <a:sym typeface="+mn-ea"/>
              </a:rPr>
              <a:t>2</a:t>
            </a:r>
            <a:r>
              <a:rPr lang="zh-CN" altLang="en-US">
                <a:sym typeface="+mn-ea"/>
              </a:rPr>
              <a:t>：评分大于等于</a:t>
            </a:r>
            <a:r>
              <a:rPr lang="en-US" altLang="zh-CN">
                <a:sym typeface="+mn-ea"/>
              </a:rPr>
              <a:t>2</a:t>
            </a:r>
            <a:r>
              <a:rPr lang="zh-CN" altLang="en-US">
                <a:sym typeface="+mn-ea"/>
              </a:rPr>
              <a:t>的可能性</a:t>
            </a:r>
            <a:endParaRPr lang="zh-CN" altLang="en-US">
              <a:sym typeface="+mn-ea"/>
            </a:endParaRPr>
          </a:p>
          <a:p>
            <a:pPr marL="742950" lvl="1" indent="-285750">
              <a:lnSpc>
                <a:spcPct val="150000"/>
              </a:lnSpc>
              <a:buFont typeface="Arial" panose="020B0604020202020204" pitchFamily="34" charset="0"/>
              <a:buChar char="•"/>
            </a:pPr>
            <a:r>
              <a:rPr lang="zh-CN" altLang="en-US">
                <a:sym typeface="+mn-ea"/>
              </a:rPr>
              <a:t>任务</a:t>
            </a:r>
            <a:r>
              <a:rPr lang="en-US" altLang="zh-CN">
                <a:sym typeface="+mn-ea"/>
              </a:rPr>
              <a:t>3</a:t>
            </a:r>
            <a:r>
              <a:rPr lang="zh-CN" altLang="en-US">
                <a:sym typeface="+mn-ea"/>
              </a:rPr>
              <a:t>：评分大于等于</a:t>
            </a:r>
            <a:r>
              <a:rPr lang="en-US" altLang="zh-CN">
                <a:sym typeface="+mn-ea"/>
              </a:rPr>
              <a:t>3</a:t>
            </a:r>
            <a:r>
              <a:rPr lang="zh-CN" altLang="en-US">
                <a:sym typeface="+mn-ea"/>
              </a:rPr>
              <a:t>的可能性</a:t>
            </a:r>
            <a:endParaRPr lang="zh-CN" altLang="en-US">
              <a:sym typeface="+mn-ea"/>
            </a:endParaRPr>
          </a:p>
          <a:p>
            <a:pPr marL="742950" lvl="1" indent="-285750">
              <a:lnSpc>
                <a:spcPct val="150000"/>
              </a:lnSpc>
              <a:buFont typeface="Arial" panose="020B0604020202020204" pitchFamily="34" charset="0"/>
              <a:buChar char="•"/>
            </a:pPr>
            <a:r>
              <a:rPr lang="zh-CN" altLang="en-US">
                <a:sym typeface="+mn-ea"/>
              </a:rPr>
              <a:t>任务</a:t>
            </a:r>
            <a:r>
              <a:rPr lang="en-US" altLang="zh-CN">
                <a:sym typeface="+mn-ea"/>
              </a:rPr>
              <a:t>4</a:t>
            </a:r>
            <a:r>
              <a:rPr lang="zh-CN" altLang="en-US">
                <a:sym typeface="+mn-ea"/>
              </a:rPr>
              <a:t>：评分大于等于</a:t>
            </a:r>
            <a:r>
              <a:rPr lang="en-US" altLang="zh-CN">
                <a:sym typeface="+mn-ea"/>
              </a:rPr>
              <a:t>4</a:t>
            </a:r>
            <a:r>
              <a:rPr lang="zh-CN" altLang="en-US">
                <a:sym typeface="+mn-ea"/>
              </a:rPr>
              <a:t>的可能性</a:t>
            </a:r>
            <a:endParaRPr lang="zh-CN" altLang="en-US">
              <a:sym typeface="+mn-ea"/>
            </a:endParaRPr>
          </a:p>
          <a:p>
            <a:pPr marL="742950" lvl="1" indent="-285750">
              <a:lnSpc>
                <a:spcPct val="150000"/>
              </a:lnSpc>
              <a:buFont typeface="Arial" panose="020B0604020202020204" pitchFamily="34" charset="0"/>
              <a:buChar char="•"/>
            </a:pPr>
            <a:r>
              <a:rPr lang="zh-CN" altLang="en-US">
                <a:sym typeface="+mn-ea"/>
              </a:rPr>
              <a:t>任务</a:t>
            </a:r>
            <a:r>
              <a:rPr lang="en-US" altLang="zh-CN">
                <a:sym typeface="+mn-ea"/>
              </a:rPr>
              <a:t>5</a:t>
            </a:r>
            <a:r>
              <a:rPr lang="zh-CN" altLang="en-US">
                <a:sym typeface="+mn-ea"/>
              </a:rPr>
              <a:t>：评分大于等于</a:t>
            </a:r>
            <a:r>
              <a:rPr lang="en-US" altLang="zh-CN">
                <a:sym typeface="+mn-ea"/>
              </a:rPr>
              <a:t>5</a:t>
            </a:r>
            <a:r>
              <a:rPr lang="zh-CN" altLang="en-US">
                <a:sym typeface="+mn-ea"/>
              </a:rPr>
              <a:t>的可能性</a:t>
            </a:r>
            <a:endParaRPr lang="zh-CN" altLang="en-US">
              <a:sym typeface="+mn-ea"/>
            </a:endParaRPr>
          </a:p>
        </p:txBody>
      </p:sp>
      <p:sp>
        <p:nvSpPr>
          <p:cNvPr id="5" name="左大括号 4"/>
          <p:cNvSpPr/>
          <p:nvPr/>
        </p:nvSpPr>
        <p:spPr>
          <a:xfrm>
            <a:off x="4873625" y="2782570"/>
            <a:ext cx="765810" cy="156464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223520" y="409575"/>
              <a:ext cx="2647950" cy="861695"/>
            </p14:xfrm>
          </p:contentPart>
        </mc:Choice>
        <mc:Fallback xmlns="">
          <p:pic>
            <p:nvPicPr>
              <p:cNvPr id="6" name="墨迹 5"/>
            </p:nvPicPr>
            <p:blipFill>
              <a:blip r:embed="rId4"/>
            </p:blipFill>
            <p:spPr>
              <a:xfrm>
                <a:off x="223520" y="409575"/>
                <a:ext cx="2647950" cy="86169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2390775" y="1476375"/>
              <a:ext cx="1185545" cy="614045"/>
            </p14:xfrm>
          </p:contentPart>
        </mc:Choice>
        <mc:Fallback xmlns="">
          <p:pic>
            <p:nvPicPr>
              <p:cNvPr id="7" name="墨迹 6"/>
            </p:nvPicPr>
            <p:blipFill>
              <a:blip r:embed="rId6"/>
            </p:blipFill>
            <p:spPr>
              <a:xfrm>
                <a:off x="2390775" y="1476375"/>
                <a:ext cx="1185545" cy="61404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857250" y="1905000"/>
              <a:ext cx="1385570" cy="95250"/>
            </p14:xfrm>
          </p:contentPart>
        </mc:Choice>
        <mc:Fallback xmlns="">
          <p:pic>
            <p:nvPicPr>
              <p:cNvPr id="8" name="墨迹 7"/>
            </p:nvPicPr>
            <p:blipFill>
              <a:blip r:embed="rId8"/>
            </p:blipFill>
            <p:spPr>
              <a:xfrm>
                <a:off x="857250" y="1905000"/>
                <a:ext cx="1385570" cy="952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9" name="墨迹 8"/>
              <p14:cNvContentPartPr/>
              <p14:nvPr/>
            </p14:nvContentPartPr>
            <p14:xfrm>
              <a:off x="2433320" y="2347595"/>
              <a:ext cx="990600" cy="571500"/>
            </p14:xfrm>
          </p:contentPart>
        </mc:Choice>
        <mc:Fallback xmlns="">
          <p:pic>
            <p:nvPicPr>
              <p:cNvPr id="9" name="墨迹 8"/>
            </p:nvPicPr>
            <p:blipFill>
              <a:blip r:embed="rId10"/>
            </p:blipFill>
            <p:spPr>
              <a:xfrm>
                <a:off x="2433320" y="2347595"/>
                <a:ext cx="990600" cy="5715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墨迹 9"/>
              <p14:cNvContentPartPr/>
              <p14:nvPr/>
            </p14:nvContentPartPr>
            <p14:xfrm>
              <a:off x="2357120" y="2776220"/>
              <a:ext cx="1014730" cy="266700"/>
            </p14:xfrm>
          </p:contentPart>
        </mc:Choice>
        <mc:Fallback xmlns="">
          <p:pic>
            <p:nvPicPr>
              <p:cNvPr id="10" name="墨迹 9"/>
            </p:nvPicPr>
            <p:blipFill>
              <a:blip r:embed="rId12"/>
            </p:blipFill>
            <p:spPr>
              <a:xfrm>
                <a:off x="2357120" y="2776220"/>
                <a:ext cx="1014730" cy="2667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1" name="墨迹 10"/>
              <p14:cNvContentPartPr/>
              <p14:nvPr/>
            </p14:nvContentPartPr>
            <p14:xfrm>
              <a:off x="771525" y="2343150"/>
              <a:ext cx="1080770" cy="614045"/>
            </p14:xfrm>
          </p:contentPart>
        </mc:Choice>
        <mc:Fallback xmlns="">
          <p:pic>
            <p:nvPicPr>
              <p:cNvPr id="11" name="墨迹 10"/>
            </p:nvPicPr>
            <p:blipFill>
              <a:blip r:embed="rId14"/>
            </p:blipFill>
            <p:spPr>
              <a:xfrm>
                <a:off x="771525" y="2343150"/>
                <a:ext cx="1080770" cy="61404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2" name="墨迹 11"/>
              <p14:cNvContentPartPr/>
              <p14:nvPr/>
            </p14:nvContentPartPr>
            <p14:xfrm>
              <a:off x="614045" y="2938145"/>
              <a:ext cx="1357630" cy="104775"/>
            </p14:xfrm>
          </p:contentPart>
        </mc:Choice>
        <mc:Fallback xmlns="">
          <p:pic>
            <p:nvPicPr>
              <p:cNvPr id="12" name="墨迹 11"/>
            </p:nvPicPr>
            <p:blipFill>
              <a:blip r:embed="rId16"/>
            </p:blipFill>
            <p:spPr>
              <a:xfrm>
                <a:off x="614045" y="2938145"/>
                <a:ext cx="1357630" cy="10477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3" name="墨迹 12"/>
              <p14:cNvContentPartPr/>
              <p14:nvPr/>
            </p14:nvContentPartPr>
            <p14:xfrm>
              <a:off x="1038225" y="3671570"/>
              <a:ext cx="1295400" cy="386080"/>
            </p14:xfrm>
          </p:contentPart>
        </mc:Choice>
        <mc:Fallback xmlns="">
          <p:pic>
            <p:nvPicPr>
              <p:cNvPr id="13" name="墨迹 12"/>
            </p:nvPicPr>
            <p:blipFill>
              <a:blip r:embed="rId18"/>
            </p:blipFill>
            <p:spPr>
              <a:xfrm>
                <a:off x="1038225" y="3671570"/>
                <a:ext cx="1295400" cy="38608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4" name="墨迹 13"/>
              <p14:cNvContentPartPr/>
              <p14:nvPr/>
            </p14:nvContentPartPr>
            <p14:xfrm>
              <a:off x="2128520" y="3271520"/>
              <a:ext cx="2319655" cy="704850"/>
            </p14:xfrm>
          </p:contentPart>
        </mc:Choice>
        <mc:Fallback xmlns="">
          <p:pic>
            <p:nvPicPr>
              <p:cNvPr id="14" name="墨迹 13"/>
            </p:nvPicPr>
            <p:blipFill>
              <a:blip r:embed="rId20"/>
            </p:blipFill>
            <p:spPr>
              <a:xfrm>
                <a:off x="2128520" y="3271520"/>
                <a:ext cx="2319655" cy="7048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5" name="墨迹 14"/>
              <p14:cNvContentPartPr/>
              <p14:nvPr/>
            </p14:nvContentPartPr>
            <p14:xfrm>
              <a:off x="899795" y="3314700"/>
              <a:ext cx="43180" cy="528320"/>
            </p14:xfrm>
          </p:contentPart>
        </mc:Choice>
        <mc:Fallback xmlns="">
          <p:pic>
            <p:nvPicPr>
              <p:cNvPr id="15" name="墨迹 14"/>
            </p:nvPicPr>
            <p:blipFill>
              <a:blip r:embed="rId22"/>
            </p:blipFill>
            <p:spPr>
              <a:xfrm>
                <a:off x="899795" y="3314700"/>
                <a:ext cx="43180" cy="52832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6" name="墨迹 15"/>
              <p14:cNvContentPartPr/>
              <p14:nvPr/>
            </p14:nvContentPartPr>
            <p14:xfrm>
              <a:off x="504825" y="3252470"/>
              <a:ext cx="3867150" cy="809625"/>
            </p14:xfrm>
          </p:contentPart>
        </mc:Choice>
        <mc:Fallback xmlns="">
          <p:pic>
            <p:nvPicPr>
              <p:cNvPr id="16" name="墨迹 15"/>
            </p:nvPicPr>
            <p:blipFill>
              <a:blip r:embed="rId24"/>
            </p:blipFill>
            <p:spPr>
              <a:xfrm>
                <a:off x="504825" y="3252470"/>
                <a:ext cx="3867150" cy="80962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7" name="墨迹 16"/>
              <p14:cNvContentPartPr/>
              <p14:nvPr/>
            </p14:nvContentPartPr>
            <p14:xfrm>
              <a:off x="6109970" y="2828925"/>
              <a:ext cx="3724275" cy="66675"/>
            </p14:xfrm>
          </p:contentPart>
        </mc:Choice>
        <mc:Fallback xmlns="">
          <p:pic>
            <p:nvPicPr>
              <p:cNvPr id="17" name="墨迹 16"/>
            </p:nvPicPr>
            <p:blipFill>
              <a:blip r:embed="rId26"/>
            </p:blipFill>
            <p:spPr>
              <a:xfrm>
                <a:off x="6109970" y="2828925"/>
                <a:ext cx="3724275" cy="6667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8" name="墨迹 17"/>
              <p14:cNvContentPartPr/>
              <p14:nvPr/>
            </p14:nvContentPartPr>
            <p14:xfrm>
              <a:off x="6191250" y="3371850"/>
              <a:ext cx="3505200" cy="52070"/>
            </p14:xfrm>
          </p:contentPart>
        </mc:Choice>
        <mc:Fallback xmlns="">
          <p:pic>
            <p:nvPicPr>
              <p:cNvPr id="18" name="墨迹 17"/>
            </p:nvPicPr>
            <p:blipFill>
              <a:blip r:embed="rId28"/>
            </p:blipFill>
            <p:spPr>
              <a:xfrm>
                <a:off x="6191250" y="3371850"/>
                <a:ext cx="3505200" cy="5207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9" name="墨迹 18"/>
              <p14:cNvContentPartPr/>
              <p14:nvPr/>
            </p14:nvContentPartPr>
            <p14:xfrm>
              <a:off x="6391275" y="3795395"/>
              <a:ext cx="3157220" cy="76200"/>
            </p14:xfrm>
          </p:contentPart>
        </mc:Choice>
        <mc:Fallback xmlns="">
          <p:pic>
            <p:nvPicPr>
              <p:cNvPr id="19" name="墨迹 18"/>
            </p:nvPicPr>
            <p:blipFill>
              <a:blip r:embed="rId30"/>
            </p:blipFill>
            <p:spPr>
              <a:xfrm>
                <a:off x="6391275" y="3795395"/>
                <a:ext cx="3157220" cy="762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0" name="墨迹 19"/>
              <p14:cNvContentPartPr/>
              <p14:nvPr/>
            </p14:nvContentPartPr>
            <p14:xfrm>
              <a:off x="6433820" y="4229100"/>
              <a:ext cx="3281680" cy="47625"/>
            </p14:xfrm>
          </p:contentPart>
        </mc:Choice>
        <mc:Fallback xmlns="">
          <p:pic>
            <p:nvPicPr>
              <p:cNvPr id="20" name="墨迹 19"/>
            </p:nvPicPr>
            <p:blipFill>
              <a:blip r:embed="rId32"/>
            </p:blipFill>
            <p:spPr>
              <a:xfrm>
                <a:off x="6433820" y="4229100"/>
                <a:ext cx="3281680" cy="4762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1" name="墨迹 20"/>
              <p14:cNvContentPartPr/>
              <p14:nvPr/>
            </p14:nvContentPartPr>
            <p14:xfrm>
              <a:off x="6386195" y="4667250"/>
              <a:ext cx="3338830" cy="104775"/>
            </p14:xfrm>
          </p:contentPart>
        </mc:Choice>
        <mc:Fallback xmlns="">
          <p:pic>
            <p:nvPicPr>
              <p:cNvPr id="21" name="墨迹 20"/>
            </p:nvPicPr>
            <p:blipFill>
              <a:blip r:embed="rId34"/>
            </p:blipFill>
            <p:spPr>
              <a:xfrm>
                <a:off x="6386195" y="4667250"/>
                <a:ext cx="3338830" cy="10477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2" name="墨迹 21"/>
              <p14:cNvContentPartPr/>
              <p14:nvPr/>
            </p14:nvContentPartPr>
            <p14:xfrm>
              <a:off x="7600950" y="2381250"/>
              <a:ext cx="1337945" cy="566420"/>
            </p14:xfrm>
          </p:contentPart>
        </mc:Choice>
        <mc:Fallback xmlns="">
          <p:pic>
            <p:nvPicPr>
              <p:cNvPr id="22" name="墨迹 21"/>
            </p:nvPicPr>
            <p:blipFill>
              <a:blip r:embed="rId36"/>
            </p:blipFill>
            <p:spPr>
              <a:xfrm>
                <a:off x="7600950" y="2381250"/>
                <a:ext cx="1337945" cy="56642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3" name="墨迹 22"/>
              <p14:cNvContentPartPr/>
              <p14:nvPr/>
            </p14:nvContentPartPr>
            <p14:xfrm>
              <a:off x="7595870" y="2952750"/>
              <a:ext cx="1209675" cy="471170"/>
            </p14:xfrm>
          </p:contentPart>
        </mc:Choice>
        <mc:Fallback xmlns="">
          <p:pic>
            <p:nvPicPr>
              <p:cNvPr id="23" name="墨迹 22"/>
            </p:nvPicPr>
            <p:blipFill>
              <a:blip r:embed="rId38"/>
            </p:blipFill>
            <p:spPr>
              <a:xfrm>
                <a:off x="7595870" y="2952750"/>
                <a:ext cx="1209675" cy="47117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4" name="墨迹 23"/>
              <p14:cNvContentPartPr/>
              <p14:nvPr/>
            </p14:nvContentPartPr>
            <p14:xfrm>
              <a:off x="7853045" y="3343275"/>
              <a:ext cx="971550" cy="581025"/>
            </p14:xfrm>
          </p:contentPart>
        </mc:Choice>
        <mc:Fallback xmlns="">
          <p:pic>
            <p:nvPicPr>
              <p:cNvPr id="24" name="墨迹 23"/>
            </p:nvPicPr>
            <p:blipFill>
              <a:blip r:embed="rId40"/>
            </p:blipFill>
            <p:spPr>
              <a:xfrm>
                <a:off x="7853045" y="3343275"/>
                <a:ext cx="971550" cy="581025"/>
              </a:xfrm>
              <a:prstGeom prst="rect"/>
            </p:spPr>
          </p:pic>
        </mc:Fallback>
      </mc:AlternateContent>
    </p:spTree>
    <p:custDataLst>
      <p:tags r:id="rId4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在线部署</a:t>
            </a:r>
            <a:endParaRPr lang="zh-CN" altLang="en-US"/>
          </a:p>
        </p:txBody>
      </p:sp>
      <p:sp>
        <p:nvSpPr>
          <p:cNvPr id="3" name="内容占位符 2"/>
          <p:cNvSpPr>
            <a:spLocks noGrp="1"/>
          </p:cNvSpPr>
          <p:nvPr>
            <p:ph idx="1"/>
            <p:custDataLst>
              <p:tags r:id="rId2"/>
            </p:custDataLst>
          </p:nvPr>
        </p:nvSpPr>
        <p:spPr/>
        <p:txBody>
          <a:bodyPr/>
          <a:p>
            <a:r>
              <a:rPr lang="zh-CN" altLang="en-US"/>
              <a:t>相较于之前部署的</a:t>
            </a:r>
            <a:r>
              <a:rPr lang="zh-CN" altLang="en-US"/>
              <a:t>方法</a:t>
            </a:r>
            <a:endParaRPr lang="zh-CN" altLang="en-US"/>
          </a:p>
          <a:p>
            <a:endParaRPr lang="zh-CN" altLang="en-US"/>
          </a:p>
          <a:p>
            <a:endParaRPr lang="zh-CN" altLang="en-US"/>
          </a:p>
        </p:txBody>
      </p:sp>
      <p:pic>
        <p:nvPicPr>
          <p:cNvPr id="4" name="图片 3"/>
          <p:cNvPicPr>
            <a:picLocks noChangeAspect="1"/>
          </p:cNvPicPr>
          <p:nvPr/>
        </p:nvPicPr>
        <p:blipFill>
          <a:blip r:embed="rId3"/>
          <a:stretch>
            <a:fillRect/>
          </a:stretch>
        </p:blipFill>
        <p:spPr>
          <a:xfrm>
            <a:off x="1685290" y="2394585"/>
            <a:ext cx="4785360" cy="2819400"/>
          </a:xfrm>
          <a:prstGeom prst="rect">
            <a:avLst/>
          </a:prstGeom>
        </p:spPr>
      </p:pic>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1699895" y="2280920"/>
              <a:ext cx="3857625" cy="1109980"/>
            </p14:xfrm>
          </p:contentPart>
        </mc:Choice>
        <mc:Fallback xmlns="">
          <p:pic>
            <p:nvPicPr>
              <p:cNvPr id="5" name="墨迹 4"/>
            </p:nvPicPr>
            <p:blipFill>
              <a:blip r:embed="rId5"/>
            </p:blipFill>
            <p:spPr>
              <a:xfrm>
                <a:off x="1699895" y="2280920"/>
                <a:ext cx="3857625" cy="110998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394970" y="537845"/>
              <a:ext cx="2343150" cy="929005"/>
            </p14:xfrm>
          </p:contentPart>
        </mc:Choice>
        <mc:Fallback xmlns="">
          <p:pic>
            <p:nvPicPr>
              <p:cNvPr id="6" name="墨迹 5"/>
            </p:nvPicPr>
            <p:blipFill>
              <a:blip r:embed="rId7"/>
            </p:blipFill>
            <p:spPr>
              <a:xfrm>
                <a:off x="394970" y="537845"/>
                <a:ext cx="2343150" cy="92900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7" name="墨迹 6"/>
              <p14:cNvContentPartPr/>
              <p14:nvPr/>
            </p14:nvContentPartPr>
            <p14:xfrm>
              <a:off x="2124075" y="3409950"/>
              <a:ext cx="3819525" cy="923925"/>
            </p14:xfrm>
          </p:contentPart>
        </mc:Choice>
        <mc:Fallback xmlns="">
          <p:pic>
            <p:nvPicPr>
              <p:cNvPr id="7" name="墨迹 6"/>
            </p:nvPicPr>
            <p:blipFill>
              <a:blip r:embed="rId9"/>
            </p:blipFill>
            <p:spPr>
              <a:xfrm>
                <a:off x="2124075" y="3409950"/>
                <a:ext cx="3819525" cy="9239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1804670" y="4295775"/>
              <a:ext cx="4781550" cy="1162050"/>
            </p14:xfrm>
          </p:contentPart>
        </mc:Choice>
        <mc:Fallback xmlns="">
          <p:pic>
            <p:nvPicPr>
              <p:cNvPr id="8" name="墨迹 7"/>
            </p:nvPicPr>
            <p:blipFill>
              <a:blip r:embed="rId11"/>
            </p:blipFill>
            <p:spPr>
              <a:xfrm>
                <a:off x="1804670" y="4295775"/>
                <a:ext cx="4781550" cy="11620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 name="墨迹 8"/>
              <p14:cNvContentPartPr/>
              <p14:nvPr/>
            </p14:nvContentPartPr>
            <p14:xfrm>
              <a:off x="3290570" y="2343150"/>
              <a:ext cx="1490980" cy="718820"/>
            </p14:xfrm>
          </p:contentPart>
        </mc:Choice>
        <mc:Fallback xmlns="">
          <p:pic>
            <p:nvPicPr>
              <p:cNvPr id="9" name="墨迹 8"/>
            </p:nvPicPr>
            <p:blipFill>
              <a:blip r:embed="rId13"/>
            </p:blipFill>
            <p:spPr>
              <a:xfrm>
                <a:off x="3290570" y="2343150"/>
                <a:ext cx="1490980" cy="71882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 name="墨迹 9"/>
              <p14:cNvContentPartPr/>
              <p14:nvPr/>
            </p14:nvContentPartPr>
            <p14:xfrm>
              <a:off x="1356995" y="1600200"/>
              <a:ext cx="2252980" cy="533400"/>
            </p14:xfrm>
          </p:contentPart>
        </mc:Choice>
        <mc:Fallback xmlns="">
          <p:pic>
            <p:nvPicPr>
              <p:cNvPr id="10" name="墨迹 9"/>
            </p:nvPicPr>
            <p:blipFill>
              <a:blip r:embed="rId15"/>
            </p:blipFill>
            <p:spPr>
              <a:xfrm>
                <a:off x="1356995" y="1600200"/>
                <a:ext cx="2252980" cy="5334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1" name="墨迹 10"/>
              <p14:cNvContentPartPr/>
              <p14:nvPr/>
            </p14:nvContentPartPr>
            <p14:xfrm>
              <a:off x="3581400" y="2842895"/>
              <a:ext cx="981075" cy="90805"/>
            </p14:xfrm>
          </p:contentPart>
        </mc:Choice>
        <mc:Fallback xmlns="">
          <p:pic>
            <p:nvPicPr>
              <p:cNvPr id="11" name="墨迹 10"/>
            </p:nvPicPr>
            <p:blipFill>
              <a:blip r:embed="rId17"/>
            </p:blipFill>
            <p:spPr>
              <a:xfrm>
                <a:off x="3581400" y="2842895"/>
                <a:ext cx="981075" cy="9080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2" name="墨迹 11"/>
              <p14:cNvContentPartPr/>
              <p14:nvPr/>
            </p14:nvContentPartPr>
            <p14:xfrm>
              <a:off x="3509645" y="2867025"/>
              <a:ext cx="1343025" cy="90170"/>
            </p14:xfrm>
          </p:contentPart>
        </mc:Choice>
        <mc:Fallback xmlns="">
          <p:pic>
            <p:nvPicPr>
              <p:cNvPr id="12" name="墨迹 11"/>
            </p:nvPicPr>
            <p:blipFill>
              <a:blip r:embed="rId19"/>
            </p:blipFill>
            <p:spPr>
              <a:xfrm>
                <a:off x="3509645" y="2867025"/>
                <a:ext cx="1343025" cy="9017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3" name="墨迹 12"/>
              <p14:cNvContentPartPr/>
              <p14:nvPr/>
            </p14:nvContentPartPr>
            <p14:xfrm>
              <a:off x="3448050" y="2947670"/>
              <a:ext cx="1266825" cy="24130"/>
            </p14:xfrm>
          </p:contentPart>
        </mc:Choice>
        <mc:Fallback xmlns="">
          <p:pic>
            <p:nvPicPr>
              <p:cNvPr id="13" name="墨迹 12"/>
            </p:nvPicPr>
            <p:blipFill>
              <a:blip r:embed="rId21"/>
            </p:blipFill>
            <p:spPr>
              <a:xfrm>
                <a:off x="3448050" y="2947670"/>
                <a:ext cx="1266825" cy="24130"/>
              </a:xfrm>
              <a:prstGeom prst="rect"/>
            </p:spPr>
          </p:pic>
        </mc:Fallback>
      </mc:AlternateContent>
    </p:spTree>
    <p:custDataLst>
      <p:tags r:id="rId2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fontScale="90000"/>
          </a:bodyPr>
          <a:p>
            <a:r>
              <a:rPr lang="zh-CN" altLang="en-US"/>
              <a:t>表示学习：</a:t>
            </a:r>
            <a:r>
              <a:rPr lang="en-US" altLang="zh-CN"/>
              <a:t>CRED</a:t>
            </a:r>
            <a:endParaRPr lang="en-US" altLang="zh-CN"/>
          </a:p>
        </p:txBody>
      </p:sp>
      <p:sp>
        <p:nvSpPr>
          <p:cNvPr id="6" name="文本占位符 5"/>
          <p:cNvSpPr>
            <a:spLocks noGrp="1"/>
          </p:cNvSpPr>
          <p:nvPr>
            <p:ph type="body" sz="quarter" idx="13"/>
            <p:custDataLst>
              <p:tags r:id="rId2"/>
            </p:custDataLst>
          </p:nvPr>
        </p:nvSpPr>
        <p:spPr/>
        <p:txBody>
          <a:bodyPr>
            <a:normAutofit fontScale="90000"/>
          </a:bodyPr>
          <a:p>
            <a:r>
              <a:rPr lang="zh-CN" altLang="en-US">
                <a:sym typeface="+mn-ea"/>
              </a:rPr>
              <a:t>投稿中</a:t>
            </a:r>
            <a:r>
              <a:rPr lang="zh-CN" altLang="en-US" sz="1600">
                <a:sym typeface="+mn-ea"/>
              </a:rPr>
              <a:t>，</a:t>
            </a:r>
            <a:r>
              <a:rPr lang="zh-CN" altLang="en-US" sz="1800">
                <a:sym typeface="+mn-ea"/>
              </a:rPr>
              <a:t>指导学生完成</a:t>
            </a:r>
            <a:endParaRPr lang="zh-CN" altLang="en-US" sz="1800">
              <a:sym typeface="+mn-ea"/>
            </a:endParaRPr>
          </a:p>
        </p:txBody>
      </p:sp>
      <p:sp>
        <p:nvSpPr>
          <p:cNvPr id="3" name="文本框 2"/>
          <p:cNvSpPr txBox="1"/>
          <p:nvPr/>
        </p:nvSpPr>
        <p:spPr>
          <a:xfrm>
            <a:off x="565785" y="685165"/>
            <a:ext cx="4064000" cy="645160"/>
          </a:xfrm>
          <a:prstGeom prst="rect">
            <a:avLst/>
          </a:prstGeom>
          <a:noFill/>
        </p:spPr>
        <p:txBody>
          <a:bodyPr wrap="square" rtlCol="0">
            <a:spAutoFit/>
          </a:bodyPr>
          <a:p>
            <a:r>
              <a:rPr lang="zh-CN" altLang="en-US" sz="3600">
                <a:solidFill>
                  <a:schemeClr val="bg1">
                    <a:lumMod val="75000"/>
                  </a:schemeClr>
                </a:solidFill>
              </a:rPr>
              <a:t>第五</a:t>
            </a:r>
            <a:r>
              <a:rPr lang="zh-CN" altLang="en-US" sz="3600">
                <a:solidFill>
                  <a:schemeClr val="bg1">
                    <a:lumMod val="75000"/>
                  </a:schemeClr>
                </a:solidFill>
                <a:sym typeface="+mn-ea"/>
              </a:rPr>
              <a:t>项</a:t>
            </a:r>
            <a:r>
              <a:rPr lang="zh-CN" altLang="en-US" sz="3600">
                <a:solidFill>
                  <a:schemeClr val="bg1">
                    <a:lumMod val="75000"/>
                  </a:schemeClr>
                </a:solidFill>
              </a:rPr>
              <a:t>工作</a:t>
            </a:r>
            <a:endParaRPr lang="zh-CN" altLang="en-US" sz="3600">
              <a:solidFill>
                <a:schemeClr val="bg1">
                  <a:lumMod val="75000"/>
                </a:schemeClr>
              </a:solidFill>
            </a:endParaRPr>
          </a:p>
        </p:txBody>
      </p:sp>
      <p:sp>
        <p:nvSpPr>
          <p:cNvPr id="2" name="文本框 1"/>
          <p:cNvSpPr txBox="1"/>
          <p:nvPr/>
        </p:nvSpPr>
        <p:spPr>
          <a:xfrm>
            <a:off x="5819140" y="5784850"/>
            <a:ext cx="5561330" cy="368300"/>
          </a:xfrm>
          <a:prstGeom prst="rect">
            <a:avLst/>
          </a:prstGeom>
          <a:noFill/>
        </p:spPr>
        <p:txBody>
          <a:bodyPr wrap="square" rtlCol="0">
            <a:spAutoFit/>
          </a:bodyPr>
          <a:p>
            <a:r>
              <a:rPr lang="zh-CN" altLang="en-US">
                <a:solidFill>
                  <a:schemeClr val="bg1">
                    <a:lumMod val="65000"/>
                  </a:schemeClr>
                </a:solidFill>
              </a:rPr>
              <a:t>其他表示学习相关工作：</a:t>
            </a:r>
            <a:r>
              <a:rPr lang="en-US" altLang="zh-CN">
                <a:solidFill>
                  <a:schemeClr val="bg1">
                    <a:lumMod val="65000"/>
                  </a:schemeClr>
                </a:solidFill>
              </a:rPr>
              <a:t>WWW 2023,  TORS 2025</a:t>
            </a:r>
            <a:endParaRPr lang="en-US" altLang="zh-CN">
              <a:solidFill>
                <a:schemeClr val="bg1">
                  <a:lumMod val="65000"/>
                </a:schemeClr>
              </a:solidFill>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600075" y="571500"/>
              <a:ext cx="2833370" cy="928370"/>
            </p14:xfrm>
          </p:contentPart>
        </mc:Choice>
        <mc:Fallback xmlns="">
          <p:pic>
            <p:nvPicPr>
              <p:cNvPr id="5" name="墨迹 4"/>
            </p:nvPicPr>
            <p:blipFill>
              <a:blip r:embed="rId4"/>
            </p:blipFill>
            <p:spPr>
              <a:xfrm>
                <a:off x="600075" y="571500"/>
                <a:ext cx="2833370" cy="92837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2519045" y="2247900"/>
              <a:ext cx="3343275" cy="1400175"/>
            </p14:xfrm>
          </p:contentPart>
        </mc:Choice>
        <mc:Fallback xmlns="">
          <p:pic>
            <p:nvPicPr>
              <p:cNvPr id="7" name="墨迹 6"/>
            </p:nvPicPr>
            <p:blipFill>
              <a:blip r:embed="rId6"/>
            </p:blipFill>
            <p:spPr>
              <a:xfrm>
                <a:off x="2519045" y="2247900"/>
                <a:ext cx="3343275" cy="140017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7200900" y="3404870"/>
              <a:ext cx="1476375" cy="28575"/>
            </p14:xfrm>
          </p:contentPart>
        </mc:Choice>
        <mc:Fallback xmlns="">
          <p:pic>
            <p:nvPicPr>
              <p:cNvPr id="8" name="墨迹 7"/>
            </p:nvPicPr>
            <p:blipFill>
              <a:blip r:embed="rId8"/>
            </p:blipFill>
            <p:spPr>
              <a:xfrm>
                <a:off x="7200900" y="3404870"/>
                <a:ext cx="1476375" cy="285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9" name="墨迹 8"/>
              <p14:cNvContentPartPr/>
              <p14:nvPr/>
            </p14:nvContentPartPr>
            <p14:xfrm>
              <a:off x="4772025" y="4371975"/>
              <a:ext cx="3319145" cy="23495"/>
            </p14:xfrm>
          </p:contentPart>
        </mc:Choice>
        <mc:Fallback xmlns="">
          <p:pic>
            <p:nvPicPr>
              <p:cNvPr id="9" name="墨迹 8"/>
            </p:nvPicPr>
            <p:blipFill>
              <a:blip r:embed="rId10"/>
            </p:blipFill>
            <p:spPr>
              <a:xfrm>
                <a:off x="4772025" y="4371975"/>
                <a:ext cx="3319145" cy="2349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墨迹 9"/>
              <p14:cNvContentPartPr/>
              <p14:nvPr/>
            </p14:nvContentPartPr>
            <p14:xfrm>
              <a:off x="4467225" y="3467100"/>
              <a:ext cx="1518920" cy="876300"/>
            </p14:xfrm>
          </p:contentPart>
        </mc:Choice>
        <mc:Fallback xmlns="">
          <p:pic>
            <p:nvPicPr>
              <p:cNvPr id="10" name="墨迹 9"/>
            </p:nvPicPr>
            <p:blipFill>
              <a:blip r:embed="rId12"/>
            </p:blipFill>
            <p:spPr>
              <a:xfrm>
                <a:off x="4467225" y="3467100"/>
                <a:ext cx="1518920" cy="8763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1" name="墨迹 10"/>
              <p14:cNvContentPartPr/>
              <p14:nvPr/>
            </p14:nvContentPartPr>
            <p14:xfrm>
              <a:off x="8372475" y="6115050"/>
              <a:ext cx="2766695" cy="266700"/>
            </p14:xfrm>
          </p:contentPart>
        </mc:Choice>
        <mc:Fallback xmlns="">
          <p:pic>
            <p:nvPicPr>
              <p:cNvPr id="11" name="墨迹 10"/>
            </p:nvPicPr>
            <p:blipFill>
              <a:blip r:embed="rId14"/>
            </p:blipFill>
            <p:spPr>
              <a:xfrm>
                <a:off x="8372475" y="6115050"/>
                <a:ext cx="2766695" cy="266700"/>
              </a:xfrm>
              <a:prstGeom prst="rect"/>
            </p:spPr>
          </p:pic>
        </mc:Fallback>
      </mc:AlternateContent>
    </p:spTree>
    <p:custDataLst>
      <p:tags r:id="rId1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基于</a:t>
            </a:r>
            <a:r>
              <a:rPr lang="zh-CN" altLang="en-US">
                <a:sym typeface="+mn-ea"/>
              </a:rPr>
              <a:t>数据增强的</a:t>
            </a:r>
            <a:r>
              <a:rPr lang="zh-CN" altLang="en-US"/>
              <a:t>自监督</a:t>
            </a:r>
            <a:r>
              <a:rPr lang="zh-CN" altLang="en-US"/>
              <a:t>表示学习</a:t>
            </a:r>
            <a:endParaRPr lang="zh-CN" altLang="en-US"/>
          </a:p>
        </p:txBody>
      </p:sp>
      <p:sp>
        <p:nvSpPr>
          <p:cNvPr id="3" name="内容占位符 2"/>
          <p:cNvSpPr>
            <a:spLocks noGrp="1"/>
          </p:cNvSpPr>
          <p:nvPr>
            <p:ph idx="1"/>
            <p:custDataLst>
              <p:tags r:id="rId2"/>
            </p:custDataLst>
          </p:nvPr>
        </p:nvSpPr>
        <p:spPr/>
        <p:txBody>
          <a:bodyPr/>
          <a:p>
            <a:r>
              <a:rPr lang="zh-CN" altLang="en-US"/>
              <a:t>不变</a:t>
            </a:r>
            <a:r>
              <a:rPr lang="zh-CN" altLang="en-US"/>
              <a:t>性：</a:t>
            </a:r>
            <a:endParaRPr lang="zh-CN" altLang="en-US"/>
          </a:p>
          <a:p>
            <a:pPr lvl="1"/>
            <a:r>
              <a:rPr lang="zh-CN" altLang="en-US"/>
              <a:t>增强后的数据的表示</a:t>
            </a:r>
            <a:r>
              <a:rPr lang="en-US" altLang="zh-CN"/>
              <a:t>  </a:t>
            </a:r>
            <a:r>
              <a:rPr lang="zh-CN" altLang="en-US"/>
              <a:t>和</a:t>
            </a:r>
            <a:r>
              <a:rPr lang="en-US" altLang="zh-CN"/>
              <a:t>  </a:t>
            </a:r>
            <a:r>
              <a:rPr lang="zh-CN" altLang="en-US"/>
              <a:t>原数据的表示</a:t>
            </a:r>
            <a:r>
              <a:rPr lang="en-US" altLang="zh-CN"/>
              <a:t>  </a:t>
            </a:r>
            <a:r>
              <a:rPr lang="zh-CN" altLang="en-US"/>
              <a:t>尽可能保持一致</a:t>
            </a:r>
            <a:endParaRPr lang="zh-CN" altLang="en-US"/>
          </a:p>
          <a:p>
            <a:pPr lvl="1"/>
            <a:endParaRPr lang="zh-CN" altLang="en-US"/>
          </a:p>
          <a:p>
            <a:pPr lvl="1"/>
            <a:r>
              <a:rPr lang="zh-CN" altLang="en-US">
                <a:solidFill>
                  <a:srgbClr val="00B050"/>
                </a:solidFill>
              </a:rPr>
              <a:t>能完成聚类</a:t>
            </a:r>
            <a:endParaRPr lang="zh-CN" altLang="en-US"/>
          </a:p>
          <a:p>
            <a:pPr lvl="1"/>
            <a:endParaRPr lang="zh-CN" altLang="en-US"/>
          </a:p>
          <a:p>
            <a:pPr lvl="0"/>
            <a:r>
              <a:rPr lang="zh-CN" altLang="en-US"/>
              <a:t>等变性：</a:t>
            </a:r>
            <a:endParaRPr lang="zh-CN" altLang="en-US"/>
          </a:p>
          <a:p>
            <a:pPr lvl="1"/>
            <a:r>
              <a:rPr lang="zh-CN" altLang="en-US"/>
              <a:t>相同数据增强，无论作用在什么数据上，在表示空间中带来相同的</a:t>
            </a:r>
            <a:r>
              <a:rPr lang="zh-CN" altLang="en-US"/>
              <a:t>变化</a:t>
            </a:r>
            <a:endParaRPr lang="zh-CN" altLang="en-US"/>
          </a:p>
          <a:p>
            <a:pPr lvl="1"/>
            <a:endParaRPr lang="zh-CN" altLang="en-US"/>
          </a:p>
          <a:p>
            <a:pPr lvl="1"/>
            <a:r>
              <a:rPr lang="zh-CN" altLang="en-US">
                <a:solidFill>
                  <a:srgbClr val="00B050"/>
                </a:solidFill>
              </a:rPr>
              <a:t>能使表示空间</a:t>
            </a:r>
            <a:r>
              <a:rPr lang="zh-CN" altLang="en-US">
                <a:solidFill>
                  <a:srgbClr val="00B050"/>
                </a:solidFill>
                <a:sym typeface="+mn-ea"/>
              </a:rPr>
              <a:t>结构化</a:t>
            </a:r>
            <a:endParaRPr lang="zh-CN" altLang="en-US">
              <a:solidFill>
                <a:srgbClr val="00B050"/>
              </a:solidFill>
              <a:sym typeface="+mn-ea"/>
            </a:endParaRPr>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604520" y="1219200"/>
              <a:ext cx="2938780" cy="180975"/>
            </p14:xfrm>
          </p:contentPart>
        </mc:Choice>
        <mc:Fallback xmlns="">
          <p:pic>
            <p:nvPicPr>
              <p:cNvPr id="4" name="墨迹 3"/>
            </p:nvPicPr>
            <p:blipFill>
              <a:blip r:embed="rId4"/>
            </p:blipFill>
            <p:spPr>
              <a:xfrm>
                <a:off x="604520" y="1219200"/>
                <a:ext cx="2938780" cy="18097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4371975" y="1223645"/>
              <a:ext cx="3790950" cy="81280"/>
            </p14:xfrm>
          </p:contentPart>
        </mc:Choice>
        <mc:Fallback xmlns="">
          <p:pic>
            <p:nvPicPr>
              <p:cNvPr id="5" name="墨迹 4"/>
            </p:nvPicPr>
            <p:blipFill>
              <a:blip r:embed="rId6"/>
            </p:blipFill>
            <p:spPr>
              <a:xfrm>
                <a:off x="4371975" y="1223645"/>
                <a:ext cx="3790950" cy="812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547495" y="471170"/>
              <a:ext cx="2047875" cy="919480"/>
            </p14:xfrm>
          </p:contentPart>
        </mc:Choice>
        <mc:Fallback xmlns="">
          <p:pic>
            <p:nvPicPr>
              <p:cNvPr id="6" name="墨迹 5"/>
            </p:nvPicPr>
            <p:blipFill>
              <a:blip r:embed="rId8"/>
            </p:blipFill>
            <p:spPr>
              <a:xfrm>
                <a:off x="1547495" y="471170"/>
                <a:ext cx="2047875" cy="91948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533400" y="1447800"/>
              <a:ext cx="1362075" cy="642620"/>
            </p14:xfrm>
          </p:contentPart>
        </mc:Choice>
        <mc:Fallback xmlns="">
          <p:pic>
            <p:nvPicPr>
              <p:cNvPr id="7" name="墨迹 6"/>
            </p:nvPicPr>
            <p:blipFill>
              <a:blip r:embed="rId10"/>
            </p:blipFill>
            <p:spPr>
              <a:xfrm>
                <a:off x="533400" y="1447800"/>
                <a:ext cx="1362075" cy="6426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375920" y="3429000"/>
              <a:ext cx="1504950" cy="499745"/>
            </p14:xfrm>
          </p:contentPart>
        </mc:Choice>
        <mc:Fallback xmlns="">
          <p:pic>
            <p:nvPicPr>
              <p:cNvPr id="8" name="墨迹 7"/>
            </p:nvPicPr>
            <p:blipFill>
              <a:blip r:embed="rId12"/>
            </p:blipFill>
            <p:spPr>
              <a:xfrm>
                <a:off x="375920" y="3429000"/>
                <a:ext cx="1504950" cy="4997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4281170" y="1242695"/>
              <a:ext cx="2795905" cy="200025"/>
            </p14:xfrm>
          </p:contentPart>
        </mc:Choice>
        <mc:Fallback xmlns="">
          <p:pic>
            <p:nvPicPr>
              <p:cNvPr id="9" name="墨迹 8"/>
            </p:nvPicPr>
            <p:blipFill>
              <a:blip r:embed="rId14"/>
            </p:blipFill>
            <p:spPr>
              <a:xfrm>
                <a:off x="4281170" y="1242695"/>
                <a:ext cx="2795905" cy="20002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600075" y="1871345"/>
              <a:ext cx="1699895" cy="109855"/>
            </p14:xfrm>
          </p:contentPart>
        </mc:Choice>
        <mc:Fallback xmlns="">
          <p:pic>
            <p:nvPicPr>
              <p:cNvPr id="10" name="墨迹 9"/>
            </p:nvPicPr>
            <p:blipFill>
              <a:blip r:embed="rId16"/>
            </p:blipFill>
            <p:spPr>
              <a:xfrm>
                <a:off x="600075" y="1871345"/>
                <a:ext cx="1699895" cy="10985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1261745" y="2442845"/>
              <a:ext cx="2257425" cy="47625"/>
            </p14:xfrm>
          </p:contentPart>
        </mc:Choice>
        <mc:Fallback xmlns="">
          <p:pic>
            <p:nvPicPr>
              <p:cNvPr id="11" name="墨迹 10"/>
            </p:nvPicPr>
            <p:blipFill>
              <a:blip r:embed="rId18"/>
            </p:blipFill>
            <p:spPr>
              <a:xfrm>
                <a:off x="1261745" y="2442845"/>
                <a:ext cx="2257425" cy="4762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4038600" y="2319020"/>
              <a:ext cx="1404620" cy="57150"/>
            </p14:xfrm>
          </p:contentPart>
        </mc:Choice>
        <mc:Fallback xmlns="">
          <p:pic>
            <p:nvPicPr>
              <p:cNvPr id="12" name="墨迹 11"/>
            </p:nvPicPr>
            <p:blipFill>
              <a:blip r:embed="rId20"/>
            </p:blipFill>
            <p:spPr>
              <a:xfrm>
                <a:off x="4038600" y="2319020"/>
                <a:ext cx="1404620" cy="571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5600700" y="2366645"/>
              <a:ext cx="1899920" cy="47625"/>
            </p14:xfrm>
          </p:contentPart>
        </mc:Choice>
        <mc:Fallback xmlns="">
          <p:pic>
            <p:nvPicPr>
              <p:cNvPr id="13" name="墨迹 12"/>
            </p:nvPicPr>
            <p:blipFill>
              <a:blip r:embed="rId22"/>
            </p:blipFill>
            <p:spPr>
              <a:xfrm>
                <a:off x="5600700" y="2366645"/>
                <a:ext cx="1899920" cy="4762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1038225" y="2657475"/>
              <a:ext cx="1609725" cy="518795"/>
            </p14:xfrm>
          </p:contentPart>
        </mc:Choice>
        <mc:Fallback xmlns="">
          <p:pic>
            <p:nvPicPr>
              <p:cNvPr id="14" name="墨迹 13"/>
            </p:nvPicPr>
            <p:blipFill>
              <a:blip r:embed="rId24"/>
            </p:blipFill>
            <p:spPr>
              <a:xfrm>
                <a:off x="1038225" y="2657475"/>
                <a:ext cx="1609725" cy="51879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1219200" y="3981450"/>
              <a:ext cx="1461770" cy="476250"/>
            </p14:xfrm>
          </p:contentPart>
        </mc:Choice>
        <mc:Fallback xmlns="">
          <p:pic>
            <p:nvPicPr>
              <p:cNvPr id="15" name="墨迹 14"/>
            </p:nvPicPr>
            <p:blipFill>
              <a:blip r:embed="rId26"/>
            </p:blipFill>
            <p:spPr>
              <a:xfrm>
                <a:off x="1219200" y="3981450"/>
                <a:ext cx="1461770" cy="4762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2947670" y="3790950"/>
              <a:ext cx="2205355" cy="590550"/>
            </p14:xfrm>
          </p:contentPart>
        </mc:Choice>
        <mc:Fallback xmlns="">
          <p:pic>
            <p:nvPicPr>
              <p:cNvPr id="16" name="墨迹 15"/>
            </p:nvPicPr>
            <p:blipFill>
              <a:blip r:embed="rId28"/>
            </p:blipFill>
            <p:spPr>
              <a:xfrm>
                <a:off x="2947670" y="3790950"/>
                <a:ext cx="2205355" cy="59055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5671820" y="3843020"/>
              <a:ext cx="2786380" cy="643255"/>
            </p14:xfrm>
          </p:contentPart>
        </mc:Choice>
        <mc:Fallback xmlns="">
          <p:pic>
            <p:nvPicPr>
              <p:cNvPr id="17" name="墨迹 16"/>
            </p:nvPicPr>
            <p:blipFill>
              <a:blip r:embed="rId30"/>
            </p:blipFill>
            <p:spPr>
              <a:xfrm>
                <a:off x="5671820" y="3843020"/>
                <a:ext cx="2786380" cy="64325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7062470" y="3985895"/>
              <a:ext cx="533400" cy="414655"/>
            </p14:xfrm>
          </p:contentPart>
        </mc:Choice>
        <mc:Fallback xmlns="">
          <p:pic>
            <p:nvPicPr>
              <p:cNvPr id="18" name="墨迹 17"/>
            </p:nvPicPr>
            <p:blipFill>
              <a:blip r:embed="rId32"/>
            </p:blipFill>
            <p:spPr>
              <a:xfrm>
                <a:off x="7062470" y="3985895"/>
                <a:ext cx="533400" cy="41465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933450" y="3881120"/>
              <a:ext cx="509270" cy="9525"/>
            </p14:xfrm>
          </p:contentPart>
        </mc:Choice>
        <mc:Fallback xmlns="">
          <p:pic>
            <p:nvPicPr>
              <p:cNvPr id="19" name="墨迹 18"/>
            </p:nvPicPr>
            <p:blipFill>
              <a:blip r:embed="rId34"/>
            </p:blipFill>
            <p:spPr>
              <a:xfrm>
                <a:off x="933450" y="3881120"/>
                <a:ext cx="509270" cy="952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1724025" y="4333875"/>
              <a:ext cx="847725" cy="57150"/>
            </p14:xfrm>
          </p:contentPart>
        </mc:Choice>
        <mc:Fallback xmlns="">
          <p:pic>
            <p:nvPicPr>
              <p:cNvPr id="20" name="墨迹 19"/>
            </p:nvPicPr>
            <p:blipFill>
              <a:blip r:embed="rId36"/>
            </p:blipFill>
            <p:spPr>
              <a:xfrm>
                <a:off x="1724025" y="4333875"/>
                <a:ext cx="847725" cy="5715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6753225" y="4410075"/>
              <a:ext cx="1019175" cy="9525"/>
            </p14:xfrm>
          </p:contentPart>
        </mc:Choice>
        <mc:Fallback xmlns="">
          <p:pic>
            <p:nvPicPr>
              <p:cNvPr id="21" name="墨迹 20"/>
            </p:nvPicPr>
            <p:blipFill>
              <a:blip r:embed="rId38"/>
            </p:blipFill>
            <p:spPr>
              <a:xfrm>
                <a:off x="6753225" y="4410075"/>
                <a:ext cx="1019175" cy="952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995045" y="4648200"/>
              <a:ext cx="2466975" cy="638175"/>
            </p14:xfrm>
          </p:contentPart>
        </mc:Choice>
        <mc:Fallback xmlns="">
          <p:pic>
            <p:nvPicPr>
              <p:cNvPr id="22" name="墨迹 21"/>
            </p:nvPicPr>
            <p:blipFill>
              <a:blip r:embed="rId40"/>
            </p:blipFill>
            <p:spPr>
              <a:xfrm>
                <a:off x="995045" y="4648200"/>
                <a:ext cx="2466975" cy="63817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3" name="墨迹 22"/>
              <p14:cNvContentPartPr/>
              <p14:nvPr/>
            </p14:nvContentPartPr>
            <p14:xfrm>
              <a:off x="1409700" y="5100320"/>
              <a:ext cx="2071370" cy="47625"/>
            </p14:xfrm>
          </p:contentPart>
        </mc:Choice>
        <mc:Fallback xmlns="">
          <p:pic>
            <p:nvPicPr>
              <p:cNvPr id="23" name="墨迹 22"/>
            </p:nvPicPr>
            <p:blipFill>
              <a:blip r:embed="rId42"/>
            </p:blipFill>
            <p:spPr>
              <a:xfrm>
                <a:off x="1409700" y="5100320"/>
                <a:ext cx="2071370" cy="4762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4" name="墨迹 23"/>
              <p14:cNvContentPartPr/>
              <p14:nvPr/>
            </p14:nvContentPartPr>
            <p14:xfrm>
              <a:off x="1409700" y="5019675"/>
              <a:ext cx="2209800" cy="137795"/>
            </p14:xfrm>
          </p:contentPart>
        </mc:Choice>
        <mc:Fallback xmlns="">
          <p:pic>
            <p:nvPicPr>
              <p:cNvPr id="24" name="墨迹 23"/>
            </p:nvPicPr>
            <p:blipFill>
              <a:blip r:embed="rId44"/>
            </p:blipFill>
            <p:spPr>
              <a:xfrm>
                <a:off x="1409700" y="5019675"/>
                <a:ext cx="2209800" cy="137795"/>
              </a:xfrm>
              <a:prstGeom prst="rect"/>
            </p:spPr>
          </p:pic>
        </mc:Fallback>
      </mc:AlternateContent>
    </p:spTree>
    <p:custDataLst>
      <p:tags r:id="rId45"/>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结构化的更进一步</a:t>
            </a:r>
            <a:r>
              <a:rPr lang="zh-CN" altLang="en-US"/>
              <a:t>目标：解耦</a:t>
            </a:r>
            <a:r>
              <a:rPr lang="zh-CN" altLang="en-US"/>
              <a:t>的表示</a:t>
            </a:r>
            <a:endParaRPr lang="zh-CN" altLang="en-US"/>
          </a:p>
        </p:txBody>
      </p:sp>
      <p:sp>
        <p:nvSpPr>
          <p:cNvPr id="3" name="内容占位符 2"/>
          <p:cNvSpPr>
            <a:spLocks noGrp="1"/>
          </p:cNvSpPr>
          <p:nvPr>
            <p:ph idx="1"/>
            <p:custDataLst>
              <p:tags r:id="rId2"/>
            </p:custDataLst>
          </p:nvPr>
        </p:nvSpPr>
        <p:spPr/>
        <p:txBody>
          <a:bodyPr>
            <a:normAutofit/>
          </a:bodyPr>
          <a:p>
            <a:r>
              <a:rPr lang="zh-CN" altLang="en-US">
                <a:sym typeface="+mn-ea"/>
              </a:rPr>
              <a:t>解耦表示：不同的变化在不同的表示空间</a:t>
            </a:r>
            <a:r>
              <a:rPr lang="zh-CN" altLang="en-US">
                <a:sym typeface="+mn-ea"/>
              </a:rPr>
              <a:t>中</a:t>
            </a:r>
            <a:r>
              <a:rPr lang="zh-CN" altLang="en-US">
                <a:sym typeface="+mn-ea"/>
              </a:rPr>
              <a:t>体现，彼此不干扰</a:t>
            </a:r>
            <a:endParaRPr lang="zh-CN" altLang="en-US">
              <a:sym typeface="+mn-ea"/>
            </a:endParaRPr>
          </a:p>
          <a:p>
            <a:endParaRPr lang="zh-CN" altLang="en-US">
              <a:sym typeface="+mn-ea"/>
            </a:endParaRPr>
          </a:p>
          <a:p>
            <a:r>
              <a:rPr lang="zh-CN" altLang="en-US">
                <a:solidFill>
                  <a:srgbClr val="C00000"/>
                </a:solidFill>
              </a:rPr>
              <a:t>现有方法，其实连等变性都学不好</a:t>
            </a:r>
            <a:endParaRPr lang="zh-CN" altLang="en-US">
              <a:solidFill>
                <a:srgbClr val="C00000"/>
              </a:solidFill>
            </a:endParaRPr>
          </a:p>
          <a:p>
            <a:endParaRPr lang="zh-CN" altLang="en-US"/>
          </a:p>
          <a:p>
            <a:r>
              <a:rPr lang="en-US" altLang="zh-CN">
                <a:solidFill>
                  <a:srgbClr val="0070C0"/>
                </a:solidFill>
              </a:rPr>
              <a:t>CRED</a:t>
            </a:r>
            <a:r>
              <a:rPr lang="zh-CN" altLang="en-US">
                <a:solidFill>
                  <a:srgbClr val="0070C0"/>
                </a:solidFill>
              </a:rPr>
              <a:t>的目标：基于等变性的解耦表示</a:t>
            </a:r>
            <a:endParaRPr lang="zh-CN" altLang="en-US">
              <a:solidFill>
                <a:srgbClr val="0070C0"/>
              </a:solidFill>
            </a:endParaRPr>
          </a:p>
          <a:p>
            <a:endParaRPr lang="zh-CN" altLang="en-US">
              <a:solidFill>
                <a:srgbClr val="0070C0"/>
              </a:solidFill>
            </a:endParaRPr>
          </a:p>
          <a:p>
            <a:pPr lvl="1"/>
            <a:r>
              <a:rPr lang="zh-CN" altLang="en-US">
                <a:sym typeface="+mn-ea"/>
              </a:rPr>
              <a:t>大体思路：等变性</a:t>
            </a:r>
            <a:r>
              <a:rPr lang="zh-CN" altLang="en-US">
                <a:solidFill>
                  <a:srgbClr val="7030A0"/>
                </a:solidFill>
                <a:sym typeface="+mn-ea"/>
              </a:rPr>
              <a:t>不</a:t>
            </a:r>
            <a:r>
              <a:rPr lang="zh-CN" altLang="en-US">
                <a:solidFill>
                  <a:srgbClr val="7030A0"/>
                </a:solidFill>
                <a:sym typeface="+mn-ea"/>
              </a:rPr>
              <a:t>受干扰地</a:t>
            </a:r>
            <a:r>
              <a:rPr lang="zh-CN" altLang="en-US">
                <a:sym typeface="+mn-ea"/>
              </a:rPr>
              <a:t>被约束</a:t>
            </a:r>
            <a:r>
              <a:rPr lang="zh-CN" altLang="en-US">
                <a:solidFill>
                  <a:srgbClr val="7030A0"/>
                </a:solidFill>
                <a:sym typeface="+mn-ea"/>
              </a:rPr>
              <a:t>在彼此独立的表示空间中</a:t>
            </a:r>
            <a:r>
              <a:rPr lang="en-US" altLang="zh-CN">
                <a:sym typeface="+mn-ea"/>
              </a:rPr>
              <a:t>  =&gt;  </a:t>
            </a:r>
            <a:r>
              <a:rPr lang="zh-CN" altLang="en-US">
                <a:sym typeface="+mn-ea"/>
              </a:rPr>
              <a:t>解耦</a:t>
            </a:r>
            <a:endParaRPr lang="zh-CN" altLang="en-US">
              <a:solidFill>
                <a:srgbClr val="0070C0"/>
              </a:solidFill>
            </a:endParaRPr>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5962650" y="1242695"/>
              <a:ext cx="2543175" cy="205105"/>
            </p14:xfrm>
          </p:contentPart>
        </mc:Choice>
        <mc:Fallback xmlns="">
          <p:pic>
            <p:nvPicPr>
              <p:cNvPr id="4" name="墨迹 3"/>
            </p:nvPicPr>
            <p:blipFill>
              <a:blip r:embed="rId4"/>
            </p:blipFill>
            <p:spPr>
              <a:xfrm>
                <a:off x="5962650" y="1242695"/>
                <a:ext cx="2543175" cy="20510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394970" y="594995"/>
              <a:ext cx="1781175" cy="824230"/>
            </p14:xfrm>
          </p:contentPart>
        </mc:Choice>
        <mc:Fallback xmlns="">
          <p:pic>
            <p:nvPicPr>
              <p:cNvPr id="5" name="墨迹 4"/>
            </p:nvPicPr>
            <p:blipFill>
              <a:blip r:embed="rId6"/>
            </p:blipFill>
            <p:spPr>
              <a:xfrm>
                <a:off x="394970" y="594995"/>
                <a:ext cx="1781175" cy="82423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2228850" y="1266825"/>
              <a:ext cx="3381375" cy="13970"/>
            </p14:xfrm>
          </p:contentPart>
        </mc:Choice>
        <mc:Fallback xmlns="">
          <p:pic>
            <p:nvPicPr>
              <p:cNvPr id="6" name="墨迹 5"/>
            </p:nvPicPr>
            <p:blipFill>
              <a:blip r:embed="rId8"/>
            </p:blipFill>
            <p:spPr>
              <a:xfrm>
                <a:off x="2228850" y="1266825"/>
                <a:ext cx="3381375" cy="1397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5353050" y="1162050"/>
              <a:ext cx="318770" cy="257175"/>
            </p14:xfrm>
          </p:contentPart>
        </mc:Choice>
        <mc:Fallback xmlns="">
          <p:pic>
            <p:nvPicPr>
              <p:cNvPr id="7" name="墨迹 6"/>
            </p:nvPicPr>
            <p:blipFill>
              <a:blip r:embed="rId10"/>
            </p:blipFill>
            <p:spPr>
              <a:xfrm>
                <a:off x="5353050" y="1162050"/>
                <a:ext cx="318770" cy="25717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2138045" y="1909445"/>
              <a:ext cx="1409700" cy="243205"/>
            </p14:xfrm>
          </p:contentPart>
        </mc:Choice>
        <mc:Fallback xmlns="">
          <p:pic>
            <p:nvPicPr>
              <p:cNvPr id="8" name="墨迹 7"/>
            </p:nvPicPr>
            <p:blipFill>
              <a:blip r:embed="rId12"/>
            </p:blipFill>
            <p:spPr>
              <a:xfrm>
                <a:off x="2138045" y="1909445"/>
                <a:ext cx="1409700" cy="24320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3733800" y="1895475"/>
              <a:ext cx="1876425" cy="247650"/>
            </p14:xfrm>
          </p:contentPart>
        </mc:Choice>
        <mc:Fallback xmlns="">
          <p:pic>
            <p:nvPicPr>
              <p:cNvPr id="9" name="墨迹 8"/>
            </p:nvPicPr>
            <p:blipFill>
              <a:blip r:embed="rId14"/>
            </p:blipFill>
            <p:spPr>
              <a:xfrm>
                <a:off x="3733800" y="1895475"/>
                <a:ext cx="1876425" cy="2476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6124575" y="1537970"/>
              <a:ext cx="1905000" cy="519430"/>
            </p14:xfrm>
          </p:contentPart>
        </mc:Choice>
        <mc:Fallback xmlns="">
          <p:pic>
            <p:nvPicPr>
              <p:cNvPr id="10" name="墨迹 9"/>
            </p:nvPicPr>
            <p:blipFill>
              <a:blip r:embed="rId16"/>
            </p:blipFill>
            <p:spPr>
              <a:xfrm>
                <a:off x="6124575" y="1537970"/>
                <a:ext cx="1905000" cy="51943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657225" y="2480945"/>
              <a:ext cx="3962400" cy="633730"/>
            </p14:xfrm>
          </p:contentPart>
        </mc:Choice>
        <mc:Fallback xmlns="">
          <p:pic>
            <p:nvPicPr>
              <p:cNvPr id="11" name="墨迹 10"/>
            </p:nvPicPr>
            <p:blipFill>
              <a:blip r:embed="rId18"/>
            </p:blipFill>
            <p:spPr>
              <a:xfrm>
                <a:off x="657225" y="2480945"/>
                <a:ext cx="3962400" cy="63373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2371725" y="2842895"/>
              <a:ext cx="2366645" cy="190500"/>
            </p14:xfrm>
          </p:contentPart>
        </mc:Choice>
        <mc:Fallback xmlns="">
          <p:pic>
            <p:nvPicPr>
              <p:cNvPr id="12" name="墨迹 11"/>
            </p:nvPicPr>
            <p:blipFill>
              <a:blip r:embed="rId20"/>
            </p:blipFill>
            <p:spPr>
              <a:xfrm>
                <a:off x="2371725" y="2842895"/>
                <a:ext cx="2366645" cy="1905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861695" y="3838575"/>
              <a:ext cx="1529080" cy="133350"/>
            </p14:xfrm>
          </p:contentPart>
        </mc:Choice>
        <mc:Fallback xmlns="">
          <p:pic>
            <p:nvPicPr>
              <p:cNvPr id="13" name="墨迹 12"/>
            </p:nvPicPr>
            <p:blipFill>
              <a:blip r:embed="rId22"/>
            </p:blipFill>
            <p:spPr>
              <a:xfrm>
                <a:off x="861695" y="3838575"/>
                <a:ext cx="1529080" cy="1333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2480945" y="3400425"/>
              <a:ext cx="2767330" cy="657225"/>
            </p14:xfrm>
          </p:contentPart>
        </mc:Choice>
        <mc:Fallback xmlns="">
          <p:pic>
            <p:nvPicPr>
              <p:cNvPr id="14" name="墨迹 13"/>
            </p:nvPicPr>
            <p:blipFill>
              <a:blip r:embed="rId24"/>
            </p:blipFill>
            <p:spPr>
              <a:xfrm>
                <a:off x="2480945" y="3400425"/>
                <a:ext cx="2767330" cy="65722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2933700" y="3914775"/>
              <a:ext cx="842645" cy="33020"/>
            </p14:xfrm>
          </p:contentPart>
        </mc:Choice>
        <mc:Fallback xmlns="">
          <p:pic>
            <p:nvPicPr>
              <p:cNvPr id="15" name="墨迹 14"/>
            </p:nvPicPr>
            <p:blipFill>
              <a:blip r:embed="rId26"/>
            </p:blipFill>
            <p:spPr>
              <a:xfrm>
                <a:off x="2933700" y="3914775"/>
                <a:ext cx="842645" cy="3302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2981325" y="3914775"/>
              <a:ext cx="704850" cy="47625"/>
            </p14:xfrm>
          </p:contentPart>
        </mc:Choice>
        <mc:Fallback xmlns="">
          <p:pic>
            <p:nvPicPr>
              <p:cNvPr id="16" name="墨迹 15"/>
            </p:nvPicPr>
            <p:blipFill>
              <a:blip r:embed="rId28"/>
            </p:blipFill>
            <p:spPr>
              <a:xfrm>
                <a:off x="2981325" y="3914775"/>
                <a:ext cx="704850" cy="4762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3000375" y="4000500"/>
              <a:ext cx="1004570" cy="33020"/>
            </p14:xfrm>
          </p:contentPart>
        </mc:Choice>
        <mc:Fallback xmlns="">
          <p:pic>
            <p:nvPicPr>
              <p:cNvPr id="17" name="墨迹 16"/>
            </p:nvPicPr>
            <p:blipFill>
              <a:blip r:embed="rId30"/>
            </p:blipFill>
            <p:spPr>
              <a:xfrm>
                <a:off x="3000375" y="4000500"/>
                <a:ext cx="1004570" cy="3302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3166745" y="3981450"/>
              <a:ext cx="609600" cy="28575"/>
            </p14:xfrm>
          </p:contentPart>
        </mc:Choice>
        <mc:Fallback xmlns="">
          <p:pic>
            <p:nvPicPr>
              <p:cNvPr id="18" name="墨迹 17"/>
            </p:nvPicPr>
            <p:blipFill>
              <a:blip r:embed="rId32"/>
            </p:blipFill>
            <p:spPr>
              <a:xfrm>
                <a:off x="3166745" y="3981450"/>
                <a:ext cx="609600" cy="2857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2423795" y="4766945"/>
              <a:ext cx="504825" cy="5080"/>
            </p14:xfrm>
          </p:contentPart>
        </mc:Choice>
        <mc:Fallback xmlns="">
          <p:pic>
            <p:nvPicPr>
              <p:cNvPr id="19" name="墨迹 18"/>
            </p:nvPicPr>
            <p:blipFill>
              <a:blip r:embed="rId34"/>
            </p:blipFill>
            <p:spPr>
              <a:xfrm>
                <a:off x="2423795" y="4766945"/>
                <a:ext cx="504825" cy="508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1457325" y="4843145"/>
              <a:ext cx="795020" cy="33655"/>
            </p14:xfrm>
          </p:contentPart>
        </mc:Choice>
        <mc:Fallback xmlns="">
          <p:pic>
            <p:nvPicPr>
              <p:cNvPr id="20" name="墨迹 19"/>
            </p:nvPicPr>
            <p:blipFill>
              <a:blip r:embed="rId36"/>
            </p:blipFill>
            <p:spPr>
              <a:xfrm>
                <a:off x="1457325" y="4843145"/>
                <a:ext cx="795020" cy="3365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2381250" y="4776470"/>
              <a:ext cx="766445" cy="24130"/>
            </p14:xfrm>
          </p:contentPart>
        </mc:Choice>
        <mc:Fallback xmlns="">
          <p:pic>
            <p:nvPicPr>
              <p:cNvPr id="21" name="墨迹 20"/>
            </p:nvPicPr>
            <p:blipFill>
              <a:blip r:embed="rId38"/>
            </p:blipFill>
            <p:spPr>
              <a:xfrm>
                <a:off x="2381250" y="4776470"/>
                <a:ext cx="766445" cy="2413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3090545" y="4309745"/>
              <a:ext cx="1438275" cy="714375"/>
            </p14:xfrm>
          </p:contentPart>
        </mc:Choice>
        <mc:Fallback xmlns="">
          <p:pic>
            <p:nvPicPr>
              <p:cNvPr id="22" name="墨迹 21"/>
            </p:nvPicPr>
            <p:blipFill>
              <a:blip r:embed="rId40"/>
            </p:blipFill>
            <p:spPr>
              <a:xfrm>
                <a:off x="3090545" y="4309745"/>
                <a:ext cx="1438275" cy="714375"/>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3" name="墨迹 22"/>
              <p14:cNvContentPartPr/>
              <p14:nvPr/>
            </p14:nvContentPartPr>
            <p14:xfrm>
              <a:off x="2766695" y="2909570"/>
              <a:ext cx="1924050" cy="290830"/>
            </p14:xfrm>
          </p:contentPart>
        </mc:Choice>
        <mc:Fallback xmlns="">
          <p:pic>
            <p:nvPicPr>
              <p:cNvPr id="23" name="墨迹 22"/>
            </p:nvPicPr>
            <p:blipFill>
              <a:blip r:embed="rId42"/>
            </p:blipFill>
            <p:spPr>
              <a:xfrm>
                <a:off x="2766695" y="2909570"/>
                <a:ext cx="1924050" cy="29083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4" name="墨迹 23"/>
              <p14:cNvContentPartPr/>
              <p14:nvPr/>
            </p14:nvContentPartPr>
            <p14:xfrm>
              <a:off x="4576445" y="4709795"/>
              <a:ext cx="2809875" cy="205105"/>
            </p14:xfrm>
          </p:contentPart>
        </mc:Choice>
        <mc:Fallback xmlns="">
          <p:pic>
            <p:nvPicPr>
              <p:cNvPr id="24" name="墨迹 23"/>
            </p:nvPicPr>
            <p:blipFill>
              <a:blip r:embed="rId44"/>
            </p:blipFill>
            <p:spPr>
              <a:xfrm>
                <a:off x="4576445" y="4709795"/>
                <a:ext cx="2809875" cy="20510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5" name="墨迹 24"/>
              <p14:cNvContentPartPr/>
              <p14:nvPr/>
            </p14:nvContentPartPr>
            <p14:xfrm>
              <a:off x="1766570" y="2071370"/>
              <a:ext cx="4391025" cy="147955"/>
            </p14:xfrm>
          </p:contentPart>
        </mc:Choice>
        <mc:Fallback xmlns="">
          <p:pic>
            <p:nvPicPr>
              <p:cNvPr id="25" name="墨迹 24"/>
            </p:nvPicPr>
            <p:blipFill>
              <a:blip r:embed="rId46"/>
            </p:blipFill>
            <p:spPr>
              <a:xfrm>
                <a:off x="1766570" y="2071370"/>
                <a:ext cx="4391025" cy="14795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6" name="墨迹 25"/>
              <p14:cNvContentPartPr/>
              <p14:nvPr/>
            </p14:nvContentPartPr>
            <p14:xfrm>
              <a:off x="3076575" y="2176145"/>
              <a:ext cx="4610100" cy="138430"/>
            </p14:xfrm>
          </p:contentPart>
        </mc:Choice>
        <mc:Fallback xmlns="">
          <p:pic>
            <p:nvPicPr>
              <p:cNvPr id="26" name="墨迹 25"/>
            </p:nvPicPr>
            <p:blipFill>
              <a:blip r:embed="rId48"/>
            </p:blipFill>
            <p:spPr>
              <a:xfrm>
                <a:off x="3076575" y="2176145"/>
                <a:ext cx="4610100" cy="13843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7" name="墨迹 26"/>
              <p14:cNvContentPartPr/>
              <p14:nvPr/>
            </p14:nvContentPartPr>
            <p14:xfrm>
              <a:off x="7839075" y="4262120"/>
              <a:ext cx="971550" cy="628650"/>
            </p14:xfrm>
          </p:contentPart>
        </mc:Choice>
        <mc:Fallback xmlns="">
          <p:pic>
            <p:nvPicPr>
              <p:cNvPr id="27" name="墨迹 26"/>
            </p:nvPicPr>
            <p:blipFill>
              <a:blip r:embed="rId50"/>
            </p:blipFill>
            <p:spPr>
              <a:xfrm>
                <a:off x="7839075" y="4262120"/>
                <a:ext cx="971550" cy="62865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8" name="墨迹 27"/>
              <p14:cNvContentPartPr/>
              <p14:nvPr/>
            </p14:nvContentPartPr>
            <p14:xfrm>
              <a:off x="3233420" y="4933950"/>
              <a:ext cx="1281430" cy="38100"/>
            </p14:xfrm>
          </p:contentPart>
        </mc:Choice>
        <mc:Fallback xmlns="">
          <p:pic>
            <p:nvPicPr>
              <p:cNvPr id="28" name="墨迹 27"/>
            </p:nvPicPr>
            <p:blipFill>
              <a:blip r:embed="rId52"/>
            </p:blipFill>
            <p:spPr>
              <a:xfrm>
                <a:off x="3233420" y="4933950"/>
                <a:ext cx="1281430" cy="3810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9" name="墨迹 28"/>
              <p14:cNvContentPartPr/>
              <p14:nvPr/>
            </p14:nvContentPartPr>
            <p14:xfrm>
              <a:off x="3400425" y="4905375"/>
              <a:ext cx="956945" cy="23495"/>
            </p14:xfrm>
          </p:contentPart>
        </mc:Choice>
        <mc:Fallback xmlns="">
          <p:pic>
            <p:nvPicPr>
              <p:cNvPr id="29" name="墨迹 28"/>
            </p:nvPicPr>
            <p:blipFill>
              <a:blip r:embed="rId54"/>
            </p:blipFill>
            <p:spPr>
              <a:xfrm>
                <a:off x="3400425" y="4905375"/>
                <a:ext cx="956945" cy="2349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0" name="墨迹 29"/>
              <p14:cNvContentPartPr/>
              <p14:nvPr/>
            </p14:nvContentPartPr>
            <p14:xfrm>
              <a:off x="5224145" y="4871720"/>
              <a:ext cx="1838325" cy="52705"/>
            </p14:xfrm>
          </p:contentPart>
        </mc:Choice>
        <mc:Fallback xmlns="">
          <p:pic>
            <p:nvPicPr>
              <p:cNvPr id="30" name="墨迹 29"/>
            </p:nvPicPr>
            <p:blipFill>
              <a:blip r:embed="rId56"/>
            </p:blipFill>
            <p:spPr>
              <a:xfrm>
                <a:off x="5224145" y="4871720"/>
                <a:ext cx="1838325" cy="52705"/>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1" name="墨迹 30"/>
              <p14:cNvContentPartPr/>
              <p14:nvPr/>
            </p14:nvContentPartPr>
            <p14:xfrm>
              <a:off x="5095875" y="4881245"/>
              <a:ext cx="1962150" cy="104775"/>
            </p14:xfrm>
          </p:contentPart>
        </mc:Choice>
        <mc:Fallback xmlns="">
          <p:pic>
            <p:nvPicPr>
              <p:cNvPr id="31" name="墨迹 30"/>
            </p:nvPicPr>
            <p:blipFill>
              <a:blip r:embed="rId58"/>
            </p:blipFill>
            <p:spPr>
              <a:xfrm>
                <a:off x="5095875" y="4881245"/>
                <a:ext cx="1962150" cy="10477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2" name="墨迹 31"/>
              <p14:cNvContentPartPr/>
              <p14:nvPr/>
            </p14:nvContentPartPr>
            <p14:xfrm>
              <a:off x="5528945" y="4953000"/>
              <a:ext cx="1428750" cy="114300"/>
            </p14:xfrm>
          </p:contentPart>
        </mc:Choice>
        <mc:Fallback xmlns="">
          <p:pic>
            <p:nvPicPr>
              <p:cNvPr id="32" name="墨迹 31"/>
            </p:nvPicPr>
            <p:blipFill>
              <a:blip r:embed="rId60"/>
            </p:blipFill>
            <p:spPr>
              <a:xfrm>
                <a:off x="5528945" y="4953000"/>
                <a:ext cx="1428750" cy="11430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3" name="墨迹 32"/>
              <p14:cNvContentPartPr/>
              <p14:nvPr/>
            </p14:nvContentPartPr>
            <p14:xfrm>
              <a:off x="3214370" y="3785870"/>
              <a:ext cx="971550" cy="109855"/>
            </p14:xfrm>
          </p:contentPart>
        </mc:Choice>
        <mc:Fallback xmlns="">
          <p:pic>
            <p:nvPicPr>
              <p:cNvPr id="33" name="墨迹 32"/>
            </p:nvPicPr>
            <p:blipFill>
              <a:blip r:embed="rId62"/>
            </p:blipFill>
            <p:spPr>
              <a:xfrm>
                <a:off x="3214370" y="3785870"/>
                <a:ext cx="971550" cy="109855"/>
              </a:xfrm>
              <a:prstGeom prst="rect"/>
            </p:spPr>
          </p:pic>
        </mc:Fallback>
      </mc:AlternateContent>
    </p:spTree>
    <p:custDataLst>
      <p:tags r:id="rId6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t>
            </a:r>
            <a:r>
              <a:rPr lang="zh-CN" altLang="en-US"/>
              <a:t>不受干扰地</a:t>
            </a:r>
            <a:r>
              <a:rPr lang="en-US" altLang="zh-CN"/>
              <a:t>”</a:t>
            </a:r>
            <a:endParaRPr lang="en-US" altLang="zh-CN"/>
          </a:p>
        </p:txBody>
      </p:sp>
      <p:sp>
        <p:nvSpPr>
          <p:cNvPr id="3" name="内容占位符 2"/>
          <p:cNvSpPr>
            <a:spLocks noGrp="1"/>
          </p:cNvSpPr>
          <p:nvPr>
            <p:ph idx="1"/>
            <p:custDataLst>
              <p:tags r:id="rId2"/>
            </p:custDataLst>
          </p:nvPr>
        </p:nvSpPr>
        <p:spPr/>
        <p:txBody>
          <a:bodyPr/>
          <a:p>
            <a:r>
              <a:rPr lang="zh-CN" altLang="en-US"/>
              <a:t>现有方法</a:t>
            </a:r>
            <a:r>
              <a:rPr lang="zh-CN" altLang="en-US">
                <a:solidFill>
                  <a:srgbClr val="C00000"/>
                </a:solidFill>
              </a:rPr>
              <a:t>同时优化不变性和等变性</a:t>
            </a:r>
            <a:r>
              <a:rPr lang="en-US" altLang="zh-CN">
                <a:solidFill>
                  <a:srgbClr val="C00000"/>
                </a:solidFill>
              </a:rPr>
              <a:t>  =&gt;  </a:t>
            </a:r>
            <a:r>
              <a:rPr lang="zh-CN" altLang="en-US">
                <a:solidFill>
                  <a:srgbClr val="C00000"/>
                </a:solidFill>
              </a:rPr>
              <a:t>彼此干扰</a:t>
            </a:r>
            <a:endParaRPr lang="zh-CN" altLang="en-US">
              <a:solidFill>
                <a:srgbClr val="C00000"/>
              </a:solidFill>
            </a:endParaRPr>
          </a:p>
          <a:p>
            <a:endParaRPr lang="zh-CN" altLang="en-US"/>
          </a:p>
          <a:p>
            <a:r>
              <a:rPr lang="zh-CN" altLang="en-US"/>
              <a:t>解决方案：</a:t>
            </a:r>
            <a:r>
              <a:rPr lang="zh-CN" altLang="en-US">
                <a:solidFill>
                  <a:srgbClr val="00B050"/>
                </a:solidFill>
              </a:rPr>
              <a:t>两阶段方法</a:t>
            </a:r>
            <a:endParaRPr lang="zh-CN" altLang="en-US"/>
          </a:p>
          <a:p>
            <a:endParaRPr lang="zh-CN" altLang="en-US"/>
          </a:p>
          <a:p>
            <a:pPr lvl="1"/>
            <a:r>
              <a:rPr lang="zh-CN" altLang="en-US"/>
              <a:t>第一阶段，优化不变性（</a:t>
            </a:r>
            <a:r>
              <a:rPr lang="zh-CN" altLang="en-US"/>
              <a:t>从而形成聚类，簇状结构）</a:t>
            </a:r>
            <a:endParaRPr lang="zh-CN" altLang="en-US"/>
          </a:p>
          <a:p>
            <a:pPr lvl="1"/>
            <a:endParaRPr lang="zh-CN" altLang="en-US"/>
          </a:p>
          <a:p>
            <a:pPr lvl="1"/>
            <a:r>
              <a:rPr lang="zh-CN" altLang="en-US"/>
              <a:t>第二阶段，各簇内学习等变性（不再需要不变性）</a:t>
            </a:r>
            <a:endParaRPr lang="zh-CN" altLang="en-US"/>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419100" y="561975"/>
              <a:ext cx="3486150" cy="809625"/>
            </p14:xfrm>
          </p:contentPart>
        </mc:Choice>
        <mc:Fallback xmlns="">
          <p:pic>
            <p:nvPicPr>
              <p:cNvPr id="5" name="墨迹 4"/>
            </p:nvPicPr>
            <p:blipFill>
              <a:blip r:embed="rId4"/>
            </p:blipFill>
            <p:spPr>
              <a:xfrm>
                <a:off x="419100" y="561975"/>
                <a:ext cx="3486150" cy="80962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1995170" y="1885950"/>
              <a:ext cx="1891030" cy="252095"/>
            </p14:xfrm>
          </p:contentPart>
        </mc:Choice>
        <mc:Fallback xmlns="">
          <p:pic>
            <p:nvPicPr>
              <p:cNvPr id="6" name="墨迹 5"/>
            </p:nvPicPr>
            <p:blipFill>
              <a:blip r:embed="rId6"/>
            </p:blipFill>
            <p:spPr>
              <a:xfrm>
                <a:off x="1995170" y="1885950"/>
                <a:ext cx="1891030" cy="25209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2867025" y="1438275"/>
              <a:ext cx="823595" cy="594995"/>
            </p14:xfrm>
          </p:contentPart>
        </mc:Choice>
        <mc:Fallback xmlns="">
          <p:pic>
            <p:nvPicPr>
              <p:cNvPr id="7" name="墨迹 6"/>
            </p:nvPicPr>
            <p:blipFill>
              <a:blip r:embed="rId8"/>
            </p:blipFill>
            <p:spPr>
              <a:xfrm>
                <a:off x="2867025" y="1438275"/>
                <a:ext cx="823595" cy="59499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3823970" y="1461770"/>
              <a:ext cx="790575" cy="609600"/>
            </p14:xfrm>
          </p:contentPart>
        </mc:Choice>
        <mc:Fallback xmlns="">
          <p:pic>
            <p:nvPicPr>
              <p:cNvPr id="8" name="墨迹 7"/>
            </p:nvPicPr>
            <p:blipFill>
              <a:blip r:embed="rId10"/>
            </p:blipFill>
            <p:spPr>
              <a:xfrm>
                <a:off x="3823970" y="1461770"/>
                <a:ext cx="790575" cy="6096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3857625" y="1952625"/>
              <a:ext cx="1019175" cy="156845"/>
            </p14:xfrm>
          </p:contentPart>
        </mc:Choice>
        <mc:Fallback xmlns="">
          <p:pic>
            <p:nvPicPr>
              <p:cNvPr id="9" name="墨迹 8"/>
            </p:nvPicPr>
            <p:blipFill>
              <a:blip r:embed="rId12"/>
            </p:blipFill>
            <p:spPr>
              <a:xfrm>
                <a:off x="3857625" y="1952625"/>
                <a:ext cx="1019175" cy="1568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4114800" y="2090420"/>
              <a:ext cx="771525" cy="9525"/>
            </p14:xfrm>
          </p:contentPart>
        </mc:Choice>
        <mc:Fallback xmlns="">
          <p:pic>
            <p:nvPicPr>
              <p:cNvPr id="10" name="墨迹 9"/>
            </p:nvPicPr>
            <p:blipFill>
              <a:blip r:embed="rId14"/>
            </p:blipFill>
            <p:spPr>
              <a:xfrm>
                <a:off x="4114800" y="2090420"/>
                <a:ext cx="771525" cy="952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2857500" y="1918970"/>
              <a:ext cx="594995" cy="14605"/>
            </p14:xfrm>
          </p:contentPart>
        </mc:Choice>
        <mc:Fallback xmlns="">
          <p:pic>
            <p:nvPicPr>
              <p:cNvPr id="11" name="墨迹 10"/>
            </p:nvPicPr>
            <p:blipFill>
              <a:blip r:embed="rId16"/>
            </p:blipFill>
            <p:spPr>
              <a:xfrm>
                <a:off x="2857500" y="1918970"/>
                <a:ext cx="594995" cy="1460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2861945" y="1928495"/>
              <a:ext cx="685800" cy="14605"/>
            </p14:xfrm>
          </p:contentPart>
        </mc:Choice>
        <mc:Fallback xmlns="">
          <p:pic>
            <p:nvPicPr>
              <p:cNvPr id="12" name="墨迹 11"/>
            </p:nvPicPr>
            <p:blipFill>
              <a:blip r:embed="rId18"/>
            </p:blipFill>
            <p:spPr>
              <a:xfrm>
                <a:off x="2861945" y="1928495"/>
                <a:ext cx="685800" cy="1460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2766695" y="1947545"/>
              <a:ext cx="1090930" cy="85725"/>
            </p14:xfrm>
          </p:contentPart>
        </mc:Choice>
        <mc:Fallback xmlns="">
          <p:pic>
            <p:nvPicPr>
              <p:cNvPr id="13" name="墨迹 12"/>
            </p:nvPicPr>
            <p:blipFill>
              <a:blip r:embed="rId20"/>
            </p:blipFill>
            <p:spPr>
              <a:xfrm>
                <a:off x="2766695" y="1947545"/>
                <a:ext cx="1090930" cy="8572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4986020" y="1404620"/>
              <a:ext cx="1605280" cy="657225"/>
            </p14:xfrm>
          </p:contentPart>
        </mc:Choice>
        <mc:Fallback xmlns="">
          <p:pic>
            <p:nvPicPr>
              <p:cNvPr id="14" name="墨迹 13"/>
            </p:nvPicPr>
            <p:blipFill>
              <a:blip r:embed="rId22"/>
            </p:blipFill>
            <p:spPr>
              <a:xfrm>
                <a:off x="4986020" y="1404620"/>
                <a:ext cx="1605280" cy="65722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1395095" y="1947545"/>
              <a:ext cx="5495925" cy="128905"/>
            </p14:xfrm>
          </p:contentPart>
        </mc:Choice>
        <mc:Fallback xmlns="">
          <p:pic>
            <p:nvPicPr>
              <p:cNvPr id="15" name="墨迹 14"/>
            </p:nvPicPr>
            <p:blipFill>
              <a:blip r:embed="rId24"/>
            </p:blipFill>
            <p:spPr>
              <a:xfrm>
                <a:off x="1395095" y="1947545"/>
                <a:ext cx="5495925" cy="12890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2028825" y="2419350"/>
              <a:ext cx="1733550" cy="657225"/>
            </p14:xfrm>
          </p:contentPart>
        </mc:Choice>
        <mc:Fallback xmlns="">
          <p:pic>
            <p:nvPicPr>
              <p:cNvPr id="16" name="墨迹 15"/>
            </p:nvPicPr>
            <p:blipFill>
              <a:blip r:embed="rId26"/>
            </p:blipFill>
            <p:spPr>
              <a:xfrm>
                <a:off x="2028825" y="2419350"/>
                <a:ext cx="1733550" cy="65722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2085975" y="2914650"/>
              <a:ext cx="1814195" cy="85725"/>
            </p14:xfrm>
          </p:contentPart>
        </mc:Choice>
        <mc:Fallback xmlns="">
          <p:pic>
            <p:nvPicPr>
              <p:cNvPr id="17" name="墨迹 16"/>
            </p:nvPicPr>
            <p:blipFill>
              <a:blip r:embed="rId28"/>
            </p:blipFill>
            <p:spPr>
              <a:xfrm>
                <a:off x="2085975" y="2914650"/>
                <a:ext cx="1814195" cy="8572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2000250" y="2952750"/>
              <a:ext cx="1552575" cy="90170"/>
            </p14:xfrm>
          </p:contentPart>
        </mc:Choice>
        <mc:Fallback xmlns="">
          <p:pic>
            <p:nvPicPr>
              <p:cNvPr id="18" name="墨迹 17"/>
            </p:nvPicPr>
            <p:blipFill>
              <a:blip r:embed="rId30"/>
            </p:blipFill>
            <p:spPr>
              <a:xfrm>
                <a:off x="2000250" y="2952750"/>
                <a:ext cx="1552575" cy="9017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2305050" y="3757295"/>
              <a:ext cx="1480820" cy="85725"/>
            </p14:xfrm>
          </p:contentPart>
        </mc:Choice>
        <mc:Fallback xmlns="">
          <p:pic>
            <p:nvPicPr>
              <p:cNvPr id="19" name="墨迹 18"/>
            </p:nvPicPr>
            <p:blipFill>
              <a:blip r:embed="rId32"/>
            </p:blipFill>
            <p:spPr>
              <a:xfrm>
                <a:off x="2305050" y="3757295"/>
                <a:ext cx="1480820" cy="8572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2505075" y="3862070"/>
              <a:ext cx="1499870" cy="43180"/>
            </p14:xfrm>
          </p:contentPart>
        </mc:Choice>
        <mc:Fallback xmlns="">
          <p:pic>
            <p:nvPicPr>
              <p:cNvPr id="20" name="墨迹 19"/>
            </p:nvPicPr>
            <p:blipFill>
              <a:blip r:embed="rId34"/>
            </p:blipFill>
            <p:spPr>
              <a:xfrm>
                <a:off x="2505075" y="3862070"/>
                <a:ext cx="1499870" cy="4318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墨迹 20"/>
              <p14:cNvContentPartPr/>
              <p14:nvPr/>
            </p14:nvContentPartPr>
            <p14:xfrm>
              <a:off x="5128895" y="3366770"/>
              <a:ext cx="1304925" cy="571500"/>
            </p14:xfrm>
          </p:contentPart>
        </mc:Choice>
        <mc:Fallback xmlns="">
          <p:pic>
            <p:nvPicPr>
              <p:cNvPr id="21" name="墨迹 20"/>
            </p:nvPicPr>
            <p:blipFill>
              <a:blip r:embed="rId36"/>
            </p:blipFill>
            <p:spPr>
              <a:xfrm>
                <a:off x="5128895" y="3366770"/>
                <a:ext cx="1304925" cy="57150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2" name="墨迹 21"/>
              <p14:cNvContentPartPr/>
              <p14:nvPr/>
            </p14:nvContentPartPr>
            <p14:xfrm>
              <a:off x="2290445" y="4109720"/>
              <a:ext cx="1990725" cy="567055"/>
            </p14:xfrm>
          </p:contentPart>
        </mc:Choice>
        <mc:Fallback xmlns="">
          <p:pic>
            <p:nvPicPr>
              <p:cNvPr id="22" name="墨迹 21"/>
            </p:nvPicPr>
            <p:blipFill>
              <a:blip r:embed="rId38"/>
            </p:blipFill>
            <p:spPr>
              <a:xfrm>
                <a:off x="2290445" y="4109720"/>
                <a:ext cx="1990725" cy="56705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3" name="墨迹 22"/>
              <p14:cNvContentPartPr/>
              <p14:nvPr/>
            </p14:nvContentPartPr>
            <p14:xfrm>
              <a:off x="3509645" y="4552950"/>
              <a:ext cx="1414780" cy="299720"/>
            </p14:xfrm>
          </p:contentPart>
        </mc:Choice>
        <mc:Fallback xmlns="">
          <p:pic>
            <p:nvPicPr>
              <p:cNvPr id="23" name="墨迹 22"/>
            </p:nvPicPr>
            <p:blipFill>
              <a:blip r:embed="rId40"/>
            </p:blipFill>
            <p:spPr>
              <a:xfrm>
                <a:off x="3509645" y="4552950"/>
                <a:ext cx="1414780" cy="29972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4" name="墨迹 23"/>
              <p14:cNvContentPartPr/>
              <p14:nvPr/>
            </p14:nvContentPartPr>
            <p14:xfrm>
              <a:off x="2861945" y="1909445"/>
              <a:ext cx="652780" cy="66675"/>
            </p14:xfrm>
          </p:contentPart>
        </mc:Choice>
        <mc:Fallback xmlns="">
          <p:pic>
            <p:nvPicPr>
              <p:cNvPr id="24" name="墨迹 23"/>
            </p:nvPicPr>
            <p:blipFill>
              <a:blip r:embed="rId42"/>
            </p:blipFill>
            <p:spPr>
              <a:xfrm>
                <a:off x="2861945" y="1909445"/>
                <a:ext cx="652780" cy="6667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5" name="墨迹 24"/>
              <p14:cNvContentPartPr/>
              <p14:nvPr/>
            </p14:nvContentPartPr>
            <p14:xfrm>
              <a:off x="3314700" y="4629150"/>
              <a:ext cx="1671320" cy="19050"/>
            </p14:xfrm>
          </p:contentPart>
        </mc:Choice>
        <mc:Fallback xmlns="">
          <p:pic>
            <p:nvPicPr>
              <p:cNvPr id="25" name="墨迹 24"/>
            </p:nvPicPr>
            <p:blipFill>
              <a:blip r:embed="rId44"/>
            </p:blipFill>
            <p:spPr>
              <a:xfrm>
                <a:off x="3314700" y="4629150"/>
                <a:ext cx="1671320" cy="1905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6" name="墨迹 25"/>
              <p14:cNvContentPartPr/>
              <p14:nvPr/>
            </p14:nvContentPartPr>
            <p14:xfrm>
              <a:off x="3176270" y="4662170"/>
              <a:ext cx="2072005" cy="38100"/>
            </p14:xfrm>
          </p:contentPart>
        </mc:Choice>
        <mc:Fallback xmlns="">
          <p:pic>
            <p:nvPicPr>
              <p:cNvPr id="26" name="墨迹 25"/>
            </p:nvPicPr>
            <p:blipFill>
              <a:blip r:embed="rId46"/>
            </p:blipFill>
            <p:spPr>
              <a:xfrm>
                <a:off x="3176270" y="4662170"/>
                <a:ext cx="2072005" cy="3810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7" name="墨迹 26"/>
              <p14:cNvContentPartPr/>
              <p14:nvPr/>
            </p14:nvContentPartPr>
            <p14:xfrm>
              <a:off x="3571875" y="4124325"/>
              <a:ext cx="861695" cy="518795"/>
            </p14:xfrm>
          </p:contentPart>
        </mc:Choice>
        <mc:Fallback xmlns="">
          <p:pic>
            <p:nvPicPr>
              <p:cNvPr id="27" name="墨迹 26"/>
            </p:nvPicPr>
            <p:blipFill>
              <a:blip r:embed="rId48"/>
            </p:blipFill>
            <p:spPr>
              <a:xfrm>
                <a:off x="3571875" y="4124325"/>
                <a:ext cx="861695" cy="518795"/>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8" name="墨迹 27"/>
              <p14:cNvContentPartPr/>
              <p14:nvPr/>
            </p14:nvContentPartPr>
            <p14:xfrm>
              <a:off x="781050" y="1214120"/>
              <a:ext cx="2147570" cy="66675"/>
            </p14:xfrm>
          </p:contentPart>
        </mc:Choice>
        <mc:Fallback xmlns="">
          <p:pic>
            <p:nvPicPr>
              <p:cNvPr id="28" name="墨迹 27"/>
            </p:nvPicPr>
            <p:blipFill>
              <a:blip r:embed="rId50"/>
            </p:blipFill>
            <p:spPr>
              <a:xfrm>
                <a:off x="781050" y="1214120"/>
                <a:ext cx="2147570" cy="6667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9" name="墨迹 28"/>
              <p14:cNvContentPartPr/>
              <p14:nvPr/>
            </p14:nvContentPartPr>
            <p14:xfrm>
              <a:off x="718820" y="1228725"/>
              <a:ext cx="2586355" cy="123825"/>
            </p14:xfrm>
          </p:contentPart>
        </mc:Choice>
        <mc:Fallback xmlns="">
          <p:pic>
            <p:nvPicPr>
              <p:cNvPr id="29" name="墨迹 28"/>
            </p:nvPicPr>
            <p:blipFill>
              <a:blip r:embed="rId52"/>
            </p:blipFill>
            <p:spPr>
              <a:xfrm>
                <a:off x="718820" y="1228725"/>
                <a:ext cx="2586355" cy="12382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0" name="墨迹 29"/>
              <p14:cNvContentPartPr/>
              <p14:nvPr/>
            </p14:nvContentPartPr>
            <p14:xfrm>
              <a:off x="1285875" y="1257300"/>
              <a:ext cx="2709545" cy="137795"/>
            </p14:xfrm>
          </p:contentPart>
        </mc:Choice>
        <mc:Fallback xmlns="">
          <p:pic>
            <p:nvPicPr>
              <p:cNvPr id="30" name="墨迹 29"/>
            </p:nvPicPr>
            <p:blipFill>
              <a:blip r:embed="rId54"/>
            </p:blipFill>
            <p:spPr>
              <a:xfrm>
                <a:off x="1285875" y="1257300"/>
                <a:ext cx="2709545" cy="13779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1" name="墨迹 30"/>
              <p14:cNvContentPartPr/>
              <p14:nvPr/>
            </p14:nvContentPartPr>
            <p14:xfrm>
              <a:off x="2661920" y="4524375"/>
              <a:ext cx="1586230" cy="394970"/>
            </p14:xfrm>
          </p:contentPart>
        </mc:Choice>
        <mc:Fallback xmlns="">
          <p:pic>
            <p:nvPicPr>
              <p:cNvPr id="31" name="墨迹 30"/>
            </p:nvPicPr>
            <p:blipFill>
              <a:blip r:embed="rId56"/>
            </p:blipFill>
            <p:spPr>
              <a:xfrm>
                <a:off x="2661920" y="4524375"/>
                <a:ext cx="1586230" cy="39497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2" name="墨迹 31"/>
              <p14:cNvContentPartPr/>
              <p14:nvPr/>
            </p14:nvContentPartPr>
            <p14:xfrm>
              <a:off x="2642870" y="4547870"/>
              <a:ext cx="1562100" cy="90805"/>
            </p14:xfrm>
          </p:contentPart>
        </mc:Choice>
        <mc:Fallback xmlns="">
          <p:pic>
            <p:nvPicPr>
              <p:cNvPr id="32" name="墨迹 31"/>
            </p:nvPicPr>
            <p:blipFill>
              <a:blip r:embed="rId58"/>
            </p:blipFill>
            <p:spPr>
              <a:xfrm>
                <a:off x="2642870" y="4547870"/>
                <a:ext cx="1562100" cy="90805"/>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3" name="墨迹 32"/>
              <p14:cNvContentPartPr/>
              <p14:nvPr/>
            </p14:nvContentPartPr>
            <p14:xfrm>
              <a:off x="1933575" y="2905125"/>
              <a:ext cx="1280795" cy="61595"/>
            </p14:xfrm>
          </p:contentPart>
        </mc:Choice>
        <mc:Fallback xmlns="">
          <p:pic>
            <p:nvPicPr>
              <p:cNvPr id="33" name="墨迹 32"/>
            </p:nvPicPr>
            <p:blipFill>
              <a:blip r:embed="rId60"/>
            </p:blipFill>
            <p:spPr>
              <a:xfrm>
                <a:off x="1933575" y="2905125"/>
                <a:ext cx="1280795" cy="61595"/>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4" name="墨迹 33"/>
              <p14:cNvContentPartPr/>
              <p14:nvPr/>
            </p14:nvContentPartPr>
            <p14:xfrm>
              <a:off x="2385695" y="3995420"/>
              <a:ext cx="1805305" cy="762000"/>
            </p14:xfrm>
          </p:contentPart>
        </mc:Choice>
        <mc:Fallback xmlns="">
          <p:pic>
            <p:nvPicPr>
              <p:cNvPr id="34" name="墨迹 33"/>
            </p:nvPicPr>
            <p:blipFill>
              <a:blip r:embed="rId62"/>
            </p:blipFill>
            <p:spPr>
              <a:xfrm>
                <a:off x="2385695" y="3995420"/>
                <a:ext cx="1805305" cy="762000"/>
              </a:xfrm>
              <a:prstGeom prst="rect"/>
            </p:spPr>
          </p:pic>
        </mc:Fallback>
      </mc:AlternateContent>
    </p:spTree>
    <p:custDataLst>
      <p:tags r:id="rId6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簇依赖的旋转</a:t>
            </a:r>
            <a:r>
              <a:rPr lang="zh-CN" altLang="en-US"/>
              <a:t>等变</a:t>
            </a:r>
            <a:endParaRPr lang="zh-CN" altLang="en-US"/>
          </a:p>
        </p:txBody>
      </p:sp>
      <p:sp>
        <p:nvSpPr>
          <p:cNvPr id="5" name="内容占位符 4"/>
          <p:cNvSpPr/>
          <p:nvPr>
            <p:ph idx="1"/>
            <p:custDataLst>
              <p:tags r:id="rId2"/>
            </p:custDataLst>
          </p:nvPr>
        </p:nvSpPr>
        <p:spPr/>
        <p:txBody>
          <a:bodyPr/>
          <a:p>
            <a:r>
              <a:rPr lang="zh-CN" altLang="en-US"/>
              <a:t>旋转等变</a:t>
            </a:r>
            <a:r>
              <a:rPr lang="zh-CN" altLang="en-US" sz="1200">
                <a:sym typeface="+mn-ea"/>
              </a:rPr>
              <a:t>（球面表示空间，合理的变换几乎都是旋转）：</a:t>
            </a:r>
            <a:endParaRPr lang="zh-CN" altLang="en-US"/>
          </a:p>
          <a:p>
            <a:endParaRPr lang="zh-CN" altLang="en-US"/>
          </a:p>
          <a:p>
            <a:endParaRPr lang="zh-CN" altLang="en-US"/>
          </a:p>
          <a:p>
            <a:endParaRPr lang="zh-CN" altLang="en-US"/>
          </a:p>
          <a:p>
            <a:r>
              <a:rPr lang="zh-CN" altLang="en-US"/>
              <a:t>簇依赖：</a:t>
            </a:r>
            <a:endParaRPr lang="zh-CN" altLang="en-US"/>
          </a:p>
          <a:p>
            <a:endParaRPr lang="zh-CN" altLang="en-US"/>
          </a:p>
          <a:p>
            <a:endParaRPr lang="zh-CN" altLang="en-US"/>
          </a:p>
          <a:p>
            <a:endParaRPr lang="zh-CN" altLang="en-US"/>
          </a:p>
        </p:txBody>
      </p:sp>
      <p:pic>
        <p:nvPicPr>
          <p:cNvPr id="10" name="图片 9"/>
          <p:cNvPicPr>
            <a:picLocks noChangeAspect="1"/>
          </p:cNvPicPr>
          <p:nvPr/>
        </p:nvPicPr>
        <p:blipFill>
          <a:blip r:embed="rId3"/>
          <a:stretch>
            <a:fillRect/>
          </a:stretch>
        </p:blipFill>
        <p:spPr>
          <a:xfrm>
            <a:off x="1593215" y="4861560"/>
            <a:ext cx="3238500" cy="388620"/>
          </a:xfrm>
          <a:prstGeom prst="rect">
            <a:avLst/>
          </a:prstGeom>
        </p:spPr>
      </p:pic>
      <p:pic>
        <p:nvPicPr>
          <p:cNvPr id="11" name="图片 10"/>
          <p:cNvPicPr>
            <a:picLocks noChangeAspect="1"/>
          </p:cNvPicPr>
          <p:nvPr/>
        </p:nvPicPr>
        <p:blipFill>
          <a:blip r:embed="rId4"/>
          <a:stretch>
            <a:fillRect/>
          </a:stretch>
        </p:blipFill>
        <p:spPr>
          <a:xfrm>
            <a:off x="1268095" y="2132965"/>
            <a:ext cx="3322320" cy="914400"/>
          </a:xfrm>
          <a:prstGeom prst="rect">
            <a:avLst/>
          </a:prstGeom>
        </p:spPr>
      </p:pic>
      <p:pic>
        <p:nvPicPr>
          <p:cNvPr id="12" name="图片 11"/>
          <p:cNvPicPr>
            <a:picLocks noChangeAspect="1"/>
          </p:cNvPicPr>
          <p:nvPr/>
        </p:nvPicPr>
        <p:blipFill>
          <a:blip r:embed="rId5"/>
          <a:stretch>
            <a:fillRect/>
          </a:stretch>
        </p:blipFill>
        <p:spPr>
          <a:xfrm>
            <a:off x="1268095" y="4141470"/>
            <a:ext cx="3657600" cy="533400"/>
          </a:xfrm>
          <a:prstGeom prst="rect">
            <a:avLst/>
          </a:prstGeom>
        </p:spPr>
      </p:pic>
      <mc:AlternateContent xmlns:mc="http://schemas.openxmlformats.org/markup-compatibility/2006" xmlns:p14="http://schemas.microsoft.com/office/powerpoint/2010/main">
        <mc:Choice Requires="p14">
          <p:contentPart r:id="rId6" p14:bwMode="auto">
            <p14:nvContentPartPr>
              <p14:cNvPr id="13" name="墨迹 12"/>
              <p14:cNvContentPartPr/>
              <p14:nvPr/>
            </p14:nvContentPartPr>
            <p14:xfrm>
              <a:off x="1176020" y="2333625"/>
              <a:ext cx="3219450" cy="819150"/>
            </p14:xfrm>
          </p:contentPart>
        </mc:Choice>
        <mc:Fallback xmlns="">
          <p:pic>
            <p:nvPicPr>
              <p:cNvPr id="13" name="墨迹 12"/>
            </p:nvPicPr>
            <p:blipFill>
              <a:blip r:embed="rId7"/>
            </p:blipFill>
            <p:spPr>
              <a:xfrm>
                <a:off x="1176020" y="2333625"/>
                <a:ext cx="3219450" cy="8191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4" name="墨迹 13"/>
              <p14:cNvContentPartPr/>
              <p14:nvPr/>
            </p14:nvContentPartPr>
            <p14:xfrm>
              <a:off x="575945" y="1381125"/>
              <a:ext cx="857250" cy="714375"/>
            </p14:xfrm>
          </p:contentPart>
        </mc:Choice>
        <mc:Fallback xmlns="">
          <p:pic>
            <p:nvPicPr>
              <p:cNvPr id="14" name="墨迹 13"/>
            </p:nvPicPr>
            <p:blipFill>
              <a:blip r:embed="rId9"/>
            </p:blipFill>
            <p:spPr>
              <a:xfrm>
                <a:off x="575945" y="1381125"/>
                <a:ext cx="857250" cy="71437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5" name="墨迹 14"/>
              <p14:cNvContentPartPr/>
              <p14:nvPr/>
            </p14:nvContentPartPr>
            <p14:xfrm>
              <a:off x="962025" y="3852545"/>
              <a:ext cx="4328795" cy="1071880"/>
            </p14:xfrm>
          </p:contentPart>
        </mc:Choice>
        <mc:Fallback xmlns="">
          <p:pic>
            <p:nvPicPr>
              <p:cNvPr id="15" name="墨迹 14"/>
            </p:nvPicPr>
            <p:blipFill>
              <a:blip r:embed="rId11"/>
            </p:blipFill>
            <p:spPr>
              <a:xfrm>
                <a:off x="962025" y="3852545"/>
                <a:ext cx="4328795" cy="107188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6" name="墨迹 15"/>
              <p14:cNvContentPartPr/>
              <p14:nvPr/>
            </p14:nvContentPartPr>
            <p14:xfrm>
              <a:off x="619125" y="3433445"/>
              <a:ext cx="1404620" cy="571500"/>
            </p14:xfrm>
          </p:contentPart>
        </mc:Choice>
        <mc:Fallback xmlns="">
          <p:pic>
            <p:nvPicPr>
              <p:cNvPr id="16" name="墨迹 15"/>
            </p:nvPicPr>
            <p:blipFill>
              <a:blip r:embed="rId13"/>
            </p:blipFill>
            <p:spPr>
              <a:xfrm>
                <a:off x="619125" y="3433445"/>
                <a:ext cx="1404620" cy="5715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7" name="墨迹 16"/>
              <p14:cNvContentPartPr/>
              <p14:nvPr/>
            </p14:nvContentPartPr>
            <p14:xfrm>
              <a:off x="2185670" y="4543425"/>
              <a:ext cx="52705" cy="671195"/>
            </p14:xfrm>
          </p:contentPart>
        </mc:Choice>
        <mc:Fallback xmlns="">
          <p:pic>
            <p:nvPicPr>
              <p:cNvPr id="17" name="墨迹 16"/>
            </p:nvPicPr>
            <p:blipFill>
              <a:blip r:embed="rId15"/>
            </p:blipFill>
            <p:spPr>
              <a:xfrm>
                <a:off x="2185670" y="4543425"/>
                <a:ext cx="52705" cy="67119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8" name="墨迹 17"/>
              <p14:cNvContentPartPr/>
              <p14:nvPr/>
            </p14:nvContentPartPr>
            <p14:xfrm>
              <a:off x="2109470" y="4557395"/>
              <a:ext cx="142875" cy="342900"/>
            </p14:xfrm>
          </p:contentPart>
        </mc:Choice>
        <mc:Fallback xmlns="">
          <p:pic>
            <p:nvPicPr>
              <p:cNvPr id="18" name="墨迹 17"/>
            </p:nvPicPr>
            <p:blipFill>
              <a:blip r:embed="rId17"/>
            </p:blipFill>
            <p:spPr>
              <a:xfrm>
                <a:off x="2109470" y="4557395"/>
                <a:ext cx="142875" cy="3429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9" name="墨迹 18"/>
              <p14:cNvContentPartPr/>
              <p14:nvPr/>
            </p14:nvContentPartPr>
            <p14:xfrm>
              <a:off x="2219325" y="4662170"/>
              <a:ext cx="123825" cy="147955"/>
            </p14:xfrm>
          </p:contentPart>
        </mc:Choice>
        <mc:Fallback xmlns="">
          <p:pic>
            <p:nvPicPr>
              <p:cNvPr id="19" name="墨迹 18"/>
            </p:nvPicPr>
            <p:blipFill>
              <a:blip r:embed="rId19"/>
            </p:blipFill>
            <p:spPr>
              <a:xfrm>
                <a:off x="2219325" y="4662170"/>
                <a:ext cx="123825" cy="14795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20" name="墨迹 19"/>
              <p14:cNvContentPartPr/>
              <p14:nvPr/>
            </p14:nvContentPartPr>
            <p14:xfrm>
              <a:off x="4695825" y="4538345"/>
              <a:ext cx="13970" cy="733425"/>
            </p14:xfrm>
          </p:contentPart>
        </mc:Choice>
        <mc:Fallback xmlns="">
          <p:pic>
            <p:nvPicPr>
              <p:cNvPr id="20" name="墨迹 19"/>
            </p:nvPicPr>
            <p:blipFill>
              <a:blip r:embed="rId21"/>
            </p:blipFill>
            <p:spPr>
              <a:xfrm>
                <a:off x="4695825" y="4538345"/>
                <a:ext cx="13970" cy="733425"/>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21" name="墨迹 20"/>
              <p14:cNvContentPartPr/>
              <p14:nvPr/>
            </p14:nvContentPartPr>
            <p14:xfrm>
              <a:off x="4614545" y="4633595"/>
              <a:ext cx="52705" cy="167005"/>
            </p14:xfrm>
          </p:contentPart>
        </mc:Choice>
        <mc:Fallback xmlns="">
          <p:pic>
            <p:nvPicPr>
              <p:cNvPr id="21" name="墨迹 20"/>
            </p:nvPicPr>
            <p:blipFill>
              <a:blip r:embed="rId23"/>
            </p:blipFill>
            <p:spPr>
              <a:xfrm>
                <a:off x="4614545" y="4633595"/>
                <a:ext cx="52705" cy="167005"/>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2" name="墨迹 21"/>
              <p14:cNvContentPartPr/>
              <p14:nvPr/>
            </p14:nvContentPartPr>
            <p14:xfrm>
              <a:off x="4743450" y="4572000"/>
              <a:ext cx="109220" cy="161925"/>
            </p14:xfrm>
          </p:contentPart>
        </mc:Choice>
        <mc:Fallback xmlns="">
          <p:pic>
            <p:nvPicPr>
              <p:cNvPr id="22" name="墨迹 21"/>
            </p:nvPicPr>
            <p:blipFill>
              <a:blip r:embed="rId25"/>
            </p:blipFill>
            <p:spPr>
              <a:xfrm>
                <a:off x="4743450" y="4572000"/>
                <a:ext cx="109220" cy="161925"/>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3" name="墨迹 22"/>
              <p14:cNvContentPartPr/>
              <p14:nvPr/>
            </p14:nvContentPartPr>
            <p14:xfrm>
              <a:off x="1885950" y="5191125"/>
              <a:ext cx="918845" cy="166370"/>
            </p14:xfrm>
          </p:contentPart>
        </mc:Choice>
        <mc:Fallback xmlns="">
          <p:pic>
            <p:nvPicPr>
              <p:cNvPr id="23" name="墨迹 22"/>
            </p:nvPicPr>
            <p:blipFill>
              <a:blip r:embed="rId27"/>
            </p:blipFill>
            <p:spPr>
              <a:xfrm>
                <a:off x="1885950" y="5191125"/>
                <a:ext cx="918845" cy="16637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4" name="墨迹 23"/>
              <p14:cNvContentPartPr/>
              <p14:nvPr/>
            </p14:nvContentPartPr>
            <p14:xfrm>
              <a:off x="1857375" y="5210175"/>
              <a:ext cx="785495" cy="61595"/>
            </p14:xfrm>
          </p:contentPart>
        </mc:Choice>
        <mc:Fallback xmlns="">
          <p:pic>
            <p:nvPicPr>
              <p:cNvPr id="24" name="墨迹 23"/>
            </p:nvPicPr>
            <p:blipFill>
              <a:blip r:embed="rId29"/>
            </p:blipFill>
            <p:spPr>
              <a:xfrm>
                <a:off x="1857375" y="5210175"/>
                <a:ext cx="785495" cy="61595"/>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5" name="墨迹 24"/>
              <p14:cNvContentPartPr/>
              <p14:nvPr/>
            </p14:nvContentPartPr>
            <p14:xfrm>
              <a:off x="1652270" y="5286375"/>
              <a:ext cx="1081405" cy="28575"/>
            </p14:xfrm>
          </p:contentPart>
        </mc:Choice>
        <mc:Fallback xmlns="">
          <p:pic>
            <p:nvPicPr>
              <p:cNvPr id="25" name="墨迹 24"/>
            </p:nvPicPr>
            <p:blipFill>
              <a:blip r:embed="rId31"/>
            </p:blipFill>
            <p:spPr>
              <a:xfrm>
                <a:off x="1652270" y="5286375"/>
                <a:ext cx="1081405" cy="28575"/>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6" name="墨迹 25"/>
              <p14:cNvContentPartPr/>
              <p14:nvPr/>
            </p14:nvContentPartPr>
            <p14:xfrm>
              <a:off x="1766570" y="5324475"/>
              <a:ext cx="938530" cy="19050"/>
            </p14:xfrm>
          </p:contentPart>
        </mc:Choice>
        <mc:Fallback xmlns="">
          <p:pic>
            <p:nvPicPr>
              <p:cNvPr id="26" name="墨迹 25"/>
            </p:nvPicPr>
            <p:blipFill>
              <a:blip r:embed="rId33"/>
            </p:blipFill>
            <p:spPr>
              <a:xfrm>
                <a:off x="1766570" y="5324475"/>
                <a:ext cx="938530" cy="1905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7" name="墨迹 26"/>
              <p14:cNvContentPartPr/>
              <p14:nvPr/>
            </p14:nvContentPartPr>
            <p14:xfrm>
              <a:off x="1466850" y="5343525"/>
              <a:ext cx="1061720" cy="23495"/>
            </p14:xfrm>
          </p:contentPart>
        </mc:Choice>
        <mc:Fallback xmlns="">
          <p:pic>
            <p:nvPicPr>
              <p:cNvPr id="27" name="墨迹 26"/>
            </p:nvPicPr>
            <p:blipFill>
              <a:blip r:embed="rId35"/>
            </p:blipFill>
            <p:spPr>
              <a:xfrm>
                <a:off x="1466850" y="5343525"/>
                <a:ext cx="1061720" cy="23495"/>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8" name="墨迹 27"/>
              <p14:cNvContentPartPr/>
              <p14:nvPr/>
            </p14:nvContentPartPr>
            <p14:xfrm>
              <a:off x="1866900" y="5295900"/>
              <a:ext cx="718820" cy="52070"/>
            </p14:xfrm>
          </p:contentPart>
        </mc:Choice>
        <mc:Fallback xmlns="">
          <p:pic>
            <p:nvPicPr>
              <p:cNvPr id="28" name="墨迹 27"/>
            </p:nvPicPr>
            <p:blipFill>
              <a:blip r:embed="rId37"/>
            </p:blipFill>
            <p:spPr>
              <a:xfrm>
                <a:off x="1866900" y="5295900"/>
                <a:ext cx="718820" cy="52070"/>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9" name="墨迹 28"/>
              <p14:cNvContentPartPr/>
              <p14:nvPr/>
            </p14:nvContentPartPr>
            <p14:xfrm>
              <a:off x="1533525" y="5347970"/>
              <a:ext cx="1219200" cy="28575"/>
            </p14:xfrm>
          </p:contentPart>
        </mc:Choice>
        <mc:Fallback xmlns="">
          <p:pic>
            <p:nvPicPr>
              <p:cNvPr id="29" name="墨迹 28"/>
            </p:nvPicPr>
            <p:blipFill>
              <a:blip r:embed="rId39"/>
            </p:blipFill>
            <p:spPr>
              <a:xfrm>
                <a:off x="1533525" y="5347970"/>
                <a:ext cx="1219200" cy="28575"/>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30" name="墨迹 29"/>
              <p14:cNvContentPartPr/>
              <p14:nvPr/>
            </p14:nvContentPartPr>
            <p14:xfrm>
              <a:off x="1695450" y="5343525"/>
              <a:ext cx="995045" cy="23495"/>
            </p14:xfrm>
          </p:contentPart>
        </mc:Choice>
        <mc:Fallback xmlns="">
          <p:pic>
            <p:nvPicPr>
              <p:cNvPr id="30" name="墨迹 29"/>
            </p:nvPicPr>
            <p:blipFill>
              <a:blip r:embed="rId41"/>
            </p:blipFill>
            <p:spPr>
              <a:xfrm>
                <a:off x="1695450" y="5343525"/>
                <a:ext cx="995045" cy="23495"/>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31" name="墨迹 30"/>
              <p14:cNvContentPartPr/>
              <p14:nvPr/>
            </p14:nvContentPartPr>
            <p14:xfrm>
              <a:off x="3028950" y="5300345"/>
              <a:ext cx="1914525" cy="85725"/>
            </p14:xfrm>
          </p:contentPart>
        </mc:Choice>
        <mc:Fallback xmlns="">
          <p:pic>
            <p:nvPicPr>
              <p:cNvPr id="31" name="墨迹 30"/>
            </p:nvPicPr>
            <p:blipFill>
              <a:blip r:embed="rId43"/>
            </p:blipFill>
            <p:spPr>
              <a:xfrm>
                <a:off x="3028950" y="5300345"/>
                <a:ext cx="1914525" cy="85725"/>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32" name="墨迹 31"/>
              <p14:cNvContentPartPr/>
              <p14:nvPr/>
            </p14:nvContentPartPr>
            <p14:xfrm>
              <a:off x="2143125" y="4147820"/>
              <a:ext cx="318770" cy="433705"/>
            </p14:xfrm>
          </p:contentPart>
        </mc:Choice>
        <mc:Fallback xmlns="">
          <p:pic>
            <p:nvPicPr>
              <p:cNvPr id="32" name="墨迹 31"/>
            </p:nvPicPr>
            <p:blipFill>
              <a:blip r:embed="rId45"/>
            </p:blipFill>
            <p:spPr>
              <a:xfrm>
                <a:off x="2143125" y="4147820"/>
                <a:ext cx="318770" cy="433705"/>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33" name="墨迹 32"/>
              <p14:cNvContentPartPr/>
              <p14:nvPr/>
            </p14:nvContentPartPr>
            <p14:xfrm>
              <a:off x="3757295" y="5176520"/>
              <a:ext cx="871855" cy="138430"/>
            </p14:xfrm>
          </p:contentPart>
        </mc:Choice>
        <mc:Fallback xmlns="">
          <p:pic>
            <p:nvPicPr>
              <p:cNvPr id="33" name="墨迹 32"/>
            </p:nvPicPr>
            <p:blipFill>
              <a:blip r:embed="rId47"/>
            </p:blipFill>
            <p:spPr>
              <a:xfrm>
                <a:off x="3757295" y="5176520"/>
                <a:ext cx="871855" cy="13843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34" name="墨迹 33"/>
              <p14:cNvContentPartPr/>
              <p14:nvPr/>
            </p14:nvContentPartPr>
            <p14:xfrm>
              <a:off x="876300" y="3728720"/>
              <a:ext cx="1004570" cy="147955"/>
            </p14:xfrm>
          </p:contentPart>
        </mc:Choice>
        <mc:Fallback xmlns="">
          <p:pic>
            <p:nvPicPr>
              <p:cNvPr id="34" name="墨迹 33"/>
            </p:nvPicPr>
            <p:blipFill>
              <a:blip r:embed="rId49"/>
            </p:blipFill>
            <p:spPr>
              <a:xfrm>
                <a:off x="876300" y="3728720"/>
                <a:ext cx="1004570" cy="147955"/>
              </a:xfrm>
              <a:prstGeom prst="rect"/>
            </p:spPr>
          </p:pic>
        </mc:Fallback>
      </mc:AlternateContent>
    </p:spTree>
    <p:custDataLst>
      <p:tags r:id="rId50"/>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t>
            </a:r>
            <a:r>
              <a:rPr lang="zh-CN" altLang="en-US"/>
              <a:t>在彼此独立的表示空间中</a:t>
            </a:r>
            <a:r>
              <a:rPr lang="en-US" altLang="zh-CN"/>
              <a:t>”</a:t>
            </a:r>
            <a:endParaRPr lang="en-US" altLang="zh-CN"/>
          </a:p>
        </p:txBody>
      </p:sp>
      <p:sp>
        <p:nvSpPr>
          <p:cNvPr id="3" name="内容占位符 2"/>
          <p:cNvSpPr>
            <a:spLocks noGrp="1"/>
          </p:cNvSpPr>
          <p:nvPr>
            <p:ph idx="1"/>
            <p:custDataLst>
              <p:tags r:id="rId2"/>
            </p:custDataLst>
          </p:nvPr>
        </p:nvSpPr>
        <p:spPr/>
        <p:txBody>
          <a:bodyPr/>
          <a:p>
            <a:r>
              <a:rPr lang="en-US" altLang="zh-CN">
                <a:solidFill>
                  <a:srgbClr val="0070C0"/>
                </a:solidFill>
              </a:rPr>
              <a:t>SO(2)</a:t>
            </a:r>
            <a:r>
              <a:rPr lang="zh-CN" altLang="en-US">
                <a:solidFill>
                  <a:srgbClr val="0070C0"/>
                </a:solidFill>
              </a:rPr>
              <a:t>子空间：</a:t>
            </a:r>
            <a:endParaRPr lang="zh-CN" altLang="en-US">
              <a:solidFill>
                <a:srgbClr val="0070C0"/>
              </a:solidFill>
            </a:endParaRPr>
          </a:p>
          <a:p>
            <a:endParaRPr lang="zh-CN" altLang="en-US"/>
          </a:p>
          <a:p>
            <a:endParaRPr lang="zh-CN" altLang="en-US"/>
          </a:p>
          <a:p>
            <a:endParaRPr lang="zh-CN" altLang="en-US"/>
          </a:p>
          <a:p>
            <a:r>
              <a:rPr lang="zh-CN" altLang="en-US"/>
              <a:t>把旋转分解并</a:t>
            </a:r>
            <a:r>
              <a:rPr lang="zh-CN" altLang="en-US">
                <a:solidFill>
                  <a:srgbClr val="0070C0"/>
                </a:solidFill>
              </a:rPr>
              <a:t>限定在若干个彼此垂直的二维子空间</a:t>
            </a:r>
            <a:endParaRPr lang="zh-CN" altLang="en-US"/>
          </a:p>
          <a:p>
            <a:endParaRPr lang="zh-CN" altLang="en-US"/>
          </a:p>
          <a:p>
            <a:endParaRPr lang="zh-CN" altLang="en-US"/>
          </a:p>
        </p:txBody>
      </p:sp>
      <p:pic>
        <p:nvPicPr>
          <p:cNvPr id="12" name="图片 11"/>
          <p:cNvPicPr>
            <a:picLocks noChangeAspect="1"/>
          </p:cNvPicPr>
          <p:nvPr/>
        </p:nvPicPr>
        <p:blipFill>
          <a:blip r:embed="rId3"/>
          <a:stretch>
            <a:fillRect/>
          </a:stretch>
        </p:blipFill>
        <p:spPr>
          <a:xfrm>
            <a:off x="1095375" y="2364105"/>
            <a:ext cx="3657600" cy="533400"/>
          </a:xfrm>
          <a:prstGeom prst="rect">
            <a:avLst/>
          </a:prstGeom>
        </p:spPr>
      </p:pic>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623570" y="485775"/>
              <a:ext cx="5819775" cy="1004570"/>
            </p14:xfrm>
          </p:contentPart>
        </mc:Choice>
        <mc:Fallback xmlns="">
          <p:pic>
            <p:nvPicPr>
              <p:cNvPr id="4" name="墨迹 3"/>
            </p:nvPicPr>
            <p:blipFill>
              <a:blip r:embed="rId5"/>
            </p:blipFill>
            <p:spPr>
              <a:xfrm>
                <a:off x="623570" y="485775"/>
                <a:ext cx="5819775" cy="100457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2319020" y="1314450"/>
              <a:ext cx="3438525" cy="90170"/>
            </p14:xfrm>
          </p:contentPart>
        </mc:Choice>
        <mc:Fallback xmlns="">
          <p:pic>
            <p:nvPicPr>
              <p:cNvPr id="5" name="墨迹 4"/>
            </p:nvPicPr>
            <p:blipFill>
              <a:blip r:embed="rId7"/>
            </p:blipFill>
            <p:spPr>
              <a:xfrm>
                <a:off x="2319020" y="1314450"/>
                <a:ext cx="3438525" cy="9017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6" name="墨迹 5"/>
              <p14:cNvContentPartPr/>
              <p14:nvPr/>
            </p14:nvContentPartPr>
            <p14:xfrm>
              <a:off x="3852545" y="1400175"/>
              <a:ext cx="2233930" cy="47625"/>
            </p14:xfrm>
          </p:contentPart>
        </mc:Choice>
        <mc:Fallback xmlns="">
          <p:pic>
            <p:nvPicPr>
              <p:cNvPr id="6" name="墨迹 5"/>
            </p:nvPicPr>
            <p:blipFill>
              <a:blip r:embed="rId9"/>
            </p:blipFill>
            <p:spPr>
              <a:xfrm>
                <a:off x="3852545" y="1400175"/>
                <a:ext cx="2233930" cy="476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7" name="墨迹 6"/>
              <p14:cNvContentPartPr/>
              <p14:nvPr/>
            </p14:nvContentPartPr>
            <p14:xfrm>
              <a:off x="423545" y="1485900"/>
              <a:ext cx="2838450" cy="552450"/>
            </p14:xfrm>
          </p:contentPart>
        </mc:Choice>
        <mc:Fallback xmlns="">
          <p:pic>
            <p:nvPicPr>
              <p:cNvPr id="7" name="墨迹 6"/>
            </p:nvPicPr>
            <p:blipFill>
              <a:blip r:embed="rId11"/>
            </p:blipFill>
            <p:spPr>
              <a:xfrm>
                <a:off x="423545" y="1485900"/>
                <a:ext cx="2838450" cy="5524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8" name="墨迹 7"/>
              <p14:cNvContentPartPr/>
              <p14:nvPr/>
            </p14:nvContentPartPr>
            <p14:xfrm>
              <a:off x="699770" y="1985645"/>
              <a:ext cx="1295400" cy="57150"/>
            </p14:xfrm>
          </p:contentPart>
        </mc:Choice>
        <mc:Fallback xmlns="">
          <p:pic>
            <p:nvPicPr>
              <p:cNvPr id="8" name="墨迹 7"/>
            </p:nvPicPr>
            <p:blipFill>
              <a:blip r:embed="rId13"/>
            </p:blipFill>
            <p:spPr>
              <a:xfrm>
                <a:off x="699770" y="1985645"/>
                <a:ext cx="1295400" cy="571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9" name="墨迹 8"/>
              <p14:cNvContentPartPr/>
              <p14:nvPr/>
            </p14:nvContentPartPr>
            <p14:xfrm>
              <a:off x="647700" y="1990725"/>
              <a:ext cx="1299845" cy="57150"/>
            </p14:xfrm>
          </p:contentPart>
        </mc:Choice>
        <mc:Fallback xmlns="">
          <p:pic>
            <p:nvPicPr>
              <p:cNvPr id="9" name="墨迹 8"/>
            </p:nvPicPr>
            <p:blipFill>
              <a:blip r:embed="rId15"/>
            </p:blipFill>
            <p:spPr>
              <a:xfrm>
                <a:off x="647700" y="1990725"/>
                <a:ext cx="1299845" cy="5715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 name="墨迹 9"/>
              <p14:cNvContentPartPr/>
              <p14:nvPr/>
            </p14:nvContentPartPr>
            <p14:xfrm>
              <a:off x="1033145" y="3343275"/>
              <a:ext cx="786130" cy="737870"/>
            </p14:xfrm>
          </p:contentPart>
        </mc:Choice>
        <mc:Fallback xmlns="">
          <p:pic>
            <p:nvPicPr>
              <p:cNvPr id="10" name="墨迹 9"/>
            </p:nvPicPr>
            <p:blipFill>
              <a:blip r:embed="rId17"/>
            </p:blipFill>
            <p:spPr>
              <a:xfrm>
                <a:off x="1033145" y="3343275"/>
                <a:ext cx="786130" cy="73787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1" name="墨迹 10"/>
              <p14:cNvContentPartPr/>
              <p14:nvPr/>
            </p14:nvContentPartPr>
            <p14:xfrm>
              <a:off x="3176270" y="3261995"/>
              <a:ext cx="3314700" cy="728980"/>
            </p14:xfrm>
          </p:contentPart>
        </mc:Choice>
        <mc:Fallback xmlns="">
          <p:pic>
            <p:nvPicPr>
              <p:cNvPr id="11" name="墨迹 10"/>
            </p:nvPicPr>
            <p:blipFill>
              <a:blip r:embed="rId19"/>
            </p:blipFill>
            <p:spPr>
              <a:xfrm>
                <a:off x="3176270" y="3261995"/>
                <a:ext cx="3314700" cy="72898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3" name="墨迹 12"/>
              <p14:cNvContentPartPr/>
              <p14:nvPr/>
            </p14:nvContentPartPr>
            <p14:xfrm>
              <a:off x="4819650" y="3314700"/>
              <a:ext cx="1795145" cy="680720"/>
            </p14:xfrm>
          </p:contentPart>
        </mc:Choice>
        <mc:Fallback xmlns="">
          <p:pic>
            <p:nvPicPr>
              <p:cNvPr id="13" name="墨迹 12"/>
            </p:nvPicPr>
            <p:blipFill>
              <a:blip r:embed="rId21"/>
            </p:blipFill>
            <p:spPr>
              <a:xfrm>
                <a:off x="4819650" y="3314700"/>
                <a:ext cx="1795145" cy="68072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4" name="墨迹 13"/>
              <p14:cNvContentPartPr/>
              <p14:nvPr/>
            </p14:nvContentPartPr>
            <p14:xfrm>
              <a:off x="4505325" y="4033520"/>
              <a:ext cx="1495425" cy="95250"/>
            </p14:xfrm>
          </p:contentPart>
        </mc:Choice>
        <mc:Fallback xmlns="">
          <p:pic>
            <p:nvPicPr>
              <p:cNvPr id="14" name="墨迹 13"/>
            </p:nvPicPr>
            <p:blipFill>
              <a:blip r:embed="rId23"/>
            </p:blipFill>
            <p:spPr>
              <a:xfrm>
                <a:off x="4505325" y="4033520"/>
                <a:ext cx="1495425" cy="9525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5" name="墨迹 14"/>
              <p14:cNvContentPartPr/>
              <p14:nvPr/>
            </p14:nvContentPartPr>
            <p14:xfrm>
              <a:off x="2695575" y="1323975"/>
              <a:ext cx="3423920" cy="128270"/>
            </p14:xfrm>
          </p:contentPart>
        </mc:Choice>
        <mc:Fallback xmlns="">
          <p:pic>
            <p:nvPicPr>
              <p:cNvPr id="15" name="墨迹 14"/>
            </p:nvPicPr>
            <p:blipFill>
              <a:blip r:embed="rId25"/>
            </p:blipFill>
            <p:spPr>
              <a:xfrm>
                <a:off x="2695575" y="1323975"/>
                <a:ext cx="3423920" cy="12827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6" name="墨迹 15"/>
              <p14:cNvContentPartPr/>
              <p14:nvPr/>
            </p14:nvContentPartPr>
            <p14:xfrm>
              <a:off x="3147695" y="3928745"/>
              <a:ext cx="3053080" cy="90805"/>
            </p14:xfrm>
          </p:contentPart>
        </mc:Choice>
        <mc:Fallback xmlns="">
          <p:pic>
            <p:nvPicPr>
              <p:cNvPr id="16" name="墨迹 15"/>
            </p:nvPicPr>
            <p:blipFill>
              <a:blip r:embed="rId27"/>
            </p:blipFill>
            <p:spPr>
              <a:xfrm>
                <a:off x="3147695" y="3928745"/>
                <a:ext cx="3053080" cy="90805"/>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7" name="墨迹 16"/>
              <p14:cNvContentPartPr/>
              <p14:nvPr/>
            </p14:nvContentPartPr>
            <p14:xfrm>
              <a:off x="3319145" y="4052570"/>
              <a:ext cx="3186430" cy="43180"/>
            </p14:xfrm>
          </p:contentPart>
        </mc:Choice>
        <mc:Fallback xmlns="">
          <p:pic>
            <p:nvPicPr>
              <p:cNvPr id="17" name="墨迹 16"/>
            </p:nvPicPr>
            <p:blipFill>
              <a:blip r:embed="rId29"/>
            </p:blipFill>
            <p:spPr>
              <a:xfrm>
                <a:off x="3319145" y="4052570"/>
                <a:ext cx="3186430" cy="4318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8" name="墨迹 17"/>
              <p14:cNvContentPartPr/>
              <p14:nvPr/>
            </p14:nvContentPartPr>
            <p14:xfrm>
              <a:off x="3757295" y="4057650"/>
              <a:ext cx="2643505" cy="80645"/>
            </p14:xfrm>
          </p:contentPart>
        </mc:Choice>
        <mc:Fallback xmlns="">
          <p:pic>
            <p:nvPicPr>
              <p:cNvPr id="18" name="墨迹 17"/>
            </p:nvPicPr>
            <p:blipFill>
              <a:blip r:embed="rId31"/>
            </p:blipFill>
            <p:spPr>
              <a:xfrm>
                <a:off x="3757295" y="4057650"/>
                <a:ext cx="2643505" cy="80645"/>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9" name="墨迹 18"/>
              <p14:cNvContentPartPr/>
              <p14:nvPr/>
            </p14:nvContentPartPr>
            <p14:xfrm>
              <a:off x="3042920" y="1266825"/>
              <a:ext cx="2486025" cy="85725"/>
            </p14:xfrm>
          </p:contentPart>
        </mc:Choice>
        <mc:Fallback xmlns="">
          <p:pic>
            <p:nvPicPr>
              <p:cNvPr id="19" name="墨迹 18"/>
            </p:nvPicPr>
            <p:blipFill>
              <a:blip r:embed="rId33"/>
            </p:blipFill>
            <p:spPr>
              <a:xfrm>
                <a:off x="3042920" y="1266825"/>
                <a:ext cx="2486025" cy="85725"/>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0" name="墨迹 19"/>
              <p14:cNvContentPartPr/>
              <p14:nvPr/>
            </p14:nvContentPartPr>
            <p14:xfrm>
              <a:off x="2543175" y="1328420"/>
              <a:ext cx="3590925" cy="90805"/>
            </p14:xfrm>
          </p:contentPart>
        </mc:Choice>
        <mc:Fallback xmlns="">
          <p:pic>
            <p:nvPicPr>
              <p:cNvPr id="20" name="墨迹 19"/>
            </p:nvPicPr>
            <p:blipFill>
              <a:blip r:embed="rId35"/>
            </p:blipFill>
            <p:spPr>
              <a:xfrm>
                <a:off x="2543175" y="1328420"/>
                <a:ext cx="3590925" cy="90805"/>
              </a:xfrm>
              <a:prstGeom prst="rect"/>
            </p:spPr>
          </p:pic>
        </mc:Fallback>
      </mc:AlternateContent>
    </p:spTree>
    <p:custDataLst>
      <p:tags r:id="rId36"/>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实验结果</a:t>
            </a:r>
            <a:endParaRPr lang="zh-CN" altLang="en-US"/>
          </a:p>
        </p:txBody>
      </p:sp>
      <p:sp>
        <p:nvSpPr>
          <p:cNvPr id="3" name="内容占位符 2"/>
          <p:cNvSpPr>
            <a:spLocks noGrp="1"/>
          </p:cNvSpPr>
          <p:nvPr>
            <p:ph idx="1"/>
            <p:custDataLst>
              <p:tags r:id="rId2"/>
            </p:custDataLst>
          </p:nvPr>
        </p:nvSpPr>
        <p:spPr/>
        <p:txBody>
          <a:bodyPr/>
          <a:p>
            <a:r>
              <a:rPr lang="zh-CN" altLang="en-US"/>
              <a:t>合成数据集上，达到近似完美</a:t>
            </a:r>
            <a:r>
              <a:rPr lang="zh-CN" altLang="en-US"/>
              <a:t>解耦</a:t>
            </a:r>
            <a:endParaRPr lang="zh-CN" altLang="en-US"/>
          </a:p>
          <a:p>
            <a:endParaRPr lang="zh-CN" altLang="en-US"/>
          </a:p>
          <a:p>
            <a:endParaRPr lang="zh-CN" altLang="en-US"/>
          </a:p>
        </p:txBody>
      </p:sp>
      <p:pic>
        <p:nvPicPr>
          <p:cNvPr id="4" name="图片 3"/>
          <p:cNvPicPr>
            <a:picLocks noChangeAspect="1"/>
          </p:cNvPicPr>
          <p:nvPr/>
        </p:nvPicPr>
        <p:blipFill>
          <a:blip r:embed="rId3"/>
          <a:stretch>
            <a:fillRect/>
          </a:stretch>
        </p:blipFill>
        <p:spPr>
          <a:xfrm>
            <a:off x="1823085" y="2463800"/>
            <a:ext cx="8412480" cy="2956560"/>
          </a:xfrm>
          <a:prstGeom prst="rect">
            <a:avLst/>
          </a:prstGeom>
        </p:spPr>
      </p:pic>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3990975" y="4919345"/>
              <a:ext cx="6181725" cy="628650"/>
            </p14:xfrm>
          </p:contentPart>
        </mc:Choice>
        <mc:Fallback xmlns="">
          <p:pic>
            <p:nvPicPr>
              <p:cNvPr id="5" name="墨迹 4"/>
            </p:nvPicPr>
            <p:blipFill>
              <a:blip r:embed="rId5"/>
            </p:blipFill>
            <p:spPr>
              <a:xfrm>
                <a:off x="3990975" y="4919345"/>
                <a:ext cx="6181725" cy="6286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4219575" y="5271770"/>
              <a:ext cx="5900420" cy="152400"/>
            </p14:xfrm>
          </p:contentPart>
        </mc:Choice>
        <mc:Fallback xmlns="">
          <p:pic>
            <p:nvPicPr>
              <p:cNvPr id="6" name="墨迹 5"/>
            </p:nvPicPr>
            <p:blipFill>
              <a:blip r:embed="rId7"/>
            </p:blipFill>
            <p:spPr>
              <a:xfrm>
                <a:off x="4219575" y="5271770"/>
                <a:ext cx="5900420" cy="1524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7" name="墨迹 6"/>
              <p14:cNvContentPartPr/>
              <p14:nvPr/>
            </p14:nvContentPartPr>
            <p14:xfrm>
              <a:off x="6915150" y="5057775"/>
              <a:ext cx="1457325" cy="266700"/>
            </p14:xfrm>
          </p:contentPart>
        </mc:Choice>
        <mc:Fallback xmlns="">
          <p:pic>
            <p:nvPicPr>
              <p:cNvPr id="7" name="墨迹 6"/>
            </p:nvPicPr>
            <p:blipFill>
              <a:blip r:embed="rId9"/>
            </p:blipFill>
            <p:spPr>
              <a:xfrm>
                <a:off x="6915150" y="5057775"/>
                <a:ext cx="1457325" cy="2667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2652395" y="1337945"/>
              <a:ext cx="2424430" cy="847725"/>
            </p14:xfrm>
          </p:contentPart>
        </mc:Choice>
        <mc:Fallback xmlns="">
          <p:pic>
            <p:nvPicPr>
              <p:cNvPr id="8" name="墨迹 7"/>
            </p:nvPicPr>
            <p:blipFill>
              <a:blip r:embed="rId11"/>
            </p:blipFill>
            <p:spPr>
              <a:xfrm>
                <a:off x="2652395" y="1337945"/>
                <a:ext cx="2424430" cy="847725"/>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 name="墨迹 8"/>
              <p14:cNvContentPartPr/>
              <p14:nvPr/>
            </p14:nvContentPartPr>
            <p14:xfrm>
              <a:off x="647700" y="2014220"/>
              <a:ext cx="1757045" cy="57150"/>
            </p14:xfrm>
          </p:contentPart>
        </mc:Choice>
        <mc:Fallback xmlns="">
          <p:pic>
            <p:nvPicPr>
              <p:cNvPr id="9" name="墨迹 8"/>
            </p:nvPicPr>
            <p:blipFill>
              <a:blip r:embed="rId13"/>
            </p:blipFill>
            <p:spPr>
              <a:xfrm>
                <a:off x="647700" y="2014220"/>
                <a:ext cx="1757045" cy="571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 name="墨迹 9"/>
              <p14:cNvContentPartPr/>
              <p14:nvPr/>
            </p14:nvContentPartPr>
            <p14:xfrm>
              <a:off x="3314700" y="1362075"/>
              <a:ext cx="1452245" cy="495300"/>
            </p14:xfrm>
          </p:contentPart>
        </mc:Choice>
        <mc:Fallback xmlns="">
          <p:pic>
            <p:nvPicPr>
              <p:cNvPr id="10" name="墨迹 9"/>
            </p:nvPicPr>
            <p:blipFill>
              <a:blip r:embed="rId15"/>
            </p:blipFill>
            <p:spPr>
              <a:xfrm>
                <a:off x="3314700" y="1362075"/>
                <a:ext cx="1452245" cy="4953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1" name="墨迹 10"/>
              <p14:cNvContentPartPr/>
              <p14:nvPr/>
            </p14:nvContentPartPr>
            <p14:xfrm>
              <a:off x="3609975" y="1442720"/>
              <a:ext cx="1152525" cy="462280"/>
            </p14:xfrm>
          </p:contentPart>
        </mc:Choice>
        <mc:Fallback xmlns="">
          <p:pic>
            <p:nvPicPr>
              <p:cNvPr id="11" name="墨迹 10"/>
            </p:nvPicPr>
            <p:blipFill>
              <a:blip r:embed="rId17"/>
            </p:blipFill>
            <p:spPr>
              <a:xfrm>
                <a:off x="3609975" y="1442720"/>
                <a:ext cx="1152525" cy="46228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2" name="墨迹 11"/>
              <p14:cNvContentPartPr/>
              <p14:nvPr/>
            </p14:nvContentPartPr>
            <p14:xfrm>
              <a:off x="3852545" y="1943100"/>
              <a:ext cx="662305" cy="13970"/>
            </p14:xfrm>
          </p:contentPart>
        </mc:Choice>
        <mc:Fallback xmlns="">
          <p:pic>
            <p:nvPicPr>
              <p:cNvPr id="12" name="墨迹 11"/>
            </p:nvPicPr>
            <p:blipFill>
              <a:blip r:embed="rId19"/>
            </p:blipFill>
            <p:spPr>
              <a:xfrm>
                <a:off x="3852545" y="1943100"/>
                <a:ext cx="662305" cy="1397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3" name="墨迹 12"/>
              <p14:cNvContentPartPr/>
              <p14:nvPr/>
            </p14:nvContentPartPr>
            <p14:xfrm>
              <a:off x="4119245" y="1499870"/>
              <a:ext cx="519430" cy="542925"/>
            </p14:xfrm>
          </p:contentPart>
        </mc:Choice>
        <mc:Fallback xmlns="">
          <p:pic>
            <p:nvPicPr>
              <p:cNvPr id="13" name="墨迹 12"/>
            </p:nvPicPr>
            <p:blipFill>
              <a:blip r:embed="rId21"/>
            </p:blipFill>
            <p:spPr>
              <a:xfrm>
                <a:off x="4119245" y="1499870"/>
                <a:ext cx="519430" cy="542925"/>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4" name="墨迹 13"/>
              <p14:cNvContentPartPr/>
              <p14:nvPr/>
            </p14:nvContentPartPr>
            <p14:xfrm>
              <a:off x="3543300" y="1914525"/>
              <a:ext cx="1318895" cy="323850"/>
            </p14:xfrm>
          </p:contentPart>
        </mc:Choice>
        <mc:Fallback xmlns="">
          <p:pic>
            <p:nvPicPr>
              <p:cNvPr id="14" name="墨迹 13"/>
            </p:nvPicPr>
            <p:blipFill>
              <a:blip r:embed="rId23"/>
            </p:blipFill>
            <p:spPr>
              <a:xfrm>
                <a:off x="3543300" y="1914525"/>
                <a:ext cx="1318895" cy="32385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5" name="墨迹 14"/>
              <p14:cNvContentPartPr/>
              <p14:nvPr/>
            </p14:nvContentPartPr>
            <p14:xfrm>
              <a:off x="2028825" y="2038350"/>
              <a:ext cx="971550" cy="52070"/>
            </p14:xfrm>
          </p:contentPart>
        </mc:Choice>
        <mc:Fallback xmlns="">
          <p:pic>
            <p:nvPicPr>
              <p:cNvPr id="15" name="墨迹 14"/>
            </p:nvPicPr>
            <p:blipFill>
              <a:blip r:embed="rId25"/>
            </p:blipFill>
            <p:spPr>
              <a:xfrm>
                <a:off x="2028825" y="2038350"/>
                <a:ext cx="971550" cy="5207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6" name="墨迹 15"/>
              <p14:cNvContentPartPr/>
              <p14:nvPr/>
            </p14:nvContentPartPr>
            <p14:xfrm>
              <a:off x="3638550" y="1866900"/>
              <a:ext cx="1076325" cy="347345"/>
            </p14:xfrm>
          </p:contentPart>
        </mc:Choice>
        <mc:Fallback xmlns="">
          <p:pic>
            <p:nvPicPr>
              <p:cNvPr id="16" name="墨迹 15"/>
            </p:nvPicPr>
            <p:blipFill>
              <a:blip r:embed="rId27"/>
            </p:blipFill>
            <p:spPr>
              <a:xfrm>
                <a:off x="3638550" y="1866900"/>
                <a:ext cx="1076325" cy="347345"/>
              </a:xfrm>
              <a:prstGeom prst="rect"/>
            </p:spPr>
          </p:pic>
        </mc:Fallback>
      </mc:AlternateContent>
    </p:spTree>
    <p:custDataLst>
      <p:tags r:id="rId28"/>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实验结果</a:t>
            </a:r>
            <a:endParaRPr lang="zh-CN" altLang="en-US"/>
          </a:p>
        </p:txBody>
      </p:sp>
      <p:sp>
        <p:nvSpPr>
          <p:cNvPr id="3" name="内容占位符 2"/>
          <p:cNvSpPr>
            <a:spLocks noGrp="1"/>
          </p:cNvSpPr>
          <p:nvPr>
            <p:ph idx="1"/>
            <p:custDataLst>
              <p:tags r:id="rId2"/>
            </p:custDataLst>
          </p:nvPr>
        </p:nvSpPr>
        <p:spPr/>
        <p:txBody>
          <a:bodyPr/>
          <a:p>
            <a:r>
              <a:rPr lang="zh-CN" altLang="en-US"/>
              <a:t>真实数据集上，等变和解耦指标</a:t>
            </a:r>
            <a:r>
              <a:rPr lang="zh-CN" altLang="en-US"/>
              <a:t>显著提升</a:t>
            </a:r>
            <a:endParaRPr lang="zh-CN" altLang="en-US"/>
          </a:p>
          <a:p>
            <a:endParaRPr lang="zh-CN" altLang="en-US"/>
          </a:p>
          <a:p>
            <a:endParaRPr lang="zh-CN" altLang="en-US"/>
          </a:p>
        </p:txBody>
      </p:sp>
      <p:pic>
        <p:nvPicPr>
          <p:cNvPr id="4" name="图片 3"/>
          <p:cNvPicPr>
            <a:picLocks noChangeAspect="1"/>
          </p:cNvPicPr>
          <p:nvPr/>
        </p:nvPicPr>
        <p:blipFill>
          <a:blip r:embed="rId3"/>
          <a:stretch>
            <a:fillRect/>
          </a:stretch>
        </p:blipFill>
        <p:spPr>
          <a:xfrm>
            <a:off x="2737485" y="2212975"/>
            <a:ext cx="6974205" cy="4141470"/>
          </a:xfrm>
          <a:prstGeom prst="rect">
            <a:avLst/>
          </a:prstGeom>
        </p:spPr>
      </p:pic>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1000125" y="1899920"/>
              <a:ext cx="1452245" cy="109855"/>
            </p14:xfrm>
          </p:contentPart>
        </mc:Choice>
        <mc:Fallback xmlns="">
          <p:pic>
            <p:nvPicPr>
              <p:cNvPr id="5" name="墨迹 4"/>
            </p:nvPicPr>
            <p:blipFill>
              <a:blip r:embed="rId5"/>
            </p:blipFill>
            <p:spPr>
              <a:xfrm>
                <a:off x="1000125" y="1899920"/>
                <a:ext cx="1452245" cy="10985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2495550" y="1499870"/>
              <a:ext cx="1290320" cy="542925"/>
            </p14:xfrm>
          </p:contentPart>
        </mc:Choice>
        <mc:Fallback xmlns="">
          <p:pic>
            <p:nvPicPr>
              <p:cNvPr id="6" name="墨迹 5"/>
            </p:nvPicPr>
            <p:blipFill>
              <a:blip r:embed="rId7"/>
            </p:blipFill>
            <p:spPr>
              <a:xfrm>
                <a:off x="2495550" y="1499870"/>
                <a:ext cx="1290320" cy="54292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7" name="墨迹 6"/>
              <p14:cNvContentPartPr/>
              <p14:nvPr/>
            </p14:nvContentPartPr>
            <p14:xfrm>
              <a:off x="3242945" y="1452245"/>
              <a:ext cx="709930" cy="619125"/>
            </p14:xfrm>
          </p:contentPart>
        </mc:Choice>
        <mc:Fallback xmlns="">
          <p:pic>
            <p:nvPicPr>
              <p:cNvPr id="7" name="墨迹 6"/>
            </p:nvPicPr>
            <p:blipFill>
              <a:blip r:embed="rId9"/>
            </p:blipFill>
            <p:spPr>
              <a:xfrm>
                <a:off x="3242945" y="1452245"/>
                <a:ext cx="709930" cy="6191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7043420" y="2914650"/>
              <a:ext cx="748030" cy="3385820"/>
            </p14:xfrm>
          </p:contentPart>
        </mc:Choice>
        <mc:Fallback xmlns="">
          <p:pic>
            <p:nvPicPr>
              <p:cNvPr id="8" name="墨迹 7"/>
            </p:nvPicPr>
            <p:blipFill>
              <a:blip r:embed="rId11"/>
            </p:blipFill>
            <p:spPr>
              <a:xfrm>
                <a:off x="7043420" y="2914650"/>
                <a:ext cx="748030" cy="338582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 name="墨迹 8"/>
              <p14:cNvContentPartPr/>
              <p14:nvPr/>
            </p14:nvContentPartPr>
            <p14:xfrm>
              <a:off x="8567420" y="3086100"/>
              <a:ext cx="590550" cy="3242945"/>
            </p14:xfrm>
          </p:contentPart>
        </mc:Choice>
        <mc:Fallback xmlns="">
          <p:pic>
            <p:nvPicPr>
              <p:cNvPr id="9" name="墨迹 8"/>
            </p:nvPicPr>
            <p:blipFill>
              <a:blip r:embed="rId13"/>
            </p:blipFill>
            <p:spPr>
              <a:xfrm>
                <a:off x="8567420" y="3086100"/>
                <a:ext cx="590550" cy="324294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 name="墨迹 9"/>
              <p14:cNvContentPartPr/>
              <p14:nvPr/>
            </p14:nvContentPartPr>
            <p14:xfrm>
              <a:off x="7071995" y="5876925"/>
              <a:ext cx="2524125" cy="528320"/>
            </p14:xfrm>
          </p:contentPart>
        </mc:Choice>
        <mc:Fallback xmlns="">
          <p:pic>
            <p:nvPicPr>
              <p:cNvPr id="10" name="墨迹 9"/>
            </p:nvPicPr>
            <p:blipFill>
              <a:blip r:embed="rId15"/>
            </p:blipFill>
            <p:spPr>
              <a:xfrm>
                <a:off x="7071995" y="5876925"/>
                <a:ext cx="2524125" cy="52832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1" name="墨迹 10"/>
              <p14:cNvContentPartPr/>
              <p14:nvPr/>
            </p14:nvContentPartPr>
            <p14:xfrm>
              <a:off x="7433945" y="5948045"/>
              <a:ext cx="2257425" cy="447675"/>
            </p14:xfrm>
          </p:contentPart>
        </mc:Choice>
        <mc:Fallback xmlns="">
          <p:pic>
            <p:nvPicPr>
              <p:cNvPr id="11" name="墨迹 10"/>
            </p:nvPicPr>
            <p:blipFill>
              <a:blip r:embed="rId17"/>
            </p:blipFill>
            <p:spPr>
              <a:xfrm>
                <a:off x="7433945" y="5948045"/>
                <a:ext cx="2257425" cy="447675"/>
              </a:xfrm>
              <a:prstGeom prst="rect"/>
            </p:spPr>
          </p:pic>
        </mc:Fallback>
      </mc:AlternateContent>
    </p:spTree>
    <p:custDataLst>
      <p:tags r:id="rId18"/>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理论</a:t>
            </a:r>
            <a:r>
              <a:rPr lang="zh-CN" altLang="en-US"/>
              <a:t>结果</a:t>
            </a:r>
            <a:endParaRPr lang="zh-CN" altLang="en-US"/>
          </a:p>
        </p:txBody>
      </p:sp>
      <p:sp>
        <p:nvSpPr>
          <p:cNvPr id="3" name="内容占位符 2"/>
          <p:cNvSpPr>
            <a:spLocks noGrp="1"/>
          </p:cNvSpPr>
          <p:nvPr>
            <p:ph idx="1"/>
            <p:custDataLst>
              <p:tags r:id="rId2"/>
            </p:custDataLst>
          </p:nvPr>
        </p:nvSpPr>
        <p:spPr/>
        <p:txBody>
          <a:bodyPr/>
          <a:p>
            <a:r>
              <a:rPr lang="zh-CN" altLang="en-US"/>
              <a:t>给定条件下（</a:t>
            </a:r>
            <a:r>
              <a:rPr lang="zh-CN" altLang="en-US">
                <a:sym typeface="+mn-ea"/>
              </a:rPr>
              <a:t>对于彼此垂直的数据增强）</a:t>
            </a:r>
            <a:r>
              <a:rPr lang="zh-CN" altLang="en-US"/>
              <a:t>，可以实现完美</a:t>
            </a:r>
            <a:r>
              <a:rPr lang="zh-CN" altLang="en-US"/>
              <a:t>解耦</a:t>
            </a:r>
            <a:endParaRPr lang="zh-CN" altLang="en-US"/>
          </a:p>
          <a:p>
            <a:endParaRPr lang="zh-CN" altLang="en-US"/>
          </a:p>
          <a:p>
            <a:r>
              <a:rPr lang="zh-CN" altLang="en-US"/>
              <a:t>一些条件下，彼此耦合的数据增强，也可以实现完美</a:t>
            </a:r>
            <a:r>
              <a:rPr lang="zh-CN" altLang="en-US"/>
              <a:t>解耦</a:t>
            </a:r>
            <a:endParaRPr lang="zh-CN" altLang="en-US"/>
          </a:p>
          <a:p>
            <a:endParaRPr lang="zh-CN" altLang="en-US"/>
          </a:p>
          <a:p>
            <a:r>
              <a:rPr lang="zh-CN" altLang="en-US"/>
              <a:t>不仅可以解耦，还可以实现表示和潜在因子之间</a:t>
            </a:r>
            <a:r>
              <a:rPr lang="zh-CN" altLang="en-US"/>
              <a:t>的单调</a:t>
            </a:r>
            <a:r>
              <a:rPr lang="zh-CN" altLang="en-US"/>
              <a:t>映射</a:t>
            </a:r>
            <a:endParaRPr lang="zh-CN" altLang="en-US"/>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299845" y="1162050"/>
              <a:ext cx="7000875" cy="1080770"/>
            </p14:xfrm>
          </p:contentPart>
        </mc:Choice>
        <mc:Fallback xmlns="">
          <p:pic>
            <p:nvPicPr>
              <p:cNvPr id="4" name="墨迹 3"/>
            </p:nvPicPr>
            <p:blipFill>
              <a:blip r:embed="rId4"/>
            </p:blipFill>
            <p:spPr>
              <a:xfrm>
                <a:off x="1299845" y="1162050"/>
                <a:ext cx="7000875" cy="108077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4700270" y="2414270"/>
              <a:ext cx="2524125" cy="904875"/>
            </p14:xfrm>
          </p:contentPart>
        </mc:Choice>
        <mc:Fallback xmlns="">
          <p:pic>
            <p:nvPicPr>
              <p:cNvPr id="5" name="墨迹 4"/>
            </p:nvPicPr>
            <p:blipFill>
              <a:blip r:embed="rId6"/>
            </p:blipFill>
            <p:spPr>
              <a:xfrm>
                <a:off x="4700270" y="2414270"/>
                <a:ext cx="2524125" cy="90487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4947920" y="2038350"/>
              <a:ext cx="3138805" cy="156845"/>
            </p14:xfrm>
          </p:contentPart>
        </mc:Choice>
        <mc:Fallback xmlns="">
          <p:pic>
            <p:nvPicPr>
              <p:cNvPr id="6" name="墨迹 5"/>
            </p:nvPicPr>
            <p:blipFill>
              <a:blip r:embed="rId8"/>
            </p:blipFill>
            <p:spPr>
              <a:xfrm>
                <a:off x="4947920" y="2038350"/>
                <a:ext cx="3138805" cy="15684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971550" y="2390775"/>
              <a:ext cx="3785870" cy="718820"/>
            </p14:xfrm>
          </p:contentPart>
        </mc:Choice>
        <mc:Fallback xmlns="">
          <p:pic>
            <p:nvPicPr>
              <p:cNvPr id="7" name="墨迹 6"/>
            </p:nvPicPr>
            <p:blipFill>
              <a:blip r:embed="rId10"/>
            </p:blipFill>
            <p:spPr>
              <a:xfrm>
                <a:off x="971550" y="2390775"/>
                <a:ext cx="3785870" cy="7188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5224145" y="2880995"/>
              <a:ext cx="1824355" cy="119380"/>
            </p14:xfrm>
          </p:contentPart>
        </mc:Choice>
        <mc:Fallback xmlns="">
          <p:pic>
            <p:nvPicPr>
              <p:cNvPr id="8" name="墨迹 7"/>
            </p:nvPicPr>
            <p:blipFill>
              <a:blip r:embed="rId12"/>
            </p:blipFill>
            <p:spPr>
              <a:xfrm>
                <a:off x="5224145" y="2880995"/>
                <a:ext cx="1824355" cy="1193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2566670" y="3328670"/>
              <a:ext cx="5314950" cy="976630"/>
            </p14:xfrm>
          </p:contentPart>
        </mc:Choice>
        <mc:Fallback xmlns="">
          <p:pic>
            <p:nvPicPr>
              <p:cNvPr id="9" name="墨迹 8"/>
            </p:nvPicPr>
            <p:blipFill>
              <a:blip r:embed="rId14"/>
            </p:blipFill>
            <p:spPr>
              <a:xfrm>
                <a:off x="2566670" y="3328670"/>
                <a:ext cx="5314950" cy="97663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3248025" y="3981450"/>
              <a:ext cx="833120" cy="47625"/>
            </p14:xfrm>
          </p:contentPart>
        </mc:Choice>
        <mc:Fallback xmlns="">
          <p:pic>
            <p:nvPicPr>
              <p:cNvPr id="10" name="墨迹 9"/>
            </p:nvPicPr>
            <p:blipFill>
              <a:blip r:embed="rId16"/>
            </p:blipFill>
            <p:spPr>
              <a:xfrm>
                <a:off x="3248025" y="3981450"/>
                <a:ext cx="833120" cy="4762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3338195" y="3900170"/>
              <a:ext cx="948055" cy="33655"/>
            </p14:xfrm>
          </p:contentPart>
        </mc:Choice>
        <mc:Fallback xmlns="">
          <p:pic>
            <p:nvPicPr>
              <p:cNvPr id="11" name="墨迹 10"/>
            </p:nvPicPr>
            <p:blipFill>
              <a:blip r:embed="rId18"/>
            </p:blipFill>
            <p:spPr>
              <a:xfrm>
                <a:off x="3338195" y="3900170"/>
                <a:ext cx="948055" cy="3365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4795520" y="3914775"/>
              <a:ext cx="1109980" cy="52070"/>
            </p14:xfrm>
          </p:contentPart>
        </mc:Choice>
        <mc:Fallback xmlns="">
          <p:pic>
            <p:nvPicPr>
              <p:cNvPr id="12" name="墨迹 11"/>
            </p:nvPicPr>
            <p:blipFill>
              <a:blip r:embed="rId20"/>
            </p:blipFill>
            <p:spPr>
              <a:xfrm>
                <a:off x="4795520" y="3914775"/>
                <a:ext cx="1109980" cy="5207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4624070" y="3881120"/>
              <a:ext cx="957580" cy="14605"/>
            </p14:xfrm>
          </p:contentPart>
        </mc:Choice>
        <mc:Fallback xmlns="">
          <p:pic>
            <p:nvPicPr>
              <p:cNvPr id="13" name="墨迹 12"/>
            </p:nvPicPr>
            <p:blipFill>
              <a:blip r:embed="rId22"/>
            </p:blipFill>
            <p:spPr>
              <a:xfrm>
                <a:off x="4624070" y="3881120"/>
                <a:ext cx="957580" cy="1460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3962400" y="3909695"/>
              <a:ext cx="1200150" cy="1209675"/>
            </p14:xfrm>
          </p:contentPart>
        </mc:Choice>
        <mc:Fallback xmlns="">
          <p:pic>
            <p:nvPicPr>
              <p:cNvPr id="14" name="墨迹 13"/>
            </p:nvPicPr>
            <p:blipFill>
              <a:blip r:embed="rId24"/>
            </p:blipFill>
            <p:spPr>
              <a:xfrm>
                <a:off x="3962400" y="3909695"/>
                <a:ext cx="1200150" cy="120967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4648200" y="4019550"/>
              <a:ext cx="942975" cy="28575"/>
            </p14:xfrm>
          </p:contentPart>
        </mc:Choice>
        <mc:Fallback xmlns="">
          <p:pic>
            <p:nvPicPr>
              <p:cNvPr id="15" name="墨迹 14"/>
            </p:nvPicPr>
            <p:blipFill>
              <a:blip r:embed="rId26"/>
            </p:blipFill>
            <p:spPr>
              <a:xfrm>
                <a:off x="4648200" y="4019550"/>
                <a:ext cx="942975" cy="28575"/>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4629150" y="3924300"/>
              <a:ext cx="1014095" cy="19050"/>
            </p14:xfrm>
          </p:contentPart>
        </mc:Choice>
        <mc:Fallback xmlns="">
          <p:pic>
            <p:nvPicPr>
              <p:cNvPr id="16" name="墨迹 15"/>
            </p:nvPicPr>
            <p:blipFill>
              <a:blip r:embed="rId28"/>
            </p:blipFill>
            <p:spPr>
              <a:xfrm>
                <a:off x="4629150" y="3924300"/>
                <a:ext cx="1014095" cy="1905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3609975" y="3423920"/>
              <a:ext cx="909320" cy="495300"/>
            </p14:xfrm>
          </p:contentPart>
        </mc:Choice>
        <mc:Fallback xmlns="">
          <p:pic>
            <p:nvPicPr>
              <p:cNvPr id="17" name="墨迹 16"/>
            </p:nvPicPr>
            <p:blipFill>
              <a:blip r:embed="rId30"/>
            </p:blipFill>
            <p:spPr>
              <a:xfrm>
                <a:off x="3609975" y="3423920"/>
                <a:ext cx="909320" cy="4953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5943600" y="3390900"/>
              <a:ext cx="1395095" cy="695325"/>
            </p14:xfrm>
          </p:contentPart>
        </mc:Choice>
        <mc:Fallback xmlns="">
          <p:pic>
            <p:nvPicPr>
              <p:cNvPr id="18" name="墨迹 17"/>
            </p:nvPicPr>
            <p:blipFill>
              <a:blip r:embed="rId32"/>
            </p:blipFill>
            <p:spPr>
              <a:xfrm>
                <a:off x="5943600" y="3390900"/>
                <a:ext cx="1395095" cy="69532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3471545" y="3895725"/>
              <a:ext cx="3676650" cy="128270"/>
            </p14:xfrm>
          </p:contentPart>
        </mc:Choice>
        <mc:Fallback xmlns="">
          <p:pic>
            <p:nvPicPr>
              <p:cNvPr id="19" name="墨迹 18"/>
            </p:nvPicPr>
            <p:blipFill>
              <a:blip r:embed="rId34"/>
            </p:blipFill>
            <p:spPr>
              <a:xfrm>
                <a:off x="3471545" y="3895725"/>
                <a:ext cx="3676650" cy="128270"/>
              </a:xfrm>
              <a:prstGeom prst="rect"/>
            </p:spPr>
          </p:pic>
        </mc:Fallback>
      </mc:AlternateContent>
    </p:spTree>
    <p:custDataLst>
      <p:tags r:id="rId35"/>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custDataLst>
              <p:tags r:id="rId1"/>
            </p:custDataLst>
          </p:nvPr>
        </p:nvSpPr>
        <p:spPr>
          <a:xfrm>
            <a:off x="1990800" y="1964355"/>
            <a:ext cx="7768800" cy="766800"/>
          </a:xfrm>
        </p:spPr>
        <p:txBody>
          <a:bodyPr>
            <a:normAutofit fontScale="90000"/>
          </a:bodyPr>
          <a:p>
            <a:r>
              <a:rPr lang="zh-CN" altLang="en-US">
                <a:sym typeface="+mn-ea"/>
              </a:rPr>
              <a:t>空中</a:t>
            </a:r>
            <a:r>
              <a:rPr lang="zh-CN" altLang="en-US">
                <a:sym typeface="+mn-ea"/>
              </a:rPr>
              <a:t>楼阁</a:t>
            </a:r>
            <a:endParaRPr lang="zh-CN" altLang="en-US">
              <a:sym typeface="+mn-ea"/>
            </a:endParaRPr>
          </a:p>
        </p:txBody>
      </p:sp>
      <p:sp>
        <p:nvSpPr>
          <p:cNvPr id="6" name="文本占位符 5"/>
          <p:cNvSpPr>
            <a:spLocks noGrp="1"/>
          </p:cNvSpPr>
          <p:nvPr>
            <p:ph type="body" idx="1"/>
            <p:custDataLst>
              <p:tags r:id="rId2"/>
            </p:custDataLst>
          </p:nvPr>
        </p:nvSpPr>
        <p:spPr>
          <a:xfrm>
            <a:off x="2004060" y="3228975"/>
            <a:ext cx="9719945" cy="1140460"/>
          </a:xfrm>
        </p:spPr>
        <p:txBody>
          <a:bodyPr>
            <a:normAutofit lnSpcReduction="20000"/>
          </a:bodyPr>
          <a:p>
            <a:r>
              <a:rPr lang="zh-CN" altLang="en-US">
                <a:highlight>
                  <a:srgbClr val="FFFF00"/>
                </a:highlight>
                <a:sym typeface="+mn-ea"/>
              </a:rPr>
              <a:t>其实整个基于数据增强的自监督表示学习领域都是空中</a:t>
            </a:r>
            <a:r>
              <a:rPr lang="zh-CN" altLang="en-US">
                <a:highlight>
                  <a:srgbClr val="FFFF00"/>
                </a:highlight>
                <a:sym typeface="+mn-ea"/>
              </a:rPr>
              <a:t>楼阁</a:t>
            </a:r>
            <a:endParaRPr lang="zh-CN" altLang="en-US">
              <a:highlight>
                <a:srgbClr val="FFFF00"/>
              </a:highlight>
              <a:sym typeface="+mn-ea"/>
            </a:endParaRPr>
          </a:p>
          <a:p>
            <a:r>
              <a:rPr lang="zh-CN" altLang="en-US">
                <a:solidFill>
                  <a:srgbClr val="C00000"/>
                </a:solidFill>
                <a:sym typeface="+mn-ea"/>
              </a:rPr>
              <a:t>地基有问题：现有数据增强无法很好满足理论需求，哪怕是不变性，实际上都</a:t>
            </a:r>
            <a:r>
              <a:rPr lang="zh-CN" altLang="en-US">
                <a:solidFill>
                  <a:srgbClr val="C00000"/>
                </a:solidFill>
                <a:sym typeface="+mn-ea"/>
              </a:rPr>
              <a:t>很难学好</a:t>
            </a:r>
            <a:endParaRPr lang="zh-CN" altLang="en-US">
              <a:solidFill>
                <a:srgbClr val="C00000"/>
              </a:solidFill>
              <a:sym typeface="+mn-ea"/>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1647825" y="1995170"/>
              <a:ext cx="375920" cy="2433955"/>
            </p14:xfrm>
          </p:contentPart>
        </mc:Choice>
        <mc:Fallback xmlns="">
          <p:pic>
            <p:nvPicPr>
              <p:cNvPr id="2" name="墨迹 1"/>
            </p:nvPicPr>
            <p:blipFill>
              <a:blip r:embed="rId4"/>
            </p:blipFill>
            <p:spPr>
              <a:xfrm>
                <a:off x="1647825" y="1995170"/>
                <a:ext cx="375920" cy="243395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1101070" y="2214245"/>
              <a:ext cx="528955" cy="2466975"/>
            </p14:xfrm>
          </p:contentPart>
        </mc:Choice>
        <mc:Fallback xmlns="">
          <p:pic>
            <p:nvPicPr>
              <p:cNvPr id="4" name="墨迹 3"/>
            </p:nvPicPr>
            <p:blipFill>
              <a:blip r:embed="rId6"/>
            </p:blipFill>
            <p:spPr>
              <a:xfrm>
                <a:off x="11101070" y="2214245"/>
                <a:ext cx="528955" cy="246697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4633595" y="3195320"/>
              <a:ext cx="2319655" cy="533400"/>
            </p14:xfrm>
          </p:contentPart>
        </mc:Choice>
        <mc:Fallback xmlns="">
          <p:pic>
            <p:nvPicPr>
              <p:cNvPr id="7" name="墨迹 6"/>
            </p:nvPicPr>
            <p:blipFill>
              <a:blip r:embed="rId8"/>
            </p:blipFill>
            <p:spPr>
              <a:xfrm>
                <a:off x="4633595" y="3195320"/>
                <a:ext cx="2319655" cy="533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4705350" y="2676525"/>
              <a:ext cx="152400" cy="880745"/>
            </p14:xfrm>
          </p:contentPart>
        </mc:Choice>
        <mc:Fallback xmlns="">
          <p:pic>
            <p:nvPicPr>
              <p:cNvPr id="8" name="墨迹 7"/>
            </p:nvPicPr>
            <p:blipFill>
              <a:blip r:embed="rId10"/>
            </p:blipFill>
            <p:spPr>
              <a:xfrm>
                <a:off x="4705350" y="2676525"/>
                <a:ext cx="152400" cy="88074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6662420" y="2661920"/>
              <a:ext cx="190500" cy="762000"/>
            </p14:xfrm>
          </p:contentPart>
        </mc:Choice>
        <mc:Fallback xmlns="">
          <p:pic>
            <p:nvPicPr>
              <p:cNvPr id="9" name="墨迹 8"/>
            </p:nvPicPr>
            <p:blipFill>
              <a:blip r:embed="rId12"/>
            </p:blipFill>
            <p:spPr>
              <a:xfrm>
                <a:off x="6662420" y="2661920"/>
                <a:ext cx="190500" cy="7620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2076450" y="2733675"/>
              <a:ext cx="2571750" cy="71120"/>
            </p14:xfrm>
          </p:contentPart>
        </mc:Choice>
        <mc:Fallback xmlns="">
          <p:pic>
            <p:nvPicPr>
              <p:cNvPr id="10" name="墨迹 9"/>
            </p:nvPicPr>
            <p:blipFill>
              <a:blip r:embed="rId14"/>
            </p:blipFill>
            <p:spPr>
              <a:xfrm>
                <a:off x="2076450" y="2733675"/>
                <a:ext cx="2571750" cy="7112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3038475" y="3623945"/>
              <a:ext cx="1400175" cy="138430"/>
            </p14:xfrm>
          </p:contentPart>
        </mc:Choice>
        <mc:Fallback xmlns="">
          <p:pic>
            <p:nvPicPr>
              <p:cNvPr id="11" name="墨迹 10"/>
            </p:nvPicPr>
            <p:blipFill>
              <a:blip r:embed="rId16"/>
            </p:blipFill>
            <p:spPr>
              <a:xfrm>
                <a:off x="3038475" y="3623945"/>
                <a:ext cx="1400175" cy="13843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5448300" y="3086100"/>
              <a:ext cx="1152525" cy="671195"/>
            </p14:xfrm>
          </p:contentPart>
        </mc:Choice>
        <mc:Fallback xmlns="">
          <p:pic>
            <p:nvPicPr>
              <p:cNvPr id="12" name="墨迹 11"/>
            </p:nvPicPr>
            <p:blipFill>
              <a:blip r:embed="rId18"/>
            </p:blipFill>
            <p:spPr>
              <a:xfrm>
                <a:off x="5448300" y="3086100"/>
                <a:ext cx="1152525" cy="67119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3566795" y="4057650"/>
              <a:ext cx="1643380" cy="381000"/>
            </p14:xfrm>
          </p:contentPart>
        </mc:Choice>
        <mc:Fallback xmlns="">
          <p:pic>
            <p:nvPicPr>
              <p:cNvPr id="13" name="墨迹 12"/>
            </p:nvPicPr>
            <p:blipFill>
              <a:blip r:embed="rId20"/>
            </p:blipFill>
            <p:spPr>
              <a:xfrm>
                <a:off x="3566795" y="4057650"/>
                <a:ext cx="1643380" cy="3810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4004945" y="4029075"/>
              <a:ext cx="1586230" cy="47625"/>
            </p14:xfrm>
          </p:contentPart>
        </mc:Choice>
        <mc:Fallback xmlns="">
          <p:pic>
            <p:nvPicPr>
              <p:cNvPr id="14" name="墨迹 13"/>
            </p:nvPicPr>
            <p:blipFill>
              <a:blip r:embed="rId22"/>
            </p:blipFill>
            <p:spPr>
              <a:xfrm>
                <a:off x="4004945" y="4029075"/>
                <a:ext cx="1586230" cy="4762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4210050" y="4081145"/>
              <a:ext cx="1247775" cy="9525"/>
            </p14:xfrm>
          </p:contentPart>
        </mc:Choice>
        <mc:Fallback xmlns="">
          <p:pic>
            <p:nvPicPr>
              <p:cNvPr id="15" name="墨迹 14"/>
            </p:nvPicPr>
            <p:blipFill>
              <a:blip r:embed="rId24"/>
            </p:blipFill>
            <p:spPr>
              <a:xfrm>
                <a:off x="4210050" y="4081145"/>
                <a:ext cx="1247775" cy="952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3990975" y="4105275"/>
              <a:ext cx="1876425" cy="52070"/>
            </p14:xfrm>
          </p:contentPart>
        </mc:Choice>
        <mc:Fallback xmlns="">
          <p:pic>
            <p:nvPicPr>
              <p:cNvPr id="16" name="墨迹 15"/>
            </p:nvPicPr>
            <p:blipFill>
              <a:blip r:embed="rId26"/>
            </p:blipFill>
            <p:spPr>
              <a:xfrm>
                <a:off x="3990975" y="4105275"/>
                <a:ext cx="1876425" cy="5207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4600575" y="4166870"/>
              <a:ext cx="1509395" cy="62230"/>
            </p14:xfrm>
          </p:contentPart>
        </mc:Choice>
        <mc:Fallback xmlns="">
          <p:pic>
            <p:nvPicPr>
              <p:cNvPr id="17" name="墨迹 16"/>
            </p:nvPicPr>
            <p:blipFill>
              <a:blip r:embed="rId28"/>
            </p:blipFill>
            <p:spPr>
              <a:xfrm>
                <a:off x="4600575" y="4166870"/>
                <a:ext cx="1509395" cy="6223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6096000" y="3633470"/>
              <a:ext cx="1537970" cy="509905"/>
            </p14:xfrm>
          </p:contentPart>
        </mc:Choice>
        <mc:Fallback xmlns="">
          <p:pic>
            <p:nvPicPr>
              <p:cNvPr id="18" name="墨迹 17"/>
            </p:nvPicPr>
            <p:blipFill>
              <a:blip r:embed="rId30"/>
            </p:blipFill>
            <p:spPr>
              <a:xfrm>
                <a:off x="6096000" y="3633470"/>
                <a:ext cx="1537970" cy="50990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8176895" y="3600450"/>
              <a:ext cx="1057275" cy="642620"/>
            </p14:xfrm>
          </p:contentPart>
        </mc:Choice>
        <mc:Fallback xmlns="">
          <p:pic>
            <p:nvPicPr>
              <p:cNvPr id="19" name="墨迹 18"/>
            </p:nvPicPr>
            <p:blipFill>
              <a:blip r:embed="rId32"/>
            </p:blipFill>
            <p:spPr>
              <a:xfrm>
                <a:off x="8176895" y="3600450"/>
                <a:ext cx="1057275" cy="64262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3686175" y="3766820"/>
              <a:ext cx="1547495" cy="433705"/>
            </p14:xfrm>
          </p:contentPart>
        </mc:Choice>
        <mc:Fallback xmlns="">
          <p:pic>
            <p:nvPicPr>
              <p:cNvPr id="20" name="墨迹 19"/>
            </p:nvPicPr>
            <p:blipFill>
              <a:blip r:embed="rId34"/>
            </p:blipFill>
            <p:spPr>
              <a:xfrm>
                <a:off x="3686175" y="3766820"/>
                <a:ext cx="1547495" cy="433705"/>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墨迹 20"/>
              <p14:cNvContentPartPr/>
              <p14:nvPr/>
            </p14:nvContentPartPr>
            <p14:xfrm>
              <a:off x="3862070" y="3681095"/>
              <a:ext cx="1285875" cy="476250"/>
            </p14:xfrm>
          </p:contentPart>
        </mc:Choice>
        <mc:Fallback xmlns="">
          <p:pic>
            <p:nvPicPr>
              <p:cNvPr id="21" name="墨迹 20"/>
            </p:nvPicPr>
            <p:blipFill>
              <a:blip r:embed="rId36"/>
            </p:blipFill>
            <p:spPr>
              <a:xfrm>
                <a:off x="3862070" y="3681095"/>
                <a:ext cx="1285875" cy="47625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2" name="墨迹 21"/>
              <p14:cNvContentPartPr/>
              <p14:nvPr/>
            </p14:nvContentPartPr>
            <p14:xfrm>
              <a:off x="9396095" y="3552825"/>
              <a:ext cx="2072005" cy="628650"/>
            </p14:xfrm>
          </p:contentPart>
        </mc:Choice>
        <mc:Fallback xmlns="">
          <p:pic>
            <p:nvPicPr>
              <p:cNvPr id="22" name="墨迹 21"/>
            </p:nvPicPr>
            <p:blipFill>
              <a:blip r:embed="rId38"/>
            </p:blipFill>
            <p:spPr>
              <a:xfrm>
                <a:off x="9396095" y="3552825"/>
                <a:ext cx="2072005" cy="62865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3" name="墨迹 22"/>
              <p14:cNvContentPartPr/>
              <p14:nvPr/>
            </p14:nvContentPartPr>
            <p14:xfrm>
              <a:off x="1990725" y="3838575"/>
              <a:ext cx="1171575" cy="471170"/>
            </p14:xfrm>
          </p:contentPart>
        </mc:Choice>
        <mc:Fallback xmlns="">
          <p:pic>
            <p:nvPicPr>
              <p:cNvPr id="23" name="墨迹 22"/>
            </p:nvPicPr>
            <p:blipFill>
              <a:blip r:embed="rId40"/>
            </p:blipFill>
            <p:spPr>
              <a:xfrm>
                <a:off x="1990725" y="3838575"/>
                <a:ext cx="1171575" cy="47117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4" name="墨迹 23"/>
              <p14:cNvContentPartPr/>
              <p14:nvPr/>
            </p14:nvContentPartPr>
            <p14:xfrm>
              <a:off x="3762375" y="3662045"/>
              <a:ext cx="1471295" cy="523875"/>
            </p14:xfrm>
          </p:contentPart>
        </mc:Choice>
        <mc:Fallback xmlns="">
          <p:pic>
            <p:nvPicPr>
              <p:cNvPr id="24" name="墨迹 23"/>
            </p:nvPicPr>
            <p:blipFill>
              <a:blip r:embed="rId42"/>
            </p:blipFill>
            <p:spPr>
              <a:xfrm>
                <a:off x="3762375" y="3662045"/>
                <a:ext cx="1471295" cy="523875"/>
              </a:xfrm>
              <a:prstGeom prst="rect"/>
            </p:spPr>
          </p:pic>
        </mc:Fallback>
      </mc:AlternateContent>
    </p:spTree>
    <p:custDataLst>
      <p:tags r:id="rId4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a:xfrm>
            <a:off x="513080" y="2484120"/>
            <a:ext cx="11346180" cy="1018540"/>
          </a:xfrm>
        </p:spPr>
        <p:txBody>
          <a:bodyPr>
            <a:normAutofit fontScale="90000"/>
          </a:bodyPr>
          <a:p>
            <a:r>
              <a:rPr lang="zh-CN" altLang="en-US"/>
              <a:t>计算机图形学：</a:t>
            </a:r>
            <a:r>
              <a:rPr lang="en-US" altLang="zh-CN"/>
              <a:t>Sparse SVBRDF</a:t>
            </a:r>
            <a:endParaRPr lang="en-US" altLang="zh-CN"/>
          </a:p>
        </p:txBody>
      </p:sp>
      <p:sp>
        <p:nvSpPr>
          <p:cNvPr id="6" name="文本占位符 5"/>
          <p:cNvSpPr>
            <a:spLocks noGrp="1"/>
          </p:cNvSpPr>
          <p:nvPr>
            <p:ph type="body" sz="quarter" idx="13"/>
            <p:custDataLst>
              <p:tags r:id="rId2"/>
            </p:custDataLst>
          </p:nvPr>
        </p:nvSpPr>
        <p:spPr/>
        <p:txBody>
          <a:bodyPr>
            <a:normAutofit fontScale="90000"/>
          </a:bodyPr>
          <a:p>
            <a:r>
              <a:rPr lang="en-US" altLang="zh-CN">
                <a:sym typeface="+mn-ea"/>
              </a:rPr>
              <a:t>TOG 2016</a:t>
            </a:r>
            <a:r>
              <a:rPr lang="zh-CN" altLang="en-US">
                <a:sym typeface="+mn-ea"/>
              </a:rPr>
              <a:t>，</a:t>
            </a:r>
            <a:r>
              <a:rPr lang="zh-CN" altLang="en-US">
                <a:sym typeface="+mn-ea"/>
              </a:rPr>
              <a:t>第一作者</a:t>
            </a:r>
            <a:endParaRPr lang="zh-CN" altLang="en-US">
              <a:sym typeface="+mn-ea"/>
            </a:endParaRPr>
          </a:p>
        </p:txBody>
      </p:sp>
      <p:sp>
        <p:nvSpPr>
          <p:cNvPr id="3" name="文本框 2"/>
          <p:cNvSpPr txBox="1"/>
          <p:nvPr/>
        </p:nvSpPr>
        <p:spPr>
          <a:xfrm>
            <a:off x="565785" y="685165"/>
            <a:ext cx="4064000" cy="645160"/>
          </a:xfrm>
          <a:prstGeom prst="rect">
            <a:avLst/>
          </a:prstGeom>
          <a:noFill/>
        </p:spPr>
        <p:txBody>
          <a:bodyPr wrap="square" rtlCol="0">
            <a:spAutoFit/>
          </a:bodyPr>
          <a:p>
            <a:r>
              <a:rPr lang="zh-CN" altLang="en-US" sz="3600">
                <a:solidFill>
                  <a:schemeClr val="bg1">
                    <a:lumMod val="75000"/>
                  </a:schemeClr>
                </a:solidFill>
              </a:rPr>
              <a:t>第六</a:t>
            </a:r>
            <a:r>
              <a:rPr lang="zh-CN" altLang="en-US" sz="3600">
                <a:solidFill>
                  <a:schemeClr val="bg1">
                    <a:lumMod val="75000"/>
                  </a:schemeClr>
                </a:solidFill>
                <a:sym typeface="+mn-ea"/>
              </a:rPr>
              <a:t>项</a:t>
            </a:r>
            <a:r>
              <a:rPr lang="zh-CN" altLang="en-US" sz="3600">
                <a:solidFill>
                  <a:schemeClr val="bg1">
                    <a:lumMod val="75000"/>
                  </a:schemeClr>
                </a:solidFill>
              </a:rPr>
              <a:t>工作</a:t>
            </a:r>
            <a:endParaRPr lang="zh-CN" altLang="en-US" sz="3600">
              <a:solidFill>
                <a:schemeClr val="bg1">
                  <a:lumMod val="75000"/>
                </a:schemeClr>
              </a:solidFill>
            </a:endParaRPr>
          </a:p>
        </p:txBody>
      </p:sp>
      <p:sp>
        <p:nvSpPr>
          <p:cNvPr id="5" name="文本框 4"/>
          <p:cNvSpPr txBox="1"/>
          <p:nvPr/>
        </p:nvSpPr>
        <p:spPr>
          <a:xfrm>
            <a:off x="9120505" y="1903095"/>
            <a:ext cx="2578735" cy="368300"/>
          </a:xfrm>
          <a:prstGeom prst="rect">
            <a:avLst/>
          </a:prstGeom>
          <a:noFill/>
        </p:spPr>
        <p:txBody>
          <a:bodyPr wrap="square" rtlCol="0">
            <a:spAutoFit/>
          </a:bodyPr>
          <a:p>
            <a:r>
              <a:rPr lang="zh-CN" altLang="en-US">
                <a:highlight>
                  <a:srgbClr val="00FFFF"/>
                </a:highlight>
              </a:rPr>
              <a:t>早期在其他领域的研究</a:t>
            </a:r>
            <a:endParaRPr lang="zh-CN" altLang="en-US">
              <a:highlight>
                <a:srgbClr val="00FFFF"/>
              </a:highlight>
            </a:endParaRPr>
          </a:p>
        </p:txBody>
      </p:sp>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1000125" y="762000"/>
              <a:ext cx="1790700" cy="981075"/>
            </p14:xfrm>
          </p:contentPart>
        </mc:Choice>
        <mc:Fallback xmlns="">
          <p:pic>
            <p:nvPicPr>
              <p:cNvPr id="7" name="墨迹 6"/>
            </p:nvPicPr>
            <p:blipFill>
              <a:blip r:embed="rId4"/>
            </p:blipFill>
            <p:spPr>
              <a:xfrm>
                <a:off x="1000125" y="762000"/>
                <a:ext cx="1790700" cy="98107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1247775" y="2476500"/>
              <a:ext cx="3114675" cy="942975"/>
            </p14:xfrm>
          </p:contentPart>
        </mc:Choice>
        <mc:Fallback xmlns="">
          <p:pic>
            <p:nvPicPr>
              <p:cNvPr id="8" name="墨迹 7"/>
            </p:nvPicPr>
            <p:blipFill>
              <a:blip r:embed="rId6"/>
            </p:blipFill>
            <p:spPr>
              <a:xfrm>
                <a:off x="1247775" y="2476500"/>
                <a:ext cx="3114675" cy="942975"/>
              </a:xfrm>
              <a:prstGeom prst="rect"/>
            </p:spPr>
          </p:pic>
        </mc:Fallback>
      </mc:AlternateContent>
    </p:spTree>
    <p:custDataLst>
      <p:tags r:id="rId7"/>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SVBRDF</a:t>
            </a:r>
            <a:endParaRPr lang="en-US" altLang="zh-CN"/>
          </a:p>
        </p:txBody>
      </p:sp>
      <p:sp>
        <p:nvSpPr>
          <p:cNvPr id="3" name="内容占位符 2"/>
          <p:cNvSpPr>
            <a:spLocks noGrp="1"/>
          </p:cNvSpPr>
          <p:nvPr>
            <p:ph idx="1"/>
            <p:custDataLst>
              <p:tags r:id="rId2"/>
            </p:custDataLst>
          </p:nvPr>
        </p:nvSpPr>
        <p:spPr/>
        <p:txBody>
          <a:bodyPr>
            <a:normAutofit/>
          </a:bodyPr>
          <a:p>
            <a:r>
              <a:rPr lang="zh-CN" altLang="en-US"/>
              <a:t>表面材质建模</a:t>
            </a:r>
            <a:endParaRPr lang="zh-CN" altLang="en-US"/>
          </a:p>
          <a:p>
            <a:pPr lvl="1"/>
            <a:endParaRPr lang="zh-CN" altLang="en-US"/>
          </a:p>
          <a:p>
            <a:pPr lvl="1"/>
            <a:r>
              <a:rPr lang="zh-CN" altLang="en-US"/>
              <a:t>即，通过光线数据和物体在光下的照片</a:t>
            </a:r>
            <a:r>
              <a:rPr lang="zh-CN" altLang="en-US"/>
              <a:t>数据，求解材质的光照反射属性</a:t>
            </a:r>
            <a:endParaRPr lang="zh-CN" altLang="en-US"/>
          </a:p>
          <a:p>
            <a:pPr lvl="0"/>
            <a:endParaRPr lang="zh-CN" altLang="en-US"/>
          </a:p>
          <a:p>
            <a:pPr lvl="0"/>
            <a:r>
              <a:rPr lang="zh-CN" altLang="en-US"/>
              <a:t>光射属性，本质上是高维的、复杂的</a:t>
            </a:r>
            <a:endParaRPr lang="zh-CN" altLang="en-US"/>
          </a:p>
          <a:p>
            <a:pPr lvl="0"/>
            <a:endParaRPr lang="zh-CN" altLang="en-US"/>
          </a:p>
          <a:p>
            <a:pPr lvl="1"/>
            <a:r>
              <a:rPr lang="zh-CN" altLang="en-US" sz="1600"/>
              <a:t>可以用类似频域分解的方式近似拟合</a:t>
            </a:r>
            <a:endParaRPr lang="zh-CN" altLang="en-US" sz="1600"/>
          </a:p>
          <a:p>
            <a:pPr lvl="1"/>
            <a:endParaRPr lang="zh-CN" altLang="en-US" sz="1600"/>
          </a:p>
          <a:p>
            <a:pPr lvl="1"/>
            <a:r>
              <a:rPr lang="zh-CN" altLang="en-US" sz="1600"/>
              <a:t>但可用频谱非常广</a:t>
            </a:r>
            <a:endParaRPr lang="zh-CN" altLang="en-US" sz="1600"/>
          </a:p>
          <a:p>
            <a:pPr lvl="1"/>
            <a:endParaRPr lang="zh-CN" altLang="en-US" sz="1600"/>
          </a:p>
          <a:p>
            <a:pPr lvl="1"/>
            <a:r>
              <a:rPr lang="zh-CN" altLang="en-US" sz="1600">
                <a:solidFill>
                  <a:srgbClr val="C00000"/>
                </a:solidFill>
              </a:rPr>
              <a:t>直接拟合需要拍大量照片</a:t>
            </a:r>
            <a:endParaRPr lang="zh-CN" altLang="en-US" sz="1600">
              <a:solidFill>
                <a:srgbClr val="C00000"/>
              </a:solidFill>
            </a:endParaRPr>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423545" y="1390650"/>
              <a:ext cx="2447925" cy="647700"/>
            </p14:xfrm>
          </p:contentPart>
        </mc:Choice>
        <mc:Fallback xmlns="">
          <p:pic>
            <p:nvPicPr>
              <p:cNvPr id="4" name="墨迹 3"/>
            </p:nvPicPr>
            <p:blipFill>
              <a:blip r:embed="rId4"/>
            </p:blipFill>
            <p:spPr>
              <a:xfrm>
                <a:off x="423545" y="1390650"/>
                <a:ext cx="2447925" cy="6477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114550" y="2286000"/>
              <a:ext cx="1176020" cy="581025"/>
            </p14:xfrm>
          </p:contentPart>
        </mc:Choice>
        <mc:Fallback xmlns="">
          <p:pic>
            <p:nvPicPr>
              <p:cNvPr id="5" name="墨迹 4"/>
            </p:nvPicPr>
            <p:blipFill>
              <a:blip r:embed="rId6"/>
            </p:blipFill>
            <p:spPr>
              <a:xfrm>
                <a:off x="2114550" y="2286000"/>
                <a:ext cx="1176020" cy="58102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3152775" y="2276475"/>
              <a:ext cx="2238375" cy="638175"/>
            </p14:xfrm>
          </p:contentPart>
        </mc:Choice>
        <mc:Fallback xmlns="">
          <p:pic>
            <p:nvPicPr>
              <p:cNvPr id="6" name="墨迹 5"/>
            </p:nvPicPr>
            <p:blipFill>
              <a:blip r:embed="rId8"/>
            </p:blipFill>
            <p:spPr>
              <a:xfrm>
                <a:off x="3152775" y="2276475"/>
                <a:ext cx="2238375" cy="6381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4662170" y="2738120"/>
              <a:ext cx="862330" cy="33655"/>
            </p14:xfrm>
          </p:contentPart>
        </mc:Choice>
        <mc:Fallback xmlns="">
          <p:pic>
            <p:nvPicPr>
              <p:cNvPr id="7" name="墨迹 6"/>
            </p:nvPicPr>
            <p:blipFill>
              <a:blip r:embed="rId10"/>
            </p:blipFill>
            <p:spPr>
              <a:xfrm>
                <a:off x="4662170" y="2738120"/>
                <a:ext cx="862330" cy="3365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1899920" y="2800350"/>
              <a:ext cx="3790950" cy="109220"/>
            </p14:xfrm>
          </p:contentPart>
        </mc:Choice>
        <mc:Fallback xmlns="">
          <p:pic>
            <p:nvPicPr>
              <p:cNvPr id="8" name="墨迹 7"/>
            </p:nvPicPr>
            <p:blipFill>
              <a:blip r:embed="rId12"/>
            </p:blipFill>
            <p:spPr>
              <a:xfrm>
                <a:off x="1899920" y="2800350"/>
                <a:ext cx="3790950" cy="10922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5881370" y="2200275"/>
              <a:ext cx="2700655" cy="723900"/>
            </p14:xfrm>
          </p:contentPart>
        </mc:Choice>
        <mc:Fallback xmlns="">
          <p:pic>
            <p:nvPicPr>
              <p:cNvPr id="9" name="墨迹 8"/>
            </p:nvPicPr>
            <p:blipFill>
              <a:blip r:embed="rId14"/>
            </p:blipFill>
            <p:spPr>
              <a:xfrm>
                <a:off x="5881370" y="2200275"/>
                <a:ext cx="2700655" cy="7239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6886575" y="2671445"/>
              <a:ext cx="1395095" cy="243205"/>
            </p14:xfrm>
          </p:contentPart>
        </mc:Choice>
        <mc:Fallback xmlns="">
          <p:pic>
            <p:nvPicPr>
              <p:cNvPr id="10" name="墨迹 9"/>
            </p:nvPicPr>
            <p:blipFill>
              <a:blip r:embed="rId16"/>
            </p:blipFill>
            <p:spPr>
              <a:xfrm>
                <a:off x="6886575" y="2671445"/>
                <a:ext cx="1395095" cy="24320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614045" y="3147695"/>
              <a:ext cx="1548130" cy="614680"/>
            </p14:xfrm>
          </p:contentPart>
        </mc:Choice>
        <mc:Fallback xmlns="">
          <p:pic>
            <p:nvPicPr>
              <p:cNvPr id="11" name="墨迹 10"/>
            </p:nvPicPr>
            <p:blipFill>
              <a:blip r:embed="rId18"/>
            </p:blipFill>
            <p:spPr>
              <a:xfrm>
                <a:off x="614045" y="3147695"/>
                <a:ext cx="1548130" cy="61468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2876550" y="3105150"/>
              <a:ext cx="2252345" cy="633095"/>
            </p14:xfrm>
          </p:contentPart>
        </mc:Choice>
        <mc:Fallback xmlns="">
          <p:pic>
            <p:nvPicPr>
              <p:cNvPr id="12" name="墨迹 11"/>
            </p:nvPicPr>
            <p:blipFill>
              <a:blip r:embed="rId20"/>
            </p:blipFill>
            <p:spPr>
              <a:xfrm>
                <a:off x="2876550" y="3105150"/>
                <a:ext cx="2252345" cy="63309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1099820" y="3938270"/>
              <a:ext cx="4057650" cy="757555"/>
            </p14:xfrm>
          </p:contentPart>
        </mc:Choice>
        <mc:Fallback xmlns="">
          <p:pic>
            <p:nvPicPr>
              <p:cNvPr id="13" name="墨迹 12"/>
            </p:nvPicPr>
            <p:blipFill>
              <a:blip r:embed="rId22"/>
            </p:blipFill>
            <p:spPr>
              <a:xfrm>
                <a:off x="1099820" y="3938270"/>
                <a:ext cx="4057650" cy="75755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2509520" y="4543425"/>
              <a:ext cx="857250" cy="156845"/>
            </p14:xfrm>
          </p:contentPart>
        </mc:Choice>
        <mc:Fallback xmlns="">
          <p:pic>
            <p:nvPicPr>
              <p:cNvPr id="14" name="墨迹 13"/>
            </p:nvPicPr>
            <p:blipFill>
              <a:blip r:embed="rId24"/>
            </p:blipFill>
            <p:spPr>
              <a:xfrm>
                <a:off x="2509520" y="4543425"/>
                <a:ext cx="857250" cy="15684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2409825" y="4514850"/>
              <a:ext cx="1861820" cy="190500"/>
            </p14:xfrm>
          </p:contentPart>
        </mc:Choice>
        <mc:Fallback xmlns="">
          <p:pic>
            <p:nvPicPr>
              <p:cNvPr id="15" name="墨迹 14"/>
            </p:nvPicPr>
            <p:blipFill>
              <a:blip r:embed="rId26"/>
            </p:blipFill>
            <p:spPr>
              <a:xfrm>
                <a:off x="2409825" y="4514850"/>
                <a:ext cx="1861820" cy="19050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1905000" y="4890770"/>
              <a:ext cx="1733550" cy="481330"/>
            </p14:xfrm>
          </p:contentPart>
        </mc:Choice>
        <mc:Fallback xmlns="">
          <p:pic>
            <p:nvPicPr>
              <p:cNvPr id="16" name="墨迹 15"/>
            </p:nvPicPr>
            <p:blipFill>
              <a:blip r:embed="rId28"/>
            </p:blipFill>
            <p:spPr>
              <a:xfrm>
                <a:off x="1905000" y="4890770"/>
                <a:ext cx="1733550" cy="48133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6229350" y="3552825"/>
              <a:ext cx="4562475" cy="238125"/>
            </p14:xfrm>
          </p:contentPart>
        </mc:Choice>
        <mc:Fallback xmlns="">
          <p:pic>
            <p:nvPicPr>
              <p:cNvPr id="17" name="墨迹 16"/>
            </p:nvPicPr>
            <p:blipFill>
              <a:blip r:embed="rId30"/>
            </p:blipFill>
            <p:spPr>
              <a:xfrm>
                <a:off x="6229350" y="3552825"/>
                <a:ext cx="4562475" cy="23812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6500495" y="3471545"/>
              <a:ext cx="9525" cy="471805"/>
            </p14:xfrm>
          </p:contentPart>
        </mc:Choice>
        <mc:Fallback xmlns="">
          <p:pic>
            <p:nvPicPr>
              <p:cNvPr id="18" name="墨迹 17"/>
            </p:nvPicPr>
            <p:blipFill>
              <a:blip r:embed="rId32"/>
            </p:blipFill>
            <p:spPr>
              <a:xfrm>
                <a:off x="6500495" y="3471545"/>
                <a:ext cx="9525" cy="47180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7700645" y="3476625"/>
              <a:ext cx="28575" cy="414020"/>
            </p14:xfrm>
          </p:contentPart>
        </mc:Choice>
        <mc:Fallback xmlns="">
          <p:pic>
            <p:nvPicPr>
              <p:cNvPr id="19" name="墨迹 18"/>
            </p:nvPicPr>
            <p:blipFill>
              <a:blip r:embed="rId34"/>
            </p:blipFill>
            <p:spPr>
              <a:xfrm>
                <a:off x="7700645" y="3476625"/>
                <a:ext cx="28575" cy="41402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9024620" y="3371850"/>
              <a:ext cx="114300" cy="333375"/>
            </p14:xfrm>
          </p:contentPart>
        </mc:Choice>
        <mc:Fallback xmlns="">
          <p:pic>
            <p:nvPicPr>
              <p:cNvPr id="20" name="墨迹 19"/>
            </p:nvPicPr>
            <p:blipFill>
              <a:blip r:embed="rId36"/>
            </p:blipFill>
            <p:spPr>
              <a:xfrm>
                <a:off x="9024620" y="3371850"/>
                <a:ext cx="114300" cy="33337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10010775" y="3223895"/>
              <a:ext cx="190500" cy="548005"/>
            </p14:xfrm>
          </p:contentPart>
        </mc:Choice>
        <mc:Fallback xmlns="">
          <p:pic>
            <p:nvPicPr>
              <p:cNvPr id="21" name="墨迹 20"/>
            </p:nvPicPr>
            <p:blipFill>
              <a:blip r:embed="rId38"/>
            </p:blipFill>
            <p:spPr>
              <a:xfrm>
                <a:off x="10010775" y="3223895"/>
                <a:ext cx="190500" cy="54800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6257925" y="3957320"/>
              <a:ext cx="318770" cy="386080"/>
            </p14:xfrm>
          </p:contentPart>
        </mc:Choice>
        <mc:Fallback xmlns="">
          <p:pic>
            <p:nvPicPr>
              <p:cNvPr id="22" name="墨迹 21"/>
            </p:nvPicPr>
            <p:blipFill>
              <a:blip r:embed="rId40"/>
            </p:blipFill>
            <p:spPr>
              <a:xfrm>
                <a:off x="6257925" y="3957320"/>
                <a:ext cx="318770" cy="38608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3" name="墨迹 22"/>
              <p14:cNvContentPartPr/>
              <p14:nvPr/>
            </p14:nvContentPartPr>
            <p14:xfrm>
              <a:off x="7538720" y="4038600"/>
              <a:ext cx="233680" cy="299720"/>
            </p14:xfrm>
          </p:contentPart>
        </mc:Choice>
        <mc:Fallback xmlns="">
          <p:pic>
            <p:nvPicPr>
              <p:cNvPr id="23" name="墨迹 22"/>
            </p:nvPicPr>
            <p:blipFill>
              <a:blip r:embed="rId42"/>
            </p:blipFill>
            <p:spPr>
              <a:xfrm>
                <a:off x="7538720" y="4038600"/>
                <a:ext cx="233680" cy="29972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4" name="墨迹 23"/>
              <p14:cNvContentPartPr/>
              <p14:nvPr/>
            </p14:nvContentPartPr>
            <p14:xfrm>
              <a:off x="9029700" y="3886200"/>
              <a:ext cx="290195" cy="304800"/>
            </p14:xfrm>
          </p:contentPart>
        </mc:Choice>
        <mc:Fallback xmlns="">
          <p:pic>
            <p:nvPicPr>
              <p:cNvPr id="24" name="墨迹 23"/>
            </p:nvPicPr>
            <p:blipFill>
              <a:blip r:embed="rId44"/>
            </p:blipFill>
            <p:spPr>
              <a:xfrm>
                <a:off x="9029700" y="3886200"/>
                <a:ext cx="290195" cy="30480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5" name="墨迹 24"/>
              <p14:cNvContentPartPr/>
              <p14:nvPr/>
            </p14:nvContentPartPr>
            <p14:xfrm>
              <a:off x="9996170" y="3909695"/>
              <a:ext cx="328930" cy="352425"/>
            </p14:xfrm>
          </p:contentPart>
        </mc:Choice>
        <mc:Fallback xmlns="">
          <p:pic>
            <p:nvPicPr>
              <p:cNvPr id="25" name="墨迹 24"/>
            </p:nvPicPr>
            <p:blipFill>
              <a:blip r:embed="rId46"/>
            </p:blipFill>
            <p:spPr>
              <a:xfrm>
                <a:off x="9996170" y="3909695"/>
                <a:ext cx="328930" cy="35242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6" name="墨迹 25"/>
              <p14:cNvContentPartPr/>
              <p14:nvPr/>
            </p14:nvContentPartPr>
            <p14:xfrm>
              <a:off x="5967095" y="4381500"/>
              <a:ext cx="4881880" cy="342900"/>
            </p14:xfrm>
          </p:contentPart>
        </mc:Choice>
        <mc:Fallback xmlns="">
          <p:pic>
            <p:nvPicPr>
              <p:cNvPr id="26" name="墨迹 25"/>
            </p:nvPicPr>
            <p:blipFill>
              <a:blip r:embed="rId48"/>
            </p:blipFill>
            <p:spPr>
              <a:xfrm>
                <a:off x="5967095" y="4381500"/>
                <a:ext cx="4881880" cy="34290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7" name="墨迹 26"/>
              <p14:cNvContentPartPr/>
              <p14:nvPr/>
            </p14:nvContentPartPr>
            <p14:xfrm>
              <a:off x="2362200" y="5624195"/>
              <a:ext cx="1838325" cy="523875"/>
            </p14:xfrm>
          </p:contentPart>
        </mc:Choice>
        <mc:Fallback xmlns="">
          <p:pic>
            <p:nvPicPr>
              <p:cNvPr id="27" name="墨迹 26"/>
            </p:nvPicPr>
            <p:blipFill>
              <a:blip r:embed="rId50"/>
            </p:blipFill>
            <p:spPr>
              <a:xfrm>
                <a:off x="2362200" y="5624195"/>
                <a:ext cx="1838325" cy="52387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8" name="墨迹 27"/>
              <p14:cNvContentPartPr/>
              <p14:nvPr/>
            </p14:nvContentPartPr>
            <p14:xfrm>
              <a:off x="6248400" y="4557395"/>
              <a:ext cx="152400" cy="342900"/>
            </p14:xfrm>
          </p:contentPart>
        </mc:Choice>
        <mc:Fallback xmlns="">
          <p:pic>
            <p:nvPicPr>
              <p:cNvPr id="28" name="墨迹 27"/>
            </p:nvPicPr>
            <p:blipFill>
              <a:blip r:embed="rId52"/>
            </p:blipFill>
            <p:spPr>
              <a:xfrm>
                <a:off x="6248400" y="4557395"/>
                <a:ext cx="152400" cy="34290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9" name="墨迹 28"/>
              <p14:cNvContentPartPr/>
              <p14:nvPr/>
            </p14:nvContentPartPr>
            <p14:xfrm>
              <a:off x="7662545" y="4581525"/>
              <a:ext cx="90805" cy="328295"/>
            </p14:xfrm>
          </p:contentPart>
        </mc:Choice>
        <mc:Fallback xmlns="">
          <p:pic>
            <p:nvPicPr>
              <p:cNvPr id="29" name="墨迹 28"/>
            </p:nvPicPr>
            <p:blipFill>
              <a:blip r:embed="rId54"/>
            </p:blipFill>
            <p:spPr>
              <a:xfrm>
                <a:off x="7662545" y="4581525"/>
                <a:ext cx="90805" cy="328295"/>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0" name="墨迹 29"/>
              <p14:cNvContentPartPr/>
              <p14:nvPr/>
            </p14:nvContentPartPr>
            <p14:xfrm>
              <a:off x="9034145" y="4362450"/>
              <a:ext cx="161925" cy="381000"/>
            </p14:xfrm>
          </p:contentPart>
        </mc:Choice>
        <mc:Fallback xmlns="">
          <p:pic>
            <p:nvPicPr>
              <p:cNvPr id="30" name="墨迹 29"/>
            </p:nvPicPr>
            <p:blipFill>
              <a:blip r:embed="rId56"/>
            </p:blipFill>
            <p:spPr>
              <a:xfrm>
                <a:off x="9034145" y="4362450"/>
                <a:ext cx="161925" cy="38100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1" name="墨迹 30"/>
              <p14:cNvContentPartPr/>
              <p14:nvPr/>
            </p14:nvContentPartPr>
            <p14:xfrm>
              <a:off x="9963150" y="4419600"/>
              <a:ext cx="95250" cy="328295"/>
            </p14:xfrm>
          </p:contentPart>
        </mc:Choice>
        <mc:Fallback xmlns="">
          <p:pic>
            <p:nvPicPr>
              <p:cNvPr id="31" name="墨迹 30"/>
            </p:nvPicPr>
            <p:blipFill>
              <a:blip r:embed="rId58"/>
            </p:blipFill>
            <p:spPr>
              <a:xfrm>
                <a:off x="9963150" y="4419600"/>
                <a:ext cx="95250" cy="328295"/>
              </a:xfrm>
              <a:prstGeom prst="rect"/>
            </p:spPr>
          </p:pic>
        </mc:Fallback>
      </mc:AlternateContent>
    </p:spTree>
    <p:custDataLst>
      <p:tags r:id="rId59"/>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基于稀疏性假设，降低所需照片数量</a:t>
            </a:r>
            <a:endParaRPr lang="zh-CN" altLang="en-US"/>
          </a:p>
        </p:txBody>
      </p:sp>
      <p:sp>
        <p:nvSpPr>
          <p:cNvPr id="3" name="内容占位符 2"/>
          <p:cNvSpPr>
            <a:spLocks noGrp="1"/>
          </p:cNvSpPr>
          <p:nvPr>
            <p:ph idx="1"/>
            <p:custDataLst>
              <p:tags r:id="rId2"/>
            </p:custDataLst>
          </p:nvPr>
        </p:nvSpPr>
        <p:spPr/>
        <p:txBody>
          <a:bodyPr/>
          <a:p>
            <a:r>
              <a:rPr lang="zh-CN" altLang="en-US"/>
              <a:t>前人方法：约束核范数</a:t>
            </a:r>
            <a:endParaRPr lang="zh-CN" altLang="en-US"/>
          </a:p>
          <a:p>
            <a:pPr lvl="1"/>
            <a:endParaRPr lang="zh-CN" altLang="en-US"/>
          </a:p>
          <a:p>
            <a:pPr lvl="1"/>
            <a:r>
              <a:rPr lang="zh-CN" altLang="en-US"/>
              <a:t>核范</a:t>
            </a:r>
            <a:r>
              <a:rPr lang="zh-CN" altLang="en-US"/>
              <a:t>数：矩阵所有奇异值之和</a:t>
            </a:r>
            <a:endParaRPr lang="zh-CN" altLang="en-US"/>
          </a:p>
          <a:p>
            <a:pPr lvl="1"/>
            <a:endParaRPr lang="zh-CN" altLang="en-US"/>
          </a:p>
          <a:p>
            <a:pPr lvl="1"/>
            <a:r>
              <a:rPr lang="zh-CN" altLang="en-US">
                <a:solidFill>
                  <a:srgbClr val="C00000"/>
                </a:solidFill>
              </a:rPr>
              <a:t>只是一个近似的稀疏性惩罚</a:t>
            </a:r>
            <a:endParaRPr lang="zh-CN" altLang="en-US"/>
          </a:p>
          <a:p>
            <a:pPr lvl="1"/>
            <a:endParaRPr lang="zh-CN" altLang="en-US"/>
          </a:p>
          <a:p>
            <a:pPr lvl="1"/>
            <a:r>
              <a:rPr lang="zh-CN" altLang="en-US"/>
              <a:t>依旧需要大量照片</a:t>
            </a:r>
            <a:endParaRPr lang="zh-CN" altLang="en-US"/>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809750" y="1466850"/>
              <a:ext cx="2052320" cy="614045"/>
            </p14:xfrm>
          </p:contentPart>
        </mc:Choice>
        <mc:Fallback xmlns="">
          <p:pic>
            <p:nvPicPr>
              <p:cNvPr id="4" name="墨迹 3"/>
            </p:nvPicPr>
            <p:blipFill>
              <a:blip r:embed="rId4"/>
            </p:blipFill>
            <p:spPr>
              <a:xfrm>
                <a:off x="1809750" y="1466850"/>
                <a:ext cx="2052320" cy="61404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1676400" y="542925"/>
              <a:ext cx="2395220" cy="781050"/>
            </p14:xfrm>
          </p:contentPart>
        </mc:Choice>
        <mc:Fallback xmlns="">
          <p:pic>
            <p:nvPicPr>
              <p:cNvPr id="5" name="墨迹 4"/>
            </p:nvPicPr>
            <p:blipFill>
              <a:blip r:embed="rId6"/>
            </p:blipFill>
            <p:spPr>
              <a:xfrm>
                <a:off x="1676400" y="542925"/>
                <a:ext cx="2395220" cy="7810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2204720" y="1861820"/>
              <a:ext cx="1190625" cy="33655"/>
            </p14:xfrm>
          </p:contentPart>
        </mc:Choice>
        <mc:Fallback xmlns="">
          <p:pic>
            <p:nvPicPr>
              <p:cNvPr id="6" name="墨迹 5"/>
            </p:nvPicPr>
            <p:blipFill>
              <a:blip r:embed="rId8"/>
            </p:blipFill>
            <p:spPr>
              <a:xfrm>
                <a:off x="2204720" y="1861820"/>
                <a:ext cx="1190625" cy="3365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1176020" y="2252345"/>
              <a:ext cx="1076325" cy="542925"/>
            </p14:xfrm>
          </p:contentPart>
        </mc:Choice>
        <mc:Fallback xmlns="">
          <p:pic>
            <p:nvPicPr>
              <p:cNvPr id="7" name="墨迹 6"/>
            </p:nvPicPr>
            <p:blipFill>
              <a:blip r:embed="rId10"/>
            </p:blipFill>
            <p:spPr>
              <a:xfrm>
                <a:off x="1176020" y="2252345"/>
                <a:ext cx="1076325" cy="54292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2162175" y="2333625"/>
              <a:ext cx="2647950" cy="504825"/>
            </p14:xfrm>
          </p:contentPart>
        </mc:Choice>
        <mc:Fallback xmlns="">
          <p:pic>
            <p:nvPicPr>
              <p:cNvPr id="8" name="墨迹 7"/>
            </p:nvPicPr>
            <p:blipFill>
              <a:blip r:embed="rId12"/>
            </p:blipFill>
            <p:spPr>
              <a:xfrm>
                <a:off x="2162175" y="2333625"/>
                <a:ext cx="2647950" cy="50482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2738120" y="2700020"/>
              <a:ext cx="1619250" cy="147955"/>
            </p14:xfrm>
          </p:contentPart>
        </mc:Choice>
        <mc:Fallback xmlns="">
          <p:pic>
            <p:nvPicPr>
              <p:cNvPr id="9" name="墨迹 8"/>
            </p:nvPicPr>
            <p:blipFill>
              <a:blip r:embed="rId14"/>
            </p:blipFill>
            <p:spPr>
              <a:xfrm>
                <a:off x="2738120" y="2700020"/>
                <a:ext cx="1619250" cy="14795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6081395" y="2133600"/>
              <a:ext cx="128905" cy="2009775"/>
            </p14:xfrm>
          </p:contentPart>
        </mc:Choice>
        <mc:Fallback xmlns="">
          <p:pic>
            <p:nvPicPr>
              <p:cNvPr id="10" name="墨迹 9"/>
            </p:nvPicPr>
            <p:blipFill>
              <a:blip r:embed="rId16"/>
            </p:blipFill>
            <p:spPr>
              <a:xfrm>
                <a:off x="6081395" y="2133600"/>
                <a:ext cx="128905" cy="200977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6376670" y="1785620"/>
              <a:ext cx="3567430" cy="2533650"/>
            </p14:xfrm>
          </p:contentPart>
        </mc:Choice>
        <mc:Fallback xmlns="">
          <p:pic>
            <p:nvPicPr>
              <p:cNvPr id="11" name="墨迹 10"/>
            </p:nvPicPr>
            <p:blipFill>
              <a:blip r:embed="rId18"/>
            </p:blipFill>
            <p:spPr>
              <a:xfrm>
                <a:off x="6376670" y="1785620"/>
                <a:ext cx="3567430" cy="25336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6271895" y="2543175"/>
              <a:ext cx="2891155" cy="166370"/>
            </p14:xfrm>
          </p:contentPart>
        </mc:Choice>
        <mc:Fallback xmlns="">
          <p:pic>
            <p:nvPicPr>
              <p:cNvPr id="12" name="墨迹 11"/>
            </p:nvPicPr>
            <p:blipFill>
              <a:blip r:embed="rId20"/>
            </p:blipFill>
            <p:spPr>
              <a:xfrm>
                <a:off x="6271895" y="2543175"/>
                <a:ext cx="2891155" cy="16637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6753225" y="3190875"/>
              <a:ext cx="2490470" cy="175895"/>
            </p14:xfrm>
          </p:contentPart>
        </mc:Choice>
        <mc:Fallback xmlns="">
          <p:pic>
            <p:nvPicPr>
              <p:cNvPr id="13" name="墨迹 12"/>
            </p:nvPicPr>
            <p:blipFill>
              <a:blip r:embed="rId22"/>
            </p:blipFill>
            <p:spPr>
              <a:xfrm>
                <a:off x="6753225" y="3190875"/>
                <a:ext cx="2490470" cy="17589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6534150" y="3719195"/>
              <a:ext cx="2833370" cy="100330"/>
            </p14:xfrm>
          </p:contentPart>
        </mc:Choice>
        <mc:Fallback xmlns="">
          <p:pic>
            <p:nvPicPr>
              <p:cNvPr id="14" name="墨迹 13"/>
            </p:nvPicPr>
            <p:blipFill>
              <a:blip r:embed="rId24"/>
            </p:blipFill>
            <p:spPr>
              <a:xfrm>
                <a:off x="6534150" y="3719195"/>
                <a:ext cx="2833370" cy="10033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2228850" y="3438525"/>
              <a:ext cx="1871345" cy="204470"/>
            </p14:xfrm>
          </p:contentPart>
        </mc:Choice>
        <mc:Fallback xmlns="">
          <p:pic>
            <p:nvPicPr>
              <p:cNvPr id="15" name="墨迹 14"/>
            </p:nvPicPr>
            <p:blipFill>
              <a:blip r:embed="rId26"/>
            </p:blipFill>
            <p:spPr>
              <a:xfrm>
                <a:off x="2228850" y="3438525"/>
                <a:ext cx="1871345" cy="20447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2686050" y="2724150"/>
              <a:ext cx="1642745" cy="66675"/>
            </p14:xfrm>
          </p:contentPart>
        </mc:Choice>
        <mc:Fallback xmlns="">
          <p:pic>
            <p:nvPicPr>
              <p:cNvPr id="16" name="墨迹 15"/>
            </p:nvPicPr>
            <p:blipFill>
              <a:blip r:embed="rId28"/>
            </p:blipFill>
            <p:spPr>
              <a:xfrm>
                <a:off x="2686050" y="2724150"/>
                <a:ext cx="1642745" cy="66675"/>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2985770" y="2781300"/>
              <a:ext cx="1691005" cy="80645"/>
            </p14:xfrm>
          </p:contentPart>
        </mc:Choice>
        <mc:Fallback xmlns="">
          <p:pic>
            <p:nvPicPr>
              <p:cNvPr id="17" name="墨迹 16"/>
            </p:nvPicPr>
            <p:blipFill>
              <a:blip r:embed="rId30"/>
            </p:blipFill>
            <p:spPr>
              <a:xfrm>
                <a:off x="2985770" y="2781300"/>
                <a:ext cx="1691005" cy="8064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4843145" y="1547495"/>
              <a:ext cx="509905" cy="643255"/>
            </p14:xfrm>
          </p:contentPart>
        </mc:Choice>
        <mc:Fallback xmlns="">
          <p:pic>
            <p:nvPicPr>
              <p:cNvPr id="18" name="墨迹 17"/>
            </p:nvPicPr>
            <p:blipFill>
              <a:blip r:embed="rId32"/>
            </p:blipFill>
            <p:spPr>
              <a:xfrm>
                <a:off x="4843145" y="1547495"/>
                <a:ext cx="509905" cy="64325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5443220" y="1566545"/>
              <a:ext cx="62230" cy="857250"/>
            </p14:xfrm>
          </p:contentPart>
        </mc:Choice>
        <mc:Fallback xmlns="">
          <p:pic>
            <p:nvPicPr>
              <p:cNvPr id="19" name="墨迹 18"/>
            </p:nvPicPr>
            <p:blipFill>
              <a:blip r:embed="rId34"/>
            </p:blipFill>
            <p:spPr>
              <a:xfrm>
                <a:off x="5443220" y="1566545"/>
                <a:ext cx="62230" cy="85725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4500245" y="4257675"/>
              <a:ext cx="619125" cy="1214120"/>
            </p14:xfrm>
          </p:contentPart>
        </mc:Choice>
        <mc:Fallback xmlns="">
          <p:pic>
            <p:nvPicPr>
              <p:cNvPr id="20" name="墨迹 19"/>
            </p:nvPicPr>
            <p:blipFill>
              <a:blip r:embed="rId36"/>
            </p:blipFill>
            <p:spPr>
              <a:xfrm>
                <a:off x="4500245" y="4257675"/>
                <a:ext cx="619125" cy="121412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5248275" y="4895850"/>
              <a:ext cx="309245" cy="523875"/>
            </p14:xfrm>
          </p:contentPart>
        </mc:Choice>
        <mc:Fallback xmlns="">
          <p:pic>
            <p:nvPicPr>
              <p:cNvPr id="21" name="墨迹 20"/>
            </p:nvPicPr>
            <p:blipFill>
              <a:blip r:embed="rId38"/>
            </p:blipFill>
            <p:spPr>
              <a:xfrm>
                <a:off x="5248275" y="4895850"/>
                <a:ext cx="309245" cy="52387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1518920" y="3804920"/>
              <a:ext cx="1828800" cy="709930"/>
            </p14:xfrm>
          </p:contentPart>
        </mc:Choice>
        <mc:Fallback xmlns="">
          <p:pic>
            <p:nvPicPr>
              <p:cNvPr id="22" name="墨迹 21"/>
            </p:nvPicPr>
            <p:blipFill>
              <a:blip r:embed="rId40"/>
            </p:blipFill>
            <p:spPr>
              <a:xfrm>
                <a:off x="1518920" y="3804920"/>
                <a:ext cx="1828800" cy="709930"/>
              </a:xfrm>
              <a:prstGeom prst="rect"/>
            </p:spPr>
          </p:pic>
        </mc:Fallback>
      </mc:AlternateContent>
    </p:spTree>
    <p:custDataLst>
      <p:tags r:id="rId4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直接的、极致</a:t>
            </a:r>
            <a:r>
              <a:rPr lang="zh-CN" altLang="en-US"/>
              <a:t>的稀疏性惩罚</a:t>
            </a:r>
            <a:endParaRPr lang="zh-CN" altLang="en-US"/>
          </a:p>
        </p:txBody>
      </p:sp>
      <p:sp>
        <p:nvSpPr>
          <p:cNvPr id="3" name="内容占位符 2"/>
          <p:cNvSpPr>
            <a:spLocks noGrp="1"/>
          </p:cNvSpPr>
          <p:nvPr>
            <p:ph idx="1"/>
            <p:custDataLst>
              <p:tags r:id="rId2"/>
            </p:custDataLst>
          </p:nvPr>
        </p:nvSpPr>
        <p:spPr/>
        <p:txBody>
          <a:bodyPr/>
          <a:p>
            <a:r>
              <a:rPr lang="zh-CN" altLang="en-US"/>
              <a:t>核心思路：</a:t>
            </a:r>
            <a:endParaRPr lang="zh-CN" altLang="en-US"/>
          </a:p>
          <a:p>
            <a:pPr lvl="1"/>
            <a:endParaRPr lang="zh-CN" altLang="en-US"/>
          </a:p>
          <a:p>
            <a:pPr lvl="1"/>
            <a:r>
              <a:rPr lang="zh-CN" altLang="en-US"/>
              <a:t>基材可以是频谱的任意组合</a:t>
            </a:r>
            <a:r>
              <a:rPr lang="zh-CN" altLang="en-US" sz="1200"/>
              <a:t>（以保证建模的准确性）</a:t>
            </a:r>
            <a:r>
              <a:rPr lang="en-US" altLang="zh-CN" sz="1200"/>
              <a:t> --  </a:t>
            </a:r>
            <a:r>
              <a:rPr lang="zh-CN" altLang="en-US" sz="1200"/>
              <a:t>对应</a:t>
            </a:r>
            <a:r>
              <a:rPr lang="zh-CN" altLang="en-US" sz="1200"/>
              <a:t>于矩阵的秩</a:t>
            </a:r>
            <a:endParaRPr lang="zh-CN" altLang="en-US"/>
          </a:p>
          <a:p>
            <a:pPr lvl="1"/>
            <a:endParaRPr lang="zh-CN" altLang="en-US"/>
          </a:p>
          <a:p>
            <a:pPr lvl="1"/>
            <a:r>
              <a:rPr lang="zh-CN" altLang="en-US">
                <a:solidFill>
                  <a:srgbClr val="0070C0"/>
                </a:solidFill>
              </a:rPr>
              <a:t>全局建模用到的基材的数量尽可能少</a:t>
            </a:r>
            <a:r>
              <a:rPr lang="en-US" altLang="zh-CN">
                <a:solidFill>
                  <a:srgbClr val="0070C0"/>
                </a:solidFill>
              </a:rPr>
              <a:t> -- </a:t>
            </a:r>
            <a:r>
              <a:rPr lang="zh-CN" altLang="en-US">
                <a:solidFill>
                  <a:srgbClr val="0070C0"/>
                </a:solidFill>
              </a:rPr>
              <a:t>低</a:t>
            </a:r>
            <a:r>
              <a:rPr lang="zh-CN" altLang="en-US">
                <a:solidFill>
                  <a:srgbClr val="0070C0"/>
                </a:solidFill>
              </a:rPr>
              <a:t>秩</a:t>
            </a:r>
            <a:endParaRPr lang="zh-CN" altLang="en-US">
              <a:solidFill>
                <a:srgbClr val="0070C0"/>
              </a:solidFill>
            </a:endParaRPr>
          </a:p>
          <a:p>
            <a:pPr lvl="1"/>
            <a:endParaRPr lang="zh-CN" altLang="en-US">
              <a:solidFill>
                <a:srgbClr val="0070C0"/>
              </a:solidFill>
            </a:endParaRPr>
          </a:p>
          <a:p>
            <a:pPr lvl="1"/>
            <a:r>
              <a:rPr lang="zh-CN" altLang="en-US">
                <a:solidFill>
                  <a:srgbClr val="0070C0"/>
                </a:solidFill>
              </a:rPr>
              <a:t>每个点也用尽可能少的基材去拟合</a:t>
            </a:r>
            <a:r>
              <a:rPr lang="en-US" altLang="zh-CN">
                <a:solidFill>
                  <a:srgbClr val="0070C0"/>
                </a:solidFill>
              </a:rPr>
              <a:t> -- </a:t>
            </a:r>
            <a:r>
              <a:rPr lang="zh-CN" altLang="en-US">
                <a:solidFill>
                  <a:srgbClr val="0070C0"/>
                </a:solidFill>
              </a:rPr>
              <a:t>每个点用到尽可能少的</a:t>
            </a:r>
            <a:r>
              <a:rPr lang="zh-CN" altLang="en-US">
                <a:solidFill>
                  <a:srgbClr val="0070C0"/>
                </a:solidFill>
              </a:rPr>
              <a:t>秩</a:t>
            </a:r>
            <a:endParaRPr lang="zh-CN" altLang="en-US">
              <a:solidFill>
                <a:srgbClr val="0070C0"/>
              </a:solidFill>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00025" y="590550"/>
              <a:ext cx="1790700" cy="747395"/>
            </p14:xfrm>
          </p:contentPart>
        </mc:Choice>
        <mc:Fallback xmlns="">
          <p:pic>
            <p:nvPicPr>
              <p:cNvPr id="5" name="墨迹 4"/>
            </p:nvPicPr>
            <p:blipFill>
              <a:blip r:embed="rId4"/>
            </p:blipFill>
            <p:spPr>
              <a:xfrm>
                <a:off x="200025" y="590550"/>
                <a:ext cx="1790700" cy="74739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2266950" y="490220"/>
              <a:ext cx="1743075" cy="881380"/>
            </p14:xfrm>
          </p:contentPart>
        </mc:Choice>
        <mc:Fallback xmlns="">
          <p:pic>
            <p:nvPicPr>
              <p:cNvPr id="6" name="墨迹 5"/>
            </p:nvPicPr>
            <p:blipFill>
              <a:blip r:embed="rId6"/>
            </p:blipFill>
            <p:spPr>
              <a:xfrm>
                <a:off x="2266950" y="490220"/>
                <a:ext cx="1743075" cy="88138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8048625" y="1747520"/>
              <a:ext cx="90170" cy="1285875"/>
            </p14:xfrm>
          </p:contentPart>
        </mc:Choice>
        <mc:Fallback xmlns="">
          <p:pic>
            <p:nvPicPr>
              <p:cNvPr id="7" name="墨迹 6"/>
            </p:nvPicPr>
            <p:blipFill>
              <a:blip r:embed="rId8"/>
            </p:blipFill>
            <p:spPr>
              <a:xfrm>
                <a:off x="8048625" y="1747520"/>
                <a:ext cx="90170" cy="12858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8001000" y="1557020"/>
              <a:ext cx="2890520" cy="1710055"/>
            </p14:xfrm>
          </p:contentPart>
        </mc:Choice>
        <mc:Fallback xmlns="">
          <p:pic>
            <p:nvPicPr>
              <p:cNvPr id="8" name="墨迹 7"/>
            </p:nvPicPr>
            <p:blipFill>
              <a:blip r:embed="rId10"/>
            </p:blipFill>
            <p:spPr>
              <a:xfrm>
                <a:off x="8001000" y="1557020"/>
                <a:ext cx="2890520" cy="171005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8605520" y="2052320"/>
              <a:ext cx="1371600" cy="147955"/>
            </p14:xfrm>
          </p:contentPart>
        </mc:Choice>
        <mc:Fallback xmlns="">
          <p:pic>
            <p:nvPicPr>
              <p:cNvPr id="9" name="墨迹 8"/>
            </p:nvPicPr>
            <p:blipFill>
              <a:blip r:embed="rId12"/>
            </p:blipFill>
            <p:spPr>
              <a:xfrm>
                <a:off x="8605520" y="2052320"/>
                <a:ext cx="1371600" cy="14795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8510270" y="2423795"/>
              <a:ext cx="1447800" cy="81280"/>
            </p14:xfrm>
          </p:contentPart>
        </mc:Choice>
        <mc:Fallback xmlns="">
          <p:pic>
            <p:nvPicPr>
              <p:cNvPr id="10" name="墨迹 9"/>
            </p:nvPicPr>
            <p:blipFill>
              <a:blip r:embed="rId14"/>
            </p:blipFill>
            <p:spPr>
              <a:xfrm>
                <a:off x="8510270" y="2423795"/>
                <a:ext cx="1447800" cy="812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8534400" y="2652395"/>
              <a:ext cx="1614170" cy="114300"/>
            </p14:xfrm>
          </p:contentPart>
        </mc:Choice>
        <mc:Fallback xmlns="">
          <p:pic>
            <p:nvPicPr>
              <p:cNvPr id="11" name="墨迹 10"/>
            </p:nvPicPr>
            <p:blipFill>
              <a:blip r:embed="rId16"/>
            </p:blipFill>
            <p:spPr>
              <a:xfrm>
                <a:off x="8534400" y="2652395"/>
                <a:ext cx="1614170" cy="1143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6986270" y="2328545"/>
              <a:ext cx="619125" cy="452755"/>
            </p14:xfrm>
          </p:contentPart>
        </mc:Choice>
        <mc:Fallback xmlns="">
          <p:pic>
            <p:nvPicPr>
              <p:cNvPr id="12" name="墨迹 11"/>
            </p:nvPicPr>
            <p:blipFill>
              <a:blip r:embed="rId18"/>
            </p:blipFill>
            <p:spPr>
              <a:xfrm>
                <a:off x="6986270" y="2328545"/>
                <a:ext cx="619125" cy="45275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4900295" y="3048000"/>
              <a:ext cx="1119505" cy="442595"/>
            </p14:xfrm>
          </p:contentPart>
        </mc:Choice>
        <mc:Fallback xmlns="">
          <p:pic>
            <p:nvPicPr>
              <p:cNvPr id="13" name="墨迹 12"/>
            </p:nvPicPr>
            <p:blipFill>
              <a:blip r:embed="rId20"/>
            </p:blipFill>
            <p:spPr>
              <a:xfrm>
                <a:off x="4900295" y="3048000"/>
                <a:ext cx="1119505" cy="44259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7734300" y="2238375"/>
              <a:ext cx="175895" cy="466725"/>
            </p14:xfrm>
          </p:contentPart>
        </mc:Choice>
        <mc:Fallback xmlns="">
          <p:pic>
            <p:nvPicPr>
              <p:cNvPr id="14" name="墨迹 13"/>
            </p:nvPicPr>
            <p:blipFill>
              <a:blip r:embed="rId22"/>
            </p:blipFill>
            <p:spPr>
              <a:xfrm>
                <a:off x="7734300" y="2238375"/>
                <a:ext cx="175895" cy="46672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8434070" y="2181225"/>
              <a:ext cx="1276350" cy="9525"/>
            </p14:xfrm>
          </p:contentPart>
        </mc:Choice>
        <mc:Fallback xmlns="">
          <p:pic>
            <p:nvPicPr>
              <p:cNvPr id="15" name="墨迹 14"/>
            </p:nvPicPr>
            <p:blipFill>
              <a:blip r:embed="rId24"/>
            </p:blipFill>
            <p:spPr>
              <a:xfrm>
                <a:off x="8434070" y="2181225"/>
                <a:ext cx="1276350" cy="952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8576945" y="2543175"/>
              <a:ext cx="1348105" cy="38100"/>
            </p14:xfrm>
          </p:contentPart>
        </mc:Choice>
        <mc:Fallback xmlns="">
          <p:pic>
            <p:nvPicPr>
              <p:cNvPr id="16" name="墨迹 15"/>
            </p:nvPicPr>
            <p:blipFill>
              <a:blip r:embed="rId26"/>
            </p:blipFill>
            <p:spPr>
              <a:xfrm>
                <a:off x="8576945" y="2543175"/>
                <a:ext cx="1348105" cy="3810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8796020" y="2766695"/>
              <a:ext cx="1104900" cy="57150"/>
            </p14:xfrm>
          </p:contentPart>
        </mc:Choice>
        <mc:Fallback xmlns="">
          <p:pic>
            <p:nvPicPr>
              <p:cNvPr id="17" name="墨迹 16"/>
            </p:nvPicPr>
            <p:blipFill>
              <a:blip r:embed="rId28"/>
            </p:blipFill>
            <p:spPr>
              <a:xfrm>
                <a:off x="8796020" y="2766695"/>
                <a:ext cx="1104900" cy="5715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9167495" y="5172075"/>
              <a:ext cx="24130" cy="471170"/>
            </p14:xfrm>
          </p:contentPart>
        </mc:Choice>
        <mc:Fallback xmlns="">
          <p:pic>
            <p:nvPicPr>
              <p:cNvPr id="18" name="墨迹 17"/>
            </p:nvPicPr>
            <p:blipFill>
              <a:blip r:embed="rId30"/>
            </p:blipFill>
            <p:spPr>
              <a:xfrm>
                <a:off x="9167495" y="5172075"/>
                <a:ext cx="24130" cy="47117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8386445" y="2200275"/>
              <a:ext cx="195580" cy="585470"/>
            </p14:xfrm>
          </p:contentPart>
        </mc:Choice>
        <mc:Fallback xmlns="">
          <p:pic>
            <p:nvPicPr>
              <p:cNvPr id="19" name="墨迹 18"/>
            </p:nvPicPr>
            <p:blipFill>
              <a:blip r:embed="rId32"/>
            </p:blipFill>
            <p:spPr>
              <a:xfrm>
                <a:off x="8386445" y="2200275"/>
                <a:ext cx="195580" cy="58547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10058400" y="4210050"/>
              <a:ext cx="433070" cy="514350"/>
            </p14:xfrm>
          </p:contentPart>
        </mc:Choice>
        <mc:Fallback xmlns="">
          <p:pic>
            <p:nvPicPr>
              <p:cNvPr id="20" name="墨迹 19"/>
            </p:nvPicPr>
            <p:blipFill>
              <a:blip r:embed="rId34"/>
            </p:blipFill>
            <p:spPr>
              <a:xfrm>
                <a:off x="10058400" y="4210050"/>
                <a:ext cx="433070" cy="51435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墨迹 20"/>
              <p14:cNvContentPartPr/>
              <p14:nvPr/>
            </p14:nvContentPartPr>
            <p14:xfrm>
              <a:off x="4871720" y="3747770"/>
              <a:ext cx="2843530" cy="862330"/>
            </p14:xfrm>
          </p:contentPart>
        </mc:Choice>
        <mc:Fallback xmlns="">
          <p:pic>
            <p:nvPicPr>
              <p:cNvPr id="21" name="墨迹 20"/>
            </p:nvPicPr>
            <p:blipFill>
              <a:blip r:embed="rId36"/>
            </p:blipFill>
            <p:spPr>
              <a:xfrm>
                <a:off x="4871720" y="3747770"/>
                <a:ext cx="2843530" cy="86233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2" name="墨迹 21"/>
              <p14:cNvContentPartPr/>
              <p14:nvPr/>
            </p14:nvContentPartPr>
            <p14:xfrm>
              <a:off x="5695950" y="4248150"/>
              <a:ext cx="1924050" cy="61595"/>
            </p14:xfrm>
          </p:contentPart>
        </mc:Choice>
        <mc:Fallback xmlns="">
          <p:pic>
            <p:nvPicPr>
              <p:cNvPr id="22" name="墨迹 21"/>
            </p:nvPicPr>
            <p:blipFill>
              <a:blip r:embed="rId38"/>
            </p:blipFill>
            <p:spPr>
              <a:xfrm>
                <a:off x="5695950" y="4248150"/>
                <a:ext cx="1924050" cy="61595"/>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3" name="墨迹 22"/>
              <p14:cNvContentPartPr/>
              <p14:nvPr/>
            </p14:nvContentPartPr>
            <p14:xfrm>
              <a:off x="9020175" y="5024120"/>
              <a:ext cx="200025" cy="557530"/>
            </p14:xfrm>
          </p:contentPart>
        </mc:Choice>
        <mc:Fallback xmlns="">
          <p:pic>
            <p:nvPicPr>
              <p:cNvPr id="23" name="墨迹 22"/>
            </p:nvPicPr>
            <p:blipFill>
              <a:blip r:embed="rId40"/>
            </p:blipFill>
            <p:spPr>
              <a:xfrm>
                <a:off x="9020175" y="5024120"/>
                <a:ext cx="200025" cy="55753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4" name="墨迹 23"/>
              <p14:cNvContentPartPr/>
              <p14:nvPr/>
            </p14:nvContentPartPr>
            <p14:xfrm>
              <a:off x="8982075" y="5572125"/>
              <a:ext cx="471170" cy="61595"/>
            </p14:xfrm>
          </p:contentPart>
        </mc:Choice>
        <mc:Fallback xmlns="">
          <p:pic>
            <p:nvPicPr>
              <p:cNvPr id="24" name="墨迹 23"/>
            </p:nvPicPr>
            <p:blipFill>
              <a:blip r:embed="rId42"/>
            </p:blipFill>
            <p:spPr>
              <a:xfrm>
                <a:off x="8982075" y="5572125"/>
                <a:ext cx="471170" cy="61595"/>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5" name="墨迹 24"/>
              <p14:cNvContentPartPr/>
              <p14:nvPr/>
            </p14:nvContentPartPr>
            <p14:xfrm>
              <a:off x="5381625" y="4262120"/>
              <a:ext cx="1914525" cy="90805"/>
            </p14:xfrm>
          </p:contentPart>
        </mc:Choice>
        <mc:Fallback xmlns="">
          <p:pic>
            <p:nvPicPr>
              <p:cNvPr id="25" name="墨迹 24"/>
            </p:nvPicPr>
            <p:blipFill>
              <a:blip r:embed="rId44"/>
            </p:blipFill>
            <p:spPr>
              <a:xfrm>
                <a:off x="5381625" y="4262120"/>
                <a:ext cx="1914525" cy="90805"/>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6" name="墨迹 25"/>
              <p14:cNvContentPartPr/>
              <p14:nvPr/>
            </p14:nvContentPartPr>
            <p14:xfrm>
              <a:off x="5276850" y="3404870"/>
              <a:ext cx="847725" cy="47625"/>
            </p14:xfrm>
          </p:contentPart>
        </mc:Choice>
        <mc:Fallback xmlns="">
          <p:pic>
            <p:nvPicPr>
              <p:cNvPr id="26" name="墨迹 25"/>
            </p:nvPicPr>
            <p:blipFill>
              <a:blip r:embed="rId46"/>
            </p:blipFill>
            <p:spPr>
              <a:xfrm>
                <a:off x="5276850" y="3404870"/>
                <a:ext cx="847725" cy="4762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7" name="墨迹 26"/>
              <p14:cNvContentPartPr/>
              <p14:nvPr/>
            </p14:nvContentPartPr>
            <p14:xfrm>
              <a:off x="5262245" y="4290695"/>
              <a:ext cx="1857375" cy="43180"/>
            </p14:xfrm>
          </p:contentPart>
        </mc:Choice>
        <mc:Fallback xmlns="">
          <p:pic>
            <p:nvPicPr>
              <p:cNvPr id="27" name="墨迹 26"/>
            </p:nvPicPr>
            <p:blipFill>
              <a:blip r:embed="rId48"/>
            </p:blipFill>
            <p:spPr>
              <a:xfrm>
                <a:off x="5262245" y="4290695"/>
                <a:ext cx="1857375" cy="4318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8" name="墨迹 27"/>
              <p14:cNvContentPartPr/>
              <p14:nvPr/>
            </p14:nvContentPartPr>
            <p14:xfrm>
              <a:off x="4943475" y="4300220"/>
              <a:ext cx="2633345" cy="47625"/>
            </p14:xfrm>
          </p:contentPart>
        </mc:Choice>
        <mc:Fallback xmlns="">
          <p:pic>
            <p:nvPicPr>
              <p:cNvPr id="28" name="墨迹 27"/>
            </p:nvPicPr>
            <p:blipFill>
              <a:blip r:embed="rId50"/>
            </p:blipFill>
            <p:spPr>
              <a:xfrm>
                <a:off x="4943475" y="4300220"/>
                <a:ext cx="2633345" cy="47625"/>
              </a:xfrm>
              <a:prstGeom prst="rect"/>
            </p:spPr>
          </p:pic>
        </mc:Fallback>
      </mc:AlternateContent>
    </p:spTree>
    <p:custDataLst>
      <p:tags r:id="rId5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实验结果</a:t>
            </a:r>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1522730" y="2385060"/>
            <a:ext cx="9347200" cy="3072765"/>
          </a:xfrm>
          <a:prstGeom prst="rect">
            <a:avLst/>
          </a:prstGeom>
        </p:spPr>
      </p:pic>
      <p:sp>
        <p:nvSpPr>
          <p:cNvPr id="5" name="文本框 4"/>
          <p:cNvSpPr txBox="1"/>
          <p:nvPr/>
        </p:nvSpPr>
        <p:spPr>
          <a:xfrm>
            <a:off x="4064000" y="1923415"/>
            <a:ext cx="4064000" cy="368300"/>
          </a:xfrm>
          <a:prstGeom prst="rect">
            <a:avLst/>
          </a:prstGeom>
          <a:noFill/>
        </p:spPr>
        <p:txBody>
          <a:bodyPr wrap="square" rtlCol="0">
            <a:spAutoFit/>
          </a:bodyPr>
          <a:p>
            <a:pPr algn="ctr"/>
            <a:r>
              <a:rPr lang="zh-CN" altLang="en-US">
                <a:solidFill>
                  <a:srgbClr val="00B050"/>
                </a:solidFill>
              </a:rPr>
              <a:t>照片需求量从几千降到几十甚至一</a:t>
            </a:r>
            <a:endParaRPr lang="zh-CN" altLang="en-US">
              <a:solidFill>
                <a:srgbClr val="00B050"/>
              </a:solidFill>
            </a:endParaRPr>
          </a:p>
        </p:txBody>
      </p:sp>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5067300" y="1690370"/>
              <a:ext cx="1352550" cy="738505"/>
            </p14:xfrm>
          </p:contentPart>
        </mc:Choice>
        <mc:Fallback xmlns="">
          <p:pic>
            <p:nvPicPr>
              <p:cNvPr id="6" name="墨迹 5"/>
            </p:nvPicPr>
            <p:blipFill>
              <a:blip r:embed="rId5"/>
            </p:blipFill>
            <p:spPr>
              <a:xfrm>
                <a:off x="5067300" y="1690370"/>
                <a:ext cx="1352550" cy="73850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6500495" y="1766570"/>
              <a:ext cx="581025" cy="662305"/>
            </p14:xfrm>
          </p:contentPart>
        </mc:Choice>
        <mc:Fallback xmlns="">
          <p:pic>
            <p:nvPicPr>
              <p:cNvPr id="7" name="墨迹 6"/>
            </p:nvPicPr>
            <p:blipFill>
              <a:blip r:embed="rId7"/>
            </p:blipFill>
            <p:spPr>
              <a:xfrm>
                <a:off x="6500495" y="1766570"/>
                <a:ext cx="581025" cy="66230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8" name="墨迹 7"/>
              <p14:cNvContentPartPr/>
              <p14:nvPr/>
            </p14:nvContentPartPr>
            <p14:xfrm>
              <a:off x="7176770" y="1766570"/>
              <a:ext cx="647700" cy="567055"/>
            </p14:xfrm>
          </p:contentPart>
        </mc:Choice>
        <mc:Fallback xmlns="">
          <p:pic>
            <p:nvPicPr>
              <p:cNvPr id="8" name="墨迹 7"/>
            </p:nvPicPr>
            <p:blipFill>
              <a:blip r:embed="rId9"/>
            </p:blipFill>
            <p:spPr>
              <a:xfrm>
                <a:off x="7176770" y="1766570"/>
                <a:ext cx="647700" cy="56705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9" name="墨迹 8"/>
              <p14:cNvContentPartPr/>
              <p14:nvPr/>
            </p14:nvContentPartPr>
            <p14:xfrm>
              <a:off x="6781800" y="985520"/>
              <a:ext cx="533400" cy="290830"/>
            </p14:xfrm>
          </p:contentPart>
        </mc:Choice>
        <mc:Fallback xmlns="">
          <p:pic>
            <p:nvPicPr>
              <p:cNvPr id="9" name="墨迹 8"/>
            </p:nvPicPr>
            <p:blipFill>
              <a:blip r:embed="rId11"/>
            </p:blipFill>
            <p:spPr>
              <a:xfrm>
                <a:off x="6781800" y="985520"/>
                <a:ext cx="533400" cy="29083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 name="墨迹 9"/>
              <p14:cNvContentPartPr/>
              <p14:nvPr/>
            </p14:nvContentPartPr>
            <p14:xfrm>
              <a:off x="8391525" y="909320"/>
              <a:ext cx="333375" cy="386080"/>
            </p14:xfrm>
          </p:contentPart>
        </mc:Choice>
        <mc:Fallback xmlns="">
          <p:pic>
            <p:nvPicPr>
              <p:cNvPr id="10" name="墨迹 9"/>
            </p:nvPicPr>
            <p:blipFill>
              <a:blip r:embed="rId13"/>
            </p:blipFill>
            <p:spPr>
              <a:xfrm>
                <a:off x="8391525" y="909320"/>
                <a:ext cx="333375" cy="38608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1" name="墨迹 10"/>
              <p14:cNvContentPartPr/>
              <p14:nvPr/>
            </p14:nvContentPartPr>
            <p14:xfrm>
              <a:off x="10148570" y="838200"/>
              <a:ext cx="205105" cy="304800"/>
            </p14:xfrm>
          </p:contentPart>
        </mc:Choice>
        <mc:Fallback xmlns="">
          <p:pic>
            <p:nvPicPr>
              <p:cNvPr id="11" name="墨迹 10"/>
            </p:nvPicPr>
            <p:blipFill>
              <a:blip r:embed="rId15"/>
            </p:blipFill>
            <p:spPr>
              <a:xfrm>
                <a:off x="10148570" y="838200"/>
                <a:ext cx="205105" cy="3048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2" name="墨迹 11"/>
              <p14:cNvContentPartPr/>
              <p14:nvPr/>
            </p14:nvContentPartPr>
            <p14:xfrm>
              <a:off x="10801350" y="695325"/>
              <a:ext cx="323850" cy="252095"/>
            </p14:xfrm>
          </p:contentPart>
        </mc:Choice>
        <mc:Fallback xmlns="">
          <p:pic>
            <p:nvPicPr>
              <p:cNvPr id="12" name="墨迹 11"/>
            </p:nvPicPr>
            <p:blipFill>
              <a:blip r:embed="rId17"/>
            </p:blipFill>
            <p:spPr>
              <a:xfrm>
                <a:off x="10801350" y="695325"/>
                <a:ext cx="323850" cy="25209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3" name="墨迹 12"/>
              <p14:cNvContentPartPr/>
              <p14:nvPr/>
            </p14:nvContentPartPr>
            <p14:xfrm>
              <a:off x="10277475" y="1433195"/>
              <a:ext cx="628650" cy="2624455"/>
            </p14:xfrm>
          </p:contentPart>
        </mc:Choice>
        <mc:Fallback xmlns="">
          <p:pic>
            <p:nvPicPr>
              <p:cNvPr id="13" name="墨迹 12"/>
            </p:nvPicPr>
            <p:blipFill>
              <a:blip r:embed="rId19"/>
            </p:blipFill>
            <p:spPr>
              <a:xfrm>
                <a:off x="10277475" y="1433195"/>
                <a:ext cx="628650" cy="2624455"/>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4" name="墨迹 13"/>
              <p14:cNvContentPartPr/>
              <p14:nvPr/>
            </p14:nvContentPartPr>
            <p14:xfrm>
              <a:off x="10067925" y="1166495"/>
              <a:ext cx="128270" cy="1809750"/>
            </p14:xfrm>
          </p:contentPart>
        </mc:Choice>
        <mc:Fallback xmlns="">
          <p:pic>
            <p:nvPicPr>
              <p:cNvPr id="14" name="墨迹 13"/>
            </p:nvPicPr>
            <p:blipFill>
              <a:blip r:embed="rId21"/>
            </p:blipFill>
            <p:spPr>
              <a:xfrm>
                <a:off x="10067925" y="1166495"/>
                <a:ext cx="128270" cy="18097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5" name="墨迹 14"/>
              <p14:cNvContentPartPr/>
              <p14:nvPr/>
            </p14:nvContentPartPr>
            <p14:xfrm>
              <a:off x="10048875" y="1328420"/>
              <a:ext cx="228600" cy="419100"/>
            </p14:xfrm>
          </p:contentPart>
        </mc:Choice>
        <mc:Fallback xmlns="">
          <p:pic>
            <p:nvPicPr>
              <p:cNvPr id="15" name="墨迹 14"/>
            </p:nvPicPr>
            <p:blipFill>
              <a:blip r:embed="rId23"/>
            </p:blipFill>
            <p:spPr>
              <a:xfrm>
                <a:off x="10048875" y="1328420"/>
                <a:ext cx="228600" cy="41910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6" name="墨迹 15"/>
              <p14:cNvContentPartPr/>
              <p14:nvPr/>
            </p14:nvContentPartPr>
            <p14:xfrm>
              <a:off x="9086850" y="1442720"/>
              <a:ext cx="223520" cy="1666875"/>
            </p14:xfrm>
          </p:contentPart>
        </mc:Choice>
        <mc:Fallback xmlns="">
          <p:pic>
            <p:nvPicPr>
              <p:cNvPr id="16" name="墨迹 15"/>
            </p:nvPicPr>
            <p:blipFill>
              <a:blip r:embed="rId25"/>
            </p:blipFill>
            <p:spPr>
              <a:xfrm>
                <a:off x="9086850" y="1442720"/>
                <a:ext cx="223520" cy="1666875"/>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7" name="墨迹 16"/>
              <p14:cNvContentPartPr/>
              <p14:nvPr/>
            </p14:nvContentPartPr>
            <p14:xfrm>
              <a:off x="8872220" y="1537970"/>
              <a:ext cx="409575" cy="414655"/>
            </p14:xfrm>
          </p:contentPart>
        </mc:Choice>
        <mc:Fallback xmlns="">
          <p:pic>
            <p:nvPicPr>
              <p:cNvPr id="17" name="墨迹 16"/>
            </p:nvPicPr>
            <p:blipFill>
              <a:blip r:embed="rId27"/>
            </p:blipFill>
            <p:spPr>
              <a:xfrm>
                <a:off x="8872220" y="1537970"/>
                <a:ext cx="409575" cy="414655"/>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8" name="墨迹 17"/>
              <p14:cNvContentPartPr/>
              <p14:nvPr/>
            </p14:nvContentPartPr>
            <p14:xfrm>
              <a:off x="7181850" y="1433195"/>
              <a:ext cx="2366645" cy="2148205"/>
            </p14:xfrm>
          </p:contentPart>
        </mc:Choice>
        <mc:Fallback xmlns="">
          <p:pic>
            <p:nvPicPr>
              <p:cNvPr id="18" name="墨迹 17"/>
            </p:nvPicPr>
            <p:blipFill>
              <a:blip r:embed="rId29"/>
            </p:blipFill>
            <p:spPr>
              <a:xfrm>
                <a:off x="7181850" y="1433195"/>
                <a:ext cx="2366645" cy="2148205"/>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9" name="墨迹 18"/>
              <p14:cNvContentPartPr/>
              <p14:nvPr/>
            </p14:nvContentPartPr>
            <p14:xfrm>
              <a:off x="7143750" y="1452245"/>
              <a:ext cx="352425" cy="367030"/>
            </p14:xfrm>
          </p:contentPart>
        </mc:Choice>
        <mc:Fallback xmlns="">
          <p:pic>
            <p:nvPicPr>
              <p:cNvPr id="19" name="墨迹 18"/>
            </p:nvPicPr>
            <p:blipFill>
              <a:blip r:embed="rId31"/>
            </p:blipFill>
            <p:spPr>
              <a:xfrm>
                <a:off x="7143750" y="1452245"/>
                <a:ext cx="352425" cy="36703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0" name="墨迹 19"/>
              <p14:cNvContentPartPr/>
              <p14:nvPr/>
            </p14:nvContentPartPr>
            <p14:xfrm>
              <a:off x="1971675" y="2505075"/>
              <a:ext cx="1947545" cy="2286000"/>
            </p14:xfrm>
          </p:contentPart>
        </mc:Choice>
        <mc:Fallback xmlns="">
          <p:pic>
            <p:nvPicPr>
              <p:cNvPr id="20" name="墨迹 19"/>
            </p:nvPicPr>
            <p:blipFill>
              <a:blip r:embed="rId33"/>
            </p:blipFill>
            <p:spPr>
              <a:xfrm>
                <a:off x="1971675" y="2505075"/>
                <a:ext cx="1947545" cy="228600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1" name="墨迹 20"/>
              <p14:cNvContentPartPr/>
              <p14:nvPr/>
            </p14:nvContentPartPr>
            <p14:xfrm>
              <a:off x="4528820" y="3933825"/>
              <a:ext cx="5457825" cy="476250"/>
            </p14:xfrm>
          </p:contentPart>
        </mc:Choice>
        <mc:Fallback xmlns="">
          <p:pic>
            <p:nvPicPr>
              <p:cNvPr id="21" name="墨迹 20"/>
            </p:nvPicPr>
            <p:blipFill>
              <a:blip r:embed="rId35"/>
            </p:blipFill>
            <p:spPr>
              <a:xfrm>
                <a:off x="4528820" y="3933825"/>
                <a:ext cx="5457825" cy="476250"/>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2" name="墨迹 21"/>
              <p14:cNvContentPartPr/>
              <p14:nvPr/>
            </p14:nvContentPartPr>
            <p14:xfrm>
              <a:off x="4986020" y="5452745"/>
              <a:ext cx="5080" cy="871855"/>
            </p14:xfrm>
          </p:contentPart>
        </mc:Choice>
        <mc:Fallback xmlns="">
          <p:pic>
            <p:nvPicPr>
              <p:cNvPr id="22" name="墨迹 21"/>
            </p:nvPicPr>
            <p:blipFill>
              <a:blip r:embed="rId37"/>
            </p:blipFill>
            <p:spPr>
              <a:xfrm>
                <a:off x="4986020" y="5452745"/>
                <a:ext cx="5080" cy="871855"/>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3" name="墨迹 22"/>
              <p14:cNvContentPartPr/>
              <p14:nvPr/>
            </p14:nvContentPartPr>
            <p14:xfrm>
              <a:off x="5043170" y="5243195"/>
              <a:ext cx="1743075" cy="1129030"/>
            </p14:xfrm>
          </p:contentPart>
        </mc:Choice>
        <mc:Fallback xmlns="">
          <p:pic>
            <p:nvPicPr>
              <p:cNvPr id="23" name="墨迹 22"/>
            </p:nvPicPr>
            <p:blipFill>
              <a:blip r:embed="rId39"/>
            </p:blipFill>
            <p:spPr>
              <a:xfrm>
                <a:off x="5043170" y="5243195"/>
                <a:ext cx="1743075" cy="112903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4" name="墨迹 23"/>
              <p14:cNvContentPartPr/>
              <p14:nvPr/>
            </p14:nvContentPartPr>
            <p14:xfrm>
              <a:off x="6548120" y="5624195"/>
              <a:ext cx="942975" cy="71755"/>
            </p14:xfrm>
          </p:contentPart>
        </mc:Choice>
        <mc:Fallback xmlns="">
          <p:pic>
            <p:nvPicPr>
              <p:cNvPr id="24" name="墨迹 23"/>
            </p:nvPicPr>
            <p:blipFill>
              <a:blip r:embed="rId41"/>
            </p:blipFill>
            <p:spPr>
              <a:xfrm>
                <a:off x="6548120" y="5624195"/>
                <a:ext cx="942975" cy="71755"/>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5" name="墨迹 24"/>
              <p14:cNvContentPartPr/>
              <p14:nvPr/>
            </p14:nvContentPartPr>
            <p14:xfrm>
              <a:off x="7310120" y="5495925"/>
              <a:ext cx="304800" cy="318770"/>
            </p14:xfrm>
          </p:contentPart>
        </mc:Choice>
        <mc:Fallback xmlns="">
          <p:pic>
            <p:nvPicPr>
              <p:cNvPr id="25" name="墨迹 24"/>
            </p:nvPicPr>
            <p:blipFill>
              <a:blip r:embed="rId43"/>
            </p:blipFill>
            <p:spPr>
              <a:xfrm>
                <a:off x="7310120" y="5495925"/>
                <a:ext cx="304800" cy="31877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6" name="墨迹 25"/>
              <p14:cNvContentPartPr/>
              <p14:nvPr/>
            </p14:nvContentPartPr>
            <p14:xfrm>
              <a:off x="8053070" y="5309870"/>
              <a:ext cx="500380" cy="462280"/>
            </p14:xfrm>
          </p:contentPart>
        </mc:Choice>
        <mc:Fallback xmlns="">
          <p:pic>
            <p:nvPicPr>
              <p:cNvPr id="26" name="墨迹 25"/>
            </p:nvPicPr>
            <p:blipFill>
              <a:blip r:embed="rId45"/>
            </p:blipFill>
            <p:spPr>
              <a:xfrm>
                <a:off x="8053070" y="5309870"/>
                <a:ext cx="500380" cy="46228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7" name="墨迹 26"/>
              <p14:cNvContentPartPr/>
              <p14:nvPr/>
            </p14:nvContentPartPr>
            <p14:xfrm>
              <a:off x="8658225" y="5353050"/>
              <a:ext cx="61595" cy="419100"/>
            </p14:xfrm>
          </p:contentPart>
        </mc:Choice>
        <mc:Fallback xmlns="">
          <p:pic>
            <p:nvPicPr>
              <p:cNvPr id="27" name="墨迹 26"/>
            </p:nvPicPr>
            <p:blipFill>
              <a:blip r:embed="rId47"/>
            </p:blipFill>
            <p:spPr>
              <a:xfrm>
                <a:off x="8658225" y="5353050"/>
                <a:ext cx="61595" cy="41910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8" name="墨迹 27"/>
              <p14:cNvContentPartPr/>
              <p14:nvPr/>
            </p14:nvContentPartPr>
            <p14:xfrm>
              <a:off x="8634095" y="5195570"/>
              <a:ext cx="361950" cy="548005"/>
            </p14:xfrm>
          </p:contentPart>
        </mc:Choice>
        <mc:Fallback xmlns="">
          <p:pic>
            <p:nvPicPr>
              <p:cNvPr id="28" name="墨迹 27"/>
            </p:nvPicPr>
            <p:blipFill>
              <a:blip r:embed="rId49"/>
            </p:blipFill>
            <p:spPr>
              <a:xfrm>
                <a:off x="8634095" y="5195570"/>
                <a:ext cx="361950" cy="548005"/>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9" name="墨迹 28"/>
              <p14:cNvContentPartPr/>
              <p14:nvPr/>
            </p14:nvContentPartPr>
            <p14:xfrm>
              <a:off x="7905750" y="4829175"/>
              <a:ext cx="1247775" cy="1099820"/>
            </p14:xfrm>
          </p:contentPart>
        </mc:Choice>
        <mc:Fallback xmlns="">
          <p:pic>
            <p:nvPicPr>
              <p:cNvPr id="29" name="墨迹 28"/>
            </p:nvPicPr>
            <p:blipFill>
              <a:blip r:embed="rId51"/>
            </p:blipFill>
            <p:spPr>
              <a:xfrm>
                <a:off x="7905750" y="4829175"/>
                <a:ext cx="1247775" cy="1099820"/>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30" name="墨迹 29"/>
              <p14:cNvContentPartPr/>
              <p14:nvPr/>
            </p14:nvContentPartPr>
            <p14:xfrm>
              <a:off x="6267450" y="5576570"/>
              <a:ext cx="1290320" cy="128905"/>
            </p14:xfrm>
          </p:contentPart>
        </mc:Choice>
        <mc:Fallback xmlns="">
          <p:pic>
            <p:nvPicPr>
              <p:cNvPr id="30" name="墨迹 29"/>
            </p:nvPicPr>
            <p:blipFill>
              <a:blip r:embed="rId53"/>
            </p:blipFill>
            <p:spPr>
              <a:xfrm>
                <a:off x="6267450" y="5576570"/>
                <a:ext cx="1290320" cy="128905"/>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31" name="墨迹 30"/>
              <p14:cNvContentPartPr/>
              <p14:nvPr/>
            </p14:nvContentPartPr>
            <p14:xfrm>
              <a:off x="7367270" y="5400675"/>
              <a:ext cx="228600" cy="371475"/>
            </p14:xfrm>
          </p:contentPart>
        </mc:Choice>
        <mc:Fallback xmlns="">
          <p:pic>
            <p:nvPicPr>
              <p:cNvPr id="31" name="墨迹 30"/>
            </p:nvPicPr>
            <p:blipFill>
              <a:blip r:embed="rId55"/>
            </p:blipFill>
            <p:spPr>
              <a:xfrm>
                <a:off x="7367270" y="5400675"/>
                <a:ext cx="228600" cy="371475"/>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32" name="墨迹 31"/>
              <p14:cNvContentPartPr/>
              <p14:nvPr/>
            </p14:nvContentPartPr>
            <p14:xfrm>
              <a:off x="2833370" y="1899920"/>
              <a:ext cx="167005" cy="595630"/>
            </p14:xfrm>
          </p:contentPart>
        </mc:Choice>
        <mc:Fallback xmlns="">
          <p:pic>
            <p:nvPicPr>
              <p:cNvPr id="32" name="墨迹 31"/>
            </p:nvPicPr>
            <p:blipFill>
              <a:blip r:embed="rId57"/>
            </p:blipFill>
            <p:spPr>
              <a:xfrm>
                <a:off x="2833370" y="1899920"/>
                <a:ext cx="167005" cy="595630"/>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3" name="墨迹 32"/>
              <p14:cNvContentPartPr/>
              <p14:nvPr/>
            </p14:nvContentPartPr>
            <p14:xfrm>
              <a:off x="2886075" y="2290445"/>
              <a:ext cx="242570" cy="224155"/>
            </p14:xfrm>
          </p:contentPart>
        </mc:Choice>
        <mc:Fallback xmlns="">
          <p:pic>
            <p:nvPicPr>
              <p:cNvPr id="33" name="墨迹 32"/>
            </p:nvPicPr>
            <p:blipFill>
              <a:blip r:embed="rId59"/>
            </p:blipFill>
            <p:spPr>
              <a:xfrm>
                <a:off x="2886075" y="2290445"/>
                <a:ext cx="242570" cy="224155"/>
              </a:xfrm>
              <a:prstGeom prst="rect"/>
            </p:spPr>
          </p:pic>
        </mc:Fallback>
      </mc:AlternateContent>
    </p:spTree>
    <p:custDataLst>
      <p:tags r:id="rId60"/>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个人</a:t>
            </a:r>
            <a:r>
              <a:rPr lang="zh-CN" altLang="en-US"/>
              <a:t>履历</a:t>
            </a:r>
            <a:endParaRPr lang="zh-CN" altLang="en-US"/>
          </a:p>
        </p:txBody>
      </p:sp>
      <p:sp>
        <p:nvSpPr>
          <p:cNvPr id="3" name="内容占位符 2"/>
          <p:cNvSpPr>
            <a:spLocks noGrp="1"/>
          </p:cNvSpPr>
          <p:nvPr>
            <p:ph idx="1"/>
            <p:custDataLst>
              <p:tags r:id="rId2"/>
            </p:custDataLst>
          </p:nvPr>
        </p:nvSpPr>
        <p:spPr/>
        <p:txBody>
          <a:bodyPr/>
          <a:p>
            <a:r>
              <a:rPr lang="en-US" altLang="zh-CN"/>
              <a:t>2010-2014</a:t>
            </a:r>
            <a:endParaRPr lang="en-US" altLang="zh-CN"/>
          </a:p>
          <a:p>
            <a:pPr lvl="1"/>
            <a:r>
              <a:rPr lang="zh-CN" altLang="en-US"/>
              <a:t>本科，上海交通大学，</a:t>
            </a:r>
            <a:r>
              <a:rPr lang="en-US" altLang="zh-CN"/>
              <a:t>ACM</a:t>
            </a:r>
            <a:r>
              <a:rPr lang="zh-CN" altLang="en-US"/>
              <a:t>班</a:t>
            </a:r>
            <a:endParaRPr lang="zh-CN" altLang="en-US"/>
          </a:p>
          <a:p>
            <a:endParaRPr lang="en-US" altLang="zh-CN">
              <a:sym typeface="+mn-ea"/>
            </a:endParaRPr>
          </a:p>
          <a:p>
            <a:r>
              <a:rPr lang="en-US" altLang="zh-CN">
                <a:sym typeface="+mn-ea"/>
              </a:rPr>
              <a:t>2014-2020</a:t>
            </a:r>
            <a:endParaRPr lang="en-US" altLang="zh-CN">
              <a:sym typeface="+mn-ea"/>
            </a:endParaRPr>
          </a:p>
          <a:p>
            <a:pPr lvl="1"/>
            <a:r>
              <a:rPr lang="zh-CN" altLang="en-US">
                <a:sym typeface="+mn-ea"/>
              </a:rPr>
              <a:t>博士，上海交通大学，计算机科学与技术</a:t>
            </a:r>
            <a:r>
              <a:rPr lang="en-US" altLang="zh-CN">
                <a:sym typeface="+mn-ea"/>
              </a:rPr>
              <a:t> (</a:t>
            </a:r>
            <a:r>
              <a:rPr lang="zh-CN" altLang="en-US" sz="1200">
                <a:sym typeface="+mn-ea"/>
              </a:rPr>
              <a:t>导师：俞勇教授</a:t>
            </a:r>
            <a:r>
              <a:rPr lang="en-US" altLang="zh-CN" sz="1200">
                <a:sym typeface="+mn-ea"/>
              </a:rPr>
              <a:t>) </a:t>
            </a:r>
            <a:endParaRPr lang="en-US" altLang="zh-CN">
              <a:sym typeface="+mn-ea"/>
            </a:endParaRPr>
          </a:p>
          <a:p>
            <a:endParaRPr lang="en-US" altLang="zh-CN">
              <a:sym typeface="+mn-ea"/>
            </a:endParaRPr>
          </a:p>
          <a:p>
            <a:r>
              <a:rPr lang="en-US" altLang="zh-CN">
                <a:sym typeface="+mn-ea"/>
              </a:rPr>
              <a:t>2020-2026</a:t>
            </a:r>
            <a:endParaRPr lang="en-US" altLang="zh-CN">
              <a:sym typeface="+mn-ea"/>
            </a:endParaRPr>
          </a:p>
          <a:p>
            <a:pPr lvl="1"/>
            <a:r>
              <a:rPr lang="zh-CN" altLang="en-US">
                <a:sym typeface="+mn-ea"/>
              </a:rPr>
              <a:t>助理教授，上海财经大学，信息管理与工程学院（</a:t>
            </a:r>
            <a:r>
              <a:rPr lang="en-US" altLang="zh-CN">
                <a:sym typeface="+mn-ea"/>
              </a:rPr>
              <a:t>2020-2024</a:t>
            </a:r>
            <a:r>
              <a:rPr lang="zh-CN" altLang="en-US">
                <a:sym typeface="+mn-ea"/>
              </a:rPr>
              <a:t>）</a:t>
            </a:r>
            <a:r>
              <a:rPr lang="en-US" altLang="zh-CN">
                <a:sym typeface="+mn-ea"/>
              </a:rPr>
              <a:t>/  </a:t>
            </a:r>
            <a:r>
              <a:rPr lang="zh-CN" altLang="en-US">
                <a:sym typeface="+mn-ea"/>
              </a:rPr>
              <a:t>计算机与人工智能学院（</a:t>
            </a:r>
            <a:r>
              <a:rPr lang="en-US" altLang="zh-CN">
                <a:sym typeface="+mn-ea"/>
              </a:rPr>
              <a:t>2024-2026</a:t>
            </a:r>
            <a:r>
              <a:rPr lang="zh-CN" altLang="en-US">
                <a:sym typeface="+mn-ea"/>
              </a:rPr>
              <a:t>）</a:t>
            </a:r>
            <a:endParaRPr lang="zh-CN" altLang="en-US">
              <a:sym typeface="+mn-ea"/>
            </a:endParaRPr>
          </a:p>
        </p:txBody>
      </p:sp>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590675" y="1871345"/>
              <a:ext cx="3128645" cy="633730"/>
            </p14:xfrm>
          </p:contentPart>
        </mc:Choice>
        <mc:Fallback xmlns="">
          <p:pic>
            <p:nvPicPr>
              <p:cNvPr id="4" name="墨迹 3"/>
            </p:nvPicPr>
            <p:blipFill>
              <a:blip r:embed="rId4"/>
            </p:blipFill>
            <p:spPr>
              <a:xfrm>
                <a:off x="1590675" y="1871345"/>
                <a:ext cx="3128645" cy="63373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1214120" y="2357120"/>
              <a:ext cx="1257300" cy="24130"/>
            </p14:xfrm>
          </p:contentPart>
        </mc:Choice>
        <mc:Fallback xmlns="">
          <p:pic>
            <p:nvPicPr>
              <p:cNvPr id="5" name="墨迹 4"/>
            </p:nvPicPr>
            <p:blipFill>
              <a:blip r:embed="rId6"/>
            </p:blipFill>
            <p:spPr>
              <a:xfrm>
                <a:off x="1214120" y="2357120"/>
                <a:ext cx="1257300" cy="2413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2057400" y="1899920"/>
              <a:ext cx="2466975" cy="523875"/>
            </p14:xfrm>
          </p:contentPart>
        </mc:Choice>
        <mc:Fallback xmlns="">
          <p:pic>
            <p:nvPicPr>
              <p:cNvPr id="6" name="墨迹 5"/>
            </p:nvPicPr>
            <p:blipFill>
              <a:blip r:embed="rId8"/>
            </p:blipFill>
            <p:spPr>
              <a:xfrm>
                <a:off x="2057400" y="1899920"/>
                <a:ext cx="2466975" cy="5238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1214120" y="3219450"/>
              <a:ext cx="942975" cy="533400"/>
            </p14:xfrm>
          </p:contentPart>
        </mc:Choice>
        <mc:Fallback xmlns="">
          <p:pic>
            <p:nvPicPr>
              <p:cNvPr id="7" name="墨迹 6"/>
            </p:nvPicPr>
            <p:blipFill>
              <a:blip r:embed="rId10"/>
            </p:blipFill>
            <p:spPr>
              <a:xfrm>
                <a:off x="1214120" y="3219450"/>
                <a:ext cx="942975" cy="5334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2228850" y="3200400"/>
              <a:ext cx="1485900" cy="614045"/>
            </p14:xfrm>
          </p:contentPart>
        </mc:Choice>
        <mc:Fallback xmlns="">
          <p:pic>
            <p:nvPicPr>
              <p:cNvPr id="8" name="墨迹 7"/>
            </p:nvPicPr>
            <p:blipFill>
              <a:blip r:embed="rId12"/>
            </p:blipFill>
            <p:spPr>
              <a:xfrm>
                <a:off x="2228850" y="3200400"/>
                <a:ext cx="1485900" cy="61404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1109345" y="4690745"/>
              <a:ext cx="895350" cy="576580"/>
            </p14:xfrm>
          </p:contentPart>
        </mc:Choice>
        <mc:Fallback xmlns="">
          <p:pic>
            <p:nvPicPr>
              <p:cNvPr id="9" name="墨迹 8"/>
            </p:nvPicPr>
            <p:blipFill>
              <a:blip r:embed="rId14"/>
            </p:blipFill>
            <p:spPr>
              <a:xfrm>
                <a:off x="1109345" y="4690745"/>
                <a:ext cx="895350" cy="57658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2305050" y="4433570"/>
              <a:ext cx="1562100" cy="847725"/>
            </p14:xfrm>
          </p:contentPart>
        </mc:Choice>
        <mc:Fallback xmlns="">
          <p:pic>
            <p:nvPicPr>
              <p:cNvPr id="10" name="墨迹 9"/>
            </p:nvPicPr>
            <p:blipFill>
              <a:blip r:embed="rId16"/>
            </p:blipFill>
            <p:spPr>
              <a:xfrm>
                <a:off x="2305050" y="4433570"/>
                <a:ext cx="1562100" cy="847725"/>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1162050" y="5000625"/>
              <a:ext cx="1023620" cy="133350"/>
            </p14:xfrm>
          </p:contentPart>
        </mc:Choice>
        <mc:Fallback xmlns="">
          <p:pic>
            <p:nvPicPr>
              <p:cNvPr id="11" name="墨迹 10"/>
            </p:nvPicPr>
            <p:blipFill>
              <a:blip r:embed="rId18"/>
            </p:blipFill>
            <p:spPr>
              <a:xfrm>
                <a:off x="1162050" y="5000625"/>
                <a:ext cx="1023620" cy="1333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4229100" y="5138420"/>
              <a:ext cx="3143250" cy="38100"/>
            </p14:xfrm>
          </p:contentPart>
        </mc:Choice>
        <mc:Fallback xmlns="">
          <p:pic>
            <p:nvPicPr>
              <p:cNvPr id="12" name="墨迹 11"/>
            </p:nvPicPr>
            <p:blipFill>
              <a:blip r:embed="rId20"/>
            </p:blipFill>
            <p:spPr>
              <a:xfrm>
                <a:off x="4229100" y="5138420"/>
                <a:ext cx="3143250" cy="381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8134350" y="5090795"/>
              <a:ext cx="3438525" cy="81280"/>
            </p14:xfrm>
          </p:contentPart>
        </mc:Choice>
        <mc:Fallback xmlns="">
          <p:pic>
            <p:nvPicPr>
              <p:cNvPr id="13" name="墨迹 12"/>
            </p:nvPicPr>
            <p:blipFill>
              <a:blip r:embed="rId22"/>
            </p:blipFill>
            <p:spPr>
              <a:xfrm>
                <a:off x="8134350" y="5090795"/>
                <a:ext cx="3438525" cy="8128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6867525" y="4229100"/>
              <a:ext cx="2204720" cy="504825"/>
            </p14:xfrm>
          </p:contentPart>
        </mc:Choice>
        <mc:Fallback xmlns="">
          <p:pic>
            <p:nvPicPr>
              <p:cNvPr id="14" name="墨迹 13"/>
            </p:nvPicPr>
            <p:blipFill>
              <a:blip r:embed="rId24"/>
            </p:blipFill>
            <p:spPr>
              <a:xfrm>
                <a:off x="6867525" y="4229100"/>
                <a:ext cx="2204720" cy="504825"/>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8505825" y="4343400"/>
              <a:ext cx="504825" cy="347345"/>
            </p14:xfrm>
          </p:contentPart>
        </mc:Choice>
        <mc:Fallback xmlns="">
          <p:pic>
            <p:nvPicPr>
              <p:cNvPr id="15" name="墨迹 14"/>
            </p:nvPicPr>
            <p:blipFill>
              <a:blip r:embed="rId26"/>
            </p:blipFill>
            <p:spPr>
              <a:xfrm>
                <a:off x="8505825" y="4343400"/>
                <a:ext cx="504825" cy="347345"/>
              </a:xfrm>
              <a:prstGeom prst="rect"/>
            </p:spPr>
          </p:pic>
        </mc:Fallback>
      </mc:AlternateContent>
    </p:spTree>
    <p:custDataLst>
      <p:tags r:id="rId27"/>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fontScale="90000"/>
          </a:bodyPr>
          <a:p>
            <a:r>
              <a:rPr lang="zh-CN" altLang="en-US"/>
              <a:t>感谢</a:t>
            </a:r>
            <a:r>
              <a:rPr lang="zh-CN" altLang="en-US"/>
              <a:t>聆听！</a:t>
            </a:r>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5443220" y="1057275"/>
              <a:ext cx="1062355" cy="747395"/>
            </p14:xfrm>
          </p:contentPart>
        </mc:Choice>
        <mc:Fallback xmlns="">
          <p:pic>
            <p:nvPicPr>
              <p:cNvPr id="6" name="墨迹 5"/>
            </p:nvPicPr>
            <p:blipFill>
              <a:blip r:embed="rId3"/>
            </p:blipFill>
            <p:spPr>
              <a:xfrm>
                <a:off x="5443220" y="1057275"/>
                <a:ext cx="1062355" cy="747395"/>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7381875" y="880745"/>
              <a:ext cx="352425" cy="904875"/>
            </p14:xfrm>
          </p:contentPart>
        </mc:Choice>
        <mc:Fallback xmlns="">
          <p:pic>
            <p:nvPicPr>
              <p:cNvPr id="7" name="墨迹 6"/>
            </p:nvPicPr>
            <p:blipFill>
              <a:blip r:embed="rId5"/>
            </p:blipFill>
            <p:spPr>
              <a:xfrm>
                <a:off x="7381875" y="880745"/>
                <a:ext cx="352425" cy="90487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墨迹 7"/>
              <p14:cNvContentPartPr/>
              <p14:nvPr/>
            </p14:nvContentPartPr>
            <p14:xfrm>
              <a:off x="7781925" y="914400"/>
              <a:ext cx="333375" cy="1071245"/>
            </p14:xfrm>
          </p:contentPart>
        </mc:Choice>
        <mc:Fallback xmlns="">
          <p:pic>
            <p:nvPicPr>
              <p:cNvPr id="8" name="墨迹 7"/>
            </p:nvPicPr>
            <p:blipFill>
              <a:blip r:embed="rId7"/>
            </p:blipFill>
            <p:spPr>
              <a:xfrm>
                <a:off x="7781925" y="914400"/>
                <a:ext cx="333375" cy="1071245"/>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7491095" y="1371600"/>
              <a:ext cx="381000" cy="85725"/>
            </p14:xfrm>
          </p:contentPart>
        </mc:Choice>
        <mc:Fallback xmlns="">
          <p:pic>
            <p:nvPicPr>
              <p:cNvPr id="9" name="墨迹 8"/>
            </p:nvPicPr>
            <p:blipFill>
              <a:blip r:embed="rId9"/>
            </p:blipFill>
            <p:spPr>
              <a:xfrm>
                <a:off x="7491095" y="1371600"/>
                <a:ext cx="381000" cy="857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 name="墨迹 9"/>
              <p14:cNvContentPartPr/>
              <p14:nvPr/>
            </p14:nvContentPartPr>
            <p14:xfrm>
              <a:off x="6238875" y="1766570"/>
              <a:ext cx="219075" cy="24130"/>
            </p14:xfrm>
          </p:contentPart>
        </mc:Choice>
        <mc:Fallback xmlns="">
          <p:pic>
            <p:nvPicPr>
              <p:cNvPr id="10" name="墨迹 9"/>
            </p:nvPicPr>
            <p:blipFill>
              <a:blip r:embed="rId11"/>
            </p:blipFill>
            <p:spPr>
              <a:xfrm>
                <a:off x="6238875" y="1766570"/>
                <a:ext cx="219075" cy="2413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1" name="墨迹 10"/>
              <p14:cNvContentPartPr/>
              <p14:nvPr/>
            </p14:nvContentPartPr>
            <p14:xfrm>
              <a:off x="6448425" y="3114675"/>
              <a:ext cx="433070" cy="885825"/>
            </p14:xfrm>
          </p:contentPart>
        </mc:Choice>
        <mc:Fallback xmlns="">
          <p:pic>
            <p:nvPicPr>
              <p:cNvPr id="11" name="墨迹 10"/>
            </p:nvPicPr>
            <p:blipFill>
              <a:blip r:embed="rId13"/>
            </p:blipFill>
            <p:spPr>
              <a:xfrm>
                <a:off x="6448425" y="3114675"/>
                <a:ext cx="433070" cy="88582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2" name="墨迹 11"/>
              <p14:cNvContentPartPr/>
              <p14:nvPr/>
            </p14:nvContentPartPr>
            <p14:xfrm>
              <a:off x="6496050" y="3242945"/>
              <a:ext cx="499745" cy="28575"/>
            </p14:xfrm>
          </p:contentPart>
        </mc:Choice>
        <mc:Fallback xmlns="">
          <p:pic>
            <p:nvPicPr>
              <p:cNvPr id="12" name="墨迹 11"/>
            </p:nvPicPr>
            <p:blipFill>
              <a:blip r:embed="rId15"/>
            </p:blipFill>
            <p:spPr>
              <a:xfrm>
                <a:off x="6496050" y="3242945"/>
                <a:ext cx="499745" cy="2857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3" name="墨迹 12"/>
              <p14:cNvContentPartPr/>
              <p14:nvPr/>
            </p14:nvContentPartPr>
            <p14:xfrm>
              <a:off x="7362825" y="3509645"/>
              <a:ext cx="766445" cy="33655"/>
            </p14:xfrm>
          </p:contentPart>
        </mc:Choice>
        <mc:Fallback xmlns="">
          <p:pic>
            <p:nvPicPr>
              <p:cNvPr id="13" name="墨迹 12"/>
            </p:nvPicPr>
            <p:blipFill>
              <a:blip r:embed="rId17"/>
            </p:blipFill>
            <p:spPr>
              <a:xfrm>
                <a:off x="7362825" y="3509645"/>
                <a:ext cx="766445" cy="3365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4" name="墨迹 13"/>
              <p14:cNvContentPartPr/>
              <p14:nvPr/>
            </p14:nvContentPartPr>
            <p14:xfrm>
              <a:off x="6062345" y="2828925"/>
              <a:ext cx="1095375" cy="1371600"/>
            </p14:xfrm>
          </p:contentPart>
        </mc:Choice>
        <mc:Fallback xmlns="">
          <p:pic>
            <p:nvPicPr>
              <p:cNvPr id="14" name="墨迹 13"/>
            </p:nvPicPr>
            <p:blipFill>
              <a:blip r:embed="rId19"/>
            </p:blipFill>
            <p:spPr>
              <a:xfrm>
                <a:off x="6062345" y="2828925"/>
                <a:ext cx="1095375" cy="137160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5" name="墨迹 14"/>
              <p14:cNvContentPartPr/>
              <p14:nvPr/>
            </p14:nvContentPartPr>
            <p14:xfrm>
              <a:off x="7348220" y="3305175"/>
              <a:ext cx="843280" cy="495300"/>
            </p14:xfrm>
          </p:contentPart>
        </mc:Choice>
        <mc:Fallback xmlns="">
          <p:pic>
            <p:nvPicPr>
              <p:cNvPr id="15" name="墨迹 14"/>
            </p:nvPicPr>
            <p:blipFill>
              <a:blip r:embed="rId21"/>
            </p:blipFill>
            <p:spPr>
              <a:xfrm>
                <a:off x="7348220" y="3305175"/>
                <a:ext cx="843280" cy="49530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6" name="墨迹 15"/>
              <p14:cNvContentPartPr/>
              <p14:nvPr/>
            </p14:nvContentPartPr>
            <p14:xfrm>
              <a:off x="8005445" y="3495675"/>
              <a:ext cx="161925" cy="360"/>
            </p14:xfrm>
          </p:contentPart>
        </mc:Choice>
        <mc:Fallback xmlns="">
          <p:pic>
            <p:nvPicPr>
              <p:cNvPr id="16" name="墨迹 15"/>
            </p:nvPicPr>
            <p:blipFill>
              <a:blip r:embed="rId23"/>
            </p:blipFill>
            <p:spPr>
              <a:xfrm>
                <a:off x="8005445" y="3495675"/>
                <a:ext cx="161925" cy="36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7" name="墨迹 16"/>
              <p14:cNvContentPartPr/>
              <p14:nvPr/>
            </p14:nvContentPartPr>
            <p14:xfrm>
              <a:off x="6638925" y="2819400"/>
              <a:ext cx="66675" cy="28575"/>
            </p14:xfrm>
          </p:contentPart>
        </mc:Choice>
        <mc:Fallback xmlns="">
          <p:pic>
            <p:nvPicPr>
              <p:cNvPr id="17" name="墨迹 16"/>
            </p:nvPicPr>
            <p:blipFill>
              <a:blip r:embed="rId25"/>
            </p:blipFill>
            <p:spPr>
              <a:xfrm>
                <a:off x="6638925" y="2819400"/>
                <a:ext cx="66675" cy="28575"/>
              </a:xfrm>
              <a:prstGeom prst="rect"/>
            </p:spPr>
          </p:pic>
        </mc:Fallback>
      </mc:AlternateContent>
    </p:spTree>
    <p:custDataLst>
      <p:tags r:id="rId26"/>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3.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8.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1.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BEAUTIFY_FLAG" val="#wm#"/>
  <p:tag name="KSO_WM_TEMPLATE_CATEGORY" val="custom"/>
  <p:tag name="KSO_WM_TEMPLATE_INDEX" val="2020508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8.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p="http://schemas.openxmlformats.org/presentationml/2006/main">
  <p:tag name="KSO_WM_BEAUTIFY_FLAG" val="#wm#"/>
  <p:tag name="KSO_WM_TEMPLATE_CATEGORY" val="custom"/>
  <p:tag name="KSO_WM_TEMPLATE_INDEX" val="2020508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7.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p="http://schemas.openxmlformats.org/presentationml/2006/main">
  <p:tag name="KSO_WM_BEAUTIFY_FLAG" val="#wm#"/>
  <p:tag name="KSO_WM_TEMPLATE_CATEGORY" val="custom"/>
  <p:tag name="KSO_WM_TEMPLATE_INDEX" val="2020508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KSO_WM_BEAUTIFY_FLAG" val="#wm#"/>
  <p:tag name="KSO_WM_TEMPLATE_CATEGORY" val="custom"/>
  <p:tag name="KSO_WM_TEMPLATE_INDEX" val="2020508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p="http://schemas.openxmlformats.org/presentationml/2006/main">
  <p:tag name="KSO_WM_BEAUTIFY_FLAG" val="#wm#"/>
  <p:tag name="KSO_WM_TEMPLATE_CATEGORY" val="custom"/>
  <p:tag name="KSO_WM_TEMPLATE_INDEX" val="2020508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3.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6.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9.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2.xml><?xml version="1.0" encoding="utf-8"?>
<p:tagLst xmlns:p="http://schemas.openxmlformats.org/presentationml/2006/main">
  <p:tag name="KSO_WM_BEAUTIFY_FLAG" val="#wm#"/>
  <p:tag name="KSO_WM_TEMPLATE_CATEGORY" val="custom"/>
  <p:tag name="KSO_WM_TEMPLATE_INDEX" val="2020508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5.xml><?xml version="1.0" encoding="utf-8"?>
<p:tagLst xmlns:p="http://schemas.openxmlformats.org/presentationml/2006/main">
  <p:tag name="KSO_WM_BEAUTIFY_FLAG" val="#wm#"/>
  <p:tag name="KSO_WM_TEMPLATE_CATEGORY" val="custom"/>
  <p:tag name="KSO_WM_TEMPLATE_INDEX" val="2020508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8.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1.xml><?xml version="1.0" encoding="utf-8"?>
<p:tagLst xmlns:p="http://schemas.openxmlformats.org/presentationml/2006/main">
  <p:tag name="KSO_WM_BEAUTIFY_FLAG" val="#wm#"/>
  <p:tag name="KSO_WM_TEMPLATE_CATEGORY" val="custom"/>
  <p:tag name="KSO_WM_TEMPLATE_INDEX" val="2020508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4.xml><?xml version="1.0" encoding="utf-8"?>
<p:tagLst xmlns:p="http://schemas.openxmlformats.org/presentationml/2006/main">
  <p:tag name="KSO_WM_BEAUTIFY_FLAG" val="#wm#"/>
  <p:tag name="KSO_WM_TEMPLATE_CATEGORY" val="custom"/>
  <p:tag name="KSO_WM_TEMPLATE_INDEX" val="2020508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7.xml><?xml version="1.0" encoding="utf-8"?>
<p:tagLst xmlns:p="http://schemas.openxmlformats.org/presentationml/2006/main">
  <p:tag name="KSO_WM_BEAUTIFY_FLAG" val="#wm#"/>
  <p:tag name="KSO_WM_TEMPLATE_CATEGORY" val="custom"/>
  <p:tag name="KSO_WM_TEMPLATE_INDEX" val="2020508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3.xml><?xml version="1.0" encoding="utf-8"?>
<p:tagLst xmlns:p="http://schemas.openxmlformats.org/presentationml/2006/main">
  <p:tag name="KSO_WM_BEAUTIFY_FLAG" val="#wm#"/>
  <p:tag name="KSO_WM_TEMPLATE_CATEGORY" val="custom"/>
  <p:tag name="KSO_WM_TEMPLATE_INDEX" val="2020508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6.xml><?xml version="1.0" encoding="utf-8"?>
<p:tagLst xmlns:p="http://schemas.openxmlformats.org/presentationml/2006/main">
  <p:tag name="KSO_WM_BEAUTIFY_FLAG" val="#wm#"/>
  <p:tag name="KSO_WM_TEMPLATE_CATEGORY" val="custom"/>
  <p:tag name="KSO_WM_TEMPLATE_INDEX" val="2020508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9.xml><?xml version="1.0" encoding="utf-8"?>
<p:tagLst xmlns:p="http://schemas.openxmlformats.org/presentationml/2006/main">
  <p:tag name="KSO_WM_BEAUTIFY_FLAG" val="#wm#"/>
  <p:tag name="KSO_WM_TEMPLATE_CATEGORY" val="custom"/>
  <p:tag name="KSO_WM_TEMPLATE_INDEX" val="2020508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2.xml><?xml version="1.0" encoding="utf-8"?>
<p:tagLst xmlns:p="http://schemas.openxmlformats.org/presentationml/2006/main">
  <p:tag name="KSO_WM_BEAUTIFY_FLAG" val="#wm#"/>
  <p:tag name="KSO_WM_TEMPLATE_CATEGORY" val="custom"/>
  <p:tag name="KSO_WM_TEMPLATE_INDEX" val="2020508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5.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8.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1.xml><?xml version="1.0" encoding="utf-8"?>
<p:tagLst xmlns:p="http://schemas.openxmlformats.org/presentationml/2006/main">
  <p:tag name="KSO_WM_BEAUTIFY_FLAG" val="#wm#"/>
  <p:tag name="KSO_WM_TEMPLATE_CATEGORY" val="custom"/>
  <p:tag name="KSO_WM_TEMPLATE_INDEX" val="2020508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4.xml><?xml version="1.0" encoding="utf-8"?>
<p:tagLst xmlns:p="http://schemas.openxmlformats.org/presentationml/2006/main">
  <p:tag name="KSO_WM_BEAUTIFY_FLAG" val="#wm#"/>
  <p:tag name="KSO_WM_TEMPLATE_CATEGORY" val="custom"/>
  <p:tag name="KSO_WM_TEMPLATE_INDEX" val="2020508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7.xml><?xml version="1.0" encoding="utf-8"?>
<p:tagLst xmlns:p="http://schemas.openxmlformats.org/presentationml/2006/main">
  <p:tag name="KSO_WM_BEAUTIFY_FLAG" val="#wm#"/>
  <p:tag name="KSO_WM_TEMPLATE_CATEGORY" val="custom"/>
  <p:tag name="KSO_WM_TEMPLATE_INDEX" val="2020508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0.xml><?xml version="1.0" encoding="utf-8"?>
<p:tagLst xmlns:p="http://schemas.openxmlformats.org/presentationml/2006/main">
  <p:tag name="KSO_WM_BEAUTIFY_FLAG" val="#wm#"/>
  <p:tag name="KSO_WM_TEMPLATE_CATEGORY" val="custom"/>
  <p:tag name="KSO_WM_TEMPLATE_INDEX" val="2020508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3.xml><?xml version="1.0" encoding="utf-8"?>
<p:tagLst xmlns:p="http://schemas.openxmlformats.org/presentationml/2006/main">
  <p:tag name="KSO_WM_BEAUTIFY_FLAG" val="#wm#"/>
  <p:tag name="KSO_WM_TEMPLATE_CATEGORY" val="custom"/>
  <p:tag name="KSO_WM_TEMPLATE_INDEX" val="2020508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5.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4163</Words>
  <Application>WPS 演示</Application>
  <PresentationFormat>宽屏</PresentationFormat>
  <Paragraphs>531</Paragraphs>
  <Slides>51</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51</vt:i4>
      </vt:variant>
    </vt:vector>
  </HeadingPairs>
  <TitlesOfParts>
    <vt:vector size="65" baseType="lpstr">
      <vt:lpstr>Arial</vt:lpstr>
      <vt:lpstr>宋体</vt:lpstr>
      <vt:lpstr>Wingdings</vt:lpstr>
      <vt:lpstr>Wingdings</vt:lpstr>
      <vt:lpstr>Cambria Math</vt:lpstr>
      <vt:lpstr>MS Mincho</vt:lpstr>
      <vt:lpstr>AMGDT</vt:lpstr>
      <vt:lpstr>微软雅黑</vt:lpstr>
      <vt:lpstr>Arial Unicode MS</vt:lpstr>
      <vt:lpstr>Calibri</vt:lpstr>
      <vt:lpstr>Ms.Luce</vt:lpstr>
      <vt:lpstr>BatangChe</vt:lpstr>
      <vt:lpstr>思源黑体 CN</vt:lpstr>
      <vt:lpstr>WPS</vt:lpstr>
      <vt:lpstr>人工智能基础研究 代表性工作报告</vt:lpstr>
      <vt:lpstr>六项代表性工作</vt:lpstr>
      <vt:lpstr>PowerPoint 演示文稿</vt:lpstr>
      <vt:lpstr>生成模型LGANs：背景</vt:lpstr>
      <vt:lpstr>PowerPoint 演示文稿</vt:lpstr>
      <vt:lpstr>PowerPoint 演示文稿</vt:lpstr>
      <vt:lpstr>PowerPoint 演示文稿</vt:lpstr>
      <vt:lpstr>PowerPoint 演示文稿</vt:lpstr>
      <vt:lpstr>PowerPoint 演示文稿</vt:lpstr>
      <vt:lpstr>PowerPoint 演示文稿</vt:lpstr>
      <vt:lpstr>生成模型：LGANs</vt:lpstr>
      <vt:lpstr>PowerPoint 演示文稿</vt:lpstr>
      <vt:lpstr>PowerPoint 演示文稿</vt:lpstr>
      <vt:lpstr>PowerPoint 演示文稿</vt:lpstr>
      <vt:lpstr>PowerPoint 演示文稿</vt:lpstr>
      <vt:lpstr>PowerPoint 演示文稿</vt:lpstr>
      <vt:lpstr>GANs真的不稳定吗？</vt:lpstr>
      <vt:lpstr>优化算法：AdaShift</vt:lpstr>
      <vt:lpstr>PowerPoint 演示文稿</vt:lpstr>
      <vt:lpstr>PowerPoint 演示文稿</vt:lpstr>
      <vt:lpstr>PowerPoint 演示文稿</vt:lpstr>
      <vt:lpstr>PowerPoint 演示文稿</vt:lpstr>
      <vt:lpstr>PowerPoint 演示文稿</vt:lpstr>
      <vt:lpstr>PowerPoint 演示文稿</vt:lpstr>
      <vt:lpstr>泛化：XSAM</vt:lpstr>
      <vt:lpstr>PowerPoint 演示文稿</vt:lpstr>
      <vt:lpstr>PowerPoint 演示文稿</vt:lpstr>
      <vt:lpstr>现有多任务学习方法</vt:lpstr>
      <vt:lpstr>现有多任务学习方法</vt:lpstr>
      <vt:lpstr>PowerPoint 演示文稿</vt:lpstr>
      <vt:lpstr>PowerPoint 演示文稿</vt:lpstr>
      <vt:lpstr>PowerPoint 演示文稿</vt:lpstr>
      <vt:lpstr>PowerPoint 演示文稿</vt:lpstr>
      <vt:lpstr>PowerPoint 演示文稿</vt:lpstr>
      <vt:lpstr>神经网络架构：ResFlow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Adam不收敛真的是个问题吗？</vt:lpstr>
      <vt:lpstr>表示学习：CRED</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周志明</cp:lastModifiedBy>
  <cp:revision>555</cp:revision>
  <dcterms:created xsi:type="dcterms:W3CDTF">2019-06-19T02:08:00Z</dcterms:created>
  <dcterms:modified xsi:type="dcterms:W3CDTF">2026-10-16T08:15:52Z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1AA8CDF1D5D741B5A48B951C5FFA078E_13</vt:lpwstr>
  </property>
</Properties>
</file>